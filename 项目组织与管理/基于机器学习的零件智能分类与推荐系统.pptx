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media/image12.svg" ContentType="image/svg+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handoutMasterIdLst>
    <p:handoutMasterId r:id="rId50"/>
  </p:handoutMasterIdLst>
  <p:sldIdLst>
    <p:sldId id="256" r:id="rId3"/>
    <p:sldId id="257" r:id="rId4"/>
    <p:sldId id="258" r:id="rId5"/>
    <p:sldId id="305" r:id="rId6"/>
    <p:sldId id="306" r:id="rId8"/>
    <p:sldId id="310" r:id="rId9"/>
    <p:sldId id="311" r:id="rId10"/>
    <p:sldId id="313" r:id="rId11"/>
    <p:sldId id="312" r:id="rId12"/>
    <p:sldId id="314" r:id="rId13"/>
    <p:sldId id="307" r:id="rId14"/>
    <p:sldId id="299" r:id="rId15"/>
    <p:sldId id="300" r:id="rId16"/>
    <p:sldId id="264" r:id="rId17"/>
    <p:sldId id="309" r:id="rId18"/>
    <p:sldId id="265" r:id="rId19"/>
    <p:sldId id="266" r:id="rId20"/>
    <p:sldId id="267" r:id="rId21"/>
    <p:sldId id="268" r:id="rId22"/>
    <p:sldId id="269" r:id="rId23"/>
    <p:sldId id="259" r:id="rId24"/>
    <p:sldId id="270" r:id="rId25"/>
    <p:sldId id="271" r:id="rId26"/>
    <p:sldId id="272" r:id="rId27"/>
    <p:sldId id="273" r:id="rId28"/>
    <p:sldId id="274" r:id="rId29"/>
    <p:sldId id="275" r:id="rId30"/>
    <p:sldId id="278" r:id="rId31"/>
    <p:sldId id="279" r:id="rId32"/>
    <p:sldId id="280" r:id="rId33"/>
    <p:sldId id="282" r:id="rId34"/>
    <p:sldId id="261" r:id="rId35"/>
    <p:sldId id="281" r:id="rId36"/>
    <p:sldId id="284" r:id="rId37"/>
    <p:sldId id="262" r:id="rId38"/>
    <p:sldId id="286" r:id="rId39"/>
    <p:sldId id="287" r:id="rId40"/>
    <p:sldId id="288" r:id="rId41"/>
    <p:sldId id="289" r:id="rId42"/>
    <p:sldId id="290" r:id="rId43"/>
    <p:sldId id="263" r:id="rId44"/>
    <p:sldId id="291" r:id="rId45"/>
    <p:sldId id="292" r:id="rId46"/>
    <p:sldId id="293" r:id="rId47"/>
    <p:sldId id="294" r:id="rId48"/>
    <p:sldId id="295" r:id="rId49"/>
  </p:sldIdLst>
  <p:sldSz cx="12192000" cy="6858000"/>
  <p:notesSz cx="6858000" cy="9144000"/>
  <p:embeddedFontLst>
    <p:embeddedFont>
      <p:font typeface="微软雅黑" panose="020B0503020204020204" pitchFamily="34" charset="-122"/>
      <p:regular r:id="rId55"/>
    </p:embeddedFont>
    <p:embeddedFont>
      <p:font typeface="Calibri" panose="020F0502020204030204" charset="0"/>
      <p:regular r:id="rId56"/>
      <p:bold r:id="rId57"/>
      <p:italic r:id="rId58"/>
      <p:boldItalic r:id="rId59"/>
    </p:embeddedFont>
  </p:embeddedFontLst>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0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F5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5" autoAdjust="0"/>
  </p:normalViewPr>
  <p:slideViewPr>
    <p:cSldViewPr snapToGrid="0" showGuides="1">
      <p:cViewPr varScale="1">
        <p:scale>
          <a:sx n="73" d="100"/>
          <a:sy n="73" d="100"/>
        </p:scale>
        <p:origin x="84" y="846"/>
      </p:cViewPr>
      <p:guideLst>
        <p:guide orient="horz" pos="2184"/>
        <p:guide pos="3801"/>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0" Type="http://schemas.openxmlformats.org/officeDocument/2006/relationships/tags" Target="tags/tag152.xml"/><Relationship Id="rId6" Type="http://schemas.openxmlformats.org/officeDocument/2006/relationships/slide" Target="slides/slide4.xml"/><Relationship Id="rId59" Type="http://schemas.openxmlformats.org/officeDocument/2006/relationships/font" Target="fonts/font5.fntdata"/><Relationship Id="rId58" Type="http://schemas.openxmlformats.org/officeDocument/2006/relationships/font" Target="fonts/font4.fntdata"/><Relationship Id="rId57" Type="http://schemas.openxmlformats.org/officeDocument/2006/relationships/font" Target="fonts/font3.fntdata"/><Relationship Id="rId56" Type="http://schemas.openxmlformats.org/officeDocument/2006/relationships/font" Target="fonts/font2.fntdata"/><Relationship Id="rId55" Type="http://schemas.openxmlformats.org/officeDocument/2006/relationships/font" Target="fonts/font1.fntdata"/><Relationship Id="rId54" Type="http://schemas.openxmlformats.org/officeDocument/2006/relationships/commentAuthors" Target="commentAuthors.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handoutMaster" Target="handoutMasters/handoutMaster1.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sp>
        <p:nvSpPr>
          <p:cNvPr id="7" name="任意多边形: 形状 6"/>
          <p:cNvSpPr/>
          <p:nvPr userDrawn="1"/>
        </p:nvSpPr>
        <p:spPr>
          <a:xfrm>
            <a:off x="0" y="4236720"/>
            <a:ext cx="12223750" cy="2621279"/>
          </a:xfrm>
          <a:custGeom>
            <a:avLst/>
            <a:gdLst>
              <a:gd name="connsiteX0" fmla="*/ 12192000 w 12192000"/>
              <a:gd name="connsiteY0" fmla="*/ 0 h 1827750"/>
              <a:gd name="connsiteX1" fmla="*/ 12192000 w 12192000"/>
              <a:gd name="connsiteY1" fmla="*/ 1827750 h 1827750"/>
              <a:gd name="connsiteX2" fmla="*/ 0 w 12192000"/>
              <a:gd name="connsiteY2" fmla="*/ 1827750 h 1827750"/>
              <a:gd name="connsiteX3" fmla="*/ 0 w 12192000"/>
              <a:gd name="connsiteY3" fmla="*/ 0 h 1827750"/>
              <a:gd name="connsiteX4" fmla="*/ 98667 w 12192000"/>
              <a:gd name="connsiteY4" fmla="*/ 108121 h 1827750"/>
              <a:gd name="connsiteX5" fmla="*/ 2670176 w 12192000"/>
              <a:gd name="connsiteY5" fmla="*/ 687925 h 1827750"/>
              <a:gd name="connsiteX6" fmla="*/ 3305174 w 12192000"/>
              <a:gd name="connsiteY6" fmla="*/ 687925 h 1827750"/>
              <a:gd name="connsiteX7" fmla="*/ 6096000 w 12192000"/>
              <a:gd name="connsiteY7" fmla="*/ 1637250 h 1827750"/>
              <a:gd name="connsiteX8" fmla="*/ 8886826 w 12192000"/>
              <a:gd name="connsiteY8" fmla="*/ 687925 h 1827750"/>
              <a:gd name="connsiteX9" fmla="*/ 9521824 w 12192000"/>
              <a:gd name="connsiteY9" fmla="*/ 687925 h 1827750"/>
              <a:gd name="connsiteX10" fmla="*/ 12093333 w 12192000"/>
              <a:gd name="connsiteY10" fmla="*/ 108121 h 182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1827750">
                <a:moveTo>
                  <a:pt x="12192000" y="0"/>
                </a:moveTo>
                <a:lnTo>
                  <a:pt x="12192000" y="1827750"/>
                </a:lnTo>
                <a:lnTo>
                  <a:pt x="0" y="1827750"/>
                </a:lnTo>
                <a:lnTo>
                  <a:pt x="0" y="0"/>
                </a:lnTo>
                <a:lnTo>
                  <a:pt x="98667" y="108121"/>
                </a:lnTo>
                <a:cubicBezTo>
                  <a:pt x="522337" y="448848"/>
                  <a:pt x="1514178" y="687925"/>
                  <a:pt x="2670176" y="687925"/>
                </a:cubicBezTo>
                <a:lnTo>
                  <a:pt x="3305174" y="687925"/>
                </a:lnTo>
                <a:cubicBezTo>
                  <a:pt x="4846505" y="687925"/>
                  <a:pt x="6096000" y="1112952"/>
                  <a:pt x="6096000" y="1637250"/>
                </a:cubicBezTo>
                <a:cubicBezTo>
                  <a:pt x="6096000" y="1112952"/>
                  <a:pt x="7345495" y="687925"/>
                  <a:pt x="8886826" y="687925"/>
                </a:cubicBezTo>
                <a:lnTo>
                  <a:pt x="9521824" y="687925"/>
                </a:lnTo>
                <a:cubicBezTo>
                  <a:pt x="10677822" y="687925"/>
                  <a:pt x="11669663" y="448848"/>
                  <a:pt x="12093333" y="108121"/>
                </a:cubicBezTo>
                <a:close/>
              </a:path>
            </a:pathLst>
          </a:custGeom>
          <a:solidFill>
            <a:srgbClr val="001F5E"/>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2" name="任意多边形: 形状 1"/>
          <p:cNvSpPr/>
          <p:nvPr userDrawn="1"/>
        </p:nvSpPr>
        <p:spPr>
          <a:xfrm>
            <a:off x="0" y="4236720"/>
            <a:ext cx="12223750" cy="2621279"/>
          </a:xfrm>
          <a:custGeom>
            <a:avLst/>
            <a:gdLst>
              <a:gd name="connsiteX0" fmla="*/ 12192000 w 12192000"/>
              <a:gd name="connsiteY0" fmla="*/ 0 h 1827750"/>
              <a:gd name="connsiteX1" fmla="*/ 12192000 w 12192000"/>
              <a:gd name="connsiteY1" fmla="*/ 1827750 h 1827750"/>
              <a:gd name="connsiteX2" fmla="*/ 0 w 12192000"/>
              <a:gd name="connsiteY2" fmla="*/ 1827750 h 1827750"/>
              <a:gd name="connsiteX3" fmla="*/ 0 w 12192000"/>
              <a:gd name="connsiteY3" fmla="*/ 0 h 1827750"/>
              <a:gd name="connsiteX4" fmla="*/ 98667 w 12192000"/>
              <a:gd name="connsiteY4" fmla="*/ 108121 h 1827750"/>
              <a:gd name="connsiteX5" fmla="*/ 2670176 w 12192000"/>
              <a:gd name="connsiteY5" fmla="*/ 687925 h 1827750"/>
              <a:gd name="connsiteX6" fmla="*/ 3305174 w 12192000"/>
              <a:gd name="connsiteY6" fmla="*/ 687925 h 1827750"/>
              <a:gd name="connsiteX7" fmla="*/ 6096000 w 12192000"/>
              <a:gd name="connsiteY7" fmla="*/ 1637250 h 1827750"/>
              <a:gd name="connsiteX8" fmla="*/ 8886826 w 12192000"/>
              <a:gd name="connsiteY8" fmla="*/ 687925 h 1827750"/>
              <a:gd name="connsiteX9" fmla="*/ 9521824 w 12192000"/>
              <a:gd name="connsiteY9" fmla="*/ 687925 h 1827750"/>
              <a:gd name="connsiteX10" fmla="*/ 12093333 w 12192000"/>
              <a:gd name="connsiteY10" fmla="*/ 108121 h 182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1827750">
                <a:moveTo>
                  <a:pt x="12192000" y="0"/>
                </a:moveTo>
                <a:lnTo>
                  <a:pt x="12192000" y="1827750"/>
                </a:lnTo>
                <a:lnTo>
                  <a:pt x="0" y="1827750"/>
                </a:lnTo>
                <a:lnTo>
                  <a:pt x="0" y="0"/>
                </a:lnTo>
                <a:lnTo>
                  <a:pt x="98667" y="108121"/>
                </a:lnTo>
                <a:cubicBezTo>
                  <a:pt x="522337" y="448848"/>
                  <a:pt x="1514178" y="687925"/>
                  <a:pt x="2670176" y="687925"/>
                </a:cubicBezTo>
                <a:lnTo>
                  <a:pt x="3305174" y="687925"/>
                </a:lnTo>
                <a:cubicBezTo>
                  <a:pt x="4846505" y="687925"/>
                  <a:pt x="6096000" y="1112952"/>
                  <a:pt x="6096000" y="1637250"/>
                </a:cubicBezTo>
                <a:cubicBezTo>
                  <a:pt x="6096000" y="1112952"/>
                  <a:pt x="7345495" y="687925"/>
                  <a:pt x="8886826" y="687925"/>
                </a:cubicBezTo>
                <a:lnTo>
                  <a:pt x="9521824" y="687925"/>
                </a:lnTo>
                <a:cubicBezTo>
                  <a:pt x="10677822" y="687925"/>
                  <a:pt x="11669663" y="448848"/>
                  <a:pt x="12093333" y="108121"/>
                </a:cubicBezTo>
                <a:close/>
              </a:path>
            </a:pathLst>
          </a:custGeom>
          <a:solidFill>
            <a:srgbClr val="001F5E"/>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2" name="任意多边形: 形状 1"/>
          <p:cNvSpPr/>
          <p:nvPr userDrawn="1"/>
        </p:nvSpPr>
        <p:spPr>
          <a:xfrm>
            <a:off x="0" y="4236720"/>
            <a:ext cx="12223750" cy="2621279"/>
          </a:xfrm>
          <a:custGeom>
            <a:avLst/>
            <a:gdLst>
              <a:gd name="connsiteX0" fmla="*/ 12192000 w 12192000"/>
              <a:gd name="connsiteY0" fmla="*/ 0 h 1827750"/>
              <a:gd name="connsiteX1" fmla="*/ 12192000 w 12192000"/>
              <a:gd name="connsiteY1" fmla="*/ 1827750 h 1827750"/>
              <a:gd name="connsiteX2" fmla="*/ 0 w 12192000"/>
              <a:gd name="connsiteY2" fmla="*/ 1827750 h 1827750"/>
              <a:gd name="connsiteX3" fmla="*/ 0 w 12192000"/>
              <a:gd name="connsiteY3" fmla="*/ 0 h 1827750"/>
              <a:gd name="connsiteX4" fmla="*/ 98667 w 12192000"/>
              <a:gd name="connsiteY4" fmla="*/ 108121 h 1827750"/>
              <a:gd name="connsiteX5" fmla="*/ 2670176 w 12192000"/>
              <a:gd name="connsiteY5" fmla="*/ 687925 h 1827750"/>
              <a:gd name="connsiteX6" fmla="*/ 3305174 w 12192000"/>
              <a:gd name="connsiteY6" fmla="*/ 687925 h 1827750"/>
              <a:gd name="connsiteX7" fmla="*/ 6096000 w 12192000"/>
              <a:gd name="connsiteY7" fmla="*/ 1637250 h 1827750"/>
              <a:gd name="connsiteX8" fmla="*/ 8886826 w 12192000"/>
              <a:gd name="connsiteY8" fmla="*/ 687925 h 1827750"/>
              <a:gd name="connsiteX9" fmla="*/ 9521824 w 12192000"/>
              <a:gd name="connsiteY9" fmla="*/ 687925 h 1827750"/>
              <a:gd name="connsiteX10" fmla="*/ 12093333 w 12192000"/>
              <a:gd name="connsiteY10" fmla="*/ 108121 h 182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1827750">
                <a:moveTo>
                  <a:pt x="12192000" y="0"/>
                </a:moveTo>
                <a:lnTo>
                  <a:pt x="12192000" y="1827750"/>
                </a:lnTo>
                <a:lnTo>
                  <a:pt x="0" y="1827750"/>
                </a:lnTo>
                <a:lnTo>
                  <a:pt x="0" y="0"/>
                </a:lnTo>
                <a:lnTo>
                  <a:pt x="98667" y="108121"/>
                </a:lnTo>
                <a:cubicBezTo>
                  <a:pt x="522337" y="448848"/>
                  <a:pt x="1514178" y="687925"/>
                  <a:pt x="2670176" y="687925"/>
                </a:cubicBezTo>
                <a:lnTo>
                  <a:pt x="3305174" y="687925"/>
                </a:lnTo>
                <a:cubicBezTo>
                  <a:pt x="4846505" y="687925"/>
                  <a:pt x="6096000" y="1112952"/>
                  <a:pt x="6096000" y="1637250"/>
                </a:cubicBezTo>
                <a:cubicBezTo>
                  <a:pt x="6096000" y="1112952"/>
                  <a:pt x="7345495" y="687925"/>
                  <a:pt x="8886826" y="687925"/>
                </a:cubicBezTo>
                <a:lnTo>
                  <a:pt x="9521824" y="687925"/>
                </a:lnTo>
                <a:cubicBezTo>
                  <a:pt x="10677822" y="687925"/>
                  <a:pt x="11669663" y="448848"/>
                  <a:pt x="12093333" y="108121"/>
                </a:cubicBezTo>
                <a:close/>
              </a:path>
            </a:pathLst>
          </a:custGeom>
          <a:solidFill>
            <a:srgbClr val="001F5E"/>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2" name="矩形 1"/>
          <p:cNvSpPr/>
          <p:nvPr userDrawn="1"/>
        </p:nvSpPr>
        <p:spPr>
          <a:xfrm>
            <a:off x="0" y="6411705"/>
            <a:ext cx="12192000" cy="44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11"/>
          <p:cNvCxnSpPr/>
          <p:nvPr userDrawn="1"/>
        </p:nvCxnSpPr>
        <p:spPr>
          <a:xfrm>
            <a:off x="263526" y="862409"/>
            <a:ext cx="102687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矩形 3"/>
          <p:cNvSpPr/>
          <p:nvPr userDrawn="1"/>
        </p:nvSpPr>
        <p:spPr>
          <a:xfrm>
            <a:off x="9329981" y="798163"/>
            <a:ext cx="2862020" cy="1084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5" name="文本框 4"/>
          <p:cNvSpPr txBox="1"/>
          <p:nvPr userDrawn="1"/>
        </p:nvSpPr>
        <p:spPr>
          <a:xfrm>
            <a:off x="777464" y="281439"/>
            <a:ext cx="3416320" cy="523220"/>
          </a:xfrm>
          <a:prstGeom prst="rect">
            <a:avLst/>
          </a:prstGeom>
          <a:noFill/>
        </p:spPr>
        <p:txBody>
          <a:bodyPr wrap="none" rtlCol="0">
            <a:spAutoFit/>
          </a:bodyPr>
          <a:lstStyle/>
          <a:p>
            <a:r>
              <a:rPr kumimoji="1" lang="zh-CN" altLang="en-US" sz="2800" b="1" dirty="0">
                <a:solidFill>
                  <a:schemeClr val="accent1"/>
                </a:solidFill>
                <a:latin typeface="微软雅黑" panose="020B0503020204020204" pitchFamily="34" charset="-122"/>
                <a:ea typeface="微软雅黑" panose="020B0503020204020204" pitchFamily="34" charset="-122"/>
              </a:rPr>
              <a:t>在这里输入你的标题</a:t>
            </a:r>
            <a:endParaRPr kumimoji="1" lang="zh-CN" altLang="en-US" sz="2800" b="1" dirty="0">
              <a:solidFill>
                <a:schemeClr val="accent1"/>
              </a:solidFill>
              <a:latin typeface="微软雅黑" panose="020B0503020204020204" pitchFamily="34" charset="-122"/>
              <a:ea typeface="微软雅黑" panose="020B0503020204020204" pitchFamily="34" charset="-122"/>
            </a:endParaRPr>
          </a:p>
        </p:txBody>
      </p:sp>
      <p:sp>
        <p:nvSpPr>
          <p:cNvPr id="7" name="燕尾形 2"/>
          <p:cNvSpPr/>
          <p:nvPr userDrawn="1"/>
        </p:nvSpPr>
        <p:spPr>
          <a:xfrm rot="16200000">
            <a:off x="153035" y="160655"/>
            <a:ext cx="739775" cy="419100"/>
          </a:xfrm>
          <a:prstGeom prst="chevron">
            <a:avLst>
              <a:gd name="adj" fmla="val 3499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r>
              <a:rPr lang="en-US" altLang="zh-CN"/>
              <a:t>2024/12/16</a:t>
            </a:r>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r>
              <a:rPr lang="en-US" altLang="zh-CN"/>
              <a:t>‹#›</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884125-9F3C-4875-BF3D-5DA17423EC4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C2457F-CB87-4173-ABFC-71EFE73C7DA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9" Type="http://schemas.openxmlformats.org/officeDocument/2006/relationships/slideLayout" Target="../slideLayouts/slideLayout2.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tags" Target="../tags/tag24.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image" Target="../media/image2.svg"/><Relationship Id="rId7" Type="http://schemas.openxmlformats.org/officeDocument/2006/relationships/image" Target="../media/image1.png"/><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8" Type="http://schemas.openxmlformats.org/officeDocument/2006/relationships/slideLayout" Target="../slideLayouts/slideLayout5.xml"/><Relationship Id="rId37" Type="http://schemas.openxmlformats.org/officeDocument/2006/relationships/tags" Target="../tags/tag55.xml"/><Relationship Id="rId36" Type="http://schemas.openxmlformats.org/officeDocument/2006/relationships/image" Target="../media/image6.svg"/><Relationship Id="rId35" Type="http://schemas.openxmlformats.org/officeDocument/2006/relationships/image" Target="../media/image5.png"/><Relationship Id="rId34" Type="http://schemas.openxmlformats.org/officeDocument/2006/relationships/tags" Target="../tags/tag54.xml"/><Relationship Id="rId33" Type="http://schemas.openxmlformats.org/officeDocument/2006/relationships/tags" Target="../tags/tag53.xml"/><Relationship Id="rId32" Type="http://schemas.openxmlformats.org/officeDocument/2006/relationships/tags" Target="../tags/tag52.xml"/><Relationship Id="rId31" Type="http://schemas.openxmlformats.org/officeDocument/2006/relationships/tags" Target="../tags/tag51.xml"/><Relationship Id="rId30" Type="http://schemas.openxmlformats.org/officeDocument/2006/relationships/tags" Target="../tags/tag50.xml"/><Relationship Id="rId3" Type="http://schemas.openxmlformats.org/officeDocument/2006/relationships/tags" Target="../tags/tag27.xml"/><Relationship Id="rId29" Type="http://schemas.openxmlformats.org/officeDocument/2006/relationships/tags" Target="../tags/tag49.xml"/><Relationship Id="rId28" Type="http://schemas.openxmlformats.org/officeDocument/2006/relationships/tags" Target="../tags/tag48.xml"/><Relationship Id="rId27" Type="http://schemas.openxmlformats.org/officeDocument/2006/relationships/tags" Target="../tags/tag47.xml"/><Relationship Id="rId26" Type="http://schemas.openxmlformats.org/officeDocument/2006/relationships/tags" Target="../tags/tag46.xml"/><Relationship Id="rId25" Type="http://schemas.openxmlformats.org/officeDocument/2006/relationships/tags" Target="../tags/tag45.xml"/><Relationship Id="rId24" Type="http://schemas.openxmlformats.org/officeDocument/2006/relationships/tags" Target="../tags/tag44.xml"/><Relationship Id="rId23" Type="http://schemas.openxmlformats.org/officeDocument/2006/relationships/tags" Target="../tags/tag43.xml"/><Relationship Id="rId22" Type="http://schemas.openxmlformats.org/officeDocument/2006/relationships/image" Target="../media/image4.svg"/><Relationship Id="rId21" Type="http://schemas.openxmlformats.org/officeDocument/2006/relationships/image" Target="../media/image3.png"/><Relationship Id="rId20" Type="http://schemas.openxmlformats.org/officeDocument/2006/relationships/tags" Target="../tags/tag42.xml"/><Relationship Id="rId2" Type="http://schemas.openxmlformats.org/officeDocument/2006/relationships/tags" Target="../tags/tag26.xml"/><Relationship Id="rId19" Type="http://schemas.openxmlformats.org/officeDocument/2006/relationships/tags" Target="../tags/tag41.xml"/><Relationship Id="rId18" Type="http://schemas.openxmlformats.org/officeDocument/2006/relationships/tags" Target="../tags/tag40.xml"/><Relationship Id="rId17" Type="http://schemas.openxmlformats.org/officeDocument/2006/relationships/tags" Target="../tags/tag39.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4" Type="http://schemas.openxmlformats.org/officeDocument/2006/relationships/slideLayout" Target="../slideLayouts/slideLayout5.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5" Type="http://schemas.openxmlformats.org/officeDocument/2006/relationships/slideLayout" Target="../slideLayouts/slideLayout5.xml"/><Relationship Id="rId14" Type="http://schemas.openxmlformats.org/officeDocument/2006/relationships/tags" Target="../tags/tag89.xml"/><Relationship Id="rId13" Type="http://schemas.openxmlformats.org/officeDocument/2006/relationships/tags" Target="../tags/tag88.xml"/><Relationship Id="rId12" Type="http://schemas.openxmlformats.org/officeDocument/2006/relationships/tags" Target="../tags/tag87.xml"/><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1" Type="http://schemas.openxmlformats.org/officeDocument/2006/relationships/slideLayout" Target="../slideLayouts/slideLayout5.xml"/><Relationship Id="rId10" Type="http://schemas.openxmlformats.org/officeDocument/2006/relationships/tags" Target="../tags/tag99.xml"/><Relationship Id="rId1" Type="http://schemas.openxmlformats.org/officeDocument/2006/relationships/tags" Target="../tags/tag90.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2" Type="http://schemas.openxmlformats.org/officeDocument/2006/relationships/slideLayout" Target="../slideLayouts/slideLayout4.xml"/><Relationship Id="rId21" Type="http://schemas.openxmlformats.org/officeDocument/2006/relationships/tags" Target="../tags/tag130.xml"/><Relationship Id="rId20" Type="http://schemas.openxmlformats.org/officeDocument/2006/relationships/tags" Target="../tags/tag129.xml"/><Relationship Id="rId2" Type="http://schemas.openxmlformats.org/officeDocument/2006/relationships/tags" Target="../tags/tag111.xml"/><Relationship Id="rId19" Type="http://schemas.openxmlformats.org/officeDocument/2006/relationships/tags" Target="../tags/tag128.xml"/><Relationship Id="rId18" Type="http://schemas.openxmlformats.org/officeDocument/2006/relationships/tags" Target="../tags/tag127.xml"/><Relationship Id="rId17" Type="http://schemas.openxmlformats.org/officeDocument/2006/relationships/tags" Target="../tags/tag126.xml"/><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tags" Target="../tags/tag110.xml"/></Relationships>
</file>

<file path=ppt/slides/_rels/slide30.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2" Type="http://schemas.openxmlformats.org/officeDocument/2006/relationships/slideLayout" Target="../slideLayouts/slideLayout4.xml"/><Relationship Id="rId21" Type="http://schemas.openxmlformats.org/officeDocument/2006/relationships/tags" Target="../tags/tag151.xml"/><Relationship Id="rId20" Type="http://schemas.openxmlformats.org/officeDocument/2006/relationships/tags" Target="../tags/tag150.xml"/><Relationship Id="rId2" Type="http://schemas.openxmlformats.org/officeDocument/2006/relationships/tags" Target="../tags/tag132.xml"/><Relationship Id="rId19" Type="http://schemas.openxmlformats.org/officeDocument/2006/relationships/tags" Target="../tags/tag149.xml"/><Relationship Id="rId18" Type="http://schemas.openxmlformats.org/officeDocument/2006/relationships/tags" Target="../tags/tag148.xml"/><Relationship Id="rId17" Type="http://schemas.openxmlformats.org/officeDocument/2006/relationships/tags" Target="../tags/tag147.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jpeg"/><Relationship Id="rId1" Type="http://schemas.openxmlformats.org/officeDocument/2006/relationships/image" Target="../media/image13.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31495" y="958850"/>
            <a:ext cx="11128375" cy="2037715"/>
          </a:xfrm>
          <a:prstGeom prst="rect">
            <a:avLst/>
          </a:prstGeom>
          <a:noFill/>
        </p:spPr>
        <p:txBody>
          <a:bodyPr wrap="none" lIns="0" tIns="0" rIns="0" bIns="0" rtlCol="0" anchor="t">
            <a:noAutofit/>
          </a:bodyPr>
          <a:lstStyle/>
          <a:p>
            <a:pPr algn="ctr"/>
            <a:r>
              <a:rPr lang="zh-CN" altLang="en-US" sz="66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基于机器学习的零件</a:t>
            </a:r>
            <a:endParaRPr lang="zh-CN" altLang="en-US" sz="66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ctr"/>
            <a:r>
              <a:rPr lang="zh-CN" altLang="en-US" sz="66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智能分类与推荐系统项目计划</a:t>
            </a:r>
            <a:endParaRPr lang="zh-CN" altLang="en-US" sz="66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nvSpPr>
        <p:spPr>
          <a:xfrm>
            <a:off x="3728633" y="3482954"/>
            <a:ext cx="4733925" cy="241935"/>
          </a:xfrm>
          <a:prstGeom prst="rect">
            <a:avLst/>
          </a:prstGeom>
          <a:noFill/>
        </p:spPr>
        <p:txBody>
          <a:bodyPr wrap="none" lIns="0" tIns="0" rIns="0" bIns="0" rtlCol="0" anchor="t">
            <a:spAutoFit/>
          </a:bodyPr>
          <a:lstStyle/>
          <a:p>
            <a:pPr algn="ctr">
              <a:lnSpc>
                <a:spcPct val="150000"/>
              </a:lnSpc>
            </a:pPr>
            <a:r>
              <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面向</a:t>
            </a:r>
            <a:r>
              <a:rPr lang="en-US" altLang="zh-CN"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CAD</a:t>
            </a:r>
            <a:r>
              <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模型的</a:t>
            </a:r>
            <a:r>
              <a:rPr lang="en-US" altLang="zh-CN"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3D</a:t>
            </a:r>
            <a:r>
              <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零件自动分类、聚类及相似推荐系统，提升零件重用与标准化。</a:t>
            </a:r>
            <a:endPar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9" name="直接连接符 8"/>
          <p:cNvCxnSpPr/>
          <p:nvPr/>
        </p:nvCxnSpPr>
        <p:spPr>
          <a:xfrm flipH="1">
            <a:off x="947143" y="3603837"/>
            <a:ext cx="1901952"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9040599" y="3603837"/>
            <a:ext cx="1901952"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4297389" y="4146904"/>
            <a:ext cx="1735436" cy="245745"/>
            <a:chOff x="4095451" y="4640913"/>
            <a:chExt cx="1735436" cy="245745"/>
          </a:xfrm>
        </p:grpSpPr>
        <p:sp>
          <p:nvSpPr>
            <p:cNvPr id="12" name="矩形 11"/>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4408487" y="4640913"/>
              <a:ext cx="1422400" cy="245745"/>
            </a:xfrm>
            <a:prstGeom prst="rect">
              <a:avLst/>
            </a:prstGeom>
            <a:noFill/>
          </p:spPr>
          <p:txBody>
            <a:bodyPr wrap="none" lIns="0" tIns="0" rIns="0" bIns="0" rtlCol="0" anchor="t">
              <a:spAutoFit/>
            </a:bodyPr>
            <a:lstStyle/>
            <a:p>
              <a:r>
                <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汇报人：</a:t>
              </a:r>
              <a:r>
                <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发如合</a:t>
              </a:r>
              <a:endPar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4" name="组合 13"/>
          <p:cNvGrpSpPr/>
          <p:nvPr/>
        </p:nvGrpSpPr>
        <p:grpSpPr>
          <a:xfrm>
            <a:off x="6555957" y="4146904"/>
            <a:ext cx="1125836" cy="245745"/>
            <a:chOff x="4095451" y="4640913"/>
            <a:chExt cx="1125836" cy="245745"/>
          </a:xfrm>
        </p:grpSpPr>
        <p:sp>
          <p:nvSpPr>
            <p:cNvPr id="15" name="矩形 14"/>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nvSpPr>
          <p:spPr>
            <a:xfrm>
              <a:off x="4408487" y="4640913"/>
              <a:ext cx="812800" cy="245745"/>
            </a:xfrm>
            <a:prstGeom prst="rect">
              <a:avLst/>
            </a:prstGeom>
            <a:noFill/>
          </p:spPr>
          <p:txBody>
            <a:bodyPr wrap="none" lIns="0" tIns="0" rIns="0" bIns="0" rtlCol="0" anchor="t">
              <a:spAutoFit/>
            </a:bodyPr>
            <a:lstStyle/>
            <a:p>
              <a:r>
                <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小组：</a:t>
              </a:r>
              <a:r>
                <a:rPr lang="en-US" altLang="zh-CN"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19</a:t>
              </a:r>
              <a:endParaRPr lang="en-US" altLang="zh-CN"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623674" y="535304"/>
            <a:ext cx="2944652" cy="677108"/>
          </a:xfrm>
          <a:prstGeom prst="rect">
            <a:avLst/>
          </a:prstGeom>
          <a:noFill/>
        </p:spPr>
        <p:txBody>
          <a:bodyPr wrap="none" lIns="0" tIns="0" rIns="0" bIns="0" rtlCol="0" anchor="t">
            <a:spAutoFit/>
          </a:bodyPr>
          <a:lstStyle/>
          <a:p>
            <a:pPr algn="ctr"/>
            <a:r>
              <a:rPr lang="en-US" altLang="zh-CN" sz="4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CONTENTS</a:t>
            </a:r>
            <a:endParaRPr lang="zh-CN" altLang="en-US" sz="4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 name="组合 2"/>
          <p:cNvGrpSpPr/>
          <p:nvPr>
            <p:custDataLst>
              <p:tags r:id="rId1"/>
            </p:custDataLst>
          </p:nvPr>
        </p:nvGrpSpPr>
        <p:grpSpPr>
          <a:xfrm>
            <a:off x="2388812" y="2372677"/>
            <a:ext cx="3220046" cy="584776"/>
            <a:chOff x="1266825" y="1824037"/>
            <a:chExt cx="3220046" cy="584776"/>
          </a:xfrm>
        </p:grpSpPr>
        <p:sp>
          <p:nvSpPr>
            <p:cNvPr id="4" name="椭圆 3"/>
            <p:cNvSpPr/>
            <p:nvPr>
              <p:custDataLst>
                <p:tags r:id="rId2"/>
              </p:custDataLst>
            </p:nvPr>
          </p:nvSpPr>
          <p:spPr>
            <a:xfrm>
              <a:off x="1266825" y="1857375"/>
              <a:ext cx="119063" cy="1190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custDataLst>
                <p:tags r:id="rId3"/>
              </p:custDataLst>
            </p:nvPr>
          </p:nvSpPr>
          <p:spPr>
            <a:xfrm>
              <a:off x="1591271" y="1824037"/>
              <a:ext cx="2895600" cy="368935"/>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01 </a:t>
              </a:r>
              <a:r>
                <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项目整体范围计划</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文本框 5"/>
            <p:cNvSpPr txBox="1"/>
            <p:nvPr>
              <p:custDataLst>
                <p:tags r:id="rId4"/>
              </p:custDataLst>
            </p:nvPr>
          </p:nvSpPr>
          <p:spPr>
            <a:xfrm>
              <a:off x="1591271" y="2193369"/>
              <a:ext cx="2255242" cy="215444"/>
            </a:xfrm>
            <a:prstGeom prst="rect">
              <a:avLst/>
            </a:prstGeom>
            <a:noFill/>
          </p:spPr>
          <p:txBody>
            <a:bodyPr wrap="square" lIns="0" tIns="0" rIns="0" bIns="0" rtlCol="0" anchor="t">
              <a:spAutoFit/>
            </a:bodyPr>
            <a:lstStyle/>
            <a:p>
              <a:pPr algn="dist"/>
              <a:r>
                <a:rPr lang="en-US" altLang="zh-CN"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Contents Title Here</a:t>
              </a:r>
              <a:endParaRPr lang="zh-CN" altLang="en-US"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custDataLst>
              <p:tags r:id="rId5"/>
            </p:custDataLst>
          </p:nvPr>
        </p:nvGrpSpPr>
        <p:grpSpPr>
          <a:xfrm>
            <a:off x="2388812" y="3984367"/>
            <a:ext cx="3524846" cy="584776"/>
            <a:chOff x="1266825" y="1824037"/>
            <a:chExt cx="3524846" cy="584776"/>
          </a:xfrm>
        </p:grpSpPr>
        <p:sp>
          <p:nvSpPr>
            <p:cNvPr id="8" name="椭圆 7"/>
            <p:cNvSpPr/>
            <p:nvPr>
              <p:custDataLst>
                <p:tags r:id="rId6"/>
              </p:custDataLst>
            </p:nvPr>
          </p:nvSpPr>
          <p:spPr>
            <a:xfrm>
              <a:off x="1266825" y="1857375"/>
              <a:ext cx="119063" cy="1190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custDataLst>
                <p:tags r:id="rId7"/>
              </p:custDataLst>
            </p:nvPr>
          </p:nvSpPr>
          <p:spPr>
            <a:xfrm>
              <a:off x="1591271" y="1824037"/>
              <a:ext cx="3200400" cy="368935"/>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02 第一次迭代</a:t>
              </a:r>
              <a:r>
                <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用户故事</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custDataLst>
                <p:tags r:id="rId8"/>
              </p:custDataLst>
            </p:nvPr>
          </p:nvSpPr>
          <p:spPr>
            <a:xfrm>
              <a:off x="1591270" y="2193369"/>
              <a:ext cx="2307629" cy="215444"/>
            </a:xfrm>
            <a:prstGeom prst="rect">
              <a:avLst/>
            </a:prstGeom>
            <a:noFill/>
          </p:spPr>
          <p:txBody>
            <a:bodyPr wrap="square" lIns="0" tIns="0" rIns="0" bIns="0" rtlCol="0" anchor="t">
              <a:spAutoFit/>
            </a:bodyPr>
            <a:lstStyle/>
            <a:p>
              <a:pPr algn="dist"/>
              <a:r>
                <a:rPr lang="en-US" altLang="zh-CN"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Contents Title Here</a:t>
              </a:r>
              <a:endParaRPr lang="zh-CN" altLang="en-US"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11" name="直接连接符 10"/>
          <p:cNvCxnSpPr/>
          <p:nvPr>
            <p:custDataLst>
              <p:tags r:id="rId9"/>
            </p:custDataLst>
          </p:nvPr>
        </p:nvCxnSpPr>
        <p:spPr>
          <a:xfrm>
            <a:off x="2445962" y="2555875"/>
            <a:ext cx="0" cy="142849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custDataLst>
              <p:tags r:id="rId10"/>
            </p:custDataLst>
          </p:nvPr>
        </p:nvGrpSpPr>
        <p:grpSpPr>
          <a:xfrm>
            <a:off x="7610290" y="2372677"/>
            <a:ext cx="3524846" cy="584776"/>
            <a:chOff x="1266825" y="1824037"/>
            <a:chExt cx="3524846" cy="584776"/>
          </a:xfrm>
        </p:grpSpPr>
        <p:sp>
          <p:nvSpPr>
            <p:cNvPr id="13" name="椭圆 12"/>
            <p:cNvSpPr/>
            <p:nvPr>
              <p:custDataLst>
                <p:tags r:id="rId11"/>
              </p:custDataLst>
            </p:nvPr>
          </p:nvSpPr>
          <p:spPr>
            <a:xfrm>
              <a:off x="1266825" y="1857375"/>
              <a:ext cx="119063" cy="1190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文本框 13"/>
            <p:cNvSpPr txBox="1"/>
            <p:nvPr>
              <p:custDataLst>
                <p:tags r:id="rId12"/>
              </p:custDataLst>
            </p:nvPr>
          </p:nvSpPr>
          <p:spPr>
            <a:xfrm>
              <a:off x="1591271" y="1824037"/>
              <a:ext cx="3200400" cy="368935"/>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03 第一次迭代</a:t>
              </a:r>
              <a:r>
                <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任务分解</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文本框 14"/>
            <p:cNvSpPr txBox="1"/>
            <p:nvPr>
              <p:custDataLst>
                <p:tags r:id="rId13"/>
              </p:custDataLst>
            </p:nvPr>
          </p:nvSpPr>
          <p:spPr>
            <a:xfrm>
              <a:off x="1591271" y="2193369"/>
              <a:ext cx="2255242" cy="215444"/>
            </a:xfrm>
            <a:prstGeom prst="rect">
              <a:avLst/>
            </a:prstGeom>
            <a:noFill/>
          </p:spPr>
          <p:txBody>
            <a:bodyPr wrap="square" lIns="0" tIns="0" rIns="0" bIns="0" rtlCol="0" anchor="t">
              <a:spAutoFit/>
            </a:bodyPr>
            <a:lstStyle/>
            <a:p>
              <a:pPr algn="dist"/>
              <a:r>
                <a:rPr lang="en-US" altLang="zh-CN"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Contents Title Here</a:t>
              </a:r>
              <a:endParaRPr lang="zh-CN" altLang="en-US"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6" name="组合 15"/>
          <p:cNvGrpSpPr/>
          <p:nvPr>
            <p:custDataLst>
              <p:tags r:id="rId14"/>
            </p:custDataLst>
          </p:nvPr>
        </p:nvGrpSpPr>
        <p:grpSpPr>
          <a:xfrm>
            <a:off x="7610290" y="3984367"/>
            <a:ext cx="3677246" cy="584776"/>
            <a:chOff x="1266825" y="1824037"/>
            <a:chExt cx="3677246" cy="584776"/>
          </a:xfrm>
        </p:grpSpPr>
        <p:sp>
          <p:nvSpPr>
            <p:cNvPr id="17" name="椭圆 16"/>
            <p:cNvSpPr/>
            <p:nvPr>
              <p:custDataLst>
                <p:tags r:id="rId15"/>
              </p:custDataLst>
            </p:nvPr>
          </p:nvSpPr>
          <p:spPr>
            <a:xfrm>
              <a:off x="1266825" y="1857375"/>
              <a:ext cx="119063" cy="1190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文本框 17"/>
            <p:cNvSpPr txBox="1"/>
            <p:nvPr>
              <p:custDataLst>
                <p:tags r:id="rId16"/>
              </p:custDataLst>
            </p:nvPr>
          </p:nvSpPr>
          <p:spPr>
            <a:xfrm>
              <a:off x="1591271" y="1824037"/>
              <a:ext cx="3352800" cy="368935"/>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04 第一次迭代</a:t>
              </a:r>
              <a:r>
                <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任务分配</a:t>
              </a:r>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文本框 18"/>
            <p:cNvSpPr txBox="1"/>
            <p:nvPr>
              <p:custDataLst>
                <p:tags r:id="rId17"/>
              </p:custDataLst>
            </p:nvPr>
          </p:nvSpPr>
          <p:spPr>
            <a:xfrm>
              <a:off x="1591270" y="2193369"/>
              <a:ext cx="2307629" cy="215444"/>
            </a:xfrm>
            <a:prstGeom prst="rect">
              <a:avLst/>
            </a:prstGeom>
            <a:noFill/>
          </p:spPr>
          <p:txBody>
            <a:bodyPr wrap="square" lIns="0" tIns="0" rIns="0" bIns="0" rtlCol="0" anchor="t">
              <a:spAutoFit/>
            </a:bodyPr>
            <a:lstStyle/>
            <a:p>
              <a:pPr algn="dist"/>
              <a:r>
                <a:rPr lang="en-US" altLang="zh-CN"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Contents Title Here</a:t>
              </a:r>
              <a:endParaRPr lang="zh-CN" altLang="en-US" sz="1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20" name="直接连接符 19"/>
          <p:cNvCxnSpPr/>
          <p:nvPr>
            <p:custDataLst>
              <p:tags r:id="rId18"/>
            </p:custDataLst>
          </p:nvPr>
        </p:nvCxnSpPr>
        <p:spPr>
          <a:xfrm>
            <a:off x="7667440" y="2555875"/>
            <a:ext cx="0" cy="142849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60595" y="2129790"/>
            <a:ext cx="7315200" cy="1107440"/>
          </a:xfrm>
          <a:prstGeom prst="rect">
            <a:avLst/>
          </a:prstGeom>
          <a:noFill/>
        </p:spPr>
        <p:txBody>
          <a:bodyPr wrap="none" lIns="0" tIns="0" rIns="0" bIns="0" rtlCol="0" anchor="t">
            <a:spAutoFit/>
          </a:bodyPr>
          <a:lstStyle/>
          <a:p>
            <a:pPr algn="ctr"/>
            <a:r>
              <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项目整体范围计划</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2101092"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01</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1049482"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1525802" y="2498559"/>
            <a:ext cx="1588576"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ONE </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372745" y="249555"/>
            <a:ext cx="10515600" cy="1325563"/>
          </a:xfrm>
        </p:spPr>
        <p:txBody>
          <a:bodyPr/>
          <a:lstStyle/>
          <a:p>
            <a:r>
              <a:rPr kumimoji="1" lang="zh-CN" altLang="en-US" sz="4000" dirty="0">
                <a:solidFill>
                  <a:schemeClr val="accent1"/>
                </a:solidFill>
                <a:latin typeface="思源黑体 CN Medium" panose="020B0600000000000000" pitchFamily="34" charset="-122"/>
                <a:ea typeface="思源黑体 CN Medium" panose="020B0600000000000000" pitchFamily="34" charset="-122"/>
                <a:cs typeface="+mn-cs"/>
              </a:rPr>
              <a:t>项目整体范围计划</a:t>
            </a:r>
            <a:r>
              <a:rPr kumimoji="1" lang="en-US" altLang="zh-CN" sz="4000" dirty="0">
                <a:solidFill>
                  <a:schemeClr val="accent1"/>
                </a:solidFill>
                <a:latin typeface="思源黑体 CN Medium" panose="020B0600000000000000" pitchFamily="34" charset="-122"/>
                <a:ea typeface="思源黑体 CN Medium" panose="020B0600000000000000" pitchFamily="34" charset="-122"/>
                <a:cs typeface="+mn-cs"/>
              </a:rPr>
              <a:t>——3</a:t>
            </a:r>
            <a:r>
              <a:rPr kumimoji="1" lang="zh-CN" altLang="en-US" sz="4000" dirty="0">
                <a:solidFill>
                  <a:schemeClr val="accent1"/>
                </a:solidFill>
                <a:latin typeface="思源黑体 CN Medium" panose="020B0600000000000000" pitchFamily="34" charset="-122"/>
                <a:ea typeface="思源黑体 CN Medium" panose="020B0600000000000000" pitchFamily="34" charset="-122"/>
                <a:cs typeface="+mn-cs"/>
              </a:rPr>
              <a:t>个迭代，每迭代</a:t>
            </a:r>
            <a:r>
              <a:rPr kumimoji="1" lang="en-US" altLang="zh-CN" sz="4000" dirty="0">
                <a:solidFill>
                  <a:schemeClr val="accent1"/>
                </a:solidFill>
                <a:latin typeface="思源黑体 CN Medium" panose="020B0600000000000000" pitchFamily="34" charset="-122"/>
                <a:ea typeface="思源黑体 CN Medium" panose="020B0600000000000000" pitchFamily="34" charset="-122"/>
                <a:cs typeface="+mn-cs"/>
              </a:rPr>
              <a:t>2</a:t>
            </a:r>
            <a:r>
              <a:rPr kumimoji="1" lang="zh-CN" altLang="en-US" sz="4000" dirty="0">
                <a:solidFill>
                  <a:schemeClr val="accent1"/>
                </a:solidFill>
                <a:latin typeface="思源黑体 CN Medium" panose="020B0600000000000000" pitchFamily="34" charset="-122"/>
                <a:ea typeface="思源黑体 CN Medium" panose="020B0600000000000000" pitchFamily="34" charset="-122"/>
                <a:cs typeface="+mn-cs"/>
              </a:rPr>
              <a:t>天</a:t>
            </a:r>
            <a:endParaRPr kumimoji="1" lang="zh-CN" altLang="en-US" sz="4000" dirty="0">
              <a:solidFill>
                <a:schemeClr val="accent1"/>
              </a:solidFill>
              <a:latin typeface="思源黑体 CN Medium" panose="020B0600000000000000" pitchFamily="34" charset="-122"/>
              <a:ea typeface="思源黑体 CN Medium" panose="020B0600000000000000" pitchFamily="34" charset="-122"/>
              <a:cs typeface="+mn-cs"/>
            </a:endParaRPr>
          </a:p>
        </p:txBody>
      </p:sp>
      <p:cxnSp>
        <p:nvCxnSpPr>
          <p:cNvPr id="2" name="直接连接符 1"/>
          <p:cNvCxnSpPr/>
          <p:nvPr/>
        </p:nvCxnSpPr>
        <p:spPr>
          <a:xfrm>
            <a:off x="670719" y="3694306"/>
            <a:ext cx="10850563" cy="0"/>
          </a:xfrm>
          <a:prstGeom prst="line">
            <a:avLst/>
          </a:prstGeom>
          <a:ln w="31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4231158" y="1809874"/>
            <a:ext cx="3729683" cy="3453014"/>
            <a:chOff x="3941117" y="1666193"/>
            <a:chExt cx="4311356" cy="3991538"/>
          </a:xfrm>
        </p:grpSpPr>
        <p:grpSp>
          <p:nvGrpSpPr>
            <p:cNvPr id="8" name="组合 7"/>
            <p:cNvGrpSpPr/>
            <p:nvPr/>
          </p:nvGrpSpPr>
          <p:grpSpPr>
            <a:xfrm>
              <a:off x="6257667" y="1666193"/>
              <a:ext cx="1994806" cy="1782966"/>
              <a:chOff x="6257666" y="1974203"/>
              <a:chExt cx="1994806" cy="1782966"/>
            </a:xfrm>
          </p:grpSpPr>
          <p:sp>
            <p:nvSpPr>
              <p:cNvPr id="9" name="išliḑe"/>
              <p:cNvSpPr/>
              <p:nvPr/>
            </p:nvSpPr>
            <p:spPr>
              <a:xfrm>
                <a:off x="6257666" y="2018245"/>
                <a:ext cx="1771956" cy="1738924"/>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零件库管理员</a:t>
                </a:r>
                <a:endPar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îS1îḓe"/>
              <p:cNvSpPr/>
              <p:nvPr/>
            </p:nvSpPr>
            <p:spPr bwMode="auto">
              <a:xfrm>
                <a:off x="7436810" y="1974203"/>
                <a:ext cx="532180" cy="537467"/>
              </a:xfrm>
              <a:custGeom>
                <a:avLst/>
                <a:gdLst>
                  <a:gd name="T0" fmla="*/ 2147483646 w 275"/>
                  <a:gd name="T1" fmla="*/ 2147483646 h 275"/>
                  <a:gd name="T2" fmla="*/ 2147483646 w 275"/>
                  <a:gd name="T3" fmla="*/ 2147483646 h 275"/>
                  <a:gd name="T4" fmla="*/ 2147483646 w 275"/>
                  <a:gd name="T5" fmla="*/ 2147483646 h 275"/>
                  <a:gd name="T6" fmla="*/ 2147483646 w 275"/>
                  <a:gd name="T7" fmla="*/ 2147483646 h 275"/>
                  <a:gd name="T8" fmla="*/ 0 w 275"/>
                  <a:gd name="T9" fmla="*/ 2147483646 h 275"/>
                  <a:gd name="T10" fmla="*/ 2147483646 w 275"/>
                  <a:gd name="T11" fmla="*/ 2147483646 h 275"/>
                  <a:gd name="T12" fmla="*/ 2147483646 w 275"/>
                  <a:gd name="T13" fmla="*/ 2147483646 h 275"/>
                  <a:gd name="T14" fmla="*/ 2147483646 w 275"/>
                  <a:gd name="T15" fmla="*/ 2147483646 h 275"/>
                  <a:gd name="T16" fmla="*/ 2147483646 w 275"/>
                  <a:gd name="T17" fmla="*/ 2147483646 h 275"/>
                  <a:gd name="T18" fmla="*/ 2147483646 w 275"/>
                  <a:gd name="T19" fmla="*/ 2147483646 h 275"/>
                  <a:gd name="T20" fmla="*/ 2147483646 w 275"/>
                  <a:gd name="T21" fmla="*/ 2147483646 h 275"/>
                  <a:gd name="T22" fmla="*/ 2147483646 w 275"/>
                  <a:gd name="T23" fmla="*/ 2147483646 h 275"/>
                  <a:gd name="T24" fmla="*/ 2147483646 w 275"/>
                  <a:gd name="T25" fmla="*/ 2147483646 h 275"/>
                  <a:gd name="T26" fmla="*/ 2147483646 w 275"/>
                  <a:gd name="T27" fmla="*/ 2147483646 h 275"/>
                  <a:gd name="T28" fmla="*/ 2147483646 w 275"/>
                  <a:gd name="T29" fmla="*/ 2147483646 h 275"/>
                  <a:gd name="T30" fmla="*/ 2147483646 w 275"/>
                  <a:gd name="T31" fmla="*/ 2147483646 h 275"/>
                  <a:gd name="T32" fmla="*/ 2147483646 w 275"/>
                  <a:gd name="T33" fmla="*/ 2147483646 h 275"/>
                  <a:gd name="T34" fmla="*/ 2147483646 w 275"/>
                  <a:gd name="T35" fmla="*/ 2147483646 h 275"/>
                  <a:gd name="T36" fmla="*/ 2147483646 w 275"/>
                  <a:gd name="T37" fmla="*/ 2147483646 h 275"/>
                  <a:gd name="T38" fmla="*/ 2147483646 w 275"/>
                  <a:gd name="T39" fmla="*/ 0 h 275"/>
                  <a:gd name="T40" fmla="*/ 2147483646 w 275"/>
                  <a:gd name="T41" fmla="*/ 0 h 275"/>
                  <a:gd name="T42" fmla="*/ 2147483646 w 275"/>
                  <a:gd name="T43" fmla="*/ 2147483646 h 275"/>
                  <a:gd name="T44" fmla="*/ 2147483646 w 275"/>
                  <a:gd name="T45" fmla="*/ 2147483646 h 275"/>
                  <a:gd name="T46" fmla="*/ 2147483646 w 275"/>
                  <a:gd name="T47" fmla="*/ 2147483646 h 275"/>
                  <a:gd name="T48" fmla="*/ 2147483646 w 275"/>
                  <a:gd name="T49" fmla="*/ 2147483646 h 275"/>
                  <a:gd name="T50" fmla="*/ 2147483646 w 275"/>
                  <a:gd name="T51" fmla="*/ 2147483646 h 275"/>
                  <a:gd name="T52" fmla="*/ 2147483646 w 275"/>
                  <a:gd name="T53" fmla="*/ 2147483646 h 275"/>
                  <a:gd name="T54" fmla="*/ 2147483646 w 275"/>
                  <a:gd name="T55" fmla="*/ 2147483646 h 275"/>
                  <a:gd name="T56" fmla="*/ 2147483646 w 275"/>
                  <a:gd name="T57" fmla="*/ 2147483646 h 275"/>
                  <a:gd name="T58" fmla="*/ 2147483646 w 275"/>
                  <a:gd name="T59" fmla="*/ 2147483646 h 275"/>
                  <a:gd name="T60" fmla="*/ 2147483646 w 275"/>
                  <a:gd name="T61" fmla="*/ 2147483646 h 275"/>
                  <a:gd name="T62" fmla="*/ 2147483646 w 275"/>
                  <a:gd name="T63" fmla="*/ 2147483646 h 275"/>
                  <a:gd name="T64" fmla="*/ 2147483646 w 275"/>
                  <a:gd name="T65" fmla="*/ 2147483646 h 275"/>
                  <a:gd name="T66" fmla="*/ 2147483646 w 275"/>
                  <a:gd name="T67" fmla="*/ 2147483646 h 275"/>
                  <a:gd name="T68" fmla="*/ 2147483646 w 275"/>
                  <a:gd name="T69" fmla="*/ 2147483646 h 275"/>
                  <a:gd name="T70" fmla="*/ 2147483646 w 275"/>
                  <a:gd name="T71" fmla="*/ 2147483646 h 275"/>
                  <a:gd name="T72" fmla="*/ 2147483646 w 275"/>
                  <a:gd name="T73" fmla="*/ 2147483646 h 275"/>
                  <a:gd name="T74" fmla="*/ 2147483646 w 275"/>
                  <a:gd name="T75" fmla="*/ 2147483646 h 275"/>
                  <a:gd name="T76" fmla="*/ 2147483646 w 275"/>
                  <a:gd name="T77" fmla="*/ 2147483646 h 2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5"/>
                  <a:gd name="T118" fmla="*/ 0 h 275"/>
                  <a:gd name="T119" fmla="*/ 275 w 275"/>
                  <a:gd name="T120" fmla="*/ 275 h 27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28" y="229"/>
                    </a:lnTo>
                    <a:lnTo>
                      <a:pt x="39" y="224"/>
                    </a:lnTo>
                    <a:lnTo>
                      <a:pt x="32" y="214"/>
                    </a:lnTo>
                    <a:lnTo>
                      <a:pt x="26" y="206"/>
                    </a:lnTo>
                    <a:lnTo>
                      <a:pt x="21" y="196"/>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101" y="6"/>
                    </a:lnTo>
                    <a:lnTo>
                      <a:pt x="113" y="2"/>
                    </a:lnTo>
                    <a:lnTo>
                      <a:pt x="127"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85" y="260"/>
                    </a:lnTo>
                    <a:lnTo>
                      <a:pt x="168" y="267"/>
                    </a:lnTo>
                    <a:lnTo>
                      <a:pt x="152" y="271"/>
                    </a:lnTo>
                    <a:lnTo>
                      <a:pt x="134" y="274"/>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a:t>
                </a:r>
                <a:endPar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ïśḷïďè"/>
              <p:cNvSpPr/>
              <p:nvPr/>
            </p:nvSpPr>
            <p:spPr bwMode="auto">
              <a:xfrm flipH="1">
                <a:off x="7702899" y="2335994"/>
                <a:ext cx="549573" cy="1365410"/>
              </a:xfrm>
              <a:custGeom>
                <a:avLst/>
                <a:gdLst>
                  <a:gd name="T0" fmla="*/ 2147483646 w 283"/>
                  <a:gd name="T1" fmla="*/ 2147483646 h 702"/>
                  <a:gd name="T2" fmla="*/ 2147483646 w 283"/>
                  <a:gd name="T3" fmla="*/ 2147483646 h 702"/>
                  <a:gd name="T4" fmla="*/ 2147483646 w 283"/>
                  <a:gd name="T5" fmla="*/ 2147483646 h 702"/>
                  <a:gd name="T6" fmla="*/ 2147483646 w 283"/>
                  <a:gd name="T7" fmla="*/ 2147483646 h 702"/>
                  <a:gd name="T8" fmla="*/ 2147483646 w 283"/>
                  <a:gd name="T9" fmla="*/ 2147483646 h 702"/>
                  <a:gd name="T10" fmla="*/ 2147483646 w 283"/>
                  <a:gd name="T11" fmla="*/ 2147483646 h 702"/>
                  <a:gd name="T12" fmla="*/ 2147483646 w 283"/>
                  <a:gd name="T13" fmla="*/ 2147483646 h 702"/>
                  <a:gd name="T14" fmla="*/ 2147483646 w 283"/>
                  <a:gd name="T15" fmla="*/ 2147483646 h 702"/>
                  <a:gd name="T16" fmla="*/ 2147483646 w 283"/>
                  <a:gd name="T17" fmla="*/ 2147483646 h 702"/>
                  <a:gd name="T18" fmla="*/ 2147483646 w 283"/>
                  <a:gd name="T19" fmla="*/ 2147483646 h 702"/>
                  <a:gd name="T20" fmla="*/ 2147483646 w 283"/>
                  <a:gd name="T21" fmla="*/ 2147483646 h 702"/>
                  <a:gd name="T22" fmla="*/ 2147483646 w 283"/>
                  <a:gd name="T23" fmla="*/ 2147483646 h 702"/>
                  <a:gd name="T24" fmla="*/ 2147483646 w 283"/>
                  <a:gd name="T25" fmla="*/ 2147483646 h 702"/>
                  <a:gd name="T26" fmla="*/ 2147483646 w 283"/>
                  <a:gd name="T27" fmla="*/ 2147483646 h 702"/>
                  <a:gd name="T28" fmla="*/ 2147483646 w 283"/>
                  <a:gd name="T29" fmla="*/ 2147483646 h 702"/>
                  <a:gd name="T30" fmla="*/ 2147483646 w 283"/>
                  <a:gd name="T31" fmla="*/ 2147483646 h 702"/>
                  <a:gd name="T32" fmla="*/ 2147483646 w 283"/>
                  <a:gd name="T33" fmla="*/ 2147483646 h 702"/>
                  <a:gd name="T34" fmla="*/ 2147483646 w 283"/>
                  <a:gd name="T35" fmla="*/ 0 h 702"/>
                  <a:gd name="T36" fmla="*/ 2147483646 w 283"/>
                  <a:gd name="T37" fmla="*/ 2147483646 h 702"/>
                  <a:gd name="T38" fmla="*/ 2147483646 w 283"/>
                  <a:gd name="T39" fmla="*/ 2147483646 h 702"/>
                  <a:gd name="T40" fmla="*/ 2147483646 w 283"/>
                  <a:gd name="T41" fmla="*/ 2147483646 h 702"/>
                  <a:gd name="T42" fmla="*/ 2147483646 w 283"/>
                  <a:gd name="T43" fmla="*/ 2147483646 h 702"/>
                  <a:gd name="T44" fmla="*/ 2147483646 w 283"/>
                  <a:gd name="T45" fmla="*/ 2147483646 h 702"/>
                  <a:gd name="T46" fmla="*/ 0 w 283"/>
                  <a:gd name="T47" fmla="*/ 2147483646 h 702"/>
                  <a:gd name="T48" fmla="*/ 0 w 283"/>
                  <a:gd name="T49" fmla="*/ 2147483646 h 702"/>
                  <a:gd name="T50" fmla="*/ 2147483646 w 283"/>
                  <a:gd name="T51" fmla="*/ 2147483646 h 702"/>
                  <a:gd name="T52" fmla="*/ 2147483646 w 283"/>
                  <a:gd name="T53" fmla="*/ 2147483646 h 702"/>
                  <a:gd name="T54" fmla="*/ 2147483646 w 283"/>
                  <a:gd name="T55" fmla="*/ 2147483646 h 702"/>
                  <a:gd name="T56" fmla="*/ 2147483646 w 283"/>
                  <a:gd name="T57" fmla="*/ 2147483646 h 702"/>
                  <a:gd name="T58" fmla="*/ 2147483646 w 283"/>
                  <a:gd name="T59" fmla="*/ 2147483646 h 702"/>
                  <a:gd name="T60" fmla="*/ 2147483646 w 283"/>
                  <a:gd name="T61" fmla="*/ 2147483646 h 702"/>
                  <a:gd name="T62" fmla="*/ 2147483646 w 283"/>
                  <a:gd name="T63" fmla="*/ 2147483646 h 702"/>
                  <a:gd name="T64" fmla="*/ 2147483646 w 283"/>
                  <a:gd name="T65" fmla="*/ 2147483646 h 702"/>
                  <a:gd name="T66" fmla="*/ 2147483646 w 283"/>
                  <a:gd name="T67" fmla="*/ 2147483646 h 702"/>
                  <a:gd name="T68" fmla="*/ 2147483646 w 283"/>
                  <a:gd name="T69" fmla="*/ 2147483646 h 702"/>
                  <a:gd name="T70" fmla="*/ 2147483646 w 283"/>
                  <a:gd name="T71" fmla="*/ 2147483646 h 702"/>
                  <a:gd name="T72" fmla="*/ 2147483646 w 283"/>
                  <a:gd name="T73" fmla="*/ 2147483646 h 702"/>
                  <a:gd name="T74" fmla="*/ 2147483646 w 283"/>
                  <a:gd name="T75" fmla="*/ 2147483646 h 7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2" y="268"/>
                    </a:lnTo>
                    <a:lnTo>
                      <a:pt x="105" y="243"/>
                    </a:lnTo>
                    <a:lnTo>
                      <a:pt x="108" y="220"/>
                    </a:lnTo>
                    <a:lnTo>
                      <a:pt x="114" y="197"/>
                    </a:lnTo>
                    <a:lnTo>
                      <a:pt x="120" y="174"/>
                    </a:lnTo>
                    <a:lnTo>
                      <a:pt x="128" y="152"/>
                    </a:lnTo>
                    <a:lnTo>
                      <a:pt x="136" y="131"/>
                    </a:lnTo>
                    <a:lnTo>
                      <a:pt x="146" y="110"/>
                    </a:lnTo>
                    <a:lnTo>
                      <a:pt x="135" y="99"/>
                    </a:lnTo>
                    <a:lnTo>
                      <a:pt x="127" y="87"/>
                    </a:lnTo>
                    <a:lnTo>
                      <a:pt x="118" y="74"/>
                    </a:lnTo>
                    <a:lnTo>
                      <a:pt x="111" y="60"/>
                    </a:lnTo>
                    <a:lnTo>
                      <a:pt x="106" y="46"/>
                    </a:lnTo>
                    <a:lnTo>
                      <a:pt x="101" y="31"/>
                    </a:lnTo>
                    <a:lnTo>
                      <a:pt x="99" y="15"/>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76" y="693"/>
                    </a:lnTo>
                    <a:lnTo>
                      <a:pt x="188" y="686"/>
                    </a:lnTo>
                    <a:lnTo>
                      <a:pt x="202" y="680"/>
                    </a:lnTo>
                    <a:lnTo>
                      <a:pt x="216" y="674"/>
                    </a:lnTo>
                    <a:lnTo>
                      <a:pt x="231" y="670"/>
                    </a:lnTo>
                    <a:lnTo>
                      <a:pt x="245" y="668"/>
                    </a:lnTo>
                    <a:lnTo>
                      <a:pt x="261" y="667"/>
                    </a:lnTo>
                    <a:lnTo>
                      <a:pt x="277" y="665"/>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0" name="组合 9"/>
            <p:cNvGrpSpPr/>
            <p:nvPr/>
          </p:nvGrpSpPr>
          <p:grpSpPr>
            <a:xfrm>
              <a:off x="3941117" y="1666193"/>
              <a:ext cx="1994806" cy="1782861"/>
              <a:chOff x="3941116" y="1974203"/>
              <a:chExt cx="1994806" cy="1782861"/>
            </a:xfrm>
          </p:grpSpPr>
          <p:sp>
            <p:nvSpPr>
              <p:cNvPr id="11" name="iṧḷiďè"/>
              <p:cNvSpPr/>
              <p:nvPr/>
            </p:nvSpPr>
            <p:spPr>
              <a:xfrm>
                <a:off x="4222858" y="2045516"/>
                <a:ext cx="1713064"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设计工程师</a:t>
                </a:r>
                <a:endParaRPr kumimoji="0" lang="en-US" altLang="zh-CN"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îşlïḍé"/>
              <p:cNvSpPr/>
              <p:nvPr/>
            </p:nvSpPr>
            <p:spPr bwMode="auto">
              <a:xfrm flipH="1">
                <a:off x="4222858" y="1974203"/>
                <a:ext cx="533919" cy="537467"/>
              </a:xfrm>
              <a:custGeom>
                <a:avLst/>
                <a:gdLst>
                  <a:gd name="T0" fmla="*/ 2147483646 w 275"/>
                  <a:gd name="T1" fmla="*/ 2147483646 h 275"/>
                  <a:gd name="T2" fmla="*/ 2147483646 w 275"/>
                  <a:gd name="T3" fmla="*/ 2147483646 h 275"/>
                  <a:gd name="T4" fmla="*/ 2147483646 w 275"/>
                  <a:gd name="T5" fmla="*/ 2147483646 h 275"/>
                  <a:gd name="T6" fmla="*/ 2147483646 w 275"/>
                  <a:gd name="T7" fmla="*/ 2147483646 h 275"/>
                  <a:gd name="T8" fmla="*/ 0 w 275"/>
                  <a:gd name="T9" fmla="*/ 2147483646 h 275"/>
                  <a:gd name="T10" fmla="*/ 2147483646 w 275"/>
                  <a:gd name="T11" fmla="*/ 2147483646 h 275"/>
                  <a:gd name="T12" fmla="*/ 2147483646 w 275"/>
                  <a:gd name="T13" fmla="*/ 2147483646 h 275"/>
                  <a:gd name="T14" fmla="*/ 2147483646 w 275"/>
                  <a:gd name="T15" fmla="*/ 2147483646 h 275"/>
                  <a:gd name="T16" fmla="*/ 2147483646 w 275"/>
                  <a:gd name="T17" fmla="*/ 2147483646 h 275"/>
                  <a:gd name="T18" fmla="*/ 2147483646 w 275"/>
                  <a:gd name="T19" fmla="*/ 2147483646 h 275"/>
                  <a:gd name="T20" fmla="*/ 2147483646 w 275"/>
                  <a:gd name="T21" fmla="*/ 2147483646 h 275"/>
                  <a:gd name="T22" fmla="*/ 2147483646 w 275"/>
                  <a:gd name="T23" fmla="*/ 2147483646 h 275"/>
                  <a:gd name="T24" fmla="*/ 2147483646 w 275"/>
                  <a:gd name="T25" fmla="*/ 2147483646 h 275"/>
                  <a:gd name="T26" fmla="*/ 2147483646 w 275"/>
                  <a:gd name="T27" fmla="*/ 2147483646 h 275"/>
                  <a:gd name="T28" fmla="*/ 2147483646 w 275"/>
                  <a:gd name="T29" fmla="*/ 2147483646 h 275"/>
                  <a:gd name="T30" fmla="*/ 2147483646 w 275"/>
                  <a:gd name="T31" fmla="*/ 2147483646 h 275"/>
                  <a:gd name="T32" fmla="*/ 2147483646 w 275"/>
                  <a:gd name="T33" fmla="*/ 2147483646 h 275"/>
                  <a:gd name="T34" fmla="*/ 2147483646 w 275"/>
                  <a:gd name="T35" fmla="*/ 2147483646 h 275"/>
                  <a:gd name="T36" fmla="*/ 2147483646 w 275"/>
                  <a:gd name="T37" fmla="*/ 2147483646 h 275"/>
                  <a:gd name="T38" fmla="*/ 2147483646 w 275"/>
                  <a:gd name="T39" fmla="*/ 0 h 275"/>
                  <a:gd name="T40" fmla="*/ 2147483646 w 275"/>
                  <a:gd name="T41" fmla="*/ 0 h 275"/>
                  <a:gd name="T42" fmla="*/ 2147483646 w 275"/>
                  <a:gd name="T43" fmla="*/ 2147483646 h 275"/>
                  <a:gd name="T44" fmla="*/ 2147483646 w 275"/>
                  <a:gd name="T45" fmla="*/ 2147483646 h 275"/>
                  <a:gd name="T46" fmla="*/ 2147483646 w 275"/>
                  <a:gd name="T47" fmla="*/ 2147483646 h 275"/>
                  <a:gd name="T48" fmla="*/ 2147483646 w 275"/>
                  <a:gd name="T49" fmla="*/ 2147483646 h 275"/>
                  <a:gd name="T50" fmla="*/ 2147483646 w 275"/>
                  <a:gd name="T51" fmla="*/ 2147483646 h 275"/>
                  <a:gd name="T52" fmla="*/ 2147483646 w 275"/>
                  <a:gd name="T53" fmla="*/ 2147483646 h 275"/>
                  <a:gd name="T54" fmla="*/ 2147483646 w 275"/>
                  <a:gd name="T55" fmla="*/ 2147483646 h 275"/>
                  <a:gd name="T56" fmla="*/ 2147483646 w 275"/>
                  <a:gd name="T57" fmla="*/ 2147483646 h 275"/>
                  <a:gd name="T58" fmla="*/ 2147483646 w 275"/>
                  <a:gd name="T59" fmla="*/ 2147483646 h 275"/>
                  <a:gd name="T60" fmla="*/ 2147483646 w 275"/>
                  <a:gd name="T61" fmla="*/ 2147483646 h 275"/>
                  <a:gd name="T62" fmla="*/ 2147483646 w 275"/>
                  <a:gd name="T63" fmla="*/ 2147483646 h 275"/>
                  <a:gd name="T64" fmla="*/ 2147483646 w 275"/>
                  <a:gd name="T65" fmla="*/ 2147483646 h 275"/>
                  <a:gd name="T66" fmla="*/ 2147483646 w 275"/>
                  <a:gd name="T67" fmla="*/ 2147483646 h 275"/>
                  <a:gd name="T68" fmla="*/ 2147483646 w 275"/>
                  <a:gd name="T69" fmla="*/ 2147483646 h 275"/>
                  <a:gd name="T70" fmla="*/ 2147483646 w 275"/>
                  <a:gd name="T71" fmla="*/ 2147483646 h 275"/>
                  <a:gd name="T72" fmla="*/ 2147483646 w 275"/>
                  <a:gd name="T73" fmla="*/ 2147483646 h 275"/>
                  <a:gd name="T74" fmla="*/ 2147483646 w 275"/>
                  <a:gd name="T75" fmla="*/ 2147483646 h 275"/>
                  <a:gd name="T76" fmla="*/ 2147483646 w 275"/>
                  <a:gd name="T77" fmla="*/ 2147483646 h 2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5"/>
                  <a:gd name="T118" fmla="*/ 0 h 275"/>
                  <a:gd name="T119" fmla="*/ 275 w 275"/>
                  <a:gd name="T120" fmla="*/ 275 h 27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28" y="229"/>
                    </a:lnTo>
                    <a:lnTo>
                      <a:pt x="39" y="224"/>
                    </a:lnTo>
                    <a:lnTo>
                      <a:pt x="32" y="214"/>
                    </a:lnTo>
                    <a:lnTo>
                      <a:pt x="26" y="206"/>
                    </a:lnTo>
                    <a:lnTo>
                      <a:pt x="21" y="196"/>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101" y="6"/>
                    </a:lnTo>
                    <a:lnTo>
                      <a:pt x="113" y="2"/>
                    </a:lnTo>
                    <a:lnTo>
                      <a:pt x="127"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85" y="260"/>
                    </a:lnTo>
                    <a:lnTo>
                      <a:pt x="168" y="267"/>
                    </a:lnTo>
                    <a:lnTo>
                      <a:pt x="152" y="271"/>
                    </a:lnTo>
                    <a:lnTo>
                      <a:pt x="134" y="274"/>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a:t>
                </a:r>
                <a:endPar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ísļîḑé"/>
              <p:cNvSpPr/>
              <p:nvPr/>
            </p:nvSpPr>
            <p:spPr bwMode="auto">
              <a:xfrm>
                <a:off x="3941116" y="2335994"/>
                <a:ext cx="549573" cy="1365410"/>
              </a:xfrm>
              <a:custGeom>
                <a:avLst/>
                <a:gdLst>
                  <a:gd name="T0" fmla="*/ 2147483646 w 283"/>
                  <a:gd name="T1" fmla="*/ 2147483646 h 702"/>
                  <a:gd name="T2" fmla="*/ 2147483646 w 283"/>
                  <a:gd name="T3" fmla="*/ 2147483646 h 702"/>
                  <a:gd name="T4" fmla="*/ 2147483646 w 283"/>
                  <a:gd name="T5" fmla="*/ 2147483646 h 702"/>
                  <a:gd name="T6" fmla="*/ 2147483646 w 283"/>
                  <a:gd name="T7" fmla="*/ 2147483646 h 702"/>
                  <a:gd name="T8" fmla="*/ 2147483646 w 283"/>
                  <a:gd name="T9" fmla="*/ 2147483646 h 702"/>
                  <a:gd name="T10" fmla="*/ 2147483646 w 283"/>
                  <a:gd name="T11" fmla="*/ 2147483646 h 702"/>
                  <a:gd name="T12" fmla="*/ 2147483646 w 283"/>
                  <a:gd name="T13" fmla="*/ 2147483646 h 702"/>
                  <a:gd name="T14" fmla="*/ 2147483646 w 283"/>
                  <a:gd name="T15" fmla="*/ 2147483646 h 702"/>
                  <a:gd name="T16" fmla="*/ 2147483646 w 283"/>
                  <a:gd name="T17" fmla="*/ 2147483646 h 702"/>
                  <a:gd name="T18" fmla="*/ 2147483646 w 283"/>
                  <a:gd name="T19" fmla="*/ 2147483646 h 702"/>
                  <a:gd name="T20" fmla="*/ 2147483646 w 283"/>
                  <a:gd name="T21" fmla="*/ 2147483646 h 702"/>
                  <a:gd name="T22" fmla="*/ 2147483646 w 283"/>
                  <a:gd name="T23" fmla="*/ 2147483646 h 702"/>
                  <a:gd name="T24" fmla="*/ 2147483646 w 283"/>
                  <a:gd name="T25" fmla="*/ 2147483646 h 702"/>
                  <a:gd name="T26" fmla="*/ 2147483646 w 283"/>
                  <a:gd name="T27" fmla="*/ 2147483646 h 702"/>
                  <a:gd name="T28" fmla="*/ 2147483646 w 283"/>
                  <a:gd name="T29" fmla="*/ 2147483646 h 702"/>
                  <a:gd name="T30" fmla="*/ 2147483646 w 283"/>
                  <a:gd name="T31" fmla="*/ 2147483646 h 702"/>
                  <a:gd name="T32" fmla="*/ 2147483646 w 283"/>
                  <a:gd name="T33" fmla="*/ 2147483646 h 702"/>
                  <a:gd name="T34" fmla="*/ 2147483646 w 283"/>
                  <a:gd name="T35" fmla="*/ 0 h 702"/>
                  <a:gd name="T36" fmla="*/ 2147483646 w 283"/>
                  <a:gd name="T37" fmla="*/ 2147483646 h 702"/>
                  <a:gd name="T38" fmla="*/ 2147483646 w 283"/>
                  <a:gd name="T39" fmla="*/ 2147483646 h 702"/>
                  <a:gd name="T40" fmla="*/ 2147483646 w 283"/>
                  <a:gd name="T41" fmla="*/ 2147483646 h 702"/>
                  <a:gd name="T42" fmla="*/ 2147483646 w 283"/>
                  <a:gd name="T43" fmla="*/ 2147483646 h 702"/>
                  <a:gd name="T44" fmla="*/ 2147483646 w 283"/>
                  <a:gd name="T45" fmla="*/ 2147483646 h 702"/>
                  <a:gd name="T46" fmla="*/ 0 w 283"/>
                  <a:gd name="T47" fmla="*/ 2147483646 h 702"/>
                  <a:gd name="T48" fmla="*/ 0 w 283"/>
                  <a:gd name="T49" fmla="*/ 2147483646 h 702"/>
                  <a:gd name="T50" fmla="*/ 2147483646 w 283"/>
                  <a:gd name="T51" fmla="*/ 2147483646 h 702"/>
                  <a:gd name="T52" fmla="*/ 2147483646 w 283"/>
                  <a:gd name="T53" fmla="*/ 2147483646 h 702"/>
                  <a:gd name="T54" fmla="*/ 2147483646 w 283"/>
                  <a:gd name="T55" fmla="*/ 2147483646 h 702"/>
                  <a:gd name="T56" fmla="*/ 2147483646 w 283"/>
                  <a:gd name="T57" fmla="*/ 2147483646 h 702"/>
                  <a:gd name="T58" fmla="*/ 2147483646 w 283"/>
                  <a:gd name="T59" fmla="*/ 2147483646 h 702"/>
                  <a:gd name="T60" fmla="*/ 2147483646 w 283"/>
                  <a:gd name="T61" fmla="*/ 2147483646 h 702"/>
                  <a:gd name="T62" fmla="*/ 2147483646 w 283"/>
                  <a:gd name="T63" fmla="*/ 2147483646 h 702"/>
                  <a:gd name="T64" fmla="*/ 2147483646 w 283"/>
                  <a:gd name="T65" fmla="*/ 2147483646 h 702"/>
                  <a:gd name="T66" fmla="*/ 2147483646 w 283"/>
                  <a:gd name="T67" fmla="*/ 2147483646 h 702"/>
                  <a:gd name="T68" fmla="*/ 2147483646 w 283"/>
                  <a:gd name="T69" fmla="*/ 2147483646 h 702"/>
                  <a:gd name="T70" fmla="*/ 2147483646 w 283"/>
                  <a:gd name="T71" fmla="*/ 2147483646 h 702"/>
                  <a:gd name="T72" fmla="*/ 2147483646 w 283"/>
                  <a:gd name="T73" fmla="*/ 2147483646 h 702"/>
                  <a:gd name="T74" fmla="*/ 2147483646 w 283"/>
                  <a:gd name="T75" fmla="*/ 2147483646 h 7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2" y="268"/>
                    </a:lnTo>
                    <a:lnTo>
                      <a:pt x="105" y="243"/>
                    </a:lnTo>
                    <a:lnTo>
                      <a:pt x="108" y="220"/>
                    </a:lnTo>
                    <a:lnTo>
                      <a:pt x="114" y="197"/>
                    </a:lnTo>
                    <a:lnTo>
                      <a:pt x="120" y="174"/>
                    </a:lnTo>
                    <a:lnTo>
                      <a:pt x="128" y="152"/>
                    </a:lnTo>
                    <a:lnTo>
                      <a:pt x="136" y="131"/>
                    </a:lnTo>
                    <a:lnTo>
                      <a:pt x="146" y="110"/>
                    </a:lnTo>
                    <a:lnTo>
                      <a:pt x="135" y="99"/>
                    </a:lnTo>
                    <a:lnTo>
                      <a:pt x="127" y="87"/>
                    </a:lnTo>
                    <a:lnTo>
                      <a:pt x="118" y="74"/>
                    </a:lnTo>
                    <a:lnTo>
                      <a:pt x="111" y="60"/>
                    </a:lnTo>
                    <a:lnTo>
                      <a:pt x="106" y="46"/>
                    </a:lnTo>
                    <a:lnTo>
                      <a:pt x="101" y="31"/>
                    </a:lnTo>
                    <a:lnTo>
                      <a:pt x="99" y="15"/>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76" y="693"/>
                    </a:lnTo>
                    <a:lnTo>
                      <a:pt x="188" y="686"/>
                    </a:lnTo>
                    <a:lnTo>
                      <a:pt x="202" y="680"/>
                    </a:lnTo>
                    <a:lnTo>
                      <a:pt x="216" y="674"/>
                    </a:lnTo>
                    <a:lnTo>
                      <a:pt x="231" y="670"/>
                    </a:lnTo>
                    <a:lnTo>
                      <a:pt x="245" y="668"/>
                    </a:lnTo>
                    <a:lnTo>
                      <a:pt x="261" y="667"/>
                    </a:lnTo>
                    <a:lnTo>
                      <a:pt x="277" y="665"/>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2" name="组合 11"/>
            <p:cNvGrpSpPr/>
            <p:nvPr/>
          </p:nvGrpSpPr>
          <p:grpSpPr>
            <a:xfrm>
              <a:off x="6257667" y="3874870"/>
              <a:ext cx="1994806" cy="1782861"/>
              <a:chOff x="6257666" y="4182880"/>
              <a:chExt cx="1994806" cy="1782861"/>
            </a:xfrm>
          </p:grpSpPr>
          <p:sp>
            <p:nvSpPr>
              <p:cNvPr id="13" name="i$ľîdê"/>
              <p:cNvSpPr/>
              <p:nvPr/>
            </p:nvSpPr>
            <p:spPr>
              <a:xfrm>
                <a:off x="6257666" y="4254193"/>
                <a:ext cx="1711326"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采购工程师</a:t>
                </a:r>
                <a:endPar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îšḻïḓé"/>
              <p:cNvSpPr/>
              <p:nvPr/>
            </p:nvSpPr>
            <p:spPr bwMode="auto">
              <a:xfrm>
                <a:off x="7436810" y="4182880"/>
                <a:ext cx="532180" cy="537467"/>
              </a:xfrm>
              <a:custGeom>
                <a:avLst/>
                <a:gdLst>
                  <a:gd name="T0" fmla="*/ 117 w 275"/>
                  <a:gd name="T1" fmla="*/ 275 h 275"/>
                  <a:gd name="T2" fmla="*/ 77 w 275"/>
                  <a:gd name="T3" fmla="*/ 271 h 275"/>
                  <a:gd name="T4" fmla="*/ 45 w 275"/>
                  <a:gd name="T5" fmla="*/ 262 h 275"/>
                  <a:gd name="T6" fmla="*/ 24 w 275"/>
                  <a:gd name="T7" fmla="*/ 252 h 275"/>
                  <a:gd name="T8" fmla="*/ 0 w 275"/>
                  <a:gd name="T9" fmla="*/ 239 h 275"/>
                  <a:gd name="T10" fmla="*/ 16 w 275"/>
                  <a:gd name="T11" fmla="*/ 234 h 275"/>
                  <a:gd name="T12" fmla="*/ 39 w 275"/>
                  <a:gd name="T13" fmla="*/ 224 h 275"/>
                  <a:gd name="T14" fmla="*/ 32 w 275"/>
                  <a:gd name="T15" fmla="*/ 214 h 275"/>
                  <a:gd name="T16" fmla="*/ 21 w 275"/>
                  <a:gd name="T17" fmla="*/ 196 h 275"/>
                  <a:gd name="T18" fmla="*/ 16 w 275"/>
                  <a:gd name="T19" fmla="*/ 185 h 275"/>
                  <a:gd name="T20" fmla="*/ 8 w 275"/>
                  <a:gd name="T21" fmla="*/ 160 h 275"/>
                  <a:gd name="T22" fmla="*/ 5 w 275"/>
                  <a:gd name="T23" fmla="*/ 133 h 275"/>
                  <a:gd name="T24" fmla="*/ 8 w 275"/>
                  <a:gd name="T25" fmla="*/ 108 h 275"/>
                  <a:gd name="T26" fmla="*/ 16 w 275"/>
                  <a:gd name="T27" fmla="*/ 82 h 275"/>
                  <a:gd name="T28" fmla="*/ 28 w 275"/>
                  <a:gd name="T29" fmla="*/ 59 h 275"/>
                  <a:gd name="T30" fmla="*/ 44 w 275"/>
                  <a:gd name="T31" fmla="*/ 40 h 275"/>
                  <a:gd name="T32" fmla="*/ 65 w 275"/>
                  <a:gd name="T33" fmla="*/ 23 h 275"/>
                  <a:gd name="T34" fmla="*/ 89 w 275"/>
                  <a:gd name="T35" fmla="*/ 9 h 275"/>
                  <a:gd name="T36" fmla="*/ 101 w 275"/>
                  <a:gd name="T37" fmla="*/ 6 h 275"/>
                  <a:gd name="T38" fmla="*/ 127 w 275"/>
                  <a:gd name="T39" fmla="*/ 0 h 275"/>
                  <a:gd name="T40" fmla="*/ 140 w 275"/>
                  <a:gd name="T41" fmla="*/ 0 h 275"/>
                  <a:gd name="T42" fmla="*/ 161 w 275"/>
                  <a:gd name="T43" fmla="*/ 1 h 275"/>
                  <a:gd name="T44" fmla="*/ 180 w 275"/>
                  <a:gd name="T45" fmla="*/ 6 h 275"/>
                  <a:gd name="T46" fmla="*/ 215 w 275"/>
                  <a:gd name="T47" fmla="*/ 22 h 275"/>
                  <a:gd name="T48" fmla="*/ 244 w 275"/>
                  <a:gd name="T49" fmla="*/ 48 h 275"/>
                  <a:gd name="T50" fmla="*/ 255 w 275"/>
                  <a:gd name="T51" fmla="*/ 64 h 275"/>
                  <a:gd name="T52" fmla="*/ 264 w 275"/>
                  <a:gd name="T53" fmla="*/ 82 h 275"/>
                  <a:gd name="T54" fmla="*/ 269 w 275"/>
                  <a:gd name="T55" fmla="*/ 96 h 275"/>
                  <a:gd name="T56" fmla="*/ 273 w 275"/>
                  <a:gd name="T57" fmla="*/ 122 h 275"/>
                  <a:gd name="T58" fmla="*/ 273 w 275"/>
                  <a:gd name="T59" fmla="*/ 148 h 275"/>
                  <a:gd name="T60" fmla="*/ 269 w 275"/>
                  <a:gd name="T61" fmla="*/ 173 h 275"/>
                  <a:gd name="T62" fmla="*/ 259 w 275"/>
                  <a:gd name="T63" fmla="*/ 197 h 275"/>
                  <a:gd name="T64" fmla="*/ 244 w 275"/>
                  <a:gd name="T65" fmla="*/ 218 h 275"/>
                  <a:gd name="T66" fmla="*/ 226 w 275"/>
                  <a:gd name="T67" fmla="*/ 237 h 275"/>
                  <a:gd name="T68" fmla="*/ 204 w 275"/>
                  <a:gd name="T69" fmla="*/ 252 h 275"/>
                  <a:gd name="T70" fmla="*/ 192 w 275"/>
                  <a:gd name="T71" fmla="*/ 258 h 275"/>
                  <a:gd name="T72" fmla="*/ 185 w 275"/>
                  <a:gd name="T73" fmla="*/ 260 h 275"/>
                  <a:gd name="T74" fmla="*/ 152 w 275"/>
                  <a:gd name="T75" fmla="*/ 271 h 275"/>
                  <a:gd name="T76" fmla="*/ 117 w 275"/>
                  <a:gd name="T77"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16" y="234"/>
                    </a:lnTo>
                    <a:lnTo>
                      <a:pt x="28" y="229"/>
                    </a:lnTo>
                    <a:lnTo>
                      <a:pt x="39" y="224"/>
                    </a:lnTo>
                    <a:lnTo>
                      <a:pt x="39" y="224"/>
                    </a:lnTo>
                    <a:lnTo>
                      <a:pt x="32" y="214"/>
                    </a:lnTo>
                    <a:lnTo>
                      <a:pt x="26" y="206"/>
                    </a:lnTo>
                    <a:lnTo>
                      <a:pt x="21" y="196"/>
                    </a:lnTo>
                    <a:lnTo>
                      <a:pt x="16" y="185"/>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89" y="9"/>
                    </a:lnTo>
                    <a:lnTo>
                      <a:pt x="101" y="6"/>
                    </a:lnTo>
                    <a:lnTo>
                      <a:pt x="113" y="2"/>
                    </a:lnTo>
                    <a:lnTo>
                      <a:pt x="127" y="0"/>
                    </a:lnTo>
                    <a:lnTo>
                      <a:pt x="140"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92" y="258"/>
                    </a:lnTo>
                    <a:lnTo>
                      <a:pt x="185" y="260"/>
                    </a:lnTo>
                    <a:lnTo>
                      <a:pt x="185" y="260"/>
                    </a:lnTo>
                    <a:lnTo>
                      <a:pt x="168" y="267"/>
                    </a:lnTo>
                    <a:lnTo>
                      <a:pt x="152" y="271"/>
                    </a:lnTo>
                    <a:lnTo>
                      <a:pt x="134" y="274"/>
                    </a:lnTo>
                    <a:lnTo>
                      <a:pt x="117" y="275"/>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4</a:t>
                </a:r>
                <a:endPar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î$1ïḋé"/>
              <p:cNvSpPr/>
              <p:nvPr/>
            </p:nvSpPr>
            <p:spPr bwMode="auto">
              <a:xfrm flipH="1">
                <a:off x="7702899" y="4544671"/>
                <a:ext cx="549573" cy="1365410"/>
              </a:xfrm>
              <a:custGeom>
                <a:avLst/>
                <a:gdLst>
                  <a:gd name="T0" fmla="*/ 283 w 283"/>
                  <a:gd name="T1" fmla="*/ 667 h 702"/>
                  <a:gd name="T2" fmla="*/ 242 w 283"/>
                  <a:gd name="T3" fmla="*/ 633 h 702"/>
                  <a:gd name="T4" fmla="*/ 205 w 283"/>
                  <a:gd name="T5" fmla="*/ 594 h 702"/>
                  <a:gd name="T6" fmla="*/ 174 w 283"/>
                  <a:gd name="T7" fmla="*/ 551 h 702"/>
                  <a:gd name="T8" fmla="*/ 147 w 283"/>
                  <a:gd name="T9" fmla="*/ 505 h 702"/>
                  <a:gd name="T10" fmla="*/ 125 w 283"/>
                  <a:gd name="T11" fmla="*/ 456 h 702"/>
                  <a:gd name="T12" fmla="*/ 111 w 283"/>
                  <a:gd name="T13" fmla="*/ 403 h 702"/>
                  <a:gd name="T14" fmla="*/ 102 w 283"/>
                  <a:gd name="T15" fmla="*/ 349 h 702"/>
                  <a:gd name="T16" fmla="*/ 101 w 283"/>
                  <a:gd name="T17" fmla="*/ 292 h 702"/>
                  <a:gd name="T18" fmla="*/ 102 w 283"/>
                  <a:gd name="T19" fmla="*/ 268 h 702"/>
                  <a:gd name="T20" fmla="*/ 108 w 283"/>
                  <a:gd name="T21" fmla="*/ 220 h 702"/>
                  <a:gd name="T22" fmla="*/ 120 w 283"/>
                  <a:gd name="T23" fmla="*/ 174 h 702"/>
                  <a:gd name="T24" fmla="*/ 136 w 283"/>
                  <a:gd name="T25" fmla="*/ 131 h 702"/>
                  <a:gd name="T26" fmla="*/ 146 w 283"/>
                  <a:gd name="T27" fmla="*/ 110 h 702"/>
                  <a:gd name="T28" fmla="*/ 127 w 283"/>
                  <a:gd name="T29" fmla="*/ 87 h 702"/>
                  <a:gd name="T30" fmla="*/ 111 w 283"/>
                  <a:gd name="T31" fmla="*/ 60 h 702"/>
                  <a:gd name="T32" fmla="*/ 101 w 283"/>
                  <a:gd name="T33" fmla="*/ 31 h 702"/>
                  <a:gd name="T34" fmla="*/ 97 w 283"/>
                  <a:gd name="T35" fmla="*/ 0 h 702"/>
                  <a:gd name="T36" fmla="*/ 77 w 283"/>
                  <a:gd name="T37" fmla="*/ 32 h 702"/>
                  <a:gd name="T38" fmla="*/ 43 w 283"/>
                  <a:gd name="T39" fmla="*/ 100 h 702"/>
                  <a:gd name="T40" fmla="*/ 17 w 283"/>
                  <a:gd name="T41" fmla="*/ 174 h 702"/>
                  <a:gd name="T42" fmla="*/ 9 w 283"/>
                  <a:gd name="T43" fmla="*/ 213 h 702"/>
                  <a:gd name="T44" fmla="*/ 3 w 283"/>
                  <a:gd name="T45" fmla="*/ 253 h 702"/>
                  <a:gd name="T46" fmla="*/ 0 w 283"/>
                  <a:gd name="T47" fmla="*/ 294 h 702"/>
                  <a:gd name="T48" fmla="*/ 0 w 283"/>
                  <a:gd name="T49" fmla="*/ 323 h 702"/>
                  <a:gd name="T50" fmla="*/ 4 w 283"/>
                  <a:gd name="T51" fmla="*/ 382 h 702"/>
                  <a:gd name="T52" fmla="*/ 15 w 283"/>
                  <a:gd name="T53" fmla="*/ 439 h 702"/>
                  <a:gd name="T54" fmla="*/ 31 w 283"/>
                  <a:gd name="T55" fmla="*/ 492 h 702"/>
                  <a:gd name="T56" fmla="*/ 51 w 283"/>
                  <a:gd name="T57" fmla="*/ 544 h 702"/>
                  <a:gd name="T58" fmla="*/ 78 w 283"/>
                  <a:gd name="T59" fmla="*/ 593 h 702"/>
                  <a:gd name="T60" fmla="*/ 110 w 283"/>
                  <a:gd name="T61" fmla="*/ 639 h 702"/>
                  <a:gd name="T62" fmla="*/ 145 w 283"/>
                  <a:gd name="T63" fmla="*/ 681 h 702"/>
                  <a:gd name="T64" fmla="*/ 163 w 283"/>
                  <a:gd name="T65" fmla="*/ 702 h 702"/>
                  <a:gd name="T66" fmla="*/ 188 w 283"/>
                  <a:gd name="T67" fmla="*/ 686 h 702"/>
                  <a:gd name="T68" fmla="*/ 216 w 283"/>
                  <a:gd name="T69" fmla="*/ 674 h 702"/>
                  <a:gd name="T70" fmla="*/ 245 w 283"/>
                  <a:gd name="T71" fmla="*/ 668 h 702"/>
                  <a:gd name="T72" fmla="*/ 277 w 283"/>
                  <a:gd name="T73" fmla="*/ 665 h 702"/>
                  <a:gd name="T74" fmla="*/ 283 w 283"/>
                  <a:gd name="T75" fmla="*/ 66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1" y="292"/>
                    </a:lnTo>
                    <a:lnTo>
                      <a:pt x="102" y="268"/>
                    </a:lnTo>
                    <a:lnTo>
                      <a:pt x="105" y="243"/>
                    </a:lnTo>
                    <a:lnTo>
                      <a:pt x="108" y="220"/>
                    </a:lnTo>
                    <a:lnTo>
                      <a:pt x="114" y="197"/>
                    </a:lnTo>
                    <a:lnTo>
                      <a:pt x="120" y="174"/>
                    </a:lnTo>
                    <a:lnTo>
                      <a:pt x="128" y="152"/>
                    </a:lnTo>
                    <a:lnTo>
                      <a:pt x="136" y="131"/>
                    </a:lnTo>
                    <a:lnTo>
                      <a:pt x="146" y="110"/>
                    </a:lnTo>
                    <a:lnTo>
                      <a:pt x="146" y="110"/>
                    </a:lnTo>
                    <a:lnTo>
                      <a:pt x="135" y="99"/>
                    </a:lnTo>
                    <a:lnTo>
                      <a:pt x="127" y="87"/>
                    </a:lnTo>
                    <a:lnTo>
                      <a:pt x="118" y="74"/>
                    </a:lnTo>
                    <a:lnTo>
                      <a:pt x="111" y="60"/>
                    </a:lnTo>
                    <a:lnTo>
                      <a:pt x="106" y="46"/>
                    </a:lnTo>
                    <a:lnTo>
                      <a:pt x="101" y="31"/>
                    </a:lnTo>
                    <a:lnTo>
                      <a:pt x="99" y="15"/>
                    </a:lnTo>
                    <a:lnTo>
                      <a:pt x="97" y="0"/>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63" y="702"/>
                    </a:lnTo>
                    <a:lnTo>
                      <a:pt x="176" y="693"/>
                    </a:lnTo>
                    <a:lnTo>
                      <a:pt x="188" y="686"/>
                    </a:lnTo>
                    <a:lnTo>
                      <a:pt x="202" y="680"/>
                    </a:lnTo>
                    <a:lnTo>
                      <a:pt x="216" y="674"/>
                    </a:lnTo>
                    <a:lnTo>
                      <a:pt x="231" y="670"/>
                    </a:lnTo>
                    <a:lnTo>
                      <a:pt x="245" y="668"/>
                    </a:lnTo>
                    <a:lnTo>
                      <a:pt x="261" y="667"/>
                    </a:lnTo>
                    <a:lnTo>
                      <a:pt x="277" y="665"/>
                    </a:lnTo>
                    <a:lnTo>
                      <a:pt x="277" y="665"/>
                    </a:lnTo>
                    <a:lnTo>
                      <a:pt x="283" y="667"/>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2" name="组合 21"/>
            <p:cNvGrpSpPr/>
            <p:nvPr/>
          </p:nvGrpSpPr>
          <p:grpSpPr>
            <a:xfrm>
              <a:off x="3941117" y="3874870"/>
              <a:ext cx="1994806" cy="1782861"/>
              <a:chOff x="3941116" y="4182880"/>
              <a:chExt cx="1994806" cy="1782861"/>
            </a:xfrm>
          </p:grpSpPr>
          <p:sp>
            <p:nvSpPr>
              <p:cNvPr id="23" name="íşḻïḑé"/>
              <p:cNvSpPr/>
              <p:nvPr/>
            </p:nvSpPr>
            <p:spPr>
              <a:xfrm>
                <a:off x="4222858" y="4254193"/>
                <a:ext cx="1713064"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系统管理员</a:t>
                </a:r>
                <a:endPar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ïŝḷíḋé"/>
              <p:cNvSpPr/>
              <p:nvPr/>
            </p:nvSpPr>
            <p:spPr bwMode="auto">
              <a:xfrm flipH="1">
                <a:off x="4222858" y="4182880"/>
                <a:ext cx="533919" cy="537467"/>
              </a:xfrm>
              <a:custGeom>
                <a:avLst/>
                <a:gdLst>
                  <a:gd name="T0" fmla="*/ 117 w 275"/>
                  <a:gd name="T1" fmla="*/ 275 h 275"/>
                  <a:gd name="T2" fmla="*/ 77 w 275"/>
                  <a:gd name="T3" fmla="*/ 271 h 275"/>
                  <a:gd name="T4" fmla="*/ 45 w 275"/>
                  <a:gd name="T5" fmla="*/ 262 h 275"/>
                  <a:gd name="T6" fmla="*/ 24 w 275"/>
                  <a:gd name="T7" fmla="*/ 252 h 275"/>
                  <a:gd name="T8" fmla="*/ 0 w 275"/>
                  <a:gd name="T9" fmla="*/ 239 h 275"/>
                  <a:gd name="T10" fmla="*/ 16 w 275"/>
                  <a:gd name="T11" fmla="*/ 234 h 275"/>
                  <a:gd name="T12" fmla="*/ 39 w 275"/>
                  <a:gd name="T13" fmla="*/ 224 h 275"/>
                  <a:gd name="T14" fmla="*/ 32 w 275"/>
                  <a:gd name="T15" fmla="*/ 214 h 275"/>
                  <a:gd name="T16" fmla="*/ 21 w 275"/>
                  <a:gd name="T17" fmla="*/ 196 h 275"/>
                  <a:gd name="T18" fmla="*/ 16 w 275"/>
                  <a:gd name="T19" fmla="*/ 185 h 275"/>
                  <a:gd name="T20" fmla="*/ 8 w 275"/>
                  <a:gd name="T21" fmla="*/ 160 h 275"/>
                  <a:gd name="T22" fmla="*/ 5 w 275"/>
                  <a:gd name="T23" fmla="*/ 133 h 275"/>
                  <a:gd name="T24" fmla="*/ 8 w 275"/>
                  <a:gd name="T25" fmla="*/ 108 h 275"/>
                  <a:gd name="T26" fmla="*/ 16 w 275"/>
                  <a:gd name="T27" fmla="*/ 82 h 275"/>
                  <a:gd name="T28" fmla="*/ 28 w 275"/>
                  <a:gd name="T29" fmla="*/ 59 h 275"/>
                  <a:gd name="T30" fmla="*/ 44 w 275"/>
                  <a:gd name="T31" fmla="*/ 40 h 275"/>
                  <a:gd name="T32" fmla="*/ 65 w 275"/>
                  <a:gd name="T33" fmla="*/ 23 h 275"/>
                  <a:gd name="T34" fmla="*/ 89 w 275"/>
                  <a:gd name="T35" fmla="*/ 9 h 275"/>
                  <a:gd name="T36" fmla="*/ 101 w 275"/>
                  <a:gd name="T37" fmla="*/ 6 h 275"/>
                  <a:gd name="T38" fmla="*/ 127 w 275"/>
                  <a:gd name="T39" fmla="*/ 0 h 275"/>
                  <a:gd name="T40" fmla="*/ 140 w 275"/>
                  <a:gd name="T41" fmla="*/ 0 h 275"/>
                  <a:gd name="T42" fmla="*/ 161 w 275"/>
                  <a:gd name="T43" fmla="*/ 1 h 275"/>
                  <a:gd name="T44" fmla="*/ 180 w 275"/>
                  <a:gd name="T45" fmla="*/ 6 h 275"/>
                  <a:gd name="T46" fmla="*/ 215 w 275"/>
                  <a:gd name="T47" fmla="*/ 22 h 275"/>
                  <a:gd name="T48" fmla="*/ 244 w 275"/>
                  <a:gd name="T49" fmla="*/ 48 h 275"/>
                  <a:gd name="T50" fmla="*/ 255 w 275"/>
                  <a:gd name="T51" fmla="*/ 64 h 275"/>
                  <a:gd name="T52" fmla="*/ 264 w 275"/>
                  <a:gd name="T53" fmla="*/ 82 h 275"/>
                  <a:gd name="T54" fmla="*/ 269 w 275"/>
                  <a:gd name="T55" fmla="*/ 96 h 275"/>
                  <a:gd name="T56" fmla="*/ 273 w 275"/>
                  <a:gd name="T57" fmla="*/ 122 h 275"/>
                  <a:gd name="T58" fmla="*/ 273 w 275"/>
                  <a:gd name="T59" fmla="*/ 148 h 275"/>
                  <a:gd name="T60" fmla="*/ 269 w 275"/>
                  <a:gd name="T61" fmla="*/ 173 h 275"/>
                  <a:gd name="T62" fmla="*/ 259 w 275"/>
                  <a:gd name="T63" fmla="*/ 197 h 275"/>
                  <a:gd name="T64" fmla="*/ 244 w 275"/>
                  <a:gd name="T65" fmla="*/ 218 h 275"/>
                  <a:gd name="T66" fmla="*/ 226 w 275"/>
                  <a:gd name="T67" fmla="*/ 237 h 275"/>
                  <a:gd name="T68" fmla="*/ 204 w 275"/>
                  <a:gd name="T69" fmla="*/ 252 h 275"/>
                  <a:gd name="T70" fmla="*/ 192 w 275"/>
                  <a:gd name="T71" fmla="*/ 258 h 275"/>
                  <a:gd name="T72" fmla="*/ 185 w 275"/>
                  <a:gd name="T73" fmla="*/ 260 h 275"/>
                  <a:gd name="T74" fmla="*/ 152 w 275"/>
                  <a:gd name="T75" fmla="*/ 271 h 275"/>
                  <a:gd name="T76" fmla="*/ 117 w 275"/>
                  <a:gd name="T77"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16" y="234"/>
                    </a:lnTo>
                    <a:lnTo>
                      <a:pt x="28" y="229"/>
                    </a:lnTo>
                    <a:lnTo>
                      <a:pt x="39" y="224"/>
                    </a:lnTo>
                    <a:lnTo>
                      <a:pt x="39" y="224"/>
                    </a:lnTo>
                    <a:lnTo>
                      <a:pt x="32" y="214"/>
                    </a:lnTo>
                    <a:lnTo>
                      <a:pt x="26" y="206"/>
                    </a:lnTo>
                    <a:lnTo>
                      <a:pt x="21" y="196"/>
                    </a:lnTo>
                    <a:lnTo>
                      <a:pt x="16" y="185"/>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89" y="9"/>
                    </a:lnTo>
                    <a:lnTo>
                      <a:pt x="101" y="6"/>
                    </a:lnTo>
                    <a:lnTo>
                      <a:pt x="113" y="2"/>
                    </a:lnTo>
                    <a:lnTo>
                      <a:pt x="127" y="0"/>
                    </a:lnTo>
                    <a:lnTo>
                      <a:pt x="140"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92" y="258"/>
                    </a:lnTo>
                    <a:lnTo>
                      <a:pt x="185" y="260"/>
                    </a:lnTo>
                    <a:lnTo>
                      <a:pt x="185" y="260"/>
                    </a:lnTo>
                    <a:lnTo>
                      <a:pt x="168" y="267"/>
                    </a:lnTo>
                    <a:lnTo>
                      <a:pt x="152" y="271"/>
                    </a:lnTo>
                    <a:lnTo>
                      <a:pt x="134" y="274"/>
                    </a:lnTo>
                    <a:lnTo>
                      <a:pt x="117" y="275"/>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3</a:t>
                </a:r>
                <a:endPar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îśḷiḓê"/>
              <p:cNvSpPr/>
              <p:nvPr/>
            </p:nvSpPr>
            <p:spPr bwMode="auto">
              <a:xfrm>
                <a:off x="3941116" y="4544671"/>
                <a:ext cx="549573" cy="1365410"/>
              </a:xfrm>
              <a:custGeom>
                <a:avLst/>
                <a:gdLst>
                  <a:gd name="T0" fmla="*/ 283 w 283"/>
                  <a:gd name="T1" fmla="*/ 667 h 702"/>
                  <a:gd name="T2" fmla="*/ 242 w 283"/>
                  <a:gd name="T3" fmla="*/ 633 h 702"/>
                  <a:gd name="T4" fmla="*/ 205 w 283"/>
                  <a:gd name="T5" fmla="*/ 594 h 702"/>
                  <a:gd name="T6" fmla="*/ 174 w 283"/>
                  <a:gd name="T7" fmla="*/ 551 h 702"/>
                  <a:gd name="T8" fmla="*/ 147 w 283"/>
                  <a:gd name="T9" fmla="*/ 505 h 702"/>
                  <a:gd name="T10" fmla="*/ 125 w 283"/>
                  <a:gd name="T11" fmla="*/ 456 h 702"/>
                  <a:gd name="T12" fmla="*/ 111 w 283"/>
                  <a:gd name="T13" fmla="*/ 403 h 702"/>
                  <a:gd name="T14" fmla="*/ 102 w 283"/>
                  <a:gd name="T15" fmla="*/ 349 h 702"/>
                  <a:gd name="T16" fmla="*/ 101 w 283"/>
                  <a:gd name="T17" fmla="*/ 292 h 702"/>
                  <a:gd name="T18" fmla="*/ 102 w 283"/>
                  <a:gd name="T19" fmla="*/ 268 h 702"/>
                  <a:gd name="T20" fmla="*/ 108 w 283"/>
                  <a:gd name="T21" fmla="*/ 220 h 702"/>
                  <a:gd name="T22" fmla="*/ 120 w 283"/>
                  <a:gd name="T23" fmla="*/ 174 h 702"/>
                  <a:gd name="T24" fmla="*/ 136 w 283"/>
                  <a:gd name="T25" fmla="*/ 131 h 702"/>
                  <a:gd name="T26" fmla="*/ 146 w 283"/>
                  <a:gd name="T27" fmla="*/ 110 h 702"/>
                  <a:gd name="T28" fmla="*/ 127 w 283"/>
                  <a:gd name="T29" fmla="*/ 87 h 702"/>
                  <a:gd name="T30" fmla="*/ 111 w 283"/>
                  <a:gd name="T31" fmla="*/ 60 h 702"/>
                  <a:gd name="T32" fmla="*/ 101 w 283"/>
                  <a:gd name="T33" fmla="*/ 31 h 702"/>
                  <a:gd name="T34" fmla="*/ 97 w 283"/>
                  <a:gd name="T35" fmla="*/ 0 h 702"/>
                  <a:gd name="T36" fmla="*/ 77 w 283"/>
                  <a:gd name="T37" fmla="*/ 32 h 702"/>
                  <a:gd name="T38" fmla="*/ 43 w 283"/>
                  <a:gd name="T39" fmla="*/ 100 h 702"/>
                  <a:gd name="T40" fmla="*/ 17 w 283"/>
                  <a:gd name="T41" fmla="*/ 174 h 702"/>
                  <a:gd name="T42" fmla="*/ 9 w 283"/>
                  <a:gd name="T43" fmla="*/ 213 h 702"/>
                  <a:gd name="T44" fmla="*/ 3 w 283"/>
                  <a:gd name="T45" fmla="*/ 253 h 702"/>
                  <a:gd name="T46" fmla="*/ 0 w 283"/>
                  <a:gd name="T47" fmla="*/ 294 h 702"/>
                  <a:gd name="T48" fmla="*/ 0 w 283"/>
                  <a:gd name="T49" fmla="*/ 323 h 702"/>
                  <a:gd name="T50" fmla="*/ 4 w 283"/>
                  <a:gd name="T51" fmla="*/ 382 h 702"/>
                  <a:gd name="T52" fmla="*/ 15 w 283"/>
                  <a:gd name="T53" fmla="*/ 439 h 702"/>
                  <a:gd name="T54" fmla="*/ 31 w 283"/>
                  <a:gd name="T55" fmla="*/ 492 h 702"/>
                  <a:gd name="T56" fmla="*/ 51 w 283"/>
                  <a:gd name="T57" fmla="*/ 544 h 702"/>
                  <a:gd name="T58" fmla="*/ 78 w 283"/>
                  <a:gd name="T59" fmla="*/ 593 h 702"/>
                  <a:gd name="T60" fmla="*/ 110 w 283"/>
                  <a:gd name="T61" fmla="*/ 639 h 702"/>
                  <a:gd name="T62" fmla="*/ 145 w 283"/>
                  <a:gd name="T63" fmla="*/ 681 h 702"/>
                  <a:gd name="T64" fmla="*/ 163 w 283"/>
                  <a:gd name="T65" fmla="*/ 702 h 702"/>
                  <a:gd name="T66" fmla="*/ 188 w 283"/>
                  <a:gd name="T67" fmla="*/ 686 h 702"/>
                  <a:gd name="T68" fmla="*/ 216 w 283"/>
                  <a:gd name="T69" fmla="*/ 674 h 702"/>
                  <a:gd name="T70" fmla="*/ 245 w 283"/>
                  <a:gd name="T71" fmla="*/ 668 h 702"/>
                  <a:gd name="T72" fmla="*/ 277 w 283"/>
                  <a:gd name="T73" fmla="*/ 665 h 702"/>
                  <a:gd name="T74" fmla="*/ 283 w 283"/>
                  <a:gd name="T75" fmla="*/ 66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1" y="292"/>
                    </a:lnTo>
                    <a:lnTo>
                      <a:pt x="102" y="268"/>
                    </a:lnTo>
                    <a:lnTo>
                      <a:pt x="105" y="243"/>
                    </a:lnTo>
                    <a:lnTo>
                      <a:pt x="108" y="220"/>
                    </a:lnTo>
                    <a:lnTo>
                      <a:pt x="114" y="197"/>
                    </a:lnTo>
                    <a:lnTo>
                      <a:pt x="120" y="174"/>
                    </a:lnTo>
                    <a:lnTo>
                      <a:pt x="128" y="152"/>
                    </a:lnTo>
                    <a:lnTo>
                      <a:pt x="136" y="131"/>
                    </a:lnTo>
                    <a:lnTo>
                      <a:pt x="146" y="110"/>
                    </a:lnTo>
                    <a:lnTo>
                      <a:pt x="146" y="110"/>
                    </a:lnTo>
                    <a:lnTo>
                      <a:pt x="135" y="99"/>
                    </a:lnTo>
                    <a:lnTo>
                      <a:pt x="127" y="87"/>
                    </a:lnTo>
                    <a:lnTo>
                      <a:pt x="118" y="74"/>
                    </a:lnTo>
                    <a:lnTo>
                      <a:pt x="111" y="60"/>
                    </a:lnTo>
                    <a:lnTo>
                      <a:pt x="106" y="46"/>
                    </a:lnTo>
                    <a:lnTo>
                      <a:pt x="101" y="31"/>
                    </a:lnTo>
                    <a:lnTo>
                      <a:pt x="99" y="15"/>
                    </a:lnTo>
                    <a:lnTo>
                      <a:pt x="97" y="0"/>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63" y="702"/>
                    </a:lnTo>
                    <a:lnTo>
                      <a:pt x="176" y="693"/>
                    </a:lnTo>
                    <a:lnTo>
                      <a:pt x="188" y="686"/>
                    </a:lnTo>
                    <a:lnTo>
                      <a:pt x="202" y="680"/>
                    </a:lnTo>
                    <a:lnTo>
                      <a:pt x="216" y="674"/>
                    </a:lnTo>
                    <a:lnTo>
                      <a:pt x="231" y="670"/>
                    </a:lnTo>
                    <a:lnTo>
                      <a:pt x="245" y="668"/>
                    </a:lnTo>
                    <a:lnTo>
                      <a:pt x="261" y="667"/>
                    </a:lnTo>
                    <a:lnTo>
                      <a:pt x="277" y="665"/>
                    </a:lnTo>
                    <a:lnTo>
                      <a:pt x="277" y="665"/>
                    </a:lnTo>
                    <a:lnTo>
                      <a:pt x="283" y="667"/>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sp>
        <p:nvSpPr>
          <p:cNvPr id="28" name="矩形 27"/>
          <p:cNvSpPr/>
          <p:nvPr/>
        </p:nvSpPr>
        <p:spPr>
          <a:xfrm>
            <a:off x="484505" y="1729105"/>
            <a:ext cx="3519805" cy="1877060"/>
          </a:xfrm>
          <a:prstGeom prst="rect">
            <a:avLst/>
          </a:prstGeom>
          <a:noFill/>
        </p:spPr>
        <p:txBody>
          <a:bodyPr wrap="square" lIns="0" tIns="0" rIns="0" rtlCol="0">
            <a:noAutofit/>
          </a:bodyPr>
          <a:lstStyle/>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US1</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：上传模型并查找相似件</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US2</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3D</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预览推荐结果</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US3</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：导出</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Excel</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清单</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US4</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：标记</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不可复用</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kumimoji="0" lang="zh-CN" altLang="en-US"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反馈</a:t>
            </a:r>
            <a:r>
              <a:rPr kumimoji="0" lang="en-US" altLang="zh-CN" sz="2000" i="0" u="none" strike="noStrike" kern="1200" cap="none" spc="0" normalizeH="0" baseline="0" noProof="0" dirty="0">
                <a:ln>
                  <a:noFill/>
                </a:ln>
                <a:solidFill>
                  <a:schemeClr val="tx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矩形 30"/>
          <p:cNvSpPr/>
          <p:nvPr/>
        </p:nvSpPr>
        <p:spPr>
          <a:xfrm>
            <a:off x="546100" y="4526915"/>
            <a:ext cx="3395980" cy="784225"/>
          </a:xfrm>
          <a:prstGeom prst="rect">
            <a:avLst/>
          </a:prstGeom>
          <a:noFill/>
        </p:spPr>
        <p:txBody>
          <a:bodyPr wrap="square" lIns="0" tIns="0" rIns="0" rtlCol="0">
            <a:spAutoFit/>
          </a:bodyPr>
          <a:lstStyle/>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US1</a:t>
            </a: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：查看模型性能指标  </a:t>
            </a:r>
            <a:endPar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US2：上传数据触发重训练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 </a:t>
            </a:r>
            <a:endPar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矩形 33"/>
          <p:cNvSpPr/>
          <p:nvPr/>
        </p:nvSpPr>
        <p:spPr>
          <a:xfrm>
            <a:off x="8576310" y="4608830"/>
            <a:ext cx="2909570" cy="1153160"/>
          </a:xfrm>
          <a:prstGeom prst="rect">
            <a:avLst/>
          </a:prstGeom>
          <a:noFill/>
        </p:spPr>
        <p:txBody>
          <a:bodyPr wrap="square" lIns="0" tIns="0" rIns="0" rtlCol="0">
            <a:spAutoFit/>
          </a:bodyPr>
          <a:lstStyle/>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US1：在详情页查找相似件  </a:t>
            </a:r>
            <a:endPar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US2</a:t>
            </a: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：查看成本与库存  </a:t>
            </a:r>
            <a:endPar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矩形 36"/>
          <p:cNvSpPr/>
          <p:nvPr/>
        </p:nvSpPr>
        <p:spPr>
          <a:xfrm>
            <a:off x="8272780" y="1871345"/>
            <a:ext cx="3587750" cy="1153160"/>
          </a:xfrm>
          <a:prstGeom prst="rect">
            <a:avLst/>
          </a:prstGeom>
          <a:noFill/>
        </p:spPr>
        <p:txBody>
          <a:bodyPr wrap="square" lIns="0" tIns="0" rIns="0" rtlCol="0">
            <a:spAutoFit/>
          </a:bodyPr>
          <a:lstStyle/>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US1</a:t>
            </a: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：一键启动自动分类  </a:t>
            </a:r>
            <a:endPar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US2：批量修正分类结果  </a:t>
            </a:r>
            <a:endPar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342900" marR="0" lvl="0" indent="-342900" algn="l" defTabSz="914400" rtl="0" eaLnBrk="1" fontAlgn="auto" latinLnBrk="0" hangingPunct="1">
              <a:lnSpc>
                <a:spcPct val="12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US3：设置定时自动分类任务  </a:t>
            </a:r>
            <a:endParaRPr kumimoji="0" lang="en-US" altLang="zh-CN" sz="2000" b="0" i="0" u="none" strike="noStrike" kern="1200" cap="none" spc="0" normalizeH="0" baseline="0" noProof="0" dirty="0">
              <a:ln>
                <a:noFill/>
              </a:ln>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62500" y="2044065"/>
            <a:ext cx="7543800" cy="2031365"/>
          </a:xfrm>
          <a:prstGeom prst="rect">
            <a:avLst/>
          </a:prstGeom>
          <a:noFill/>
        </p:spPr>
        <p:txBody>
          <a:bodyPr wrap="none" lIns="0" tIns="0" rIns="0" bIns="0" rtlCol="0" anchor="t">
            <a:spAutoFit/>
          </a:bodyPr>
          <a:lstStyle/>
          <a:p>
            <a:pPr algn="ctr"/>
            <a:r>
              <a:rPr kumimoji="1" lang="en-US" altLang="zh-CN" sz="66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第一次迭代</a:t>
            </a:r>
            <a:r>
              <a:rPr kumimoji="1" lang="zh-CN" altLang="en-US" sz="66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用户故事</a:t>
            </a:r>
            <a:endParaRPr kumimoji="1" lang="zh-CN" altLang="en-US" sz="66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ctr"/>
            <a:endParaRPr kumimoji="1" lang="zh-CN" altLang="en-US" sz="66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1683897"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632287"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1108607" y="2498559"/>
            <a:ext cx="1519327"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TWO</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kumimoji="1"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第一次迭代</a:t>
            </a:r>
            <a:r>
              <a:rPr kumimoji="1"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用户故事</a:t>
            </a:r>
            <a:endParaRPr lang="zh-CN" altLang="en-US"/>
          </a:p>
        </p:txBody>
      </p:sp>
      <p:sp>
        <p:nvSpPr>
          <p:cNvPr id="6" name="矩形 5"/>
          <p:cNvSpPr/>
          <p:nvPr>
            <p:custDataLst>
              <p:tags r:id="rId1"/>
            </p:custDataLst>
          </p:nvPr>
        </p:nvSpPr>
        <p:spPr>
          <a:xfrm>
            <a:off x="9781540" y="5657850"/>
            <a:ext cx="1822450" cy="144589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85000"/>
                    <a:lumOff val="15000"/>
                  </a:schemeClr>
                </a:solidFill>
                <a:latin typeface="+mn-ea"/>
                <a:cs typeface="+mn-ea"/>
              </a:rPr>
              <a:t>查看模型性能指标</a:t>
            </a:r>
            <a:endParaRPr lang="zh-CN" altLang="en-US" sz="1400">
              <a:solidFill>
                <a:schemeClr val="tx1">
                  <a:lumMod val="85000"/>
                  <a:lumOff val="15000"/>
                </a:schemeClr>
              </a:solidFill>
              <a:latin typeface="+mn-ea"/>
              <a:cs typeface="+mn-ea"/>
            </a:endParaRPr>
          </a:p>
        </p:txBody>
      </p:sp>
      <p:sp>
        <p:nvSpPr>
          <p:cNvPr id="22" name="椭圆 21"/>
          <p:cNvSpPr/>
          <p:nvPr>
            <p:custDataLst>
              <p:tags r:id="rId2"/>
            </p:custDataLst>
          </p:nvPr>
        </p:nvSpPr>
        <p:spPr>
          <a:xfrm>
            <a:off x="9793288" y="3279140"/>
            <a:ext cx="1830705" cy="1830705"/>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23" name="椭圆 22"/>
          <p:cNvSpPr/>
          <p:nvPr>
            <p:custDataLst>
              <p:tags r:id="rId3"/>
            </p:custDataLst>
          </p:nvPr>
        </p:nvSpPr>
        <p:spPr>
          <a:xfrm>
            <a:off x="9887585" y="3373755"/>
            <a:ext cx="1642110" cy="1642110"/>
          </a:xfrm>
          <a:prstGeom prst="ellipse">
            <a:avLst/>
          </a:prstGeom>
          <a:solidFill>
            <a:schemeClr val="accent1"/>
          </a:solidFill>
          <a:ln>
            <a:noFill/>
          </a:ln>
          <a:effectLst>
            <a:innerShdw blurRad="152400">
              <a:schemeClr val="accent1">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36525" tIns="565150" rIns="136525" bIns="0" numCol="1" spcCol="0" rtlCol="0" fromWordArt="0" anchor="t" anchorCtr="0" forceAA="0" compatLnSpc="1">
            <a:noAutofit/>
          </a:bodyPr>
          <a:lstStyle/>
          <a:p>
            <a:pPr lvl="0" algn="ctr">
              <a:buClrTx/>
              <a:buSzTx/>
              <a:buFontTx/>
            </a:pPr>
            <a:r>
              <a:rPr lang="zh-CN" altLang="en-US" sz="1600" b="1">
                <a:solidFill>
                  <a:srgbClr val="FFFFFF"/>
                </a:solidFill>
                <a:latin typeface="+mn-ea"/>
                <a:cs typeface="+mj-ea"/>
                <a:sym typeface="+mn-ea"/>
              </a:rPr>
              <a:t>系统管理员</a:t>
            </a:r>
            <a:r>
              <a:rPr lang="en-US" altLang="zh-CN" sz="1600" b="1">
                <a:solidFill>
                  <a:srgbClr val="FFFFFF"/>
                </a:solidFill>
                <a:latin typeface="+mn-ea"/>
                <a:cs typeface="+mj-ea"/>
                <a:sym typeface="+mn-ea"/>
              </a:rPr>
              <a:t> - US1</a:t>
            </a:r>
            <a:endParaRPr lang="en-US" altLang="zh-CN" sz="1600" b="1">
              <a:solidFill>
                <a:srgbClr val="FFFFFF"/>
              </a:solidFill>
              <a:latin typeface="+mn-ea"/>
              <a:cs typeface="+mj-ea"/>
              <a:sym typeface="+mn-ea"/>
            </a:endParaRPr>
          </a:p>
        </p:txBody>
      </p:sp>
      <p:sp>
        <p:nvSpPr>
          <p:cNvPr id="30" name="椭圆 29"/>
          <p:cNvSpPr/>
          <p:nvPr>
            <p:custDataLst>
              <p:tags r:id="rId4"/>
            </p:custDataLst>
          </p:nvPr>
        </p:nvSpPr>
        <p:spPr>
          <a:xfrm>
            <a:off x="9972993" y="3458845"/>
            <a:ext cx="1471295" cy="1471295"/>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pitchFamily="34" charset="-122"/>
              <a:sym typeface="+mn-ea"/>
            </a:endParaRPr>
          </a:p>
        </p:txBody>
      </p:sp>
      <p:sp>
        <p:nvSpPr>
          <p:cNvPr id="31" name="弧形 30"/>
          <p:cNvSpPr/>
          <p:nvPr>
            <p:custDataLst>
              <p:tags r:id="rId5"/>
            </p:custDataLst>
          </p:nvPr>
        </p:nvSpPr>
        <p:spPr>
          <a:xfrm flipV="1">
            <a:off x="9544685" y="3033395"/>
            <a:ext cx="2327910" cy="2327910"/>
          </a:xfrm>
          <a:prstGeom prst="arc">
            <a:avLst>
              <a:gd name="adj1" fmla="val 1352946"/>
              <a:gd name="adj2" fmla="val 10848491"/>
            </a:avLst>
          </a:prstGeom>
          <a:ln w="44450" cap="rnd">
            <a:solidFill>
              <a:schemeClr val="accent1">
                <a:alpha val="50000"/>
              </a:schemeClr>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pic>
        <p:nvPicPr>
          <p:cNvPr id="37" name="图片 15" descr="343439383331313b343532303033313bd3a6d3c3c9ccb3c7"/>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tretch>
            <a:fillRect/>
          </a:stretch>
        </p:blipFill>
        <p:spPr>
          <a:xfrm>
            <a:off x="10561638" y="3774440"/>
            <a:ext cx="288000" cy="288000"/>
          </a:xfrm>
          <a:prstGeom prst="rect">
            <a:avLst/>
          </a:prstGeom>
        </p:spPr>
      </p:pic>
      <p:sp>
        <p:nvSpPr>
          <p:cNvPr id="3" name="矩形 2"/>
          <p:cNvSpPr/>
          <p:nvPr>
            <p:custDataLst>
              <p:tags r:id="rId9"/>
            </p:custDataLst>
          </p:nvPr>
        </p:nvSpPr>
        <p:spPr>
          <a:xfrm>
            <a:off x="572135" y="5657850"/>
            <a:ext cx="1822450" cy="144589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zh-CN" altLang="en-US" sz="1400">
                <a:solidFill>
                  <a:schemeClr val="tx1">
                    <a:lumMod val="85000"/>
                    <a:lumOff val="15000"/>
                  </a:schemeClr>
                </a:solidFill>
                <a:latin typeface="+mn-ea"/>
                <a:cs typeface="+mn-ea"/>
              </a:rPr>
              <a:t>上传新模型并查找相似件</a:t>
            </a:r>
            <a:r>
              <a:rPr lang="en-US" altLang="zh-CN" sz="1400">
                <a:solidFill>
                  <a:schemeClr val="tx1">
                    <a:lumMod val="85000"/>
                    <a:lumOff val="15000"/>
                  </a:schemeClr>
                </a:solidFill>
                <a:latin typeface="+mn-ea"/>
                <a:cs typeface="+mn-ea"/>
              </a:rPr>
              <a:t>  </a:t>
            </a:r>
            <a:endParaRPr lang="en-US" altLang="zh-CN" sz="1400">
              <a:solidFill>
                <a:schemeClr val="tx1">
                  <a:lumMod val="85000"/>
                  <a:lumOff val="15000"/>
                </a:schemeClr>
              </a:solidFill>
              <a:latin typeface="+mn-ea"/>
              <a:cs typeface="+mn-ea"/>
            </a:endParaRPr>
          </a:p>
        </p:txBody>
      </p:sp>
      <p:sp>
        <p:nvSpPr>
          <p:cNvPr id="4" name="椭圆 3"/>
          <p:cNvSpPr/>
          <p:nvPr>
            <p:custDataLst>
              <p:tags r:id="rId10"/>
            </p:custDataLst>
          </p:nvPr>
        </p:nvSpPr>
        <p:spPr>
          <a:xfrm>
            <a:off x="583883" y="3279140"/>
            <a:ext cx="1830705" cy="1830705"/>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5" name="椭圆 4"/>
          <p:cNvSpPr/>
          <p:nvPr>
            <p:custDataLst>
              <p:tags r:id="rId11"/>
            </p:custDataLst>
          </p:nvPr>
        </p:nvSpPr>
        <p:spPr>
          <a:xfrm>
            <a:off x="678180" y="3373755"/>
            <a:ext cx="1642110" cy="1642110"/>
          </a:xfrm>
          <a:prstGeom prst="ellipse">
            <a:avLst/>
          </a:prstGeom>
          <a:solidFill>
            <a:schemeClr val="accent1"/>
          </a:solidFill>
          <a:ln>
            <a:noFill/>
          </a:ln>
          <a:effectLst>
            <a:innerShdw blurRad="152400">
              <a:schemeClr val="accent1">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36525" tIns="565150" rIns="136525" bIns="0" numCol="1" spcCol="0" rtlCol="0" fromWordArt="0" anchor="t" anchorCtr="0" forceAA="0" compatLnSpc="1">
            <a:noAutofit/>
          </a:bodyPr>
          <a:lstStyle/>
          <a:p>
            <a:pPr lvl="0" algn="ctr">
              <a:buClrTx/>
              <a:buSzTx/>
              <a:buFontTx/>
            </a:pPr>
            <a:r>
              <a:rPr lang="zh-CN" altLang="en-US" sz="1600" b="1">
                <a:solidFill>
                  <a:srgbClr val="FFFFFF"/>
                </a:solidFill>
                <a:latin typeface="+mn-ea"/>
                <a:cs typeface="+mj-ea"/>
                <a:sym typeface="+mn-ea"/>
              </a:rPr>
              <a:t>设计工程师</a:t>
            </a:r>
            <a:r>
              <a:rPr lang="en-US" altLang="zh-CN" sz="1600" b="1">
                <a:solidFill>
                  <a:srgbClr val="FFFFFF"/>
                </a:solidFill>
                <a:latin typeface="+mn-ea"/>
                <a:cs typeface="+mj-ea"/>
                <a:sym typeface="+mn-ea"/>
              </a:rPr>
              <a:t> - </a:t>
            </a:r>
            <a:r>
              <a:rPr lang="en-US" altLang="zh-CN" sz="1600" b="1">
                <a:solidFill>
                  <a:srgbClr val="FFFFFF"/>
                </a:solidFill>
                <a:latin typeface="+mn-ea"/>
                <a:cs typeface="+mj-ea"/>
                <a:sym typeface="+mn-ea"/>
              </a:rPr>
              <a:t>US1</a:t>
            </a:r>
            <a:endParaRPr lang="en-US" altLang="zh-CN" sz="1600" b="1">
              <a:solidFill>
                <a:srgbClr val="FFFFFF"/>
              </a:solidFill>
              <a:latin typeface="+mn-ea"/>
              <a:cs typeface="+mj-ea"/>
              <a:sym typeface="+mn-ea"/>
            </a:endParaRPr>
          </a:p>
        </p:txBody>
      </p:sp>
      <p:sp>
        <p:nvSpPr>
          <p:cNvPr id="7" name="椭圆 6"/>
          <p:cNvSpPr/>
          <p:nvPr>
            <p:custDataLst>
              <p:tags r:id="rId12"/>
            </p:custDataLst>
          </p:nvPr>
        </p:nvSpPr>
        <p:spPr>
          <a:xfrm>
            <a:off x="763588" y="3458845"/>
            <a:ext cx="1471295" cy="1471295"/>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pitchFamily="34" charset="-122"/>
              <a:sym typeface="+mn-ea"/>
            </a:endParaRPr>
          </a:p>
        </p:txBody>
      </p:sp>
      <p:sp>
        <p:nvSpPr>
          <p:cNvPr id="8" name="弧形 7"/>
          <p:cNvSpPr/>
          <p:nvPr>
            <p:custDataLst>
              <p:tags r:id="rId13"/>
            </p:custDataLst>
          </p:nvPr>
        </p:nvSpPr>
        <p:spPr>
          <a:xfrm flipV="1">
            <a:off x="335280" y="3033395"/>
            <a:ext cx="2327910" cy="2327910"/>
          </a:xfrm>
          <a:prstGeom prst="arc">
            <a:avLst>
              <a:gd name="adj1" fmla="val 1352946"/>
              <a:gd name="adj2" fmla="val 10848491"/>
            </a:avLst>
          </a:prstGeom>
          <a:ln w="44450" cap="rnd">
            <a:solidFill>
              <a:schemeClr val="accent1">
                <a:alpha val="50000"/>
              </a:schemeClr>
            </a:solidFill>
            <a:head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pic>
        <p:nvPicPr>
          <p:cNvPr id="9" name="图片 15" descr="343439383331313b343532303033313bd3a6d3c3c9ccb3c7"/>
          <p:cNvPicPr>
            <a:picLocks noChangeAspect="1"/>
          </p:cNvPicPr>
          <p:nvPr>
            <p:custDataLst>
              <p:tags r:id="rId14"/>
            </p:custDataLst>
          </p:nvPr>
        </p:nvPicPr>
        <p:blipFill>
          <a:blip r:embed="rId7">
            <a:extLst>
              <a:ext uri="{96DAC541-7B7A-43D3-8B79-37D633B846F1}">
                <asvg:svgBlip xmlns:asvg="http://schemas.microsoft.com/office/drawing/2016/SVG/main" r:embed="rId8"/>
              </a:ext>
            </a:extLst>
          </a:blip>
          <a:stretch>
            <a:fillRect/>
          </a:stretch>
        </p:blipFill>
        <p:spPr>
          <a:xfrm>
            <a:off x="1352233" y="3774440"/>
            <a:ext cx="288000" cy="288000"/>
          </a:xfrm>
          <a:prstGeom prst="rect">
            <a:avLst/>
          </a:prstGeom>
        </p:spPr>
      </p:pic>
      <p:sp>
        <p:nvSpPr>
          <p:cNvPr id="10" name="矩形 9"/>
          <p:cNvSpPr/>
          <p:nvPr>
            <p:custDataLst>
              <p:tags r:id="rId15"/>
            </p:custDataLst>
          </p:nvPr>
        </p:nvSpPr>
        <p:spPr>
          <a:xfrm>
            <a:off x="7343775" y="5657850"/>
            <a:ext cx="1842770" cy="1445895"/>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400" kern="0" dirty="0">
                <a:ln>
                  <a:noFill/>
                  <a:prstDash val="sysDot"/>
                </a:ln>
                <a:solidFill>
                  <a:schemeClr val="tx1">
                    <a:lumMod val="85000"/>
                    <a:lumOff val="15000"/>
                  </a:schemeClr>
                </a:solidFill>
                <a:latin typeface="+mn-ea"/>
                <a:cs typeface="+mn-ea"/>
                <a:sym typeface="+mn-ea"/>
              </a:rPr>
              <a:t>一键启动自动分类</a:t>
            </a:r>
            <a:endParaRPr lang="zh-CN" altLang="en-US" sz="1400" kern="0" dirty="0">
              <a:ln>
                <a:noFill/>
                <a:prstDash val="sysDot"/>
              </a:ln>
              <a:solidFill>
                <a:schemeClr val="tx1">
                  <a:lumMod val="85000"/>
                  <a:lumOff val="15000"/>
                </a:schemeClr>
              </a:solidFill>
              <a:latin typeface="+mn-ea"/>
              <a:cs typeface="+mn-ea"/>
              <a:sym typeface="+mn-ea"/>
            </a:endParaRPr>
          </a:p>
        </p:txBody>
      </p:sp>
      <p:sp>
        <p:nvSpPr>
          <p:cNvPr id="32" name="椭圆 31"/>
          <p:cNvSpPr/>
          <p:nvPr>
            <p:custDataLst>
              <p:tags r:id="rId16"/>
            </p:custDataLst>
          </p:nvPr>
        </p:nvSpPr>
        <p:spPr>
          <a:xfrm>
            <a:off x="7354888" y="3279140"/>
            <a:ext cx="1830705" cy="1830705"/>
          </a:xfrm>
          <a:prstGeom prst="ellipse">
            <a:avLst/>
          </a:pr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latin typeface="+mn-ea"/>
            </a:endParaRPr>
          </a:p>
        </p:txBody>
      </p:sp>
      <p:sp>
        <p:nvSpPr>
          <p:cNvPr id="33" name="椭圆 32"/>
          <p:cNvSpPr/>
          <p:nvPr>
            <p:custDataLst>
              <p:tags r:id="rId17"/>
            </p:custDataLst>
          </p:nvPr>
        </p:nvSpPr>
        <p:spPr>
          <a:xfrm>
            <a:off x="7449185" y="3373755"/>
            <a:ext cx="1642110" cy="1642110"/>
          </a:xfrm>
          <a:prstGeom prst="ellipse">
            <a:avLst/>
          </a:prstGeom>
          <a:solidFill>
            <a:schemeClr val="accent2"/>
          </a:solidFill>
          <a:ln>
            <a:noFill/>
          </a:ln>
          <a:effectLst>
            <a:innerShdw blurRad="152400">
              <a:schemeClr val="accent2">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36525" tIns="565150" rIns="136525" bIns="0" numCol="1" spcCol="0" rtlCol="0" fromWordArt="0" anchor="t" anchorCtr="0" forceAA="0" compatLnSpc="1">
            <a:noAutofit/>
          </a:bodyPr>
          <a:p>
            <a:pPr lvl="0" algn="ctr">
              <a:buClrTx/>
              <a:buSzTx/>
              <a:buFontTx/>
            </a:pPr>
            <a:r>
              <a:rPr lang="zh-CN" altLang="en-US" sz="1600" b="1">
                <a:solidFill>
                  <a:srgbClr val="FFFFFF"/>
                </a:solidFill>
                <a:latin typeface="+mn-ea"/>
                <a:cs typeface="+mj-ea"/>
                <a:sym typeface="+mn-ea"/>
              </a:rPr>
              <a:t>零件库管理员</a:t>
            </a:r>
            <a:r>
              <a:rPr lang="en-US" altLang="zh-CN" sz="1600" b="1">
                <a:solidFill>
                  <a:srgbClr val="FFFFFF"/>
                </a:solidFill>
                <a:latin typeface="+mn-ea"/>
                <a:cs typeface="+mj-ea"/>
                <a:sym typeface="+mn-ea"/>
              </a:rPr>
              <a:t> - US1</a:t>
            </a:r>
            <a:endParaRPr lang="en-US" altLang="zh-CN" sz="1600" b="1">
              <a:solidFill>
                <a:srgbClr val="FFFFFF"/>
              </a:solidFill>
              <a:latin typeface="+mn-ea"/>
              <a:cs typeface="+mj-ea"/>
              <a:sym typeface="+mn-ea"/>
            </a:endParaRPr>
          </a:p>
        </p:txBody>
      </p:sp>
      <p:sp>
        <p:nvSpPr>
          <p:cNvPr id="34" name="椭圆 33"/>
          <p:cNvSpPr/>
          <p:nvPr>
            <p:custDataLst>
              <p:tags r:id="rId18"/>
            </p:custDataLst>
          </p:nvPr>
        </p:nvSpPr>
        <p:spPr>
          <a:xfrm>
            <a:off x="7534593" y="3458845"/>
            <a:ext cx="1471295" cy="1471295"/>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2">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sz="1600" b="1">
              <a:latin typeface="+mn-ea"/>
              <a:cs typeface="微软雅黑" panose="020B0503020204020204" pitchFamily="34" charset="-122"/>
              <a:sym typeface="+mn-ea"/>
            </a:endParaRPr>
          </a:p>
        </p:txBody>
      </p:sp>
      <p:sp>
        <p:nvSpPr>
          <p:cNvPr id="35" name="弧形 34"/>
          <p:cNvSpPr/>
          <p:nvPr>
            <p:custDataLst>
              <p:tags r:id="rId19"/>
            </p:custDataLst>
          </p:nvPr>
        </p:nvSpPr>
        <p:spPr>
          <a:xfrm flipV="1">
            <a:off x="7106285" y="3033395"/>
            <a:ext cx="2327910" cy="2327910"/>
          </a:xfrm>
          <a:prstGeom prst="arc">
            <a:avLst>
              <a:gd name="adj1" fmla="val 10822527"/>
              <a:gd name="adj2" fmla="val 20157622"/>
            </a:avLst>
          </a:prstGeom>
          <a:ln w="44450" cap="rnd">
            <a:solidFill>
              <a:schemeClr val="accent2">
                <a:alpha val="50000"/>
              </a:schemeClr>
            </a:solidFill>
            <a:headEnd type="none"/>
            <a:tail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p>
            <a:pPr algn="ctr"/>
            <a:endParaRPr lang="zh-CN" altLang="en-US">
              <a:latin typeface="+mn-ea"/>
            </a:endParaRPr>
          </a:p>
        </p:txBody>
      </p:sp>
      <p:pic>
        <p:nvPicPr>
          <p:cNvPr id="39" name="图片 19" descr="343435383038363b343532323339393bd6b4d0d0d5aad2aa"/>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8114665" y="3757295"/>
            <a:ext cx="288000" cy="288000"/>
          </a:xfrm>
          <a:prstGeom prst="rect">
            <a:avLst/>
          </a:prstGeom>
        </p:spPr>
      </p:pic>
      <p:sp>
        <p:nvSpPr>
          <p:cNvPr id="11" name="矩形 10"/>
          <p:cNvSpPr/>
          <p:nvPr>
            <p:custDataLst>
              <p:tags r:id="rId23"/>
            </p:custDataLst>
          </p:nvPr>
        </p:nvSpPr>
        <p:spPr>
          <a:xfrm>
            <a:off x="2874645" y="5657850"/>
            <a:ext cx="1842770" cy="1445895"/>
          </a:xfrm>
          <a:prstGeom prst="rect">
            <a:avLst/>
          </a:prstGeom>
          <a:noFill/>
        </p:spPr>
        <p:txBody>
          <a:bodyPr wrap="square" lIns="0" tIns="0" rIns="0" bIns="0" rtlCol="0" anchor="t" anchorCtr="0">
            <a:noAutofit/>
          </a:bodyPr>
          <a:lstStyle/>
          <a:p>
            <a:pPr algn="ctr">
              <a:lnSpc>
                <a:spcPct val="130000"/>
              </a:lnSpc>
              <a:spcBef>
                <a:spcPct val="0"/>
              </a:spcBef>
              <a:spcAft>
                <a:spcPct val="0"/>
              </a:spcAft>
            </a:pPr>
            <a:r>
              <a:rPr lang="en-US" altLang="zh-CN" sz="1400" kern="0" dirty="0">
                <a:ln>
                  <a:noFill/>
                  <a:prstDash val="sysDot"/>
                </a:ln>
                <a:solidFill>
                  <a:schemeClr val="tx1">
                    <a:lumMod val="85000"/>
                    <a:lumOff val="15000"/>
                  </a:schemeClr>
                </a:solidFill>
                <a:latin typeface="+mn-ea"/>
                <a:cs typeface="+mn-ea"/>
                <a:sym typeface="+mn-ea"/>
              </a:rPr>
              <a:t>3D</a:t>
            </a:r>
            <a:r>
              <a:rPr lang="zh-CN" altLang="en-US" sz="1400" kern="0" dirty="0">
                <a:ln>
                  <a:noFill/>
                  <a:prstDash val="sysDot"/>
                </a:ln>
                <a:solidFill>
                  <a:schemeClr val="tx1">
                    <a:lumMod val="85000"/>
                    <a:lumOff val="15000"/>
                  </a:schemeClr>
                </a:solidFill>
                <a:latin typeface="+mn-ea"/>
                <a:cs typeface="+mn-ea"/>
                <a:sym typeface="+mn-ea"/>
              </a:rPr>
              <a:t>预览推荐结果</a:t>
            </a:r>
            <a:r>
              <a:rPr lang="en-US" altLang="zh-CN" sz="1400" kern="0" dirty="0">
                <a:ln>
                  <a:noFill/>
                  <a:prstDash val="sysDot"/>
                </a:ln>
                <a:solidFill>
                  <a:schemeClr val="tx1">
                    <a:lumMod val="85000"/>
                    <a:lumOff val="15000"/>
                  </a:schemeClr>
                </a:solidFill>
                <a:latin typeface="+mn-ea"/>
                <a:cs typeface="+mn-ea"/>
                <a:sym typeface="+mn-ea"/>
              </a:rPr>
              <a:t>  </a:t>
            </a:r>
            <a:endParaRPr lang="en-US" altLang="zh-CN" sz="1400" kern="0" dirty="0">
              <a:ln>
                <a:noFill/>
                <a:prstDash val="sysDot"/>
              </a:ln>
              <a:solidFill>
                <a:schemeClr val="tx1">
                  <a:lumMod val="85000"/>
                  <a:lumOff val="15000"/>
                </a:schemeClr>
              </a:solidFill>
              <a:latin typeface="+mn-ea"/>
              <a:cs typeface="+mn-ea"/>
              <a:sym typeface="+mn-ea"/>
            </a:endParaRPr>
          </a:p>
        </p:txBody>
      </p:sp>
      <p:sp>
        <p:nvSpPr>
          <p:cNvPr id="12" name="椭圆 11"/>
          <p:cNvSpPr/>
          <p:nvPr>
            <p:custDataLst>
              <p:tags r:id="rId24"/>
            </p:custDataLst>
          </p:nvPr>
        </p:nvSpPr>
        <p:spPr>
          <a:xfrm>
            <a:off x="2885758" y="3279140"/>
            <a:ext cx="1830705" cy="1830705"/>
          </a:xfrm>
          <a:prstGeom prst="ellipse">
            <a:avLst/>
          </a:pr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latin typeface="+mn-ea"/>
            </a:endParaRPr>
          </a:p>
        </p:txBody>
      </p:sp>
      <p:sp>
        <p:nvSpPr>
          <p:cNvPr id="13" name="椭圆 12"/>
          <p:cNvSpPr/>
          <p:nvPr>
            <p:custDataLst>
              <p:tags r:id="rId25"/>
            </p:custDataLst>
          </p:nvPr>
        </p:nvSpPr>
        <p:spPr>
          <a:xfrm>
            <a:off x="2980055" y="3373755"/>
            <a:ext cx="1642110" cy="1642110"/>
          </a:xfrm>
          <a:prstGeom prst="ellipse">
            <a:avLst/>
          </a:prstGeom>
          <a:solidFill>
            <a:schemeClr val="accent2"/>
          </a:solidFill>
          <a:ln>
            <a:noFill/>
          </a:ln>
          <a:effectLst>
            <a:innerShdw blurRad="152400">
              <a:schemeClr val="accent2">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36525" tIns="565150" rIns="136525" bIns="0" numCol="1" spcCol="0" rtlCol="0" fromWordArt="0" anchor="t" anchorCtr="0" forceAA="0" compatLnSpc="1">
            <a:noAutofit/>
          </a:bodyPr>
          <a:lstStyle/>
          <a:p>
            <a:pPr lvl="0" algn="ctr">
              <a:buClrTx/>
              <a:buSzTx/>
              <a:buFontTx/>
            </a:pPr>
            <a:r>
              <a:rPr lang="zh-CN" altLang="en-US" sz="1600" b="1">
                <a:solidFill>
                  <a:srgbClr val="FFFFFF"/>
                </a:solidFill>
                <a:latin typeface="+mn-ea"/>
                <a:cs typeface="+mj-ea"/>
                <a:sym typeface="+mn-ea"/>
              </a:rPr>
              <a:t>设计工程师</a:t>
            </a:r>
            <a:r>
              <a:rPr lang="en-US" altLang="zh-CN" sz="1600" b="1">
                <a:solidFill>
                  <a:srgbClr val="FFFFFF"/>
                </a:solidFill>
                <a:latin typeface="+mn-ea"/>
                <a:cs typeface="+mj-ea"/>
                <a:sym typeface="+mn-ea"/>
              </a:rPr>
              <a:t> - US2</a:t>
            </a:r>
            <a:endParaRPr lang="en-US" altLang="zh-CN" sz="1600" b="1">
              <a:solidFill>
                <a:srgbClr val="FFFFFF"/>
              </a:solidFill>
              <a:latin typeface="+mn-ea"/>
              <a:cs typeface="+mj-ea"/>
              <a:sym typeface="+mn-ea"/>
            </a:endParaRPr>
          </a:p>
        </p:txBody>
      </p:sp>
      <p:sp>
        <p:nvSpPr>
          <p:cNvPr id="14" name="椭圆 13"/>
          <p:cNvSpPr/>
          <p:nvPr>
            <p:custDataLst>
              <p:tags r:id="rId26"/>
            </p:custDataLst>
          </p:nvPr>
        </p:nvSpPr>
        <p:spPr>
          <a:xfrm>
            <a:off x="3065463" y="3458845"/>
            <a:ext cx="1471295" cy="1471295"/>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2">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zh-CN" altLang="en-US" sz="1600" b="1">
              <a:latin typeface="+mn-ea"/>
              <a:cs typeface="微软雅黑" panose="020B0503020204020204" pitchFamily="34" charset="-122"/>
              <a:sym typeface="+mn-ea"/>
            </a:endParaRPr>
          </a:p>
        </p:txBody>
      </p:sp>
      <p:sp>
        <p:nvSpPr>
          <p:cNvPr id="15" name="弧形 14"/>
          <p:cNvSpPr/>
          <p:nvPr>
            <p:custDataLst>
              <p:tags r:id="rId27"/>
            </p:custDataLst>
          </p:nvPr>
        </p:nvSpPr>
        <p:spPr>
          <a:xfrm flipV="1">
            <a:off x="2637155" y="3033395"/>
            <a:ext cx="2327910" cy="2327910"/>
          </a:xfrm>
          <a:prstGeom prst="arc">
            <a:avLst>
              <a:gd name="adj1" fmla="val 10822527"/>
              <a:gd name="adj2" fmla="val 20157622"/>
            </a:avLst>
          </a:prstGeom>
          <a:ln w="44450" cap="rnd">
            <a:solidFill>
              <a:schemeClr val="accent2">
                <a:alpha val="50000"/>
              </a:schemeClr>
            </a:solidFill>
            <a:headEnd type="none"/>
            <a:tailEnd type="triangle"/>
          </a:ln>
          <a:effectLst/>
        </p:spPr>
        <p:style>
          <a:lnRef idx="1">
            <a:schemeClr val="accent1"/>
          </a:lnRef>
          <a:fillRef idx="0">
            <a:schemeClr val="accent1"/>
          </a:fillRef>
          <a:effectRef idx="0">
            <a:schemeClr val="accent1"/>
          </a:effectRef>
          <a:fontRef idx="minor">
            <a:schemeClr val="tx1"/>
          </a:fontRef>
        </p:style>
        <p:txBody>
          <a:bodyPr rtlCol="0" anchor="ctr">
            <a:normAutofit/>
          </a:bodyPr>
          <a:lstStyle/>
          <a:p>
            <a:pPr algn="ctr"/>
            <a:endParaRPr lang="zh-CN" altLang="en-US">
              <a:latin typeface="+mn-ea"/>
            </a:endParaRPr>
          </a:p>
        </p:txBody>
      </p:sp>
      <p:pic>
        <p:nvPicPr>
          <p:cNvPr id="16" name="图片 19" descr="343435383038363b343532323339393bd6b4d0d0d5aad2aa"/>
          <p:cNvPicPr>
            <a:picLocks noChangeAspect="1"/>
          </p:cNvPicPr>
          <p:nvPr>
            <p:custDataLst>
              <p:tags r:id="rId28"/>
            </p:custDataLst>
          </p:nvPr>
        </p:nvPicPr>
        <p:blipFill>
          <a:blip r:embed="rId21">
            <a:extLst>
              <a:ext uri="{96DAC541-7B7A-43D3-8B79-37D633B846F1}">
                <asvg:svgBlip xmlns:asvg="http://schemas.microsoft.com/office/drawing/2016/SVG/main" r:embed="rId22"/>
              </a:ext>
            </a:extLst>
          </a:blip>
          <a:stretch>
            <a:fillRect/>
          </a:stretch>
        </p:blipFill>
        <p:spPr>
          <a:xfrm>
            <a:off x="3645535" y="3757295"/>
            <a:ext cx="288000" cy="288000"/>
          </a:xfrm>
          <a:prstGeom prst="rect">
            <a:avLst/>
          </a:prstGeom>
        </p:spPr>
      </p:pic>
      <p:sp>
        <p:nvSpPr>
          <p:cNvPr id="17" name="矩形 16"/>
          <p:cNvSpPr/>
          <p:nvPr>
            <p:custDataLst>
              <p:tags r:id="rId29"/>
            </p:custDataLst>
          </p:nvPr>
        </p:nvSpPr>
        <p:spPr>
          <a:xfrm>
            <a:off x="5177155" y="5657850"/>
            <a:ext cx="1840230" cy="1445895"/>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400">
                <a:solidFill>
                  <a:schemeClr val="tx1">
                    <a:lumMod val="85000"/>
                    <a:lumOff val="15000"/>
                  </a:schemeClr>
                </a:solidFill>
                <a:latin typeface="+mn-ea"/>
                <a:cs typeface="+mn-ea"/>
              </a:rPr>
              <a:t>导出</a:t>
            </a:r>
            <a:r>
              <a:rPr lang="en-US" altLang="zh-CN" sz="1400">
                <a:solidFill>
                  <a:schemeClr val="tx1">
                    <a:lumMod val="85000"/>
                    <a:lumOff val="15000"/>
                  </a:schemeClr>
                </a:solidFill>
                <a:latin typeface="+mn-ea"/>
                <a:cs typeface="+mn-ea"/>
              </a:rPr>
              <a:t>Excel</a:t>
            </a:r>
            <a:r>
              <a:rPr lang="zh-CN" altLang="en-US" sz="1400">
                <a:solidFill>
                  <a:schemeClr val="tx1">
                    <a:lumMod val="85000"/>
                    <a:lumOff val="15000"/>
                  </a:schemeClr>
                </a:solidFill>
                <a:latin typeface="+mn-ea"/>
                <a:cs typeface="+mn-ea"/>
              </a:rPr>
              <a:t>清单</a:t>
            </a:r>
            <a:r>
              <a:rPr lang="en-US" altLang="zh-CN" sz="1400">
                <a:solidFill>
                  <a:schemeClr val="tx1">
                    <a:lumMod val="85000"/>
                    <a:lumOff val="15000"/>
                  </a:schemeClr>
                </a:solidFill>
                <a:latin typeface="+mn-ea"/>
                <a:cs typeface="+mn-ea"/>
              </a:rPr>
              <a:t>  </a:t>
            </a:r>
            <a:endParaRPr lang="en-US" altLang="zh-CN" sz="1400">
              <a:solidFill>
                <a:schemeClr val="tx1">
                  <a:lumMod val="85000"/>
                  <a:lumOff val="15000"/>
                </a:schemeClr>
              </a:solidFill>
              <a:latin typeface="+mn-ea"/>
              <a:cs typeface="+mn-ea"/>
            </a:endParaRPr>
          </a:p>
        </p:txBody>
      </p:sp>
      <p:sp>
        <p:nvSpPr>
          <p:cNvPr id="18" name="椭圆 17"/>
          <p:cNvSpPr/>
          <p:nvPr>
            <p:custDataLst>
              <p:tags r:id="rId30"/>
            </p:custDataLst>
          </p:nvPr>
        </p:nvSpPr>
        <p:spPr>
          <a:xfrm>
            <a:off x="5187633" y="3279140"/>
            <a:ext cx="1830705" cy="1830705"/>
          </a:xfrm>
          <a:prstGeom prst="ellipse">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latin typeface="+mn-ea"/>
            </a:endParaRPr>
          </a:p>
        </p:txBody>
      </p:sp>
      <p:sp>
        <p:nvSpPr>
          <p:cNvPr id="19" name="椭圆 18"/>
          <p:cNvSpPr/>
          <p:nvPr>
            <p:custDataLst>
              <p:tags r:id="rId31"/>
            </p:custDataLst>
          </p:nvPr>
        </p:nvSpPr>
        <p:spPr>
          <a:xfrm>
            <a:off x="5281930" y="3373755"/>
            <a:ext cx="1642110" cy="1642110"/>
          </a:xfrm>
          <a:prstGeom prst="ellipse">
            <a:avLst/>
          </a:prstGeom>
          <a:solidFill>
            <a:schemeClr val="accent3"/>
          </a:solidFill>
          <a:ln>
            <a:noFill/>
          </a:ln>
          <a:effectLst>
            <a:innerShdw blurRad="152400">
              <a:schemeClr val="accent3">
                <a:lumMod val="20000"/>
                <a:lumOff val="8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136525" tIns="565150" rIns="136525" bIns="0" numCol="1" spcCol="0" rtlCol="0" fromWordArt="0" anchor="t" anchorCtr="0" forceAA="0" compatLnSpc="1">
            <a:noAutofit/>
          </a:bodyPr>
          <a:p>
            <a:pPr lvl="0" algn="ctr">
              <a:buClrTx/>
              <a:buSzTx/>
              <a:buFontTx/>
            </a:pPr>
            <a:r>
              <a:rPr lang="zh-CN" altLang="en-US" sz="1600" b="1">
                <a:solidFill>
                  <a:srgbClr val="FFFFFF"/>
                </a:solidFill>
                <a:latin typeface="+mn-ea"/>
                <a:cs typeface="+mj-ea"/>
                <a:sym typeface="+mn-ea"/>
              </a:rPr>
              <a:t>设计工程师</a:t>
            </a:r>
            <a:r>
              <a:rPr lang="en-US" altLang="zh-CN" sz="1600" b="1">
                <a:solidFill>
                  <a:srgbClr val="FFFFFF"/>
                </a:solidFill>
                <a:latin typeface="+mn-ea"/>
                <a:cs typeface="+mj-ea"/>
                <a:sym typeface="+mn-ea"/>
              </a:rPr>
              <a:t> - US3</a:t>
            </a:r>
            <a:endParaRPr lang="en-US" altLang="zh-CN" sz="1600" b="1">
              <a:solidFill>
                <a:srgbClr val="FFFFFF"/>
              </a:solidFill>
              <a:latin typeface="+mn-ea"/>
              <a:cs typeface="+mj-ea"/>
              <a:sym typeface="+mn-ea"/>
            </a:endParaRPr>
          </a:p>
        </p:txBody>
      </p:sp>
      <p:sp>
        <p:nvSpPr>
          <p:cNvPr id="20" name="椭圆 19"/>
          <p:cNvSpPr/>
          <p:nvPr>
            <p:custDataLst>
              <p:tags r:id="rId32"/>
            </p:custDataLst>
          </p:nvPr>
        </p:nvSpPr>
        <p:spPr>
          <a:xfrm>
            <a:off x="5367338" y="3458845"/>
            <a:ext cx="1471295" cy="1471295"/>
          </a:xfrm>
          <a:prstGeom prst="ellipse">
            <a:avLst/>
          </a:prstGeom>
          <a:noFill/>
          <a:ln w="12700">
            <a:gradFill>
              <a:gsLst>
                <a:gs pos="0">
                  <a:srgbClr val="FFFFFF">
                    <a:alpha val="45000"/>
                  </a:srgbClr>
                </a:gs>
                <a:gs pos="100000">
                  <a:srgbClr val="FFFFFF">
                    <a:alpha val="45000"/>
                  </a:srgbClr>
                </a:gs>
                <a:gs pos="75000">
                  <a:srgbClr val="FFFFFF">
                    <a:alpha val="0"/>
                  </a:srgbClr>
                </a:gs>
                <a:gs pos="25000">
                  <a:srgbClr val="FFFFFF">
                    <a:alpha val="0"/>
                  </a:srgbClr>
                </a:gs>
              </a:gsLst>
              <a:lin ang="5400000" scaled="1"/>
            </a:gradFill>
          </a:ln>
          <a:effectLst>
            <a:outerShdw dist="12700" dir="5400000" algn="t" rotWithShape="0">
              <a:schemeClr val="accent3">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sz="1600" b="1">
              <a:latin typeface="+mn-ea"/>
              <a:cs typeface="微软雅黑" panose="020B0503020204020204" pitchFamily="34" charset="-122"/>
              <a:sym typeface="+mn-ea"/>
            </a:endParaRPr>
          </a:p>
        </p:txBody>
      </p:sp>
      <p:sp>
        <p:nvSpPr>
          <p:cNvPr id="21" name="弧形 20"/>
          <p:cNvSpPr/>
          <p:nvPr>
            <p:custDataLst>
              <p:tags r:id="rId33"/>
            </p:custDataLst>
          </p:nvPr>
        </p:nvSpPr>
        <p:spPr>
          <a:xfrm flipV="1">
            <a:off x="4939030" y="3033395"/>
            <a:ext cx="2327910" cy="2327910"/>
          </a:xfrm>
          <a:prstGeom prst="arc">
            <a:avLst>
              <a:gd name="adj1" fmla="val 1352946"/>
              <a:gd name="adj2" fmla="val 10848491"/>
            </a:avLst>
          </a:prstGeom>
          <a:ln w="44450" cap="rnd">
            <a:solidFill>
              <a:schemeClr val="accent3">
                <a:alpha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normAutofit/>
          </a:bodyPr>
          <a:p>
            <a:pPr algn="ctr"/>
            <a:endParaRPr lang="zh-CN" altLang="en-US">
              <a:latin typeface="+mn-ea"/>
            </a:endParaRPr>
          </a:p>
        </p:txBody>
      </p:sp>
      <p:pic>
        <p:nvPicPr>
          <p:cNvPr id="41" name="图片 11" descr="343439383331313b343532303032373bbfcdbba7b5b5b0b8"/>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5958367" y="3768251"/>
            <a:ext cx="288000" cy="288000"/>
          </a:xfrm>
          <a:prstGeom prst="rect">
            <a:avLst/>
          </a:prstGeom>
        </p:spPr>
      </p:pic>
      <p:sp>
        <p:nvSpPr>
          <p:cNvPr id="24" name="文本框 23"/>
          <p:cNvSpPr txBox="1"/>
          <p:nvPr/>
        </p:nvSpPr>
        <p:spPr>
          <a:xfrm>
            <a:off x="838200" y="1865630"/>
            <a:ext cx="10470515" cy="568325"/>
          </a:xfrm>
          <a:prstGeom prst="rect">
            <a:avLst/>
          </a:prstGeom>
          <a:noFill/>
        </p:spPr>
        <p:txBody>
          <a:bodyPr wrap="square" rtlCol="0">
            <a:noAutofit/>
          </a:bodyPr>
          <a:p>
            <a:r>
              <a:rPr lang="zh-CN" altLang="en-US" sz="2800"/>
              <a:t>目标：实现核心功能闭环（上传</a:t>
            </a:r>
            <a:r>
              <a:rPr lang="en-US" altLang="zh-CN" sz="2800"/>
              <a:t> </a:t>
            </a:r>
            <a:r>
              <a:rPr lang="en-US" altLang="en-US" sz="2800"/>
              <a:t>→</a:t>
            </a:r>
            <a:r>
              <a:rPr lang="en-US" altLang="zh-CN" sz="2800"/>
              <a:t> </a:t>
            </a:r>
            <a:r>
              <a:rPr lang="zh-CN" altLang="en-US" sz="2800"/>
              <a:t>检索</a:t>
            </a:r>
            <a:r>
              <a:rPr lang="en-US" altLang="zh-CN" sz="2800"/>
              <a:t> </a:t>
            </a:r>
            <a:r>
              <a:rPr lang="en-US" altLang="en-US" sz="2800"/>
              <a:t>→</a:t>
            </a:r>
            <a:r>
              <a:rPr lang="en-US" altLang="zh-CN" sz="2800"/>
              <a:t> </a:t>
            </a:r>
            <a:r>
              <a:rPr lang="zh-CN" altLang="en-US" sz="2800"/>
              <a:t>预览</a:t>
            </a:r>
            <a:r>
              <a:rPr lang="en-US" altLang="zh-CN" sz="2800"/>
              <a:t> </a:t>
            </a:r>
            <a:r>
              <a:rPr lang="en-US" altLang="en-US" sz="2800"/>
              <a:t>→</a:t>
            </a:r>
            <a:r>
              <a:rPr lang="en-US" altLang="zh-CN" sz="2800"/>
              <a:t> </a:t>
            </a:r>
            <a:r>
              <a:rPr lang="zh-CN" altLang="en-US" sz="2800"/>
              <a:t>导出）</a:t>
            </a:r>
            <a:endParaRPr lang="zh-CN" altLang="en-US" sz="2800"/>
          </a:p>
        </p:txBody>
      </p:sp>
    </p:spTree>
    <p:custDataLst>
      <p:tags r:id="rId3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54805" y="2044065"/>
            <a:ext cx="8229600" cy="1107440"/>
          </a:xfrm>
          <a:prstGeom prst="rect">
            <a:avLst/>
          </a:prstGeom>
          <a:noFill/>
        </p:spPr>
        <p:txBody>
          <a:bodyPr wrap="none" lIns="0" tIns="0" rIns="0" bIns="0" rtlCol="0" anchor="t">
            <a:spAutoFit/>
          </a:bodyPr>
          <a:lstStyle/>
          <a:p>
            <a:pPr algn="ctr"/>
            <a:r>
              <a:rPr lang="en-US" altLang="zh-CN"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第一次迭代</a:t>
            </a:r>
            <a:r>
              <a:rPr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任务分解</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1329567"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03</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277957"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754277" y="2498559"/>
            <a:ext cx="1811330"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THREE</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第一次迭代</a:t>
            </a: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任务分解</a:t>
            </a:r>
            <a:endParaRPr lang="zh-CN" altLang="en-US"/>
          </a:p>
        </p:txBody>
      </p:sp>
      <p:sp>
        <p:nvSpPr>
          <p:cNvPr id="3" name="单圆角矩形 2"/>
          <p:cNvSpPr/>
          <p:nvPr>
            <p:custDataLst>
              <p:tags r:id="rId2"/>
            </p:custDataLst>
          </p:nvPr>
        </p:nvSpPr>
        <p:spPr>
          <a:xfrm flipH="1">
            <a:off x="975905" y="3683224"/>
            <a:ext cx="2673034" cy="761421"/>
          </a:xfrm>
          <a:prstGeom prst="round1Rect">
            <a:avLst>
              <a:gd name="adj" fmla="val 50000"/>
            </a:avLst>
          </a:prstGeom>
          <a:gradFill>
            <a:gsLst>
              <a:gs pos="90000">
                <a:schemeClr val="accent1">
                  <a:lumMod val="60000"/>
                  <a:lumOff val="40000"/>
                </a:schemeClr>
              </a:gs>
              <a:gs pos="0">
                <a:schemeClr val="accent1">
                  <a:alpha val="100000"/>
                </a:schemeClr>
              </a:gs>
            </a:gsLst>
            <a:lin ang="2700000" scaled="0"/>
          </a:gradFill>
          <a:ln>
            <a:noFill/>
          </a:ln>
          <a:effectLst>
            <a:outerShdw blurRad="508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71755" rIns="252095" bIns="71755"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solidFill>
                  <a:srgbClr val="FFFFFF"/>
                </a:solidFill>
                <a:latin typeface="+mj-ea"/>
                <a:ea typeface="+mj-ea"/>
                <a:sym typeface="+mn-ea"/>
              </a:rPr>
              <a:t>后端任务</a:t>
            </a:r>
            <a:endParaRPr lang="zh-CN" altLang="en-US" sz="2000" b="1" dirty="0">
              <a:solidFill>
                <a:srgbClr val="FFFFFF"/>
              </a:solidFill>
              <a:latin typeface="+mj-ea"/>
              <a:ea typeface="+mj-ea"/>
              <a:sym typeface="+mn-ea"/>
            </a:endParaRPr>
          </a:p>
        </p:txBody>
      </p:sp>
      <p:sp>
        <p:nvSpPr>
          <p:cNvPr id="15" name="正文"/>
          <p:cNvSpPr txBox="1"/>
          <p:nvPr>
            <p:custDataLst>
              <p:tags r:id="rId3"/>
            </p:custDataLst>
          </p:nvPr>
        </p:nvSpPr>
        <p:spPr>
          <a:xfrm>
            <a:off x="1000125" y="1547495"/>
            <a:ext cx="3451225" cy="1764030"/>
          </a:xfrm>
          <a:prstGeom prst="rect">
            <a:avLst/>
          </a:prstGeom>
          <a:noFill/>
        </p:spPr>
        <p:txBody>
          <a:bodyPr wrap="square" lIns="0" tIns="0" rIns="0" bIns="0" rtlCol="0" anchor="b" anchorCtr="0">
            <a:normAutofit fontScale="25000"/>
          </a:bodyPr>
          <a:lstStyle/>
          <a:p>
            <a:pPr marL="171450" lvl="0" indent="-171450" algn="l">
              <a:lnSpc>
                <a:spcPct val="130000"/>
              </a:lnSpc>
              <a:buClrTx/>
              <a:buSzTx/>
              <a:buFont typeface="Arial" panose="020B0604020202020204" pitchFamily="34" charset="0"/>
              <a:buChar char="•"/>
            </a:pPr>
            <a:r>
              <a:rPr lang="zh-CN" altLang="en-US" sz="6400" spc="130" dirty="0">
                <a:ln>
                  <a:noFill/>
                  <a:prstDash val="sysDot"/>
                </a:ln>
                <a:solidFill>
                  <a:schemeClr val="tx1">
                    <a:lumMod val="85000"/>
                    <a:lumOff val="15000"/>
                  </a:schemeClr>
                </a:solidFill>
                <a:latin typeface="+mn-ea"/>
                <a:ea typeface="+mn-ea"/>
                <a:sym typeface="+mn-ea"/>
              </a:rPr>
              <a:t>实现</a:t>
            </a:r>
            <a:r>
              <a:rPr lang="en-US" altLang="zh-CN" sz="6400" spc="130" dirty="0">
                <a:ln>
                  <a:noFill/>
                  <a:prstDash val="sysDot"/>
                </a:ln>
                <a:solidFill>
                  <a:schemeClr val="tx1">
                    <a:lumMod val="85000"/>
                    <a:lumOff val="15000"/>
                  </a:schemeClr>
                </a:solidFill>
                <a:latin typeface="+mn-ea"/>
                <a:ea typeface="+mn-ea"/>
                <a:sym typeface="+mn-ea"/>
              </a:rPr>
              <a:t>CAD</a:t>
            </a:r>
            <a:r>
              <a:rPr lang="zh-CN" altLang="en-US" sz="6400" spc="130" dirty="0">
                <a:ln>
                  <a:noFill/>
                  <a:prstDash val="sysDot"/>
                </a:ln>
                <a:solidFill>
                  <a:schemeClr val="tx1">
                    <a:lumMod val="85000"/>
                    <a:lumOff val="15000"/>
                  </a:schemeClr>
                </a:solidFill>
                <a:latin typeface="+mn-ea"/>
                <a:ea typeface="+mn-ea"/>
                <a:sym typeface="+mn-ea"/>
              </a:rPr>
              <a:t>文件上传接口</a:t>
            </a:r>
            <a:r>
              <a:rPr lang="en-US" altLang="zh-CN" sz="6400" spc="130" dirty="0">
                <a:ln>
                  <a:noFill/>
                  <a:prstDash val="sysDot"/>
                </a:ln>
                <a:solidFill>
                  <a:schemeClr val="tx1">
                    <a:lumMod val="85000"/>
                    <a:lumOff val="15000"/>
                  </a:schemeClr>
                </a:solidFill>
                <a:latin typeface="+mn-ea"/>
                <a:ea typeface="+mn-ea"/>
                <a:sym typeface="+mn-ea"/>
              </a:rPr>
              <a:t>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zh-CN" altLang="en-US" sz="6400" spc="130" dirty="0">
                <a:ln>
                  <a:noFill/>
                  <a:prstDash val="sysDot"/>
                </a:ln>
                <a:solidFill>
                  <a:schemeClr val="tx1">
                    <a:lumMod val="85000"/>
                    <a:lumOff val="15000"/>
                  </a:schemeClr>
                </a:solidFill>
                <a:latin typeface="+mn-ea"/>
                <a:ea typeface="+mn-ea"/>
                <a:sym typeface="+mn-ea"/>
              </a:rPr>
              <a:t>构建零件数据库表结构</a:t>
            </a:r>
            <a:r>
              <a:rPr lang="en-US" altLang="zh-CN" sz="6400" spc="130" dirty="0">
                <a:ln>
                  <a:noFill/>
                  <a:prstDash val="sysDot"/>
                </a:ln>
                <a:solidFill>
                  <a:schemeClr val="tx1">
                    <a:lumMod val="85000"/>
                    <a:lumOff val="15000"/>
                  </a:schemeClr>
                </a:solidFill>
                <a:latin typeface="+mn-ea"/>
                <a:ea typeface="+mn-ea"/>
                <a:sym typeface="+mn-ea"/>
              </a:rPr>
              <a:t>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zh-CN" altLang="en-US" sz="6400" spc="130" dirty="0">
                <a:ln>
                  <a:noFill/>
                  <a:prstDash val="sysDot"/>
                </a:ln>
                <a:solidFill>
                  <a:schemeClr val="tx1">
                    <a:lumMod val="85000"/>
                    <a:lumOff val="15000"/>
                  </a:schemeClr>
                </a:solidFill>
                <a:latin typeface="+mn-ea"/>
                <a:ea typeface="+mn-ea"/>
                <a:sym typeface="+mn-ea"/>
              </a:rPr>
              <a:t>开发相似性检索</a:t>
            </a:r>
            <a:r>
              <a:rPr lang="en-US" altLang="zh-CN" sz="6400" spc="130" dirty="0">
                <a:ln>
                  <a:noFill/>
                  <a:prstDash val="sysDot"/>
                </a:ln>
                <a:solidFill>
                  <a:schemeClr val="tx1">
                    <a:lumMod val="85000"/>
                    <a:lumOff val="15000"/>
                  </a:schemeClr>
                </a:solidFill>
                <a:latin typeface="+mn-ea"/>
                <a:ea typeface="+mn-ea"/>
                <a:sym typeface="+mn-ea"/>
              </a:rPr>
              <a:t>API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zh-CN" altLang="en-US" sz="6400" spc="130" dirty="0">
                <a:ln>
                  <a:noFill/>
                  <a:prstDash val="sysDot"/>
                </a:ln>
                <a:solidFill>
                  <a:schemeClr val="tx1">
                    <a:lumMod val="85000"/>
                    <a:lumOff val="15000"/>
                  </a:schemeClr>
                </a:solidFill>
                <a:latin typeface="+mn-ea"/>
                <a:ea typeface="+mn-ea"/>
                <a:sym typeface="+mn-ea"/>
              </a:rPr>
              <a:t>开发自动分类任务</a:t>
            </a:r>
            <a:r>
              <a:rPr lang="en-US" altLang="zh-CN" sz="6400" spc="130" dirty="0">
                <a:ln>
                  <a:noFill/>
                  <a:prstDash val="sysDot"/>
                </a:ln>
                <a:solidFill>
                  <a:schemeClr val="tx1">
                    <a:lumMod val="85000"/>
                    <a:lumOff val="15000"/>
                  </a:schemeClr>
                </a:solidFill>
                <a:latin typeface="+mn-ea"/>
                <a:ea typeface="+mn-ea"/>
                <a:sym typeface="+mn-ea"/>
              </a:rPr>
              <a:t>API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zh-CN" altLang="en-US" sz="6400" spc="130" dirty="0">
                <a:ln>
                  <a:noFill/>
                  <a:prstDash val="sysDot"/>
                </a:ln>
                <a:solidFill>
                  <a:schemeClr val="tx1">
                    <a:lumMod val="85000"/>
                    <a:lumOff val="15000"/>
                  </a:schemeClr>
                </a:solidFill>
                <a:latin typeface="+mn-ea"/>
                <a:ea typeface="+mn-ea"/>
                <a:sym typeface="+mn-ea"/>
              </a:rPr>
              <a:t>开发模型性能查询接口</a:t>
            </a:r>
            <a:r>
              <a:rPr lang="en-US" altLang="zh-CN" sz="6400" spc="130" dirty="0">
                <a:ln>
                  <a:noFill/>
                  <a:prstDash val="sysDot"/>
                </a:ln>
                <a:solidFill>
                  <a:schemeClr val="tx1">
                    <a:lumMod val="85000"/>
                    <a:lumOff val="15000"/>
                  </a:schemeClr>
                </a:solidFill>
                <a:latin typeface="+mn-ea"/>
                <a:ea typeface="+mn-ea"/>
                <a:sym typeface="+mn-ea"/>
              </a:rPr>
              <a:t>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zh-CN" altLang="en-US" sz="6400" spc="130" dirty="0">
                <a:ln>
                  <a:noFill/>
                  <a:prstDash val="sysDot"/>
                </a:ln>
                <a:solidFill>
                  <a:schemeClr val="tx1">
                    <a:lumMod val="85000"/>
                    <a:lumOff val="15000"/>
                  </a:schemeClr>
                </a:solidFill>
                <a:latin typeface="+mn-ea"/>
                <a:ea typeface="+mn-ea"/>
                <a:sym typeface="+mn-ea"/>
              </a:rPr>
              <a:t>实现</a:t>
            </a:r>
            <a:r>
              <a:rPr lang="en-US" altLang="zh-CN" sz="6400" spc="130" dirty="0">
                <a:ln>
                  <a:noFill/>
                  <a:prstDash val="sysDot"/>
                </a:ln>
                <a:solidFill>
                  <a:schemeClr val="tx1">
                    <a:lumMod val="85000"/>
                    <a:lumOff val="15000"/>
                  </a:schemeClr>
                </a:solidFill>
                <a:latin typeface="+mn-ea"/>
                <a:ea typeface="+mn-ea"/>
                <a:sym typeface="+mn-ea"/>
              </a:rPr>
              <a:t>Excel</a:t>
            </a:r>
            <a:r>
              <a:rPr lang="zh-CN" altLang="en-US" sz="6400" spc="130" dirty="0">
                <a:ln>
                  <a:noFill/>
                  <a:prstDash val="sysDot"/>
                </a:ln>
                <a:solidFill>
                  <a:schemeClr val="tx1">
                    <a:lumMod val="85000"/>
                    <a:lumOff val="15000"/>
                  </a:schemeClr>
                </a:solidFill>
                <a:latin typeface="+mn-ea"/>
                <a:ea typeface="+mn-ea"/>
                <a:sym typeface="+mn-ea"/>
              </a:rPr>
              <a:t>导出接口</a:t>
            </a:r>
            <a:r>
              <a:rPr lang="en-US" altLang="zh-CN" sz="6400" spc="130" dirty="0">
                <a:ln>
                  <a:noFill/>
                  <a:prstDash val="sysDot"/>
                </a:ln>
                <a:solidFill>
                  <a:schemeClr val="tx1">
                    <a:lumMod val="85000"/>
                    <a:lumOff val="15000"/>
                  </a:schemeClr>
                </a:solidFill>
                <a:latin typeface="+mn-ea"/>
                <a:ea typeface="+mn-ea"/>
                <a:sym typeface="+mn-ea"/>
              </a:rPr>
              <a:t>  </a:t>
            </a:r>
            <a:endParaRPr lang="en-US" altLang="zh-CN" sz="6400" spc="130" dirty="0">
              <a:ln>
                <a:noFill/>
                <a:prstDash val="sysDot"/>
              </a:ln>
              <a:solidFill>
                <a:schemeClr val="tx1">
                  <a:lumMod val="85000"/>
                  <a:lumOff val="15000"/>
                </a:schemeClr>
              </a:solidFill>
              <a:latin typeface="+mn-ea"/>
              <a:ea typeface="+mn-ea"/>
              <a:sym typeface="+mn-ea"/>
            </a:endParaRPr>
          </a:p>
        </p:txBody>
      </p:sp>
      <p:sp>
        <p:nvSpPr>
          <p:cNvPr id="6" name="单圆角矩形 5"/>
          <p:cNvSpPr/>
          <p:nvPr>
            <p:custDataLst>
              <p:tags r:id="rId4"/>
            </p:custDataLst>
          </p:nvPr>
        </p:nvSpPr>
        <p:spPr>
          <a:xfrm flipH="1">
            <a:off x="3362135" y="3385998"/>
            <a:ext cx="2673034" cy="761421"/>
          </a:xfrm>
          <a:prstGeom prst="round1Rect">
            <a:avLst>
              <a:gd name="adj" fmla="val 50000"/>
            </a:avLst>
          </a:prstGeom>
          <a:gradFill>
            <a:gsLst>
              <a:gs pos="90000">
                <a:schemeClr val="accent2">
                  <a:lumMod val="60000"/>
                  <a:lumOff val="40000"/>
                </a:schemeClr>
              </a:gs>
              <a:gs pos="0">
                <a:schemeClr val="accent2"/>
              </a:gs>
            </a:gsLst>
            <a:lin ang="2700000" scaled="0"/>
          </a:gradFill>
          <a:ln>
            <a:noFill/>
          </a:ln>
          <a:effectLst>
            <a:outerShdw blurRad="50800" dist="38100" dir="2700000" algn="tl" rotWithShape="0">
              <a:schemeClr val="accent2">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71755" rIns="252095" bIns="71755"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2000" b="1" dirty="0">
                <a:solidFill>
                  <a:srgbClr val="FFFFFF"/>
                </a:solidFill>
                <a:latin typeface="+mj-ea"/>
                <a:ea typeface="+mj-ea"/>
                <a:sym typeface="+mn-ea"/>
              </a:rPr>
              <a:t>前端任务</a:t>
            </a:r>
            <a:endParaRPr lang="zh-CN" altLang="en-US" sz="2000" b="1" dirty="0">
              <a:solidFill>
                <a:srgbClr val="FFFFFF"/>
              </a:solidFill>
              <a:latin typeface="+mj-ea"/>
              <a:ea typeface="+mj-ea"/>
              <a:sym typeface="+mn-ea"/>
            </a:endParaRPr>
          </a:p>
        </p:txBody>
      </p:sp>
      <p:sp>
        <p:nvSpPr>
          <p:cNvPr id="24" name="正文"/>
          <p:cNvSpPr txBox="1"/>
          <p:nvPr>
            <p:custDataLst>
              <p:tags r:id="rId5"/>
            </p:custDataLst>
          </p:nvPr>
        </p:nvSpPr>
        <p:spPr>
          <a:xfrm>
            <a:off x="3659505" y="4749165"/>
            <a:ext cx="3714750" cy="1327785"/>
          </a:xfrm>
          <a:prstGeom prst="rect">
            <a:avLst/>
          </a:prstGeom>
          <a:noFill/>
        </p:spPr>
        <p:txBody>
          <a:bodyPr wrap="square" lIns="0" tIns="0" rIns="0" bIns="0" rtlCol="0" anchor="t" anchorCtr="0">
            <a:normAutofit fontScale="25000"/>
          </a:bodyPr>
          <a:lstStyle/>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开发上传页面与文件选择组件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开发搜索结果列表页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集成Three.js实现3D预览</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开发管理员面板</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实现“导出Excel”按钮与下载逻辑  </a:t>
            </a:r>
            <a:endParaRPr lang="en-US" altLang="zh-CN" sz="1600" spc="130" dirty="0">
              <a:ln>
                <a:noFill/>
                <a:prstDash val="sysDot"/>
              </a:ln>
              <a:solidFill>
                <a:schemeClr val="tx1">
                  <a:lumMod val="85000"/>
                  <a:lumOff val="15000"/>
                </a:schemeClr>
              </a:solidFill>
              <a:latin typeface="+mn-ea"/>
              <a:ea typeface="+mn-ea"/>
              <a:sym typeface="+mn-ea"/>
            </a:endParaRPr>
          </a:p>
        </p:txBody>
      </p:sp>
      <p:sp>
        <p:nvSpPr>
          <p:cNvPr id="25" name="单圆角矩形 24"/>
          <p:cNvSpPr/>
          <p:nvPr>
            <p:custDataLst>
              <p:tags r:id="rId6"/>
            </p:custDataLst>
          </p:nvPr>
        </p:nvSpPr>
        <p:spPr>
          <a:xfrm flipH="1">
            <a:off x="5739577" y="3087311"/>
            <a:ext cx="2673034" cy="761421"/>
          </a:xfrm>
          <a:prstGeom prst="round1Rect">
            <a:avLst>
              <a:gd name="adj" fmla="val 50000"/>
            </a:avLst>
          </a:prstGeom>
          <a:gradFill>
            <a:gsLst>
              <a:gs pos="90000">
                <a:schemeClr val="accent3">
                  <a:lumMod val="60000"/>
                  <a:lumOff val="40000"/>
                </a:schemeClr>
              </a:gs>
              <a:gs pos="0">
                <a:schemeClr val="accent3"/>
              </a:gs>
            </a:gsLst>
            <a:lin ang="2700000" scaled="0"/>
          </a:gradFill>
          <a:ln>
            <a:noFill/>
          </a:ln>
          <a:effectLst>
            <a:outerShdw blurRad="50800" dist="38100" dir="2700000" algn="tl" rotWithShape="0">
              <a:schemeClr val="accent3">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107950" rIns="252095" bIns="71755"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2000" b="1">
                <a:solidFill>
                  <a:srgbClr val="FFFFFF"/>
                </a:solidFill>
                <a:latin typeface="+mj-ea"/>
                <a:ea typeface="+mj-ea"/>
                <a:sym typeface="+mn-ea"/>
              </a:rPr>
              <a:t>机器学习任务</a:t>
            </a:r>
            <a:endParaRPr lang="zh-CN" altLang="en-US" sz="2000" b="1">
              <a:solidFill>
                <a:srgbClr val="FFFFFF"/>
              </a:solidFill>
              <a:latin typeface="+mj-ea"/>
              <a:ea typeface="+mj-ea"/>
              <a:sym typeface="+mn-ea"/>
            </a:endParaRPr>
          </a:p>
        </p:txBody>
      </p:sp>
      <p:sp>
        <p:nvSpPr>
          <p:cNvPr id="33" name="正文"/>
          <p:cNvSpPr txBox="1"/>
          <p:nvPr>
            <p:custDataLst>
              <p:tags r:id="rId7"/>
            </p:custDataLst>
          </p:nvPr>
        </p:nvSpPr>
        <p:spPr>
          <a:xfrm>
            <a:off x="5803265" y="1336040"/>
            <a:ext cx="2973070" cy="1339215"/>
          </a:xfrm>
          <a:prstGeom prst="rect">
            <a:avLst/>
          </a:prstGeom>
          <a:noFill/>
        </p:spPr>
        <p:txBody>
          <a:bodyPr wrap="square" lIns="0" tIns="0" rIns="0" bIns="0" rtlCol="0" anchor="b" anchorCtr="0">
            <a:normAutofit fontScale="25000"/>
          </a:bodyPr>
          <a:lstStyle/>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准备初始训练数据集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实现基础几何特征提取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训练/加载基础分类模型</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实现相似度计算逻辑 </a:t>
            </a:r>
            <a:r>
              <a:rPr lang="en-US" altLang="zh-CN" sz="1600" spc="130" dirty="0">
                <a:ln>
                  <a:noFill/>
                  <a:prstDash val="sysDot"/>
                </a:ln>
                <a:solidFill>
                  <a:schemeClr val="tx1">
                    <a:lumMod val="85000"/>
                    <a:lumOff val="15000"/>
                  </a:schemeClr>
                </a:solidFill>
                <a:latin typeface="+mn-ea"/>
                <a:ea typeface="+mn-ea"/>
                <a:sym typeface="+mn-ea"/>
              </a:rPr>
              <a:t> </a:t>
            </a:r>
            <a:endParaRPr lang="en-US" altLang="zh-CN" sz="1600" spc="130" dirty="0">
              <a:ln>
                <a:noFill/>
                <a:prstDash val="sysDot"/>
              </a:ln>
              <a:solidFill>
                <a:schemeClr val="tx1">
                  <a:lumMod val="85000"/>
                  <a:lumOff val="15000"/>
                </a:schemeClr>
              </a:solidFill>
              <a:latin typeface="+mn-ea"/>
              <a:ea typeface="+mn-ea"/>
              <a:sym typeface="+mn-ea"/>
            </a:endParaRPr>
          </a:p>
        </p:txBody>
      </p:sp>
      <p:sp>
        <p:nvSpPr>
          <p:cNvPr id="48" name="正文"/>
          <p:cNvSpPr txBox="1"/>
          <p:nvPr>
            <p:custDataLst>
              <p:tags r:id="rId8"/>
            </p:custDataLst>
          </p:nvPr>
        </p:nvSpPr>
        <p:spPr>
          <a:xfrm>
            <a:off x="8458200" y="4143375"/>
            <a:ext cx="2554605" cy="1327785"/>
          </a:xfrm>
          <a:prstGeom prst="rect">
            <a:avLst/>
          </a:prstGeom>
          <a:noFill/>
        </p:spPr>
        <p:txBody>
          <a:bodyPr wrap="square" lIns="0" tIns="0" rIns="0" bIns="0" rtlCol="0" anchor="t" anchorCtr="0">
            <a:normAutofit fontScale="25000"/>
          </a:bodyPr>
          <a:lstStyle/>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编写API单元测试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前后端联调  </a:t>
            </a:r>
            <a:endParaRPr lang="en-US" altLang="zh-CN" sz="6400" spc="130" dirty="0">
              <a:ln>
                <a:noFill/>
                <a:prstDash val="sysDot"/>
              </a:ln>
              <a:solidFill>
                <a:schemeClr val="tx1">
                  <a:lumMod val="85000"/>
                  <a:lumOff val="15000"/>
                </a:schemeClr>
              </a:solidFill>
              <a:latin typeface="+mn-ea"/>
              <a:ea typeface="+mn-ea"/>
              <a:sym typeface="+mn-ea"/>
            </a:endParaRPr>
          </a:p>
          <a:p>
            <a:pPr marL="171450" lvl="0" indent="-171450" algn="l">
              <a:lnSpc>
                <a:spcPct val="130000"/>
              </a:lnSpc>
              <a:buClrTx/>
              <a:buSzTx/>
              <a:buFont typeface="Arial" panose="020B0604020202020204" pitchFamily="34" charset="0"/>
              <a:buChar char="•"/>
            </a:pPr>
            <a:r>
              <a:rPr lang="en-US" altLang="zh-CN" sz="6400" spc="130" dirty="0">
                <a:ln>
                  <a:noFill/>
                  <a:prstDash val="sysDot"/>
                </a:ln>
                <a:solidFill>
                  <a:schemeClr val="tx1">
                    <a:lumMod val="85000"/>
                    <a:lumOff val="15000"/>
                  </a:schemeClr>
                </a:solidFill>
                <a:latin typeface="+mn-ea"/>
                <a:ea typeface="+mn-ea"/>
                <a:sym typeface="+mn-ea"/>
              </a:rPr>
              <a:t>按验收标准执行功能测试 </a:t>
            </a:r>
            <a:r>
              <a:rPr lang="en-US" altLang="zh-CN" sz="1600" spc="130" dirty="0">
                <a:ln>
                  <a:noFill/>
                  <a:prstDash val="sysDot"/>
                </a:ln>
                <a:solidFill>
                  <a:schemeClr val="tx1">
                    <a:lumMod val="85000"/>
                    <a:lumOff val="15000"/>
                  </a:schemeClr>
                </a:solidFill>
                <a:latin typeface="+mn-ea"/>
                <a:ea typeface="+mn-ea"/>
                <a:sym typeface="+mn-ea"/>
              </a:rPr>
              <a:t> </a:t>
            </a:r>
            <a:endParaRPr lang="en-US" altLang="zh-CN" sz="1600" spc="130" dirty="0">
              <a:ln>
                <a:noFill/>
                <a:prstDash val="sysDot"/>
              </a:ln>
              <a:solidFill>
                <a:schemeClr val="tx1">
                  <a:lumMod val="85000"/>
                  <a:lumOff val="15000"/>
                </a:schemeClr>
              </a:solidFill>
              <a:latin typeface="+mn-ea"/>
              <a:ea typeface="+mn-ea"/>
              <a:sym typeface="+mn-ea"/>
            </a:endParaRPr>
          </a:p>
        </p:txBody>
      </p:sp>
      <p:sp>
        <p:nvSpPr>
          <p:cNvPr id="59" name="直角三角形 58"/>
          <p:cNvSpPr/>
          <p:nvPr>
            <p:custDataLst>
              <p:tags r:id="rId9"/>
            </p:custDataLst>
          </p:nvPr>
        </p:nvSpPr>
        <p:spPr>
          <a:xfrm rot="10800000">
            <a:off x="3352594" y="4142002"/>
            <a:ext cx="295592" cy="295592"/>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直角三角形 33"/>
          <p:cNvSpPr/>
          <p:nvPr>
            <p:custDataLst>
              <p:tags r:id="rId10"/>
            </p:custDataLst>
          </p:nvPr>
        </p:nvSpPr>
        <p:spPr>
          <a:xfrm rot="10800000">
            <a:off x="5739577" y="3846410"/>
            <a:ext cx="295592" cy="295592"/>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直角三角形 34"/>
          <p:cNvSpPr/>
          <p:nvPr>
            <p:custDataLst>
              <p:tags r:id="rId11"/>
            </p:custDataLst>
          </p:nvPr>
        </p:nvSpPr>
        <p:spPr>
          <a:xfrm rot="10800000">
            <a:off x="8114148" y="3553139"/>
            <a:ext cx="295592" cy="295592"/>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35"/>
          <p:cNvSpPr/>
          <p:nvPr>
            <p:custDataLst>
              <p:tags r:id="rId12"/>
            </p:custDataLst>
          </p:nvPr>
        </p:nvSpPr>
        <p:spPr>
          <a:xfrm>
            <a:off x="8097520" y="2504638"/>
            <a:ext cx="3274980" cy="1339451"/>
          </a:xfrm>
          <a:custGeom>
            <a:avLst/>
            <a:gdLst/>
            <a:ahLst/>
            <a:cxnLst>
              <a:cxn ang="3">
                <a:pos x="hc" y="t"/>
              </a:cxn>
              <a:cxn ang="cd2">
                <a:pos x="l" y="vc"/>
              </a:cxn>
              <a:cxn ang="cd4">
                <a:pos x="hc" y="b"/>
              </a:cxn>
              <a:cxn ang="0">
                <a:pos x="r" y="vc"/>
              </a:cxn>
            </a:cxnLst>
            <a:rect l="l" t="t" r="r" b="b"/>
            <a:pathLst>
              <a:path w="3988" h="1731">
                <a:moveTo>
                  <a:pt x="3123" y="0"/>
                </a:moveTo>
                <a:lnTo>
                  <a:pt x="3988" y="866"/>
                </a:lnTo>
                <a:lnTo>
                  <a:pt x="3122" y="1731"/>
                </a:lnTo>
                <a:lnTo>
                  <a:pt x="3122" y="1358"/>
                </a:lnTo>
                <a:lnTo>
                  <a:pt x="0" y="1358"/>
                </a:lnTo>
                <a:lnTo>
                  <a:pt x="0" y="866"/>
                </a:lnTo>
                <a:cubicBezTo>
                  <a:pt x="0" y="594"/>
                  <a:pt x="220" y="374"/>
                  <a:pt x="492" y="374"/>
                </a:cubicBezTo>
                <a:lnTo>
                  <a:pt x="3123" y="374"/>
                </a:lnTo>
                <a:lnTo>
                  <a:pt x="3123" y="0"/>
                </a:lnTo>
                <a:close/>
              </a:path>
            </a:pathLst>
          </a:custGeom>
          <a:gradFill>
            <a:gsLst>
              <a:gs pos="25000">
                <a:schemeClr val="accent4">
                  <a:lumMod val="60000"/>
                  <a:lumOff val="40000"/>
                </a:schemeClr>
              </a:gs>
              <a:gs pos="90000">
                <a:schemeClr val="accent4"/>
              </a:gs>
            </a:gsLst>
            <a:lin ang="0" scaled="0"/>
          </a:gradFill>
          <a:ln>
            <a:noFill/>
          </a:ln>
          <a:effectLst>
            <a:outerShdw blurRad="50800" dist="38100" dir="2700000" algn="tl" rotWithShape="0">
              <a:schemeClr val="accent4">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71755" rIns="360045" bIns="71755"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2000" b="1" dirty="0">
                <a:solidFill>
                  <a:srgbClr val="FFFFFF"/>
                </a:solidFill>
                <a:latin typeface="+mj-ea"/>
                <a:ea typeface="+mj-ea"/>
                <a:sym typeface="+mn-ea"/>
              </a:rPr>
              <a:t>测试与集成任务</a:t>
            </a:r>
            <a:endParaRPr lang="zh-CN" altLang="en-US" sz="2000" b="1" dirty="0">
              <a:solidFill>
                <a:srgbClr val="FFFFFF"/>
              </a:solidFill>
              <a:latin typeface="+mj-ea"/>
              <a:ea typeface="+mj-ea"/>
              <a:sym typeface="+mn-ea"/>
            </a:endParaRPr>
          </a:p>
        </p:txBody>
      </p:sp>
    </p:spTree>
    <p:custDataLst>
      <p:tags r:id="rId1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154805" y="2044065"/>
            <a:ext cx="8229600" cy="1107440"/>
          </a:xfrm>
          <a:prstGeom prst="rect">
            <a:avLst/>
          </a:prstGeom>
          <a:noFill/>
        </p:spPr>
        <p:txBody>
          <a:bodyPr wrap="none" lIns="0" tIns="0" rIns="0" bIns="0" rtlCol="0" anchor="t">
            <a:spAutoFit/>
          </a:bodyPr>
          <a:lstStyle/>
          <a:p>
            <a:pPr algn="ctr"/>
            <a:r>
              <a:rPr lang="en-US" altLang="zh-CN"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第一次迭代</a:t>
            </a:r>
            <a:r>
              <a:rPr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任务分配</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1363857"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04</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312247"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788567" y="2498559"/>
            <a:ext cx="1657249"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FOUR</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948690" y="535305"/>
            <a:ext cx="10346055" cy="720090"/>
          </a:xfrm>
        </p:spPr>
        <p:txBody>
          <a:bodyPr>
            <a:normAutofit/>
          </a:bodyPr>
          <a:lstStyle/>
          <a:p>
            <a:r>
              <a:rPr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第一次迭代</a:t>
            </a: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任务分配</a:t>
            </a:r>
            <a:endParaRPr lang="zh-CN" altLang="en-US"/>
          </a:p>
        </p:txBody>
      </p:sp>
      <p:sp>
        <p:nvSpPr>
          <p:cNvPr id="27" name="任意多边形: 形状 26"/>
          <p:cNvSpPr/>
          <p:nvPr>
            <p:custDataLst>
              <p:tags r:id="rId2"/>
            </p:custDataLst>
          </p:nvPr>
        </p:nvSpPr>
        <p:spPr>
          <a:xfrm>
            <a:off x="11736343" y="5058507"/>
            <a:ext cx="455657" cy="911313"/>
          </a:xfrm>
          <a:custGeom>
            <a:avLst/>
            <a:gdLst>
              <a:gd name="connsiteX0" fmla="*/ 455657 w 455657"/>
              <a:gd name="connsiteY0" fmla="*/ 0 h 911313"/>
              <a:gd name="connsiteX1" fmla="*/ 455657 w 455657"/>
              <a:gd name="connsiteY1" fmla="*/ 911313 h 911313"/>
              <a:gd name="connsiteX2" fmla="*/ 124404 w 455657"/>
              <a:gd name="connsiteY2" fmla="*/ 580060 h 911313"/>
              <a:gd name="connsiteX3" fmla="*/ 112496 w 455657"/>
              <a:gd name="connsiteY3" fmla="*/ 580060 h 911313"/>
              <a:gd name="connsiteX4" fmla="*/ 112496 w 455657"/>
              <a:gd name="connsiteY4" fmla="*/ 568152 h 911313"/>
              <a:gd name="connsiteX5" fmla="*/ 0 w 455657"/>
              <a:gd name="connsiteY5" fmla="*/ 455657 h 91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5657" h="911313">
                <a:moveTo>
                  <a:pt x="455657" y="0"/>
                </a:moveTo>
                <a:lnTo>
                  <a:pt x="455657" y="911313"/>
                </a:lnTo>
                <a:lnTo>
                  <a:pt x="124404" y="580060"/>
                </a:lnTo>
                <a:lnTo>
                  <a:pt x="112496" y="580060"/>
                </a:lnTo>
                <a:lnTo>
                  <a:pt x="112496" y="568152"/>
                </a:lnTo>
                <a:lnTo>
                  <a:pt x="0" y="455657"/>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p:cNvSpPr/>
          <p:nvPr>
            <p:custDataLst>
              <p:tags r:id="rId3"/>
            </p:custDataLst>
          </p:nvPr>
        </p:nvSpPr>
        <p:spPr>
          <a:xfrm>
            <a:off x="-1220" y="975373"/>
            <a:ext cx="632407" cy="1258493"/>
          </a:xfrm>
          <a:custGeom>
            <a:avLst/>
            <a:gdLst>
              <a:gd name="connsiteX0" fmla="*/ 0 w 2359678"/>
              <a:gd name="connsiteY0" fmla="*/ 0 h 4719355"/>
              <a:gd name="connsiteX1" fmla="*/ 2359678 w 2359678"/>
              <a:gd name="connsiteY1" fmla="*/ 2359677 h 4719355"/>
              <a:gd name="connsiteX2" fmla="*/ 0 w 2359678"/>
              <a:gd name="connsiteY2" fmla="*/ 4719355 h 4719355"/>
            </a:gdLst>
            <a:ahLst/>
            <a:cxnLst>
              <a:cxn ang="0">
                <a:pos x="connsiteX0" y="connsiteY0"/>
              </a:cxn>
              <a:cxn ang="0">
                <a:pos x="connsiteX1" y="connsiteY1"/>
              </a:cxn>
              <a:cxn ang="0">
                <a:pos x="connsiteX2" y="connsiteY2"/>
              </a:cxn>
            </a:cxnLst>
            <a:rect l="l" t="t" r="r" b="b"/>
            <a:pathLst>
              <a:path w="2359678" h="4719355">
                <a:moveTo>
                  <a:pt x="0" y="0"/>
                </a:moveTo>
                <a:lnTo>
                  <a:pt x="2359678" y="2359677"/>
                </a:lnTo>
                <a:lnTo>
                  <a:pt x="0" y="4719355"/>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p:cNvSpPr/>
          <p:nvPr>
            <p:custDataLst>
              <p:tags r:id="rId4"/>
            </p:custDataLst>
          </p:nvPr>
        </p:nvSpPr>
        <p:spPr>
          <a:xfrm>
            <a:off x="-2538" y="1104676"/>
            <a:ext cx="633424" cy="1260516"/>
          </a:xfrm>
          <a:custGeom>
            <a:avLst/>
            <a:gdLst>
              <a:gd name="connsiteX0" fmla="*/ 0 w 2576331"/>
              <a:gd name="connsiteY0" fmla="*/ 0 h 5152662"/>
              <a:gd name="connsiteX1" fmla="*/ 2576331 w 2576331"/>
              <a:gd name="connsiteY1" fmla="*/ 2576331 h 5152662"/>
              <a:gd name="connsiteX2" fmla="*/ 0 w 2576331"/>
              <a:gd name="connsiteY2" fmla="*/ 5152662 h 5152662"/>
            </a:gdLst>
            <a:ahLst/>
            <a:cxnLst>
              <a:cxn ang="0">
                <a:pos x="connsiteX0" y="connsiteY0"/>
              </a:cxn>
              <a:cxn ang="0">
                <a:pos x="connsiteX1" y="connsiteY1"/>
              </a:cxn>
              <a:cxn ang="0">
                <a:pos x="connsiteX2" y="connsiteY2"/>
              </a:cxn>
            </a:cxnLst>
            <a:rect l="l" t="t" r="r" b="b"/>
            <a:pathLst>
              <a:path w="2576331" h="5152662">
                <a:moveTo>
                  <a:pt x="0" y="0"/>
                </a:moveTo>
                <a:lnTo>
                  <a:pt x="2576331" y="2576331"/>
                </a:lnTo>
                <a:lnTo>
                  <a:pt x="0" y="51526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p:cNvSpPr/>
          <p:nvPr>
            <p:custDataLst>
              <p:tags r:id="rId5"/>
            </p:custDataLst>
          </p:nvPr>
        </p:nvSpPr>
        <p:spPr>
          <a:xfrm>
            <a:off x="11736341" y="4915409"/>
            <a:ext cx="455656" cy="911313"/>
          </a:xfrm>
          <a:custGeom>
            <a:avLst/>
            <a:gdLst>
              <a:gd name="connsiteX0" fmla="*/ 455656 w 455656"/>
              <a:gd name="connsiteY0" fmla="*/ 0 h 911313"/>
              <a:gd name="connsiteX1" fmla="*/ 455656 w 455656"/>
              <a:gd name="connsiteY1" fmla="*/ 911313 h 911313"/>
              <a:gd name="connsiteX2" fmla="*/ 0 w 455656"/>
              <a:gd name="connsiteY2" fmla="*/ 455657 h 911313"/>
            </a:gdLst>
            <a:ahLst/>
            <a:cxnLst>
              <a:cxn ang="0">
                <a:pos x="connsiteX0" y="connsiteY0"/>
              </a:cxn>
              <a:cxn ang="0">
                <a:pos x="connsiteX1" y="connsiteY1"/>
              </a:cxn>
              <a:cxn ang="0">
                <a:pos x="connsiteX2" y="connsiteY2"/>
              </a:cxn>
            </a:cxnLst>
            <a:rect l="l" t="t" r="r" b="b"/>
            <a:pathLst>
              <a:path w="455656" h="911313">
                <a:moveTo>
                  <a:pt x="455656" y="0"/>
                </a:moveTo>
                <a:lnTo>
                  <a:pt x="455656" y="911313"/>
                </a:lnTo>
                <a:lnTo>
                  <a:pt x="0" y="45565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表格 1"/>
          <p:cNvGraphicFramePr/>
          <p:nvPr>
            <p:custDataLst>
              <p:tags r:id="rId6"/>
            </p:custDataLst>
          </p:nvPr>
        </p:nvGraphicFramePr>
        <p:xfrm>
          <a:off x="849630" y="1368425"/>
          <a:ext cx="10568940" cy="4851400"/>
        </p:xfrm>
        <a:graphic>
          <a:graphicData uri="http://schemas.openxmlformats.org/drawingml/2006/table">
            <a:tbl>
              <a:tblPr firstRow="1" bandRow="1">
                <a:tableStyleId>{5C22544A-7EE6-4342-B048-85BDC9FD1C3A}</a:tableStyleId>
              </a:tblPr>
              <a:tblGrid>
                <a:gridCol w="3522980"/>
                <a:gridCol w="3522980"/>
                <a:gridCol w="3522980"/>
              </a:tblGrid>
              <a:tr h="970280">
                <a:tc>
                  <a:txBody>
                    <a:bodyPr/>
                    <a:p>
                      <a:pPr algn="ctr">
                        <a:buNone/>
                      </a:pPr>
                      <a:r>
                        <a:rPr lang="zh-CN" altLang="en-US" sz="2800"/>
                        <a:t>任务类别</a:t>
                      </a:r>
                      <a:endParaRPr lang="zh-CN" altLang="en-US" sz="2800"/>
                    </a:p>
                  </a:txBody>
                  <a:tcPr anchor="ctr" anchorCtr="0"/>
                </a:tc>
                <a:tc>
                  <a:txBody>
                    <a:bodyPr/>
                    <a:p>
                      <a:pPr marL="0" algn="ctr">
                        <a:buClrTx/>
                        <a:buSzTx/>
                        <a:buFontTx/>
                      </a:pPr>
                      <a:r>
                        <a:rPr lang="zh-CN" altLang="en-US" sz="2800" b="1" i="0"/>
                        <a:t>具体任务</a:t>
                      </a:r>
                      <a:endParaRPr lang="zh-CN" altLang="en-US" sz="2800" b="1" i="0"/>
                    </a:p>
                  </a:txBody>
                  <a:tcPr marL="82867" marR="82867" marT="38417" marB="38417" anchor="ctr" anchorCtr="0"/>
                </a:tc>
                <a:tc>
                  <a:txBody>
                    <a:bodyPr/>
                    <a:p>
                      <a:pPr algn="ctr">
                        <a:buNone/>
                      </a:pPr>
                      <a:r>
                        <a:rPr lang="zh-CN" altLang="en-US" sz="2800"/>
                        <a:t>负责人</a:t>
                      </a:r>
                      <a:endParaRPr lang="zh-CN" altLang="en-US" sz="2800"/>
                    </a:p>
                  </a:txBody>
                  <a:tcPr anchor="ctr" anchorCtr="0"/>
                </a:tc>
              </a:tr>
              <a:tr h="970280">
                <a:tc>
                  <a:txBody>
                    <a:bodyPr/>
                    <a:p>
                      <a:pPr algn="ctr">
                        <a:buNone/>
                      </a:pPr>
                      <a:r>
                        <a:rPr lang="zh-CN" altLang="en-US" sz="2000"/>
                        <a:t>后端开发</a:t>
                      </a:r>
                      <a:endParaRPr lang="zh-CN" altLang="en-US" sz="2000"/>
                    </a:p>
                  </a:txBody>
                  <a:tcPr anchor="ctr" anchorCtr="0"/>
                </a:tc>
                <a:tc>
                  <a:txBody>
                    <a:bodyPr/>
                    <a:p>
                      <a:pPr algn="ctr">
                        <a:buNone/>
                      </a:pPr>
                      <a:r>
                        <a:rPr lang="zh-CN" altLang="en-US" sz="2000"/>
                        <a:t>功能设计，接口设计，</a:t>
                      </a:r>
                      <a:r>
                        <a:rPr lang="en-US" altLang="zh-CN" sz="2000"/>
                        <a:t>B1-B6</a:t>
                      </a:r>
                      <a:endParaRPr lang="en-US" altLang="zh-CN" sz="2000"/>
                    </a:p>
                  </a:txBody>
                  <a:tcPr anchor="ctr" anchorCtr="0"/>
                </a:tc>
                <a:tc>
                  <a:txBody>
                    <a:bodyPr/>
                    <a:p>
                      <a:pPr algn="ctr">
                        <a:buNone/>
                      </a:pPr>
                      <a:r>
                        <a:rPr lang="zh-CN" altLang="en-US" sz="2000"/>
                        <a:t>梁景毓</a:t>
                      </a:r>
                      <a:endParaRPr lang="zh-CN" altLang="en-US" sz="2000"/>
                    </a:p>
                  </a:txBody>
                  <a:tcPr anchor="ctr" anchorCtr="0"/>
                </a:tc>
              </a:tr>
              <a:tr h="970280">
                <a:tc>
                  <a:txBody>
                    <a:bodyPr/>
                    <a:p>
                      <a:pPr algn="ctr">
                        <a:buNone/>
                      </a:pPr>
                      <a:r>
                        <a:rPr lang="zh-CN" altLang="en-US" sz="2000"/>
                        <a:t>前端开发</a:t>
                      </a:r>
                      <a:endParaRPr lang="zh-CN" altLang="en-US" sz="2000"/>
                    </a:p>
                  </a:txBody>
                  <a:tcPr anchor="ctr" anchorCtr="0"/>
                </a:tc>
                <a:tc>
                  <a:txBody>
                    <a:bodyPr/>
                    <a:p>
                      <a:pPr algn="ctr">
                        <a:buNone/>
                      </a:pPr>
                      <a:r>
                        <a:rPr lang="zh-CN" altLang="en-US" sz="2000"/>
                        <a:t>前端页面开发，</a:t>
                      </a:r>
                      <a:r>
                        <a:rPr lang="en-US" altLang="zh-CN" sz="2000"/>
                        <a:t>F1-F5</a:t>
                      </a:r>
                      <a:endParaRPr lang="en-US" altLang="zh-CN" sz="2000"/>
                    </a:p>
                  </a:txBody>
                  <a:tcPr anchor="ctr" anchorCtr="0"/>
                </a:tc>
                <a:tc>
                  <a:txBody>
                    <a:bodyPr/>
                    <a:p>
                      <a:pPr algn="ctr">
                        <a:buNone/>
                      </a:pPr>
                      <a:r>
                        <a:rPr lang="zh-CN" altLang="en-US" sz="2000"/>
                        <a:t>胡辰朋</a:t>
                      </a:r>
                      <a:endParaRPr lang="zh-CN" altLang="en-US" sz="2000"/>
                    </a:p>
                  </a:txBody>
                  <a:tcPr anchor="ctr" anchorCtr="0"/>
                </a:tc>
              </a:tr>
              <a:tr h="970280">
                <a:tc>
                  <a:txBody>
                    <a:bodyPr/>
                    <a:p>
                      <a:pPr algn="ctr">
                        <a:buNone/>
                      </a:pPr>
                      <a:r>
                        <a:rPr lang="zh-CN" altLang="en-US" sz="2000"/>
                        <a:t>机器学习</a:t>
                      </a:r>
                      <a:endParaRPr lang="zh-CN" altLang="en-US" sz="2000"/>
                    </a:p>
                  </a:txBody>
                  <a:tcPr anchor="ctr" anchorCtr="0"/>
                </a:tc>
                <a:tc>
                  <a:txBody>
                    <a:bodyPr/>
                    <a:p>
                      <a:pPr algn="ctr">
                        <a:buNone/>
                      </a:pPr>
                      <a:r>
                        <a:rPr lang="en-US" altLang="zh-CN" sz="2000"/>
                        <a:t> </a:t>
                      </a:r>
                      <a:r>
                        <a:rPr lang="zh-CN" altLang="en-US" sz="2000"/>
                        <a:t>准备训练集，进行模型训练等，</a:t>
                      </a:r>
                      <a:r>
                        <a:rPr lang="en-US" altLang="zh-CN" sz="2000"/>
                        <a:t>M1–M4</a:t>
                      </a:r>
                      <a:endParaRPr lang="en-US" altLang="zh-CN" sz="2000"/>
                    </a:p>
                  </a:txBody>
                  <a:tcPr anchor="ctr" anchorCtr="0"/>
                </a:tc>
                <a:tc>
                  <a:txBody>
                    <a:bodyPr/>
                    <a:p>
                      <a:pPr algn="ctr">
                        <a:buNone/>
                      </a:pPr>
                      <a:r>
                        <a:rPr lang="zh-CN" altLang="en-US" sz="2000"/>
                        <a:t>黄伟</a:t>
                      </a:r>
                      <a:endParaRPr lang="zh-CN" altLang="en-US" sz="2000"/>
                    </a:p>
                  </a:txBody>
                  <a:tcPr anchor="ctr" anchorCtr="0"/>
                </a:tc>
              </a:tr>
              <a:tr h="970280">
                <a:tc>
                  <a:txBody>
                    <a:bodyPr/>
                    <a:p>
                      <a:pPr algn="ctr">
                        <a:buNone/>
                      </a:pPr>
                      <a:r>
                        <a:rPr lang="zh-CN" altLang="en-US" sz="2000"/>
                        <a:t>测试与集成</a:t>
                      </a:r>
                      <a:endParaRPr lang="zh-CN" altLang="en-US" sz="2000"/>
                    </a:p>
                  </a:txBody>
                  <a:tcPr anchor="ctr" anchorCtr="0"/>
                </a:tc>
                <a:tc>
                  <a:txBody>
                    <a:bodyPr/>
                    <a:p>
                      <a:pPr algn="ctr">
                        <a:buNone/>
                      </a:pPr>
                      <a:r>
                        <a:rPr lang="en-US" altLang="zh-CN" sz="2000"/>
                        <a:t>API</a:t>
                      </a:r>
                      <a:r>
                        <a:rPr lang="zh-CN" altLang="en-US" sz="2000"/>
                        <a:t>单元测试，功能测试等，</a:t>
                      </a:r>
                      <a:r>
                        <a:rPr lang="en-US" altLang="zh-CN" sz="2000"/>
                        <a:t>T1–T3</a:t>
                      </a:r>
                      <a:endParaRPr lang="en-US" altLang="zh-CN" sz="2000"/>
                    </a:p>
                  </a:txBody>
                  <a:tcPr anchor="ctr" anchorCtr="0"/>
                </a:tc>
                <a:tc>
                  <a:txBody>
                    <a:bodyPr/>
                    <a:p>
                      <a:pPr algn="ctr">
                        <a:buNone/>
                      </a:pPr>
                      <a:r>
                        <a:rPr lang="zh-CN" altLang="en-US" sz="2000"/>
                        <a:t>张梁圣</a:t>
                      </a:r>
                      <a:endParaRPr lang="zh-CN" altLang="en-US" sz="2000"/>
                    </a:p>
                  </a:txBody>
                  <a:tcPr anchor="ctr" anchorCtr="0"/>
                </a:tc>
              </a:tr>
            </a:tbl>
          </a:graphicData>
        </a:graphic>
      </p:graphicFrame>
    </p:spTree>
    <p:custDataLst>
      <p:tags r:id="rId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4236720"/>
            <a:ext cx="12223750" cy="2621279"/>
            <a:chOff x="0" y="0"/>
            <a:chExt cx="24447500" cy="5242558"/>
          </a:xfrm>
        </p:grpSpPr>
        <p:sp>
          <p:nvSpPr>
            <p:cNvPr id="3" name="Freeform 3"/>
            <p:cNvSpPr/>
            <p:nvPr/>
          </p:nvSpPr>
          <p:spPr>
            <a:xfrm>
              <a:off x="0" y="0"/>
              <a:ext cx="24447500" cy="5242560"/>
            </a:xfrm>
            <a:custGeom>
              <a:avLst/>
              <a:gdLst/>
              <a:ahLst/>
              <a:cxnLst/>
              <a:rect l="l" t="t" r="r" b="b"/>
              <a:pathLst>
                <a:path w="24447500" h="5242560">
                  <a:moveTo>
                    <a:pt x="24447500" y="0"/>
                  </a:moveTo>
                  <a:lnTo>
                    <a:pt x="24447500" y="5242560"/>
                  </a:lnTo>
                  <a:lnTo>
                    <a:pt x="0" y="5242560"/>
                  </a:lnTo>
                  <a:lnTo>
                    <a:pt x="0" y="0"/>
                  </a:lnTo>
                  <a:lnTo>
                    <a:pt x="197866" y="310134"/>
                  </a:lnTo>
                  <a:cubicBezTo>
                    <a:pt x="1047369" y="1287399"/>
                    <a:pt x="3036316" y="1973199"/>
                    <a:pt x="5354320" y="1973199"/>
                  </a:cubicBezTo>
                  <a:lnTo>
                    <a:pt x="6627622" y="1973199"/>
                  </a:lnTo>
                  <a:cubicBezTo>
                    <a:pt x="9718294" y="1973199"/>
                    <a:pt x="12223750" y="3192272"/>
                    <a:pt x="12223750" y="4696206"/>
                  </a:cubicBezTo>
                  <a:cubicBezTo>
                    <a:pt x="12223750" y="3192399"/>
                    <a:pt x="14729206" y="1973199"/>
                    <a:pt x="17819878" y="1973199"/>
                  </a:cubicBezTo>
                  <a:lnTo>
                    <a:pt x="19093180" y="1973199"/>
                  </a:lnTo>
                  <a:cubicBezTo>
                    <a:pt x="21411185" y="1973199"/>
                    <a:pt x="23400004" y="1287399"/>
                    <a:pt x="24249635" y="310134"/>
                  </a:cubicBezTo>
                  <a:close/>
                </a:path>
              </a:pathLst>
            </a:custGeom>
            <a:solidFill>
              <a:srgbClr val="001F5E"/>
            </a:solidFill>
          </p:spPr>
        </p:sp>
      </p:grpSp>
      <p:sp>
        <p:nvSpPr>
          <p:cNvPr id="4" name="TextBox 4"/>
          <p:cNvSpPr txBox="1"/>
          <p:nvPr/>
        </p:nvSpPr>
        <p:spPr>
          <a:xfrm>
            <a:off x="2470597" y="1455500"/>
            <a:ext cx="7591823" cy="3323590"/>
          </a:xfrm>
          <a:prstGeom prst="rect">
            <a:avLst/>
          </a:prstGeom>
        </p:spPr>
        <p:txBody>
          <a:bodyPr lIns="0" tIns="0" rIns="0" bIns="0" rtlCol="0" anchor="t">
            <a:spAutoFit/>
          </a:bodyPr>
          <a:lstStyle/>
          <a:p>
            <a:pPr algn="ctr">
              <a:lnSpc>
                <a:spcPts val="12960"/>
              </a:lnSpc>
            </a:pPr>
            <a:r>
              <a:rPr lang="en-US" sz="7200" b="1">
                <a:solidFill>
                  <a:srgbClr val="001F5E"/>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谢谢大家的观看！</a:t>
            </a:r>
            <a:endParaRPr lang="en-US" sz="7200" b="1">
              <a:solidFill>
                <a:srgbClr val="001F5E"/>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12960"/>
              </a:lnSpc>
            </a:pPr>
            <a:r>
              <a:rPr lang="en-US" sz="7200" b="1">
                <a:solidFill>
                  <a:srgbClr val="001F5E"/>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非常感谢！</a:t>
            </a:r>
            <a:endParaRPr lang="en-US" sz="7200" b="1">
              <a:solidFill>
                <a:srgbClr val="001F5E"/>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5" name="AutoShape 5"/>
          <p:cNvSpPr/>
          <p:nvPr/>
        </p:nvSpPr>
        <p:spPr>
          <a:xfrm rot="10765910">
            <a:off x="1008691" y="3312372"/>
            <a:ext cx="1921097" cy="0"/>
          </a:xfrm>
          <a:prstGeom prst="line">
            <a:avLst/>
          </a:prstGeom>
          <a:ln w="19050" cap="rnd">
            <a:solidFill>
              <a:srgbClr val="001F5E"/>
            </a:solidFill>
            <a:prstDash val="solid"/>
            <a:headEnd type="none" w="sm" len="sm"/>
            <a:tailEnd type="none" w="sm" len="sm"/>
          </a:ln>
        </p:spPr>
      </p:sp>
      <p:sp>
        <p:nvSpPr>
          <p:cNvPr id="6" name="AutoShape 6"/>
          <p:cNvSpPr/>
          <p:nvPr/>
        </p:nvSpPr>
        <p:spPr>
          <a:xfrm rot="10765910">
            <a:off x="9031027" y="3293322"/>
            <a:ext cx="1921097" cy="0"/>
          </a:xfrm>
          <a:prstGeom prst="line">
            <a:avLst/>
          </a:prstGeom>
          <a:ln w="19050" cap="rnd">
            <a:solidFill>
              <a:srgbClr val="001F5E"/>
            </a:solidFill>
            <a:prstDash val="solid"/>
            <a:headEnd type="none" w="sm" len="sm"/>
            <a:tailEnd type="none" w="sm" len="sm"/>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38200" y="501650"/>
            <a:ext cx="10515600" cy="1325563"/>
          </a:xfrm>
        </p:spPr>
        <p:txBody>
          <a:bodyPr/>
          <a:lstStyle/>
          <a:p>
            <a:r>
              <a:rPr lang="zh-CN" altLang="en-US" b="1"/>
              <a:t>项目目标</a:t>
            </a:r>
            <a:br>
              <a:rPr lang="zh-CN" altLang="en-US"/>
            </a:br>
            <a:endParaRPr lang="zh-CN" altLang="en-US"/>
          </a:p>
        </p:txBody>
      </p:sp>
      <p:sp>
        <p:nvSpPr>
          <p:cNvPr id="7" name="圆角矩形 3"/>
          <p:cNvSpPr/>
          <p:nvPr>
            <p:custDataLst>
              <p:tags r:id="rId2"/>
            </p:custDataLst>
          </p:nvPr>
        </p:nvSpPr>
        <p:spPr>
          <a:xfrm>
            <a:off x="730885" y="1695450"/>
            <a:ext cx="2476500" cy="429323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0" h="6761">
                <a:moveTo>
                  <a:pt x="3726" y="0"/>
                </a:moveTo>
                <a:lnTo>
                  <a:pt x="3730" y="1"/>
                </a:lnTo>
                <a:cubicBezTo>
                  <a:pt x="3829" y="38"/>
                  <a:pt x="3900" y="133"/>
                  <a:pt x="3900" y="245"/>
                </a:cubicBezTo>
                <a:lnTo>
                  <a:pt x="3900" y="6502"/>
                </a:lnTo>
                <a:cubicBezTo>
                  <a:pt x="3900" y="6645"/>
                  <a:pt x="3784" y="6761"/>
                  <a:pt x="3641" y="6761"/>
                </a:cubicBezTo>
                <a:lnTo>
                  <a:pt x="249" y="6761"/>
                </a:lnTo>
                <a:cubicBezTo>
                  <a:pt x="132" y="6761"/>
                  <a:pt x="34" y="6684"/>
                  <a:pt x="1" y="6579"/>
                </a:cubicBezTo>
                <a:lnTo>
                  <a:pt x="0" y="6574"/>
                </a:lnTo>
                <a:lnTo>
                  <a:pt x="10" y="6580"/>
                </a:lnTo>
                <a:cubicBezTo>
                  <a:pt x="46" y="6599"/>
                  <a:pt x="88" y="6611"/>
                  <a:pt x="133" y="6611"/>
                </a:cubicBezTo>
                <a:lnTo>
                  <a:pt x="3516" y="6611"/>
                </a:lnTo>
                <a:cubicBezTo>
                  <a:pt x="3658" y="6611"/>
                  <a:pt x="3774" y="6495"/>
                  <a:pt x="3774" y="6353"/>
                </a:cubicBezTo>
                <a:lnTo>
                  <a:pt x="3774" y="150"/>
                </a:lnTo>
                <a:cubicBezTo>
                  <a:pt x="3774" y="96"/>
                  <a:pt x="3758" y="47"/>
                  <a:pt x="3730" y="6"/>
                </a:cubicBezTo>
                <a:lnTo>
                  <a:pt x="3726"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indent="0" algn="l" fontAlgn="auto">
              <a:lnSpc>
                <a:spcPct val="140000"/>
              </a:lnSpc>
              <a:buClrTx/>
              <a:buSzTx/>
              <a:buFontTx/>
            </a:pPr>
            <a:endParaRPr lang="zh-CN" altLang="zh-CN" sz="1400" dirty="0">
              <a:solidFill>
                <a:srgbClr val="262626"/>
              </a:solidFill>
              <a:latin typeface="+mn-ea"/>
              <a:cs typeface="+mn-ea"/>
              <a:sym typeface="+mn-ea"/>
            </a:endParaRPr>
          </a:p>
        </p:txBody>
      </p:sp>
      <p:sp>
        <p:nvSpPr>
          <p:cNvPr id="18" name="圆角矩形 3"/>
          <p:cNvSpPr/>
          <p:nvPr>
            <p:custDataLst>
              <p:tags r:id="rId3"/>
            </p:custDataLst>
          </p:nvPr>
        </p:nvSpPr>
        <p:spPr>
          <a:xfrm>
            <a:off x="651510" y="1626870"/>
            <a:ext cx="2475865" cy="426656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indent="0" algn="l" fontAlgn="auto">
              <a:lnSpc>
                <a:spcPct val="140000"/>
              </a:lnSpc>
              <a:buClrTx/>
              <a:buSzTx/>
              <a:buFontTx/>
            </a:pPr>
            <a:r>
              <a:rPr lang="zh-CN" altLang="en-US" sz="2400" b="1" dirty="0">
                <a:solidFill>
                  <a:schemeClr val="tx1">
                    <a:lumMod val="85000"/>
                    <a:lumOff val="15000"/>
                  </a:schemeClr>
                </a:solidFill>
                <a:latin typeface="+mn-ea"/>
                <a:cs typeface="+mn-ea"/>
                <a:sym typeface="+mn-ea"/>
              </a:rPr>
              <a:t>自动化分类：</a:t>
            </a:r>
            <a:endParaRPr lang="zh-CN" altLang="en-US" sz="2400" b="1" dirty="0">
              <a:solidFill>
                <a:schemeClr val="tx1">
                  <a:lumMod val="85000"/>
                  <a:lumOff val="15000"/>
                </a:schemeClr>
              </a:solidFill>
              <a:latin typeface="+mn-ea"/>
              <a:cs typeface="+mn-ea"/>
              <a:sym typeface="+mn-ea"/>
            </a:endParaRPr>
          </a:p>
          <a:p>
            <a:pPr lvl="0" indent="0" algn="l" fontAlgn="auto">
              <a:lnSpc>
                <a:spcPct val="140000"/>
              </a:lnSpc>
              <a:buClrTx/>
              <a:buSzTx/>
              <a:buFontTx/>
            </a:pPr>
            <a:r>
              <a:rPr lang="zh-CN" altLang="en-US" dirty="0">
                <a:solidFill>
                  <a:schemeClr val="tx1">
                    <a:lumMod val="85000"/>
                    <a:lumOff val="15000"/>
                  </a:schemeClr>
                </a:solidFill>
                <a:latin typeface="+mn-ea"/>
                <a:cs typeface="+mn-ea"/>
                <a:sym typeface="+mn-ea"/>
              </a:rPr>
              <a:t>利用机器学习算法自动分析</a:t>
            </a:r>
            <a:r>
              <a:rPr lang="en-US" altLang="zh-CN" dirty="0">
                <a:solidFill>
                  <a:schemeClr val="tx1">
                    <a:lumMod val="85000"/>
                    <a:lumOff val="15000"/>
                  </a:schemeClr>
                </a:solidFill>
                <a:latin typeface="+mn-ea"/>
                <a:cs typeface="+mn-ea"/>
                <a:sym typeface="+mn-ea"/>
              </a:rPr>
              <a:t>CAD</a:t>
            </a:r>
            <a:r>
              <a:rPr lang="zh-CN" altLang="en-US" dirty="0">
                <a:solidFill>
                  <a:schemeClr val="tx1">
                    <a:lumMod val="85000"/>
                    <a:lumOff val="15000"/>
                  </a:schemeClr>
                </a:solidFill>
                <a:latin typeface="+mn-ea"/>
                <a:cs typeface="+mn-ea"/>
                <a:sym typeface="+mn-ea"/>
              </a:rPr>
              <a:t>模型的几何特征，完成零件分类，提升效率并降低人为错误。</a:t>
            </a:r>
            <a:endParaRPr lang="zh-CN" altLang="en-US" dirty="0">
              <a:solidFill>
                <a:schemeClr val="tx1">
                  <a:lumMod val="85000"/>
                  <a:lumOff val="15000"/>
                </a:schemeClr>
              </a:solidFill>
              <a:latin typeface="+mn-ea"/>
              <a:cs typeface="+mn-ea"/>
              <a:sym typeface="+mn-ea"/>
            </a:endParaRPr>
          </a:p>
        </p:txBody>
      </p:sp>
      <p:sp>
        <p:nvSpPr>
          <p:cNvPr id="11" name="圆角矩形 16"/>
          <p:cNvSpPr/>
          <p:nvPr>
            <p:custDataLst>
              <p:tags r:id="rId4"/>
            </p:custDataLst>
          </p:nvPr>
        </p:nvSpPr>
        <p:spPr>
          <a:xfrm>
            <a:off x="865505" y="5293995"/>
            <a:ext cx="410210" cy="412750"/>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01</a:t>
            </a:r>
            <a:endParaRPr lang="en-US" altLang="zh-CN" sz="1400" b="1">
              <a:solidFill>
                <a:srgbClr val="FFFFFF"/>
              </a:solidFill>
              <a:latin typeface="+mn-ea"/>
              <a:cs typeface="+mn-ea"/>
              <a:sym typeface="+mn-ea"/>
            </a:endParaRPr>
          </a:p>
        </p:txBody>
      </p:sp>
      <p:sp>
        <p:nvSpPr>
          <p:cNvPr id="25" name="圆角矩形 3"/>
          <p:cNvSpPr/>
          <p:nvPr>
            <p:custDataLst>
              <p:tags r:id="rId5"/>
            </p:custDataLst>
          </p:nvPr>
        </p:nvSpPr>
        <p:spPr>
          <a:xfrm>
            <a:off x="6256655" y="1695450"/>
            <a:ext cx="2476500" cy="429323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0" h="6761">
                <a:moveTo>
                  <a:pt x="3726" y="0"/>
                </a:moveTo>
                <a:lnTo>
                  <a:pt x="3730" y="1"/>
                </a:lnTo>
                <a:cubicBezTo>
                  <a:pt x="3829" y="38"/>
                  <a:pt x="3900" y="133"/>
                  <a:pt x="3900" y="245"/>
                </a:cubicBezTo>
                <a:lnTo>
                  <a:pt x="3900" y="6502"/>
                </a:lnTo>
                <a:cubicBezTo>
                  <a:pt x="3900" y="6645"/>
                  <a:pt x="3784" y="6761"/>
                  <a:pt x="3641" y="6761"/>
                </a:cubicBezTo>
                <a:lnTo>
                  <a:pt x="249" y="6761"/>
                </a:lnTo>
                <a:cubicBezTo>
                  <a:pt x="132" y="6761"/>
                  <a:pt x="34" y="6684"/>
                  <a:pt x="1" y="6579"/>
                </a:cubicBezTo>
                <a:lnTo>
                  <a:pt x="0" y="6574"/>
                </a:lnTo>
                <a:lnTo>
                  <a:pt x="10" y="6580"/>
                </a:lnTo>
                <a:cubicBezTo>
                  <a:pt x="46" y="6599"/>
                  <a:pt x="88" y="6611"/>
                  <a:pt x="133" y="6611"/>
                </a:cubicBezTo>
                <a:lnTo>
                  <a:pt x="3516" y="6611"/>
                </a:lnTo>
                <a:cubicBezTo>
                  <a:pt x="3658" y="6611"/>
                  <a:pt x="3774" y="6495"/>
                  <a:pt x="3774" y="6353"/>
                </a:cubicBezTo>
                <a:lnTo>
                  <a:pt x="3774" y="150"/>
                </a:lnTo>
                <a:cubicBezTo>
                  <a:pt x="3774" y="96"/>
                  <a:pt x="3758" y="47"/>
                  <a:pt x="3730" y="6"/>
                </a:cubicBezTo>
                <a:lnTo>
                  <a:pt x="3726" y="0"/>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indent="0" algn="l" fontAlgn="auto">
              <a:lnSpc>
                <a:spcPct val="140000"/>
              </a:lnSpc>
              <a:buClrTx/>
              <a:buSzTx/>
              <a:buFontTx/>
            </a:pPr>
            <a:endParaRPr lang="zh-CN" altLang="zh-CN" sz="1400" dirty="0">
              <a:solidFill>
                <a:srgbClr val="262626"/>
              </a:solidFill>
              <a:latin typeface="+mn-ea"/>
              <a:cs typeface="+mn-ea"/>
              <a:sym typeface="+mn-ea"/>
            </a:endParaRPr>
          </a:p>
        </p:txBody>
      </p:sp>
      <p:sp>
        <p:nvSpPr>
          <p:cNvPr id="26" name="圆角矩形 3"/>
          <p:cNvSpPr/>
          <p:nvPr>
            <p:custDataLst>
              <p:tags r:id="rId6"/>
            </p:custDataLst>
          </p:nvPr>
        </p:nvSpPr>
        <p:spPr>
          <a:xfrm>
            <a:off x="6177280" y="1626870"/>
            <a:ext cx="2475865" cy="4266565"/>
          </a:xfrm>
          <a:prstGeom prst="roundRect">
            <a:avLst>
              <a:gd name="adj" fmla="val 6621"/>
            </a:avLst>
          </a:prstGeom>
          <a:solidFill>
            <a:schemeClr val="lt1">
              <a:lumMod val="100000"/>
              <a:alpha val="10000"/>
            </a:schemeClr>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fontAlgn="auto">
              <a:lnSpc>
                <a:spcPct val="140000"/>
              </a:lnSpc>
              <a:buClrTx/>
              <a:buSzTx/>
              <a:buFontTx/>
            </a:pPr>
            <a:r>
              <a:rPr lang="zh-CN" altLang="en-US" sz="2400" b="1" dirty="0">
                <a:solidFill>
                  <a:schemeClr val="tx1">
                    <a:lumMod val="85000"/>
                    <a:lumOff val="15000"/>
                  </a:schemeClr>
                </a:solidFill>
                <a:latin typeface="+mn-ea"/>
                <a:cs typeface="+mn-ea"/>
                <a:sym typeface="+mn-ea"/>
              </a:rPr>
              <a:t>知识发现与标准化：</a:t>
            </a:r>
            <a:endParaRPr lang="zh-CN" altLang="en-US" sz="2400" b="1" dirty="0">
              <a:solidFill>
                <a:schemeClr val="tx1">
                  <a:lumMod val="85000"/>
                  <a:lumOff val="15000"/>
                </a:schemeClr>
              </a:solidFill>
              <a:latin typeface="+mn-ea"/>
              <a:cs typeface="+mn-ea"/>
              <a:sym typeface="+mn-ea"/>
            </a:endParaRPr>
          </a:p>
          <a:p>
            <a:pPr lvl="0" algn="l" fontAlgn="auto">
              <a:lnSpc>
                <a:spcPct val="140000"/>
              </a:lnSpc>
              <a:buClrTx/>
              <a:buSzTx/>
              <a:buFontTx/>
            </a:pPr>
            <a:r>
              <a:rPr lang="zh-CN" altLang="en-US" sz="1800" dirty="0">
                <a:solidFill>
                  <a:schemeClr val="tx1">
                    <a:lumMod val="85000"/>
                    <a:lumOff val="15000"/>
                  </a:schemeClr>
                </a:solidFill>
                <a:latin typeface="+mn-ea"/>
                <a:cs typeface="+mn-ea"/>
                <a:sym typeface="+mn-ea"/>
              </a:rPr>
              <a:t>通过无监督学习方法，自动发现零件库中的潜在族群，为企业标准化和零件管理提供数据支持。</a:t>
            </a:r>
            <a:endParaRPr lang="zh-CN" altLang="en-US" sz="1800" dirty="0">
              <a:solidFill>
                <a:schemeClr val="tx1">
                  <a:lumMod val="85000"/>
                  <a:lumOff val="15000"/>
                </a:schemeClr>
              </a:solidFill>
              <a:latin typeface="+mn-ea"/>
              <a:cs typeface="+mn-ea"/>
              <a:sym typeface="+mn-ea"/>
            </a:endParaRPr>
          </a:p>
        </p:txBody>
      </p:sp>
      <p:sp>
        <p:nvSpPr>
          <p:cNvPr id="27" name="圆角矩形 16"/>
          <p:cNvSpPr/>
          <p:nvPr>
            <p:custDataLst>
              <p:tags r:id="rId7"/>
            </p:custDataLst>
          </p:nvPr>
        </p:nvSpPr>
        <p:spPr>
          <a:xfrm>
            <a:off x="6391275" y="5293995"/>
            <a:ext cx="410210" cy="412750"/>
          </a:xfrm>
          <a:prstGeom prst="roundRect">
            <a:avLst>
              <a:gd name="adj" fmla="val 2376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03</a:t>
            </a:r>
            <a:endParaRPr lang="en-US" altLang="zh-CN" sz="1400" b="1">
              <a:solidFill>
                <a:srgbClr val="FFFFFF"/>
              </a:solidFill>
              <a:latin typeface="+mn-ea"/>
              <a:cs typeface="+mn-ea"/>
              <a:sym typeface="+mn-ea"/>
            </a:endParaRPr>
          </a:p>
        </p:txBody>
      </p:sp>
      <p:sp>
        <p:nvSpPr>
          <p:cNvPr id="19" name="圆角矩形 3"/>
          <p:cNvSpPr/>
          <p:nvPr>
            <p:custDataLst>
              <p:tags r:id="rId8"/>
            </p:custDataLst>
          </p:nvPr>
        </p:nvSpPr>
        <p:spPr>
          <a:xfrm>
            <a:off x="3493770" y="1695450"/>
            <a:ext cx="2476500" cy="429323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0" h="6761">
                <a:moveTo>
                  <a:pt x="3726" y="0"/>
                </a:moveTo>
                <a:lnTo>
                  <a:pt x="3730" y="1"/>
                </a:lnTo>
                <a:cubicBezTo>
                  <a:pt x="3829" y="38"/>
                  <a:pt x="3900" y="133"/>
                  <a:pt x="3900" y="245"/>
                </a:cubicBezTo>
                <a:lnTo>
                  <a:pt x="3900" y="6502"/>
                </a:lnTo>
                <a:cubicBezTo>
                  <a:pt x="3900" y="6645"/>
                  <a:pt x="3784" y="6761"/>
                  <a:pt x="3641" y="6761"/>
                </a:cubicBezTo>
                <a:lnTo>
                  <a:pt x="249" y="6761"/>
                </a:lnTo>
                <a:cubicBezTo>
                  <a:pt x="132" y="6761"/>
                  <a:pt x="34" y="6684"/>
                  <a:pt x="1" y="6579"/>
                </a:cubicBezTo>
                <a:lnTo>
                  <a:pt x="0" y="6574"/>
                </a:lnTo>
                <a:lnTo>
                  <a:pt x="10" y="6580"/>
                </a:lnTo>
                <a:cubicBezTo>
                  <a:pt x="46" y="6599"/>
                  <a:pt x="88" y="6611"/>
                  <a:pt x="133" y="6611"/>
                </a:cubicBezTo>
                <a:lnTo>
                  <a:pt x="3516" y="6611"/>
                </a:lnTo>
                <a:cubicBezTo>
                  <a:pt x="3658" y="6611"/>
                  <a:pt x="3774" y="6495"/>
                  <a:pt x="3774" y="6353"/>
                </a:cubicBezTo>
                <a:lnTo>
                  <a:pt x="3774" y="150"/>
                </a:lnTo>
                <a:cubicBezTo>
                  <a:pt x="3774" y="96"/>
                  <a:pt x="3758" y="47"/>
                  <a:pt x="3730" y="6"/>
                </a:cubicBezTo>
                <a:lnTo>
                  <a:pt x="3726"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indent="0" algn="l" fontAlgn="auto">
              <a:lnSpc>
                <a:spcPct val="140000"/>
              </a:lnSpc>
              <a:buClrTx/>
              <a:buSzTx/>
              <a:buFontTx/>
            </a:pPr>
            <a:endParaRPr lang="zh-CN" altLang="zh-CN" sz="1400" dirty="0">
              <a:solidFill>
                <a:srgbClr val="262626"/>
              </a:solidFill>
              <a:latin typeface="+mn-ea"/>
              <a:cs typeface="+mn-ea"/>
              <a:sym typeface="+mn-ea"/>
            </a:endParaRPr>
          </a:p>
        </p:txBody>
      </p:sp>
      <p:sp>
        <p:nvSpPr>
          <p:cNvPr id="21" name="圆角矩形 3"/>
          <p:cNvSpPr/>
          <p:nvPr>
            <p:custDataLst>
              <p:tags r:id="rId9"/>
            </p:custDataLst>
          </p:nvPr>
        </p:nvSpPr>
        <p:spPr>
          <a:xfrm>
            <a:off x="3340735" y="1626870"/>
            <a:ext cx="2549525" cy="4266565"/>
          </a:xfrm>
          <a:prstGeom prst="roundRect">
            <a:avLst>
              <a:gd name="adj" fmla="val 6621"/>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r>
              <a:rPr lang="zh-CN" altLang="en-US" sz="2400" b="1" dirty="0">
                <a:solidFill>
                  <a:schemeClr val="tx1">
                    <a:lumMod val="85000"/>
                    <a:lumOff val="15000"/>
                  </a:schemeClr>
                </a:solidFill>
                <a:latin typeface="+mn-ea"/>
                <a:cs typeface="+mn-ea"/>
                <a:sym typeface="+mn-ea"/>
              </a:rPr>
              <a:t>智能搜索推荐：</a:t>
            </a:r>
            <a:endParaRPr lang="zh-CN" altLang="en-US" sz="2400" b="1" dirty="0">
              <a:solidFill>
                <a:schemeClr val="tx1">
                  <a:lumMod val="85000"/>
                  <a:lumOff val="15000"/>
                </a:schemeClr>
              </a:solidFill>
              <a:latin typeface="+mn-ea"/>
              <a:cs typeface="+mn-ea"/>
              <a:sym typeface="+mn-ea"/>
            </a:endParaRPr>
          </a:p>
          <a:p>
            <a:pPr lvl="0" algn="l">
              <a:lnSpc>
                <a:spcPct val="140000"/>
              </a:lnSpc>
              <a:buClrTx/>
              <a:buSzTx/>
              <a:buFontTx/>
            </a:pPr>
            <a:r>
              <a:rPr lang="zh-CN" altLang="en-US" sz="1800" dirty="0">
                <a:solidFill>
                  <a:schemeClr val="tx1">
                    <a:lumMod val="85000"/>
                    <a:lumOff val="15000"/>
                  </a:schemeClr>
                </a:solidFill>
                <a:latin typeface="+mn-ea"/>
                <a:cs typeface="+mn-ea"/>
                <a:sym typeface="+mn-ea"/>
              </a:rPr>
              <a:t>支持“以图搜图”，基于零件形状进行相似性检索，为工程师推荐已有的类似零件，促进设计复用。</a:t>
            </a:r>
            <a:endParaRPr lang="zh-CN" altLang="en-US" sz="1800" dirty="0">
              <a:solidFill>
                <a:schemeClr val="tx1">
                  <a:lumMod val="85000"/>
                  <a:lumOff val="15000"/>
                </a:schemeClr>
              </a:solidFill>
              <a:latin typeface="+mn-ea"/>
              <a:cs typeface="+mn-ea"/>
              <a:sym typeface="+mn-ea"/>
            </a:endParaRPr>
          </a:p>
        </p:txBody>
      </p:sp>
      <p:sp>
        <p:nvSpPr>
          <p:cNvPr id="22" name="圆角矩形 16"/>
          <p:cNvSpPr/>
          <p:nvPr>
            <p:custDataLst>
              <p:tags r:id="rId10"/>
            </p:custDataLst>
          </p:nvPr>
        </p:nvSpPr>
        <p:spPr>
          <a:xfrm>
            <a:off x="3628390" y="5293995"/>
            <a:ext cx="410210" cy="412750"/>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02</a:t>
            </a:r>
            <a:endParaRPr lang="en-US" altLang="zh-CN" sz="1400" b="1">
              <a:solidFill>
                <a:srgbClr val="FFFFFF"/>
              </a:solidFill>
              <a:latin typeface="+mn-ea"/>
              <a:cs typeface="+mn-ea"/>
              <a:sym typeface="+mn-ea"/>
            </a:endParaRPr>
          </a:p>
        </p:txBody>
      </p:sp>
      <p:sp>
        <p:nvSpPr>
          <p:cNvPr id="43" name="圆角矩形 3"/>
          <p:cNvSpPr/>
          <p:nvPr>
            <p:custDataLst>
              <p:tags r:id="rId11"/>
            </p:custDataLst>
          </p:nvPr>
        </p:nvSpPr>
        <p:spPr>
          <a:xfrm>
            <a:off x="9019540" y="1695450"/>
            <a:ext cx="2476500" cy="429323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900" h="6761">
                <a:moveTo>
                  <a:pt x="3726" y="0"/>
                </a:moveTo>
                <a:lnTo>
                  <a:pt x="3730" y="1"/>
                </a:lnTo>
                <a:cubicBezTo>
                  <a:pt x="3829" y="38"/>
                  <a:pt x="3900" y="133"/>
                  <a:pt x="3900" y="245"/>
                </a:cubicBezTo>
                <a:lnTo>
                  <a:pt x="3900" y="6502"/>
                </a:lnTo>
                <a:cubicBezTo>
                  <a:pt x="3900" y="6645"/>
                  <a:pt x="3784" y="6761"/>
                  <a:pt x="3641" y="6761"/>
                </a:cubicBezTo>
                <a:lnTo>
                  <a:pt x="249" y="6761"/>
                </a:lnTo>
                <a:cubicBezTo>
                  <a:pt x="132" y="6761"/>
                  <a:pt x="34" y="6684"/>
                  <a:pt x="1" y="6579"/>
                </a:cubicBezTo>
                <a:lnTo>
                  <a:pt x="0" y="6574"/>
                </a:lnTo>
                <a:lnTo>
                  <a:pt x="10" y="6580"/>
                </a:lnTo>
                <a:cubicBezTo>
                  <a:pt x="46" y="6599"/>
                  <a:pt x="88" y="6611"/>
                  <a:pt x="133" y="6611"/>
                </a:cubicBezTo>
                <a:lnTo>
                  <a:pt x="3516" y="6611"/>
                </a:lnTo>
                <a:cubicBezTo>
                  <a:pt x="3658" y="6611"/>
                  <a:pt x="3774" y="6495"/>
                  <a:pt x="3774" y="6353"/>
                </a:cubicBezTo>
                <a:lnTo>
                  <a:pt x="3774" y="150"/>
                </a:lnTo>
                <a:cubicBezTo>
                  <a:pt x="3774" y="96"/>
                  <a:pt x="3758" y="47"/>
                  <a:pt x="3730" y="6"/>
                </a:cubicBezTo>
                <a:lnTo>
                  <a:pt x="3726"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indent="0" algn="l" fontAlgn="auto">
              <a:lnSpc>
                <a:spcPct val="140000"/>
              </a:lnSpc>
              <a:buClrTx/>
              <a:buSzTx/>
              <a:buFontTx/>
            </a:pPr>
            <a:endParaRPr lang="zh-CN" altLang="zh-CN" sz="1400" dirty="0">
              <a:solidFill>
                <a:srgbClr val="262626"/>
              </a:solidFill>
              <a:latin typeface="+mn-ea"/>
              <a:cs typeface="+mn-ea"/>
              <a:sym typeface="+mn-ea"/>
            </a:endParaRPr>
          </a:p>
        </p:txBody>
      </p:sp>
      <p:sp>
        <p:nvSpPr>
          <p:cNvPr id="44" name="圆角矩形 3"/>
          <p:cNvSpPr/>
          <p:nvPr>
            <p:custDataLst>
              <p:tags r:id="rId12"/>
            </p:custDataLst>
          </p:nvPr>
        </p:nvSpPr>
        <p:spPr>
          <a:xfrm>
            <a:off x="8940165" y="1626870"/>
            <a:ext cx="2475865" cy="4266565"/>
          </a:xfrm>
          <a:prstGeom prst="roundRect">
            <a:avLst>
              <a:gd name="adj" fmla="val 6621"/>
            </a:avLst>
          </a:prstGeom>
          <a:solidFill>
            <a:schemeClr val="lt1">
              <a:lumMod val="100000"/>
              <a:alpha val="10000"/>
            </a:schemeClr>
          </a:solidFill>
          <a:ln>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r>
              <a:rPr lang="zh-CN" altLang="en-US" sz="2400" b="1" dirty="0">
                <a:solidFill>
                  <a:schemeClr val="tx1">
                    <a:lumMod val="85000"/>
                    <a:lumOff val="15000"/>
                  </a:schemeClr>
                </a:solidFill>
                <a:latin typeface="+mn-ea"/>
                <a:cs typeface="+mn-ea"/>
                <a:sym typeface="+mn-ea"/>
              </a:rPr>
              <a:t>可视化呈现：</a:t>
            </a:r>
            <a:r>
              <a:rPr lang="zh-CN" altLang="en-US" sz="1800" dirty="0">
                <a:solidFill>
                  <a:schemeClr val="tx1">
                    <a:lumMod val="85000"/>
                    <a:lumOff val="15000"/>
                  </a:schemeClr>
                </a:solidFill>
                <a:latin typeface="+mn-ea"/>
                <a:cs typeface="+mn-ea"/>
                <a:sym typeface="+mn-ea"/>
              </a:rPr>
              <a:t>为用户提供友好的3D预览、特征高亮、聚类分布等可视化界面，提升使用体验。</a:t>
            </a:r>
            <a:endParaRPr lang="zh-CN" altLang="en-US" sz="1800" dirty="0">
              <a:solidFill>
                <a:schemeClr val="tx1">
                  <a:lumMod val="85000"/>
                  <a:lumOff val="15000"/>
                </a:schemeClr>
              </a:solidFill>
              <a:latin typeface="+mn-ea"/>
              <a:cs typeface="+mn-ea"/>
              <a:sym typeface="+mn-ea"/>
            </a:endParaRPr>
          </a:p>
        </p:txBody>
      </p:sp>
      <p:sp>
        <p:nvSpPr>
          <p:cNvPr id="45" name="圆角矩形 16"/>
          <p:cNvSpPr/>
          <p:nvPr>
            <p:custDataLst>
              <p:tags r:id="rId13"/>
            </p:custDataLst>
          </p:nvPr>
        </p:nvSpPr>
        <p:spPr>
          <a:xfrm>
            <a:off x="9154160" y="5293995"/>
            <a:ext cx="410210" cy="412750"/>
          </a:xfrm>
          <a:prstGeom prst="roundRect">
            <a:avLst>
              <a:gd name="adj" fmla="val 23765"/>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rmAutofit/>
          </a:bodyPr>
          <a:lstStyle/>
          <a:p>
            <a:pPr lvl="0" algn="ctr">
              <a:buClrTx/>
              <a:buSzTx/>
              <a:buFontTx/>
            </a:pPr>
            <a:r>
              <a:rPr lang="en-US" altLang="zh-CN" sz="1400" b="1">
                <a:solidFill>
                  <a:srgbClr val="FFFFFF"/>
                </a:solidFill>
                <a:latin typeface="+mn-ea"/>
                <a:cs typeface="+mn-ea"/>
                <a:sym typeface="+mn-ea"/>
              </a:rPr>
              <a:t>04</a:t>
            </a:r>
            <a:endParaRPr lang="en-US" altLang="zh-CN" sz="1400" b="1">
              <a:solidFill>
                <a:srgbClr val="FFFFFF"/>
              </a:solidFill>
              <a:latin typeface="+mn-ea"/>
              <a:cs typeface="+mn-ea"/>
              <a:sym typeface="+mn-ea"/>
            </a:endParaRPr>
          </a:p>
        </p:txBody>
      </p:sp>
    </p:spTree>
    <p:custDataLst>
      <p:tags r:id="rId1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838200" y="226060"/>
            <a:ext cx="10515600" cy="1325563"/>
          </a:xfrm>
        </p:spPr>
        <p:txBody>
          <a:bodyPr/>
          <a:lstStyle/>
          <a:p>
            <a:r>
              <a:rPr lang="zh-CN" altLang="en-US"/>
              <a:t>项目</a:t>
            </a:r>
            <a:r>
              <a:rPr lang="zh-CN" altLang="en-US"/>
              <a:t>章程</a:t>
            </a:r>
            <a:endParaRPr lang="zh-CN" altLang="en-US"/>
          </a:p>
        </p:txBody>
      </p:sp>
      <p:sp>
        <p:nvSpPr>
          <p:cNvPr id="7" name="单圆角矩形 6"/>
          <p:cNvSpPr/>
          <p:nvPr>
            <p:custDataLst>
              <p:tags r:id="rId2"/>
            </p:custDataLst>
          </p:nvPr>
        </p:nvSpPr>
        <p:spPr>
          <a:xfrm flipH="1">
            <a:off x="861038" y="3632518"/>
            <a:ext cx="3464908" cy="777240"/>
          </a:xfrm>
          <a:prstGeom prst="round1Rect">
            <a:avLst>
              <a:gd name="adj" fmla="val 50000"/>
            </a:avLst>
          </a:prstGeom>
          <a:gradFill>
            <a:gsLst>
              <a:gs pos="90000">
                <a:schemeClr val="accent1">
                  <a:lumMod val="60000"/>
                  <a:lumOff val="40000"/>
                </a:schemeClr>
              </a:gs>
              <a:gs pos="0">
                <a:schemeClr val="accent1">
                  <a:alpha val="100000"/>
                </a:schemeClr>
              </a:gs>
            </a:gsLst>
            <a:lin ang="2700000" scaled="0"/>
          </a:gradFill>
          <a:ln>
            <a:noFill/>
          </a:ln>
          <a:effectLst>
            <a:outerShdw blurRad="508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71755" rIns="288290" bIns="7175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2000" b="1" dirty="0">
                <a:solidFill>
                  <a:srgbClr val="FFFFFF"/>
                </a:solidFill>
                <a:latin typeface="+mj-ea"/>
                <a:ea typeface="+mj-ea"/>
                <a:sym typeface="+mn-ea"/>
              </a:rPr>
              <a:t>项目讨论与</a:t>
            </a:r>
            <a:r>
              <a:rPr lang="zh-CN" altLang="en-US" sz="2000" b="1" dirty="0">
                <a:solidFill>
                  <a:srgbClr val="FFFFFF"/>
                </a:solidFill>
                <a:latin typeface="+mj-ea"/>
                <a:ea typeface="+mj-ea"/>
                <a:sym typeface="+mn-ea"/>
              </a:rPr>
              <a:t>计划</a:t>
            </a:r>
            <a:endParaRPr lang="zh-CN" altLang="en-US" sz="2000" b="1" dirty="0">
              <a:solidFill>
                <a:srgbClr val="FFFFFF"/>
              </a:solidFill>
              <a:latin typeface="+mj-ea"/>
              <a:ea typeface="+mj-ea"/>
              <a:sym typeface="+mn-ea"/>
            </a:endParaRPr>
          </a:p>
        </p:txBody>
      </p:sp>
      <p:sp>
        <p:nvSpPr>
          <p:cNvPr id="12" name="单圆角矩形 11"/>
          <p:cNvSpPr/>
          <p:nvPr>
            <p:custDataLst>
              <p:tags r:id="rId3"/>
            </p:custDataLst>
          </p:nvPr>
        </p:nvSpPr>
        <p:spPr>
          <a:xfrm flipH="1">
            <a:off x="4019982" y="3330785"/>
            <a:ext cx="3464908" cy="777240"/>
          </a:xfrm>
          <a:prstGeom prst="round1Rect">
            <a:avLst>
              <a:gd name="adj" fmla="val 50000"/>
            </a:avLst>
          </a:prstGeom>
          <a:gradFill>
            <a:gsLst>
              <a:gs pos="90000">
                <a:schemeClr val="accent2">
                  <a:lumMod val="60000"/>
                  <a:lumOff val="40000"/>
                </a:schemeClr>
              </a:gs>
              <a:gs pos="0">
                <a:schemeClr val="accent2"/>
              </a:gs>
            </a:gsLst>
            <a:lin ang="2700000" scaled="0"/>
          </a:gradFill>
          <a:ln>
            <a:noFill/>
          </a:ln>
          <a:effectLst>
            <a:outerShdw blurRad="50800" dist="38100" dir="2700000" algn="tl" rotWithShape="0">
              <a:schemeClr val="accent2">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71755" rIns="288290" bIns="7175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2000" b="1" dirty="0">
                <a:solidFill>
                  <a:srgbClr val="FFFFFF"/>
                </a:solidFill>
                <a:latin typeface="+mj-ea"/>
                <a:ea typeface="+mj-ea"/>
                <a:sym typeface="+mn-ea"/>
              </a:rPr>
              <a:t>项目</a:t>
            </a:r>
            <a:r>
              <a:rPr lang="zh-CN" altLang="en-US" sz="2000" b="1" dirty="0">
                <a:solidFill>
                  <a:srgbClr val="FFFFFF"/>
                </a:solidFill>
                <a:latin typeface="+mj-ea"/>
                <a:ea typeface="+mj-ea"/>
                <a:sym typeface="+mn-ea"/>
              </a:rPr>
              <a:t>实现</a:t>
            </a:r>
            <a:endParaRPr lang="zh-CN" altLang="en-US" sz="2000" b="1" dirty="0">
              <a:solidFill>
                <a:srgbClr val="FFFFFF"/>
              </a:solidFill>
              <a:latin typeface="+mj-ea"/>
              <a:ea typeface="+mj-ea"/>
              <a:sym typeface="+mn-ea"/>
            </a:endParaRPr>
          </a:p>
        </p:txBody>
      </p:sp>
      <p:sp>
        <p:nvSpPr>
          <p:cNvPr id="32" name="直角三角形 31"/>
          <p:cNvSpPr/>
          <p:nvPr>
            <p:custDataLst>
              <p:tags r:id="rId4"/>
            </p:custDataLst>
          </p:nvPr>
        </p:nvSpPr>
        <p:spPr>
          <a:xfrm rot="10800000">
            <a:off x="4024212" y="4108025"/>
            <a:ext cx="301734" cy="301734"/>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直角三角形 36"/>
          <p:cNvSpPr/>
          <p:nvPr>
            <p:custDataLst>
              <p:tags r:id="rId5"/>
            </p:custDataLst>
          </p:nvPr>
        </p:nvSpPr>
        <p:spPr>
          <a:xfrm rot="10800000">
            <a:off x="7183156" y="3804712"/>
            <a:ext cx="301734" cy="301734"/>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35"/>
          <p:cNvSpPr/>
          <p:nvPr>
            <p:custDataLst>
              <p:tags r:id="rId6"/>
            </p:custDataLst>
          </p:nvPr>
        </p:nvSpPr>
        <p:spPr>
          <a:xfrm>
            <a:off x="7183155" y="2734229"/>
            <a:ext cx="4245178" cy="1367280"/>
          </a:xfrm>
          <a:custGeom>
            <a:avLst/>
            <a:gdLst/>
            <a:ahLst/>
            <a:cxnLst>
              <a:cxn ang="3">
                <a:pos x="hc" y="t"/>
              </a:cxn>
              <a:cxn ang="cd2">
                <a:pos x="l" y="vc"/>
              </a:cxn>
              <a:cxn ang="cd4">
                <a:pos x="hc" y="b"/>
              </a:cxn>
              <a:cxn ang="0">
                <a:pos x="r" y="vc"/>
              </a:cxn>
            </a:cxnLst>
            <a:rect l="l" t="t" r="r" b="b"/>
            <a:pathLst>
              <a:path w="3988" h="1731">
                <a:moveTo>
                  <a:pt x="3123" y="0"/>
                </a:moveTo>
                <a:lnTo>
                  <a:pt x="3988" y="866"/>
                </a:lnTo>
                <a:lnTo>
                  <a:pt x="3122" y="1731"/>
                </a:lnTo>
                <a:lnTo>
                  <a:pt x="3122" y="1358"/>
                </a:lnTo>
                <a:lnTo>
                  <a:pt x="0" y="1358"/>
                </a:lnTo>
                <a:lnTo>
                  <a:pt x="0" y="866"/>
                </a:lnTo>
                <a:cubicBezTo>
                  <a:pt x="0" y="594"/>
                  <a:pt x="220" y="374"/>
                  <a:pt x="492" y="374"/>
                </a:cubicBezTo>
                <a:lnTo>
                  <a:pt x="3123" y="374"/>
                </a:lnTo>
                <a:lnTo>
                  <a:pt x="3123" y="0"/>
                </a:lnTo>
                <a:close/>
              </a:path>
            </a:pathLst>
          </a:custGeom>
          <a:gradFill>
            <a:gsLst>
              <a:gs pos="0">
                <a:schemeClr val="accent3">
                  <a:lumMod val="60000"/>
                  <a:lumOff val="40000"/>
                </a:schemeClr>
              </a:gs>
              <a:gs pos="75000">
                <a:schemeClr val="accent3"/>
              </a:gs>
            </a:gsLst>
            <a:lin ang="0" scaled="0"/>
          </a:gradFill>
          <a:ln>
            <a:noFill/>
          </a:ln>
          <a:effectLst>
            <a:outerShdw blurRad="50800" dist="38100" dir="2700000" algn="tl" rotWithShape="0">
              <a:schemeClr val="accent4">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71755" tIns="71755" rIns="360045" bIns="71755"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r>
              <a:rPr lang="zh-CN" altLang="en-US" sz="2000" b="1">
                <a:solidFill>
                  <a:srgbClr val="FFFFFF"/>
                </a:solidFill>
                <a:latin typeface="+mj-ea"/>
                <a:ea typeface="+mj-ea"/>
                <a:sym typeface="+mn-ea"/>
              </a:rPr>
              <a:t>项目验收</a:t>
            </a:r>
            <a:r>
              <a:rPr lang="zh-CN" altLang="en-US" sz="2000" b="1">
                <a:solidFill>
                  <a:srgbClr val="FFFFFF"/>
                </a:solidFill>
                <a:latin typeface="+mj-ea"/>
                <a:ea typeface="+mj-ea"/>
                <a:sym typeface="+mn-ea"/>
              </a:rPr>
              <a:t>交付</a:t>
            </a:r>
            <a:endParaRPr lang="zh-CN" altLang="en-US" sz="2000" b="1">
              <a:solidFill>
                <a:srgbClr val="FFFFFF"/>
              </a:solidFill>
              <a:latin typeface="+mj-ea"/>
              <a:ea typeface="+mj-ea"/>
              <a:sym typeface="+mn-ea"/>
            </a:endParaRPr>
          </a:p>
        </p:txBody>
      </p:sp>
      <p:sp>
        <p:nvSpPr>
          <p:cNvPr id="11" name="正文"/>
          <p:cNvSpPr txBox="1"/>
          <p:nvPr>
            <p:custDataLst>
              <p:tags r:id="rId7"/>
            </p:custDataLst>
          </p:nvPr>
        </p:nvSpPr>
        <p:spPr>
          <a:xfrm>
            <a:off x="1013460" y="1908810"/>
            <a:ext cx="3185160" cy="1367155"/>
          </a:xfrm>
          <a:prstGeom prst="rect">
            <a:avLst/>
          </a:prstGeom>
          <a:noFill/>
        </p:spPr>
        <p:txBody>
          <a:bodyPr wrap="square" lIns="0" tIns="0" rIns="0" bIns="0" rtlCol="0" anchor="b" anchorCtr="0">
            <a:noAutofit/>
          </a:bodyPr>
          <a:lstStyle/>
          <a:p>
            <a:pPr lvl="0" algn="ctr">
              <a:lnSpc>
                <a:spcPct val="130000"/>
              </a:lnSpc>
              <a:buClrTx/>
              <a:buSzTx/>
              <a:buFontTx/>
            </a:pPr>
            <a:r>
              <a:rPr lang="zh-CN" altLang="en-US" sz="1300" spc="130" dirty="0">
                <a:ln>
                  <a:noFill/>
                  <a:prstDash val="sysDot"/>
                </a:ln>
                <a:solidFill>
                  <a:schemeClr val="tx1">
                    <a:lumMod val="85000"/>
                    <a:lumOff val="15000"/>
                  </a:schemeClr>
                </a:solidFill>
                <a:latin typeface="+mn-ea"/>
                <a:ea typeface="+mn-ea"/>
                <a:sym typeface="+mn-ea"/>
              </a:rPr>
              <a:t>本阶段由团队成员共同参与，明确项目的核心目标与技术路线。针对零件智能分类与推荐系统的实际需求，梳理现有零件管理痛点，制定详细的开发计划与时间节点。通过需求分析，确定项目的主要功能模块、技术选型和分工方案，确保团队协同高效推进。</a:t>
            </a:r>
            <a:endParaRPr lang="zh-CN" altLang="en-US" sz="1300" spc="130" dirty="0">
              <a:ln>
                <a:noFill/>
                <a:prstDash val="sysDot"/>
              </a:ln>
              <a:solidFill>
                <a:schemeClr val="tx1">
                  <a:lumMod val="85000"/>
                  <a:lumOff val="15000"/>
                </a:schemeClr>
              </a:solidFill>
              <a:latin typeface="+mn-ea"/>
              <a:ea typeface="+mn-ea"/>
              <a:sym typeface="+mn-ea"/>
            </a:endParaRPr>
          </a:p>
        </p:txBody>
      </p:sp>
      <p:sp>
        <p:nvSpPr>
          <p:cNvPr id="3" name="正文"/>
          <p:cNvSpPr txBox="1"/>
          <p:nvPr>
            <p:custDataLst>
              <p:tags r:id="rId8"/>
            </p:custDataLst>
          </p:nvPr>
        </p:nvSpPr>
        <p:spPr>
          <a:xfrm>
            <a:off x="7561580" y="1108710"/>
            <a:ext cx="3289935" cy="1515110"/>
          </a:xfrm>
          <a:prstGeom prst="rect">
            <a:avLst/>
          </a:prstGeom>
          <a:noFill/>
        </p:spPr>
        <p:txBody>
          <a:bodyPr wrap="square" lIns="0" tIns="0" rIns="0" bIns="0" rtlCol="0" anchor="b" anchorCtr="0">
            <a:noAutofit/>
          </a:bodyPr>
          <a:lstStyle/>
          <a:p>
            <a:pPr lvl="0" algn="ctr">
              <a:lnSpc>
                <a:spcPct val="130000"/>
              </a:lnSpc>
              <a:buClrTx/>
              <a:buSzTx/>
              <a:buFontTx/>
            </a:pPr>
            <a:r>
              <a:rPr lang="zh-CN" altLang="en-US" sz="1200" spc="130" dirty="0">
                <a:ln>
                  <a:noFill/>
                  <a:prstDash val="sysDot"/>
                </a:ln>
                <a:solidFill>
                  <a:schemeClr val="tx1">
                    <a:lumMod val="85000"/>
                    <a:lumOff val="15000"/>
                  </a:schemeClr>
                </a:solidFill>
                <a:latin typeface="+mn-ea"/>
                <a:ea typeface="+mn-ea"/>
                <a:sym typeface="+mn-ea"/>
              </a:rPr>
              <a:t>项目开发完成后，组织验收测试，确保系统各项功能符合预期目标。通过功能演示和用户试用，收集反馈并进行迭代优化。最终形成项目成果文档和系统交付物，支持企业在实际工程设计与零件管理场景中落地应用，实现智能分类与推荐的价值提升。</a:t>
            </a:r>
            <a:endParaRPr lang="zh-CN" altLang="en-US" sz="1200" spc="130" dirty="0">
              <a:ln>
                <a:noFill/>
                <a:prstDash val="sysDot"/>
              </a:ln>
              <a:solidFill>
                <a:schemeClr val="tx1">
                  <a:lumMod val="85000"/>
                  <a:lumOff val="15000"/>
                </a:schemeClr>
              </a:solidFill>
              <a:latin typeface="+mn-ea"/>
              <a:ea typeface="+mn-ea"/>
              <a:sym typeface="+mn-ea"/>
            </a:endParaRPr>
          </a:p>
        </p:txBody>
      </p:sp>
      <p:sp>
        <p:nvSpPr>
          <p:cNvPr id="6" name="正文"/>
          <p:cNvSpPr txBox="1"/>
          <p:nvPr>
            <p:custDataLst>
              <p:tags r:id="rId9"/>
            </p:custDataLst>
          </p:nvPr>
        </p:nvSpPr>
        <p:spPr>
          <a:xfrm>
            <a:off x="4516755" y="4399280"/>
            <a:ext cx="2858135" cy="1546225"/>
          </a:xfrm>
          <a:prstGeom prst="rect">
            <a:avLst/>
          </a:prstGeom>
          <a:noFill/>
        </p:spPr>
        <p:txBody>
          <a:bodyPr wrap="square" lIns="0" tIns="0" rIns="0" bIns="0" rtlCol="0" anchor="t" anchorCtr="0">
            <a:normAutofit fontScale="90000"/>
          </a:bodyPr>
          <a:lstStyle/>
          <a:p>
            <a:pPr lvl="0" algn="ctr">
              <a:lnSpc>
                <a:spcPct val="130000"/>
              </a:lnSpc>
              <a:buClrTx/>
              <a:buSzTx/>
              <a:buFontTx/>
            </a:pPr>
            <a:r>
              <a:rPr lang="zh-CN" altLang="en-US" sz="1445" spc="130" dirty="0">
                <a:ln>
                  <a:noFill/>
                  <a:prstDash val="sysDot"/>
                </a:ln>
                <a:solidFill>
                  <a:schemeClr val="tx1">
                    <a:lumMod val="85000"/>
                    <a:lumOff val="15000"/>
                  </a:schemeClr>
                </a:solidFill>
                <a:latin typeface="+mn-ea"/>
                <a:ea typeface="+mn-ea"/>
                <a:sym typeface="+mn-ea"/>
              </a:rPr>
              <a:t>在充分讨论与规划</a:t>
            </a:r>
            <a:r>
              <a:rPr lang="zh-CN" altLang="en-US" sz="1445" spc="130" dirty="0">
                <a:ln>
                  <a:noFill/>
                  <a:prstDash val="sysDot"/>
                </a:ln>
                <a:solidFill>
                  <a:schemeClr val="tx1">
                    <a:lumMod val="85000"/>
                    <a:lumOff val="15000"/>
                  </a:schemeClr>
                </a:solidFill>
                <a:latin typeface="+mn-ea"/>
                <a:ea typeface="+mn-ea"/>
                <a:sym typeface="+mn-ea"/>
              </a:rPr>
              <a:t>基础上，团队分工协作，启动系统开发工作。主要包括数据预处理、特征提取、机器学习模型训练以及系统界面开发。阶段性内部评审，及时调整技术方案，保障项目进度与质量。</a:t>
            </a:r>
            <a:endParaRPr lang="zh-CN" altLang="en-US" sz="1445" spc="130" dirty="0">
              <a:ln>
                <a:noFill/>
                <a:prstDash val="sysDot"/>
              </a:ln>
              <a:solidFill>
                <a:schemeClr val="tx1">
                  <a:lumMod val="85000"/>
                  <a:lumOff val="15000"/>
                </a:schemeClr>
              </a:solidFill>
              <a:latin typeface="+mn-ea"/>
              <a:ea typeface="+mn-ea"/>
              <a:sym typeface="+mn-ea"/>
            </a:endParaRPr>
          </a:p>
        </p:txBody>
      </p:sp>
    </p:spTree>
    <p:custDataLst>
      <p:tags r:id="rId10"/>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668063" y="1592105"/>
            <a:ext cx="3443633" cy="4565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 name="组合 3"/>
          <p:cNvGrpSpPr/>
          <p:nvPr/>
        </p:nvGrpSpPr>
        <p:grpSpPr>
          <a:xfrm>
            <a:off x="8328427" y="1854975"/>
            <a:ext cx="2184989" cy="1739107"/>
            <a:chOff x="6614153" y="781020"/>
            <a:chExt cx="2168776" cy="1739107"/>
          </a:xfrm>
        </p:grpSpPr>
        <p:sp>
          <p:nvSpPr>
            <p:cNvPr id="5" name="文本框 4"/>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nvGrpSpPr>
        <p:grpSpPr>
          <a:xfrm>
            <a:off x="8328426" y="4130701"/>
            <a:ext cx="2184989" cy="1739107"/>
            <a:chOff x="6614153" y="781020"/>
            <a:chExt cx="2168776" cy="1739107"/>
          </a:xfrm>
        </p:grpSpPr>
        <p:sp>
          <p:nvSpPr>
            <p:cNvPr id="8" name="文本框 7"/>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矩形 8"/>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10" name="直接连接符 9"/>
          <p:cNvCxnSpPr/>
          <p:nvPr/>
        </p:nvCxnSpPr>
        <p:spPr>
          <a:xfrm flipV="1">
            <a:off x="7668063" y="3804920"/>
            <a:ext cx="3472377" cy="24703"/>
          </a:xfrm>
          <a:prstGeom prst="line">
            <a:avLst/>
          </a:prstGeom>
          <a:ln>
            <a:solidFill>
              <a:schemeClr val="bg1"/>
            </a:solidFill>
            <a:prstDash val="lgDashDot"/>
          </a:ln>
        </p:spPr>
        <p:style>
          <a:lnRef idx="1">
            <a:schemeClr val="accent1"/>
          </a:lnRef>
          <a:fillRef idx="0">
            <a:schemeClr val="accent1"/>
          </a:fillRef>
          <a:effectRef idx="0">
            <a:schemeClr val="accent1"/>
          </a:effectRef>
          <a:fontRef idx="minor">
            <a:schemeClr val="tx1"/>
          </a:fontRef>
        </p:style>
      </p:cxnSp>
      <p:graphicFrame>
        <p:nvGraphicFramePr>
          <p:cNvPr id="16" name="表格 4"/>
          <p:cNvGraphicFramePr>
            <a:graphicFrameLocks noGrp="1"/>
          </p:cNvGraphicFramePr>
          <p:nvPr>
            <p:custDataLst>
              <p:tags r:id="rId1"/>
            </p:custDataLst>
          </p:nvPr>
        </p:nvGraphicFramePr>
        <p:xfrm>
          <a:off x="1015365" y="1701165"/>
          <a:ext cx="3971290" cy="4266565"/>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3971290"/>
              </a:tblGrid>
              <a:tr h="4266565">
                <a:tc>
                  <a:txBody>
                    <a:bodyPr/>
                    <a:p>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r>
            </a:tbl>
          </a:graphicData>
        </a:graphic>
      </p:graphicFrame>
      <p:sp>
        <p:nvSpPr>
          <p:cNvPr id="17" name="文本框 16"/>
          <p:cNvSpPr txBox="1"/>
          <p:nvPr>
            <p:custDataLst>
              <p:tags r:id="rId2"/>
            </p:custDataLst>
          </p:nvPr>
        </p:nvSpPr>
        <p:spPr>
          <a:xfrm>
            <a:off x="1184275" y="2145030"/>
            <a:ext cx="2649220" cy="419735"/>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8" name="直接连接符 17"/>
          <p:cNvCxnSpPr/>
          <p:nvPr>
            <p:custDataLst>
              <p:tags r:id="rId3"/>
            </p:custDataLst>
          </p:nvPr>
        </p:nvCxnSpPr>
        <p:spPr>
          <a:xfrm>
            <a:off x="1262557" y="2765229"/>
            <a:ext cx="3404235" cy="0"/>
          </a:xfrm>
          <a:prstGeom prst="line">
            <a:avLst/>
          </a:prstGeom>
          <a:ln w="28575">
            <a:solidFill>
              <a:schemeClr val="accent1"/>
            </a:solidFill>
            <a:prstDash val="dashDot"/>
          </a:ln>
        </p:spPr>
        <p:style>
          <a:lnRef idx="1">
            <a:schemeClr val="accent1"/>
          </a:lnRef>
          <a:fillRef idx="0">
            <a:schemeClr val="accent1"/>
          </a:fillRef>
          <a:effectRef idx="0">
            <a:schemeClr val="accent1"/>
          </a:effectRef>
          <a:fontRef idx="minor">
            <a:schemeClr val="tx1"/>
          </a:fontRef>
        </p:style>
      </p:cxnSp>
      <p:sp>
        <p:nvSpPr>
          <p:cNvPr id="19" name="文本框 18"/>
          <p:cNvSpPr txBox="1"/>
          <p:nvPr>
            <p:custDataLst>
              <p:tags r:id="rId4"/>
            </p:custDataLst>
          </p:nvPr>
        </p:nvSpPr>
        <p:spPr>
          <a:xfrm>
            <a:off x="1090295" y="3185160"/>
            <a:ext cx="3852545" cy="869315"/>
          </a:xfrm>
          <a:prstGeom prst="rect">
            <a:avLst/>
          </a:prstGeom>
          <a:noFill/>
        </p:spPr>
        <p:txBody>
          <a:bodyPr wrap="square" rtlCol="0">
            <a:noAutofit/>
          </a:bodyPr>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文本框 19"/>
          <p:cNvSpPr txBox="1"/>
          <p:nvPr>
            <p:custDataLst>
              <p:tags r:id="rId5"/>
            </p:custDataLst>
          </p:nvPr>
        </p:nvSpPr>
        <p:spPr>
          <a:xfrm>
            <a:off x="1113790" y="4360545"/>
            <a:ext cx="3852545" cy="869315"/>
          </a:xfrm>
          <a:prstGeom prst="rect">
            <a:avLst/>
          </a:prstGeom>
          <a:noFill/>
        </p:spPr>
        <p:txBody>
          <a:bodyPr wrap="square" rtlCol="0">
            <a:noAutofit/>
          </a:bodyPr>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668063" y="1592105"/>
            <a:ext cx="3443633" cy="45656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 name="组合 3"/>
          <p:cNvGrpSpPr/>
          <p:nvPr/>
        </p:nvGrpSpPr>
        <p:grpSpPr>
          <a:xfrm>
            <a:off x="8328427" y="1854975"/>
            <a:ext cx="2184989" cy="1739107"/>
            <a:chOff x="6614153" y="781020"/>
            <a:chExt cx="2168776" cy="1739107"/>
          </a:xfrm>
        </p:grpSpPr>
        <p:sp>
          <p:nvSpPr>
            <p:cNvPr id="5" name="文本框 4"/>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nvGrpSpPr>
        <p:grpSpPr>
          <a:xfrm>
            <a:off x="8328426" y="4130701"/>
            <a:ext cx="2184989" cy="1739107"/>
            <a:chOff x="6614153" y="781020"/>
            <a:chExt cx="2168776" cy="1739107"/>
          </a:xfrm>
        </p:grpSpPr>
        <p:sp>
          <p:nvSpPr>
            <p:cNvPr id="8" name="文本框 7"/>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矩形 8"/>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10" name="直接连接符 9"/>
          <p:cNvCxnSpPr/>
          <p:nvPr/>
        </p:nvCxnSpPr>
        <p:spPr>
          <a:xfrm flipV="1">
            <a:off x="7668063" y="3804920"/>
            <a:ext cx="3472377" cy="24703"/>
          </a:xfrm>
          <a:prstGeom prst="line">
            <a:avLst/>
          </a:prstGeom>
          <a:ln>
            <a:solidFill>
              <a:schemeClr val="bg1"/>
            </a:solidFill>
            <a:prstDash val="lgDashDot"/>
          </a:ln>
        </p:spPr>
        <p:style>
          <a:lnRef idx="1">
            <a:schemeClr val="accent1"/>
          </a:lnRef>
          <a:fillRef idx="0">
            <a:schemeClr val="accent1"/>
          </a:fillRef>
          <a:effectRef idx="0">
            <a:schemeClr val="accent1"/>
          </a:effectRef>
          <a:fontRef idx="minor">
            <a:schemeClr val="tx1"/>
          </a:fontRef>
        </p:style>
      </p:cxnSp>
      <p:graphicFrame>
        <p:nvGraphicFramePr>
          <p:cNvPr id="16" name="表格 4"/>
          <p:cNvGraphicFramePr>
            <a:graphicFrameLocks noGrp="1"/>
          </p:cNvGraphicFramePr>
          <p:nvPr>
            <p:custDataLst>
              <p:tags r:id="rId1"/>
            </p:custDataLst>
          </p:nvPr>
        </p:nvGraphicFramePr>
        <p:xfrm>
          <a:off x="1015365" y="1701165"/>
          <a:ext cx="3971290" cy="4266565"/>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3971290"/>
              </a:tblGrid>
              <a:tr h="4266565">
                <a:tc>
                  <a:txBody>
                    <a:bodyPr/>
                    <a:p>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r>
            </a:tbl>
          </a:graphicData>
        </a:graphic>
      </p:graphicFrame>
      <p:sp>
        <p:nvSpPr>
          <p:cNvPr id="17" name="文本框 16"/>
          <p:cNvSpPr txBox="1"/>
          <p:nvPr>
            <p:custDataLst>
              <p:tags r:id="rId2"/>
            </p:custDataLst>
          </p:nvPr>
        </p:nvSpPr>
        <p:spPr>
          <a:xfrm>
            <a:off x="1184275" y="2145030"/>
            <a:ext cx="2649220" cy="419735"/>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8" name="直接连接符 17"/>
          <p:cNvCxnSpPr/>
          <p:nvPr>
            <p:custDataLst>
              <p:tags r:id="rId3"/>
            </p:custDataLst>
          </p:nvPr>
        </p:nvCxnSpPr>
        <p:spPr>
          <a:xfrm>
            <a:off x="1262557" y="2765229"/>
            <a:ext cx="3404235" cy="0"/>
          </a:xfrm>
          <a:prstGeom prst="line">
            <a:avLst/>
          </a:prstGeom>
          <a:ln w="28575">
            <a:solidFill>
              <a:schemeClr val="accent1"/>
            </a:solidFill>
            <a:prstDash val="dashDot"/>
          </a:ln>
        </p:spPr>
        <p:style>
          <a:lnRef idx="1">
            <a:schemeClr val="accent1"/>
          </a:lnRef>
          <a:fillRef idx="0">
            <a:schemeClr val="accent1"/>
          </a:fillRef>
          <a:effectRef idx="0">
            <a:schemeClr val="accent1"/>
          </a:effectRef>
          <a:fontRef idx="minor">
            <a:schemeClr val="tx1"/>
          </a:fontRef>
        </p:style>
      </p:cxnSp>
      <p:sp>
        <p:nvSpPr>
          <p:cNvPr id="19" name="文本框 18"/>
          <p:cNvSpPr txBox="1"/>
          <p:nvPr>
            <p:custDataLst>
              <p:tags r:id="rId4"/>
            </p:custDataLst>
          </p:nvPr>
        </p:nvSpPr>
        <p:spPr>
          <a:xfrm>
            <a:off x="1090295" y="3185160"/>
            <a:ext cx="3852545" cy="869315"/>
          </a:xfrm>
          <a:prstGeom prst="rect">
            <a:avLst/>
          </a:prstGeom>
          <a:noFill/>
        </p:spPr>
        <p:txBody>
          <a:bodyPr wrap="square" rtlCol="0">
            <a:noAutofit/>
          </a:bodyPr>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文本框 19"/>
          <p:cNvSpPr txBox="1"/>
          <p:nvPr>
            <p:custDataLst>
              <p:tags r:id="rId5"/>
            </p:custDataLst>
          </p:nvPr>
        </p:nvSpPr>
        <p:spPr>
          <a:xfrm>
            <a:off x="1113790" y="4360545"/>
            <a:ext cx="3852545" cy="869315"/>
          </a:xfrm>
          <a:prstGeom prst="rect">
            <a:avLst/>
          </a:prstGeom>
          <a:noFill/>
        </p:spPr>
        <p:txBody>
          <a:bodyPr wrap="square" rtlCol="0">
            <a:noAutofit/>
          </a:bodyPr>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9700" y="5778500"/>
            <a:ext cx="11912600" cy="0"/>
          </a:xfrm>
          <a:prstGeom prst="line">
            <a:avLst/>
          </a:prstGeom>
          <a:ln w="63500"/>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392379" y="3708518"/>
            <a:ext cx="768159" cy="2178726"/>
            <a:chOff x="392379" y="2857618"/>
            <a:chExt cx="768159" cy="2178726"/>
          </a:xfrm>
        </p:grpSpPr>
        <p:sp>
          <p:nvSpPr>
            <p:cNvPr id="4" name="椭圆 3"/>
            <p:cNvSpPr/>
            <p:nvPr/>
          </p:nvSpPr>
          <p:spPr>
            <a:xfrm>
              <a:off x="673258" y="4818856"/>
              <a:ext cx="217488" cy="217488"/>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5" name="直接连接符 4"/>
            <p:cNvCxnSpPr/>
            <p:nvPr/>
          </p:nvCxnSpPr>
          <p:spPr>
            <a:xfrm flipV="1">
              <a:off x="782002" y="3642360"/>
              <a:ext cx="0" cy="117649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泪滴形 5"/>
            <p:cNvSpPr/>
            <p:nvPr/>
          </p:nvSpPr>
          <p:spPr>
            <a:xfrm rot="8089842">
              <a:off x="413419" y="2857618"/>
              <a:ext cx="737167" cy="737167"/>
            </a:xfrm>
            <a:prstGeom prst="teardrop">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392379" y="3056567"/>
              <a:ext cx="768159" cy="400110"/>
            </a:xfrm>
            <a:prstGeom prst="rect">
              <a:avLst/>
            </a:prstGeom>
            <a:noFill/>
          </p:spPr>
          <p:txBody>
            <a:bodyPr wrap="none" rtlCol="0">
              <a:spAutoFit/>
            </a:bodyPr>
            <a:lstStyle/>
            <a:p>
              <a:pPr algn="ctr"/>
              <a:r>
                <a:rPr lang="en-US" altLang="zh-CN"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2018</a:t>
              </a:r>
              <a:endPar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8" name="组合 7"/>
          <p:cNvGrpSpPr/>
          <p:nvPr/>
        </p:nvGrpSpPr>
        <p:grpSpPr>
          <a:xfrm>
            <a:off x="3219329" y="2634098"/>
            <a:ext cx="768159" cy="3253146"/>
            <a:chOff x="3242259" y="1783198"/>
            <a:chExt cx="768159" cy="3253146"/>
          </a:xfrm>
        </p:grpSpPr>
        <p:sp>
          <p:nvSpPr>
            <p:cNvPr id="9" name="椭圆 8"/>
            <p:cNvSpPr/>
            <p:nvPr/>
          </p:nvSpPr>
          <p:spPr>
            <a:xfrm>
              <a:off x="3523138" y="4818856"/>
              <a:ext cx="217488" cy="217488"/>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0" name="直接连接符 9"/>
            <p:cNvCxnSpPr/>
            <p:nvPr/>
          </p:nvCxnSpPr>
          <p:spPr>
            <a:xfrm flipV="1">
              <a:off x="3631882" y="2438400"/>
              <a:ext cx="0" cy="238045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泪滴形 10"/>
            <p:cNvSpPr/>
            <p:nvPr/>
          </p:nvSpPr>
          <p:spPr>
            <a:xfrm rot="8089842">
              <a:off x="3263299" y="1783198"/>
              <a:ext cx="737167" cy="737167"/>
            </a:xfrm>
            <a:prstGeom prst="teardrop">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文本框 11"/>
            <p:cNvSpPr txBox="1"/>
            <p:nvPr/>
          </p:nvSpPr>
          <p:spPr>
            <a:xfrm>
              <a:off x="3242259" y="1982147"/>
              <a:ext cx="768159" cy="400110"/>
            </a:xfrm>
            <a:prstGeom prst="rect">
              <a:avLst/>
            </a:prstGeom>
            <a:noFill/>
          </p:spPr>
          <p:txBody>
            <a:bodyPr wrap="none" rtlCol="0">
              <a:spAutoFit/>
            </a:bodyPr>
            <a:lstStyle/>
            <a:p>
              <a:pPr algn="ctr"/>
              <a:r>
                <a:rPr lang="en-US" altLang="zh-CN"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2019</a:t>
              </a:r>
              <a:endPar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3" name="组合 12"/>
          <p:cNvGrpSpPr/>
          <p:nvPr/>
        </p:nvGrpSpPr>
        <p:grpSpPr>
          <a:xfrm>
            <a:off x="6086964" y="3675500"/>
            <a:ext cx="768159" cy="2211744"/>
            <a:chOff x="6086964" y="2824600"/>
            <a:chExt cx="768159" cy="2211744"/>
          </a:xfrm>
        </p:grpSpPr>
        <p:sp>
          <p:nvSpPr>
            <p:cNvPr id="14" name="椭圆 13"/>
            <p:cNvSpPr/>
            <p:nvPr/>
          </p:nvSpPr>
          <p:spPr>
            <a:xfrm>
              <a:off x="6362299" y="4818856"/>
              <a:ext cx="217488" cy="217488"/>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5" name="直接连接符 14"/>
            <p:cNvCxnSpPr/>
            <p:nvPr/>
          </p:nvCxnSpPr>
          <p:spPr>
            <a:xfrm flipV="1">
              <a:off x="6471043" y="3651293"/>
              <a:ext cx="0" cy="116756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089842">
              <a:off x="6102460" y="2824600"/>
              <a:ext cx="737167" cy="737167"/>
            </a:xfrm>
            <a:prstGeom prst="teardrop">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6086964" y="3023549"/>
              <a:ext cx="768159" cy="400110"/>
            </a:xfrm>
            <a:prstGeom prst="rect">
              <a:avLst/>
            </a:prstGeom>
            <a:noFill/>
          </p:spPr>
          <p:txBody>
            <a:bodyPr wrap="none" rtlCol="0">
              <a:spAutoFit/>
            </a:bodyPr>
            <a:lstStyle/>
            <a:p>
              <a:pPr algn="ctr"/>
              <a:r>
                <a:rPr lang="en-US" altLang="zh-CN"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2020</a:t>
              </a:r>
              <a:endPar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8" name="组合 17"/>
          <p:cNvGrpSpPr/>
          <p:nvPr/>
        </p:nvGrpSpPr>
        <p:grpSpPr>
          <a:xfrm>
            <a:off x="8918111" y="2532499"/>
            <a:ext cx="768159" cy="3354745"/>
            <a:chOff x="8893760" y="1681599"/>
            <a:chExt cx="768159" cy="3354745"/>
          </a:xfrm>
        </p:grpSpPr>
        <p:sp>
          <p:nvSpPr>
            <p:cNvPr id="19" name="椭圆 18"/>
            <p:cNvSpPr/>
            <p:nvPr/>
          </p:nvSpPr>
          <p:spPr>
            <a:xfrm>
              <a:off x="9174638" y="4818856"/>
              <a:ext cx="217488" cy="217488"/>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20" name="直接连接符 19"/>
            <p:cNvCxnSpPr/>
            <p:nvPr/>
          </p:nvCxnSpPr>
          <p:spPr>
            <a:xfrm flipV="1">
              <a:off x="9283382" y="2273300"/>
              <a:ext cx="0" cy="254555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1" name="泪滴形 20"/>
            <p:cNvSpPr/>
            <p:nvPr/>
          </p:nvSpPr>
          <p:spPr>
            <a:xfrm rot="8089842">
              <a:off x="8914799" y="1681599"/>
              <a:ext cx="737167" cy="737167"/>
            </a:xfrm>
            <a:prstGeom prst="teardrop">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文本框 21"/>
            <p:cNvSpPr txBox="1"/>
            <p:nvPr/>
          </p:nvSpPr>
          <p:spPr>
            <a:xfrm>
              <a:off x="8893760" y="1880548"/>
              <a:ext cx="768159" cy="400110"/>
            </a:xfrm>
            <a:prstGeom prst="rect">
              <a:avLst/>
            </a:prstGeom>
            <a:noFill/>
          </p:spPr>
          <p:txBody>
            <a:bodyPr wrap="none" rtlCol="0">
              <a:spAutoFit/>
            </a:bodyPr>
            <a:lstStyle/>
            <a:p>
              <a:pPr algn="ctr"/>
              <a:r>
                <a:rPr lang="en-US" altLang="zh-CN"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2021</a:t>
              </a:r>
              <a:endPar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3" name="文本框 22"/>
          <p:cNvSpPr txBox="1"/>
          <p:nvPr/>
        </p:nvSpPr>
        <p:spPr>
          <a:xfrm>
            <a:off x="1072353" y="4360612"/>
            <a:ext cx="2236509" cy="1167692"/>
          </a:xfrm>
          <a:prstGeom prst="rect">
            <a:avLst/>
          </a:prstGeom>
          <a:noFill/>
        </p:spPr>
        <p:txBody>
          <a:bodyPr wrap="square" rtlCol="0">
            <a:spAutoFit/>
          </a:bodyPr>
          <a:lstStyle/>
          <a:p>
            <a:pPr>
              <a:lnSpc>
                <a:spcPct val="150000"/>
              </a:lnSpc>
            </a:pPr>
            <a:r>
              <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文本框 23"/>
          <p:cNvSpPr txBox="1"/>
          <p:nvPr/>
        </p:nvSpPr>
        <p:spPr>
          <a:xfrm>
            <a:off x="3743098" y="3610763"/>
            <a:ext cx="2236509" cy="1167692"/>
          </a:xfrm>
          <a:prstGeom prst="rect">
            <a:avLst/>
          </a:prstGeom>
          <a:noFill/>
        </p:spPr>
        <p:txBody>
          <a:bodyPr wrap="square" rtlCol="0">
            <a:spAutoFit/>
          </a:bodyPr>
          <a:lstStyle/>
          <a:p>
            <a:pPr>
              <a:lnSpc>
                <a:spcPct val="150000"/>
              </a:lnSpc>
            </a:pPr>
            <a:r>
              <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文本框 24"/>
          <p:cNvSpPr txBox="1"/>
          <p:nvPr/>
        </p:nvSpPr>
        <p:spPr>
          <a:xfrm>
            <a:off x="6895532" y="3981492"/>
            <a:ext cx="2236509" cy="1167692"/>
          </a:xfrm>
          <a:prstGeom prst="rect">
            <a:avLst/>
          </a:prstGeom>
          <a:noFill/>
        </p:spPr>
        <p:txBody>
          <a:bodyPr wrap="square" rtlCol="0">
            <a:spAutoFit/>
          </a:bodyPr>
          <a:lstStyle/>
          <a:p>
            <a:pPr>
              <a:lnSpc>
                <a:spcPct val="150000"/>
              </a:lnSpc>
            </a:pPr>
            <a:r>
              <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文本框 25"/>
          <p:cNvSpPr txBox="1"/>
          <p:nvPr/>
        </p:nvSpPr>
        <p:spPr>
          <a:xfrm>
            <a:off x="9459807" y="3397646"/>
            <a:ext cx="2236509" cy="1167692"/>
          </a:xfrm>
          <a:prstGeom prst="rect">
            <a:avLst/>
          </a:prstGeom>
          <a:noFill/>
        </p:spPr>
        <p:txBody>
          <a:bodyPr wrap="square" rtlCol="0">
            <a:spAutoFit/>
          </a:bodyPr>
          <a:lstStyle/>
          <a:p>
            <a:pPr>
              <a:lnSpc>
                <a:spcPct val="150000"/>
              </a:lnSpc>
            </a:pPr>
            <a:r>
              <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2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1"/>
          <p:cNvCxnSpPr/>
          <p:nvPr/>
        </p:nvCxnSpPr>
        <p:spPr>
          <a:xfrm>
            <a:off x="6102094" y="2123070"/>
            <a:ext cx="0" cy="3483864"/>
          </a:xfrm>
          <a:prstGeom prst="straightConnector1">
            <a:avLst/>
          </a:prstGeom>
          <a:noFill/>
          <a:ln w="19050">
            <a:solidFill>
              <a:schemeClr val="accent1">
                <a:lumMod val="75000"/>
                <a:lumOff val="25000"/>
              </a:schemeClr>
            </a:solidFill>
            <a:headEnd type="stealth"/>
            <a:tailEnd type="stealth"/>
          </a:ln>
        </p:spPr>
        <p:style>
          <a:lnRef idx="2">
            <a:schemeClr val="accent1">
              <a:shade val="50000"/>
            </a:schemeClr>
          </a:lnRef>
          <a:fillRef idx="1">
            <a:schemeClr val="accent1"/>
          </a:fillRef>
          <a:effectRef idx="0">
            <a:schemeClr val="accent1"/>
          </a:effectRef>
          <a:fontRef idx="minor">
            <a:schemeClr val="lt1"/>
          </a:fontRef>
        </p:style>
      </p:cxnSp>
      <p:grpSp>
        <p:nvGrpSpPr>
          <p:cNvPr id="3" name="组合 2"/>
          <p:cNvGrpSpPr/>
          <p:nvPr/>
        </p:nvGrpSpPr>
        <p:grpSpPr>
          <a:xfrm>
            <a:off x="2559341" y="2679810"/>
            <a:ext cx="7073316" cy="2306377"/>
            <a:chOff x="2559341" y="2624328"/>
            <a:chExt cx="7073316" cy="2306377"/>
          </a:xfrm>
        </p:grpSpPr>
        <p:sp>
          <p:nvSpPr>
            <p:cNvPr id="4" name="任意多边形: 形状 3"/>
            <p:cNvSpPr/>
            <p:nvPr/>
          </p:nvSpPr>
          <p:spPr>
            <a:xfrm>
              <a:off x="2559341" y="2624328"/>
              <a:ext cx="7073316" cy="578162"/>
            </a:xfrm>
            <a:custGeom>
              <a:avLst/>
              <a:gdLst>
                <a:gd name="connsiteX0" fmla="*/ 3175494 w 6350988"/>
                <a:gd name="connsiteY0" fmla="*/ 519119 h 519119"/>
                <a:gd name="connsiteX1" fmla="*/ 6180632 w 6350988"/>
                <a:gd name="connsiteY1" fmla="*/ 85229 h 519119"/>
                <a:gd name="connsiteX2" fmla="*/ 6350988 w 6350988"/>
                <a:gd name="connsiteY2" fmla="*/ 0 h 519119"/>
                <a:gd name="connsiteX3" fmla="*/ 0 w 6350988"/>
                <a:gd name="connsiteY3" fmla="*/ 0 h 519119"/>
                <a:gd name="connsiteX4" fmla="*/ 170356 w 6350988"/>
                <a:gd name="connsiteY4" fmla="*/ 85229 h 519119"/>
                <a:gd name="connsiteX5" fmla="*/ 3175494 w 6350988"/>
                <a:gd name="connsiteY5" fmla="*/ 519119 h 519119"/>
                <a:gd name="connsiteX0-1" fmla="*/ 0 w 6350988"/>
                <a:gd name="connsiteY0-2" fmla="*/ 0 h 519119"/>
                <a:gd name="connsiteX1-3" fmla="*/ 170356 w 6350988"/>
                <a:gd name="connsiteY1-4" fmla="*/ 85229 h 519119"/>
                <a:gd name="connsiteX2-5" fmla="*/ 3175494 w 6350988"/>
                <a:gd name="connsiteY2-6" fmla="*/ 519119 h 519119"/>
                <a:gd name="connsiteX3-7" fmla="*/ 6180632 w 6350988"/>
                <a:gd name="connsiteY3-8" fmla="*/ 85229 h 519119"/>
                <a:gd name="connsiteX4-9" fmla="*/ 6350988 w 6350988"/>
                <a:gd name="connsiteY4-10" fmla="*/ 0 h 519119"/>
                <a:gd name="connsiteX5-11" fmla="*/ 91440 w 6350988"/>
                <a:gd name="connsiteY5-12" fmla="*/ 91440 h 519119"/>
                <a:gd name="connsiteX0-13" fmla="*/ 0 w 6350988"/>
                <a:gd name="connsiteY0-14" fmla="*/ 0 h 519119"/>
                <a:gd name="connsiteX1-15" fmla="*/ 170356 w 6350988"/>
                <a:gd name="connsiteY1-16" fmla="*/ 85229 h 519119"/>
                <a:gd name="connsiteX2-17" fmla="*/ 3175494 w 6350988"/>
                <a:gd name="connsiteY2-18" fmla="*/ 519119 h 519119"/>
                <a:gd name="connsiteX3-19" fmla="*/ 6180632 w 6350988"/>
                <a:gd name="connsiteY3-20" fmla="*/ 85229 h 519119"/>
                <a:gd name="connsiteX4-21" fmla="*/ 6350988 w 6350988"/>
                <a:gd name="connsiteY4-22" fmla="*/ 0 h 5191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350988" h="519119">
                  <a:moveTo>
                    <a:pt x="0" y="0"/>
                  </a:moveTo>
                  <a:lnTo>
                    <a:pt x="170356" y="85229"/>
                  </a:lnTo>
                  <a:cubicBezTo>
                    <a:pt x="821628" y="347007"/>
                    <a:pt x="1924544" y="519119"/>
                    <a:pt x="3175494" y="519119"/>
                  </a:cubicBezTo>
                  <a:cubicBezTo>
                    <a:pt x="4426444" y="519119"/>
                    <a:pt x="5529360" y="347007"/>
                    <a:pt x="6180632" y="85229"/>
                  </a:cubicBezTo>
                  <a:lnTo>
                    <a:pt x="6350988" y="0"/>
                  </a:lnTo>
                </a:path>
              </a:pathLst>
            </a:custGeom>
            <a:noFill/>
            <a:ln w="19050">
              <a:solidFill>
                <a:schemeClr val="accent1">
                  <a:lumMod val="75000"/>
                  <a:lumOff val="25000"/>
                </a:schemeClr>
              </a:solidFill>
              <a:headEnd type="stealth"/>
              <a:tailEnd type="stealt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任意多边形: 形状 4"/>
            <p:cNvSpPr/>
            <p:nvPr/>
          </p:nvSpPr>
          <p:spPr>
            <a:xfrm flipV="1">
              <a:off x="2559341" y="4352543"/>
              <a:ext cx="7073316" cy="578162"/>
            </a:xfrm>
            <a:custGeom>
              <a:avLst/>
              <a:gdLst>
                <a:gd name="connsiteX0" fmla="*/ 3175494 w 6350988"/>
                <a:gd name="connsiteY0" fmla="*/ 519119 h 519119"/>
                <a:gd name="connsiteX1" fmla="*/ 6180632 w 6350988"/>
                <a:gd name="connsiteY1" fmla="*/ 85229 h 519119"/>
                <a:gd name="connsiteX2" fmla="*/ 6350988 w 6350988"/>
                <a:gd name="connsiteY2" fmla="*/ 0 h 519119"/>
                <a:gd name="connsiteX3" fmla="*/ 0 w 6350988"/>
                <a:gd name="connsiteY3" fmla="*/ 0 h 519119"/>
                <a:gd name="connsiteX4" fmla="*/ 170356 w 6350988"/>
                <a:gd name="connsiteY4" fmla="*/ 85229 h 519119"/>
                <a:gd name="connsiteX5" fmla="*/ 3175494 w 6350988"/>
                <a:gd name="connsiteY5" fmla="*/ 519119 h 519119"/>
                <a:gd name="connsiteX0-1" fmla="*/ 0 w 6350988"/>
                <a:gd name="connsiteY0-2" fmla="*/ 0 h 519119"/>
                <a:gd name="connsiteX1-3" fmla="*/ 170356 w 6350988"/>
                <a:gd name="connsiteY1-4" fmla="*/ 85229 h 519119"/>
                <a:gd name="connsiteX2-5" fmla="*/ 3175494 w 6350988"/>
                <a:gd name="connsiteY2-6" fmla="*/ 519119 h 519119"/>
                <a:gd name="connsiteX3-7" fmla="*/ 6180632 w 6350988"/>
                <a:gd name="connsiteY3-8" fmla="*/ 85229 h 519119"/>
                <a:gd name="connsiteX4-9" fmla="*/ 6350988 w 6350988"/>
                <a:gd name="connsiteY4-10" fmla="*/ 0 h 519119"/>
                <a:gd name="connsiteX5-11" fmla="*/ 91440 w 6350988"/>
                <a:gd name="connsiteY5-12" fmla="*/ 91440 h 519119"/>
                <a:gd name="connsiteX0-13" fmla="*/ 0 w 6350988"/>
                <a:gd name="connsiteY0-14" fmla="*/ 0 h 519119"/>
                <a:gd name="connsiteX1-15" fmla="*/ 170356 w 6350988"/>
                <a:gd name="connsiteY1-16" fmla="*/ 85229 h 519119"/>
                <a:gd name="connsiteX2-17" fmla="*/ 3175494 w 6350988"/>
                <a:gd name="connsiteY2-18" fmla="*/ 519119 h 519119"/>
                <a:gd name="connsiteX3-19" fmla="*/ 6180632 w 6350988"/>
                <a:gd name="connsiteY3-20" fmla="*/ 85229 h 519119"/>
                <a:gd name="connsiteX4-21" fmla="*/ 6350988 w 6350988"/>
                <a:gd name="connsiteY4-22" fmla="*/ 0 h 5191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350988" h="519119">
                  <a:moveTo>
                    <a:pt x="0" y="0"/>
                  </a:moveTo>
                  <a:lnTo>
                    <a:pt x="170356" y="85229"/>
                  </a:lnTo>
                  <a:cubicBezTo>
                    <a:pt x="821628" y="347007"/>
                    <a:pt x="1924544" y="519119"/>
                    <a:pt x="3175494" y="519119"/>
                  </a:cubicBezTo>
                  <a:cubicBezTo>
                    <a:pt x="4426444" y="519119"/>
                    <a:pt x="5529360" y="347007"/>
                    <a:pt x="6180632" y="85229"/>
                  </a:cubicBezTo>
                  <a:lnTo>
                    <a:pt x="6350988" y="0"/>
                  </a:lnTo>
                </a:path>
              </a:pathLst>
            </a:custGeom>
            <a:noFill/>
            <a:ln w="19050">
              <a:solidFill>
                <a:schemeClr val="accent1">
                  <a:lumMod val="75000"/>
                  <a:lumOff val="25000"/>
                </a:schemeClr>
              </a:solidFill>
              <a:headEnd type="stealth"/>
              <a:tailEnd type="stealt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6" name="椭圆 5"/>
          <p:cNvSpPr/>
          <p:nvPr/>
        </p:nvSpPr>
        <p:spPr>
          <a:xfrm>
            <a:off x="4788408" y="2525406"/>
            <a:ext cx="2615184" cy="261518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5403502" y="3555999"/>
            <a:ext cx="1384995" cy="553998"/>
          </a:xfrm>
          <a:prstGeom prst="rect">
            <a:avLst/>
          </a:prstGeom>
          <a:noFill/>
        </p:spPr>
        <p:txBody>
          <a:bodyPr wrap="none" lIns="0" tIns="0" rIns="0" bIns="0" rtlCol="0" anchor="t">
            <a:spAutoFit/>
          </a:bodyPr>
          <a:lstStyle/>
          <a:p>
            <a:pPr algn="l"/>
            <a:r>
              <a:rPr lang="zh-CN" altLang="en-US" sz="36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a:t>
            </a:r>
            <a:endParaRPr lang="zh-CN" altLang="en-US" sz="36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nvSpPr>
        <p:spPr>
          <a:xfrm>
            <a:off x="1982259" y="1975132"/>
            <a:ext cx="1154162" cy="276999"/>
          </a:xfrm>
          <a:prstGeom prst="rect">
            <a:avLst/>
          </a:prstGeom>
          <a:noFill/>
        </p:spPr>
        <p:txBody>
          <a:bodyPr wrap="none" lIns="0" tIns="0" rIns="0" bIns="0" rtlCol="0" anchor="t">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1326619" y="2252131"/>
            <a:ext cx="2465443" cy="665310"/>
          </a:xfrm>
          <a:prstGeom prst="rect">
            <a:avLst/>
          </a:prstGeom>
          <a:noFill/>
        </p:spPr>
        <p:txBody>
          <a:bodyPr wrap="square" lIns="0" tIns="0" rIns="0" bIns="0" rtlCol="0" anchor="t">
            <a:spAutoFit/>
          </a:bodyPr>
          <a:lstStyle/>
          <a:p>
            <a:pPr>
              <a:lnSpc>
                <a:spcPct val="150000"/>
              </a:lnSpc>
            </a:pPr>
            <a:r>
              <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nvSpPr>
        <p:spPr>
          <a:xfrm>
            <a:off x="5444048" y="1318078"/>
            <a:ext cx="1154162" cy="276999"/>
          </a:xfrm>
          <a:prstGeom prst="rect">
            <a:avLst/>
          </a:prstGeom>
          <a:noFill/>
        </p:spPr>
        <p:txBody>
          <a:bodyPr wrap="none" lIns="0" tIns="0" rIns="0" bIns="0" rtlCol="0" anchor="t">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文本框 10"/>
          <p:cNvSpPr txBox="1"/>
          <p:nvPr/>
        </p:nvSpPr>
        <p:spPr>
          <a:xfrm>
            <a:off x="4788408" y="1595077"/>
            <a:ext cx="2465443" cy="665310"/>
          </a:xfrm>
          <a:prstGeom prst="rect">
            <a:avLst/>
          </a:prstGeom>
          <a:noFill/>
        </p:spPr>
        <p:txBody>
          <a:bodyPr wrap="square" lIns="0" tIns="0" rIns="0" bIns="0" rtlCol="0" anchor="t">
            <a:spAutoFit/>
          </a:bodyPr>
          <a:lstStyle/>
          <a:p>
            <a:pPr>
              <a:lnSpc>
                <a:spcPct val="150000"/>
              </a:lnSpc>
            </a:pPr>
            <a:r>
              <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文本框 11"/>
          <p:cNvSpPr txBox="1"/>
          <p:nvPr/>
        </p:nvSpPr>
        <p:spPr>
          <a:xfrm>
            <a:off x="8995707" y="1975132"/>
            <a:ext cx="1154162" cy="276999"/>
          </a:xfrm>
          <a:prstGeom prst="rect">
            <a:avLst/>
          </a:prstGeom>
          <a:noFill/>
        </p:spPr>
        <p:txBody>
          <a:bodyPr wrap="none" lIns="0" tIns="0" rIns="0" bIns="0" rtlCol="0" anchor="t">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8340067" y="2252131"/>
            <a:ext cx="2465443" cy="665310"/>
          </a:xfrm>
          <a:prstGeom prst="rect">
            <a:avLst/>
          </a:prstGeom>
          <a:noFill/>
        </p:spPr>
        <p:txBody>
          <a:bodyPr wrap="square" lIns="0" tIns="0" rIns="0" bIns="0" rtlCol="0" anchor="t">
            <a:spAutoFit/>
          </a:bodyPr>
          <a:lstStyle/>
          <a:p>
            <a:pPr>
              <a:lnSpc>
                <a:spcPct val="150000"/>
              </a:lnSpc>
            </a:pPr>
            <a:r>
              <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文本框 13"/>
          <p:cNvSpPr txBox="1"/>
          <p:nvPr/>
        </p:nvSpPr>
        <p:spPr>
          <a:xfrm>
            <a:off x="2018835" y="5065804"/>
            <a:ext cx="1154162" cy="276999"/>
          </a:xfrm>
          <a:prstGeom prst="rect">
            <a:avLst/>
          </a:prstGeom>
          <a:noFill/>
        </p:spPr>
        <p:txBody>
          <a:bodyPr wrap="none" lIns="0" tIns="0" rIns="0" bIns="0" rtlCol="0" anchor="t">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文本框 14"/>
          <p:cNvSpPr txBox="1"/>
          <p:nvPr/>
        </p:nvSpPr>
        <p:spPr>
          <a:xfrm>
            <a:off x="1363195" y="5342803"/>
            <a:ext cx="2465443" cy="665310"/>
          </a:xfrm>
          <a:prstGeom prst="rect">
            <a:avLst/>
          </a:prstGeom>
          <a:noFill/>
        </p:spPr>
        <p:txBody>
          <a:bodyPr wrap="square" lIns="0" tIns="0" rIns="0" bIns="0" rtlCol="0" anchor="t">
            <a:spAutoFit/>
          </a:bodyPr>
          <a:lstStyle/>
          <a:p>
            <a:pPr>
              <a:lnSpc>
                <a:spcPct val="150000"/>
              </a:lnSpc>
            </a:pPr>
            <a:r>
              <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nvSpPr>
        <p:spPr>
          <a:xfrm>
            <a:off x="5518918" y="5662666"/>
            <a:ext cx="1154162" cy="276999"/>
          </a:xfrm>
          <a:prstGeom prst="rect">
            <a:avLst/>
          </a:prstGeom>
          <a:noFill/>
        </p:spPr>
        <p:txBody>
          <a:bodyPr wrap="none" lIns="0" tIns="0" rIns="0" bIns="0" rtlCol="0" anchor="t">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nvSpPr>
        <p:spPr>
          <a:xfrm>
            <a:off x="4863278" y="5939665"/>
            <a:ext cx="2465443" cy="665310"/>
          </a:xfrm>
          <a:prstGeom prst="rect">
            <a:avLst/>
          </a:prstGeom>
          <a:noFill/>
        </p:spPr>
        <p:txBody>
          <a:bodyPr wrap="square" lIns="0" tIns="0" rIns="0" bIns="0" rtlCol="0" anchor="t">
            <a:spAutoFit/>
          </a:bodyPr>
          <a:lstStyle/>
          <a:p>
            <a:pPr>
              <a:lnSpc>
                <a:spcPct val="150000"/>
              </a:lnSpc>
            </a:pPr>
            <a:r>
              <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文本框 17"/>
          <p:cNvSpPr txBox="1"/>
          <p:nvPr/>
        </p:nvSpPr>
        <p:spPr>
          <a:xfrm>
            <a:off x="8995707" y="5065804"/>
            <a:ext cx="1154162" cy="276999"/>
          </a:xfrm>
          <a:prstGeom prst="rect">
            <a:avLst/>
          </a:prstGeom>
          <a:noFill/>
        </p:spPr>
        <p:txBody>
          <a:bodyPr wrap="none" lIns="0" tIns="0" rIns="0" bIns="0" rtlCol="0" anchor="t">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文本框 18"/>
          <p:cNvSpPr txBox="1"/>
          <p:nvPr/>
        </p:nvSpPr>
        <p:spPr>
          <a:xfrm>
            <a:off x="8340067" y="5342803"/>
            <a:ext cx="2465443" cy="665310"/>
          </a:xfrm>
          <a:prstGeom prst="rect">
            <a:avLst/>
          </a:prstGeom>
          <a:noFill/>
        </p:spPr>
        <p:txBody>
          <a:bodyPr wrap="square" lIns="0" tIns="0" rIns="0" bIns="0" rtlCol="0" anchor="t">
            <a:spAutoFit/>
          </a:bodyPr>
          <a:lstStyle/>
          <a:p>
            <a:pPr>
              <a:lnSpc>
                <a:spcPct val="150000"/>
              </a:lnSpc>
            </a:pPr>
            <a:r>
              <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539494" y="2038674"/>
            <a:ext cx="1033272" cy="10332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文本框 2"/>
          <p:cNvSpPr txBox="1"/>
          <p:nvPr/>
        </p:nvSpPr>
        <p:spPr>
          <a:xfrm>
            <a:off x="1479049" y="3210630"/>
            <a:ext cx="1154162" cy="276999"/>
          </a:xfrm>
          <a:prstGeom prst="rect">
            <a:avLst/>
          </a:prstGeom>
          <a:noFill/>
        </p:spPr>
        <p:txBody>
          <a:bodyPr wrap="none" lIns="0" tIns="0" rIns="0" bIns="0" rtlCol="0" anchor="t">
            <a:spAutoFit/>
          </a:bodyPr>
          <a:lstStyle/>
          <a:p>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3"/>
          <p:cNvSpPr txBox="1"/>
          <p:nvPr/>
        </p:nvSpPr>
        <p:spPr>
          <a:xfrm>
            <a:off x="1435918" y="3584704"/>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1435918" y="4590544"/>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iconfont-1191-801535"/>
          <p:cNvSpPr/>
          <p:nvPr/>
        </p:nvSpPr>
        <p:spPr>
          <a:xfrm>
            <a:off x="1885347" y="2363541"/>
            <a:ext cx="348680" cy="442386"/>
          </a:xfrm>
          <a:custGeom>
            <a:avLst/>
            <a:gdLst>
              <a:gd name="T0" fmla="*/ 3166 w 6332"/>
              <a:gd name="T1" fmla="*/ 0 h 8034"/>
              <a:gd name="T2" fmla="*/ 0 w 6332"/>
              <a:gd name="T3" fmla="*/ 3166 h 8034"/>
              <a:gd name="T4" fmla="*/ 2481 w 6332"/>
              <a:gd name="T5" fmla="*/ 7590 h 8034"/>
              <a:gd name="T6" fmla="*/ 3853 w 6332"/>
              <a:gd name="T7" fmla="*/ 7588 h 8034"/>
              <a:gd name="T8" fmla="*/ 6332 w 6332"/>
              <a:gd name="T9" fmla="*/ 3166 h 8034"/>
              <a:gd name="T10" fmla="*/ 3166 w 6332"/>
              <a:gd name="T11" fmla="*/ 0 h 8034"/>
              <a:gd name="T12" fmla="*/ 3166 w 6332"/>
              <a:gd name="T13" fmla="*/ 0 h 8034"/>
              <a:gd name="T14" fmla="*/ 3166 w 6332"/>
              <a:gd name="T15" fmla="*/ 0 h 8034"/>
              <a:gd name="T16" fmla="*/ 3166 w 6332"/>
              <a:gd name="T17" fmla="*/ 0 h 8034"/>
              <a:gd name="T18" fmla="*/ 3166 w 6332"/>
              <a:gd name="T19" fmla="*/ 4529 h 8034"/>
              <a:gd name="T20" fmla="*/ 1702 w 6332"/>
              <a:gd name="T21" fmla="*/ 3065 h 8034"/>
              <a:gd name="T22" fmla="*/ 3166 w 6332"/>
              <a:gd name="T23" fmla="*/ 1600 h 8034"/>
              <a:gd name="T24" fmla="*/ 4630 w 6332"/>
              <a:gd name="T25" fmla="*/ 3065 h 8034"/>
              <a:gd name="T26" fmla="*/ 3166 w 6332"/>
              <a:gd name="T27" fmla="*/ 4529 h 8034"/>
              <a:gd name="T28" fmla="*/ 3166 w 6332"/>
              <a:gd name="T29" fmla="*/ 4529 h 8034"/>
              <a:gd name="T30" fmla="*/ 3166 w 6332"/>
              <a:gd name="T31" fmla="*/ 4529 h 8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2" h="8034">
                <a:moveTo>
                  <a:pt x="3166" y="0"/>
                </a:moveTo>
                <a:cubicBezTo>
                  <a:pt x="1418" y="0"/>
                  <a:pt x="0" y="1418"/>
                  <a:pt x="0" y="3166"/>
                </a:cubicBezTo>
                <a:cubicBezTo>
                  <a:pt x="0" y="4914"/>
                  <a:pt x="2481" y="7590"/>
                  <a:pt x="2481" y="7590"/>
                </a:cubicBezTo>
                <a:cubicBezTo>
                  <a:pt x="2859" y="8031"/>
                  <a:pt x="3478" y="8034"/>
                  <a:pt x="3853" y="7588"/>
                </a:cubicBezTo>
                <a:cubicBezTo>
                  <a:pt x="3853" y="7588"/>
                  <a:pt x="6332" y="4914"/>
                  <a:pt x="6332" y="3166"/>
                </a:cubicBezTo>
                <a:cubicBezTo>
                  <a:pt x="6332" y="1418"/>
                  <a:pt x="4914" y="0"/>
                  <a:pt x="3166" y="0"/>
                </a:cubicBezTo>
                <a:lnTo>
                  <a:pt x="3166" y="0"/>
                </a:lnTo>
                <a:lnTo>
                  <a:pt x="3166" y="0"/>
                </a:lnTo>
                <a:lnTo>
                  <a:pt x="3166" y="0"/>
                </a:lnTo>
                <a:close/>
                <a:moveTo>
                  <a:pt x="3166" y="4529"/>
                </a:moveTo>
                <a:cubicBezTo>
                  <a:pt x="2357" y="4529"/>
                  <a:pt x="1702" y="3874"/>
                  <a:pt x="1702" y="3065"/>
                </a:cubicBezTo>
                <a:cubicBezTo>
                  <a:pt x="1702" y="2256"/>
                  <a:pt x="2357" y="1600"/>
                  <a:pt x="3166" y="1600"/>
                </a:cubicBezTo>
                <a:cubicBezTo>
                  <a:pt x="3975" y="1600"/>
                  <a:pt x="4630" y="2256"/>
                  <a:pt x="4630" y="3065"/>
                </a:cubicBezTo>
                <a:cubicBezTo>
                  <a:pt x="4630" y="3874"/>
                  <a:pt x="3975" y="4529"/>
                  <a:pt x="3166" y="4529"/>
                </a:cubicBezTo>
                <a:lnTo>
                  <a:pt x="3166" y="4529"/>
                </a:lnTo>
                <a:close/>
                <a:moveTo>
                  <a:pt x="3166" y="4529"/>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椭圆 6"/>
          <p:cNvSpPr/>
          <p:nvPr/>
        </p:nvSpPr>
        <p:spPr>
          <a:xfrm>
            <a:off x="4092194" y="2038674"/>
            <a:ext cx="1033272" cy="10332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nvSpPr>
        <p:spPr>
          <a:xfrm>
            <a:off x="4031749" y="3210630"/>
            <a:ext cx="1154162" cy="276999"/>
          </a:xfrm>
          <a:prstGeom prst="rect">
            <a:avLst/>
          </a:prstGeom>
          <a:noFill/>
        </p:spPr>
        <p:txBody>
          <a:bodyPr wrap="none" lIns="0" tIns="0" rIns="0" bIns="0" rtlCol="0" anchor="t">
            <a:spAutoFit/>
          </a:bodyPr>
          <a:lstStyle/>
          <a:p>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iconfont-1191-801535"/>
          <p:cNvSpPr/>
          <p:nvPr/>
        </p:nvSpPr>
        <p:spPr>
          <a:xfrm>
            <a:off x="4387637" y="2417944"/>
            <a:ext cx="442386" cy="333579"/>
          </a:xfrm>
          <a:custGeom>
            <a:avLst/>
            <a:gdLst>
              <a:gd name="T0" fmla="*/ 10397 w 12867"/>
              <a:gd name="T1" fmla="*/ 3762 h 9701"/>
              <a:gd name="T2" fmla="*/ 12479 w 12867"/>
              <a:gd name="T3" fmla="*/ 6910 h 9701"/>
              <a:gd name="T4" fmla="*/ 12802 w 12867"/>
              <a:gd name="T5" fmla="*/ 9701 h 9701"/>
              <a:gd name="T6" fmla="*/ 12096 w 12867"/>
              <a:gd name="T7" fmla="*/ 8604 h 9701"/>
              <a:gd name="T8" fmla="*/ 9701 w 12867"/>
              <a:gd name="T9" fmla="*/ 6645 h 9701"/>
              <a:gd name="T10" fmla="*/ 6140 w 12867"/>
              <a:gd name="T11" fmla="*/ 6140 h 9701"/>
              <a:gd name="T12" fmla="*/ 6140 w 12867"/>
              <a:gd name="T13" fmla="*/ 8699 h 9701"/>
              <a:gd name="T14" fmla="*/ 0 w 12867"/>
              <a:gd name="T15" fmla="*/ 4350 h 9701"/>
              <a:gd name="T16" fmla="*/ 6140 w 12867"/>
              <a:gd name="T17" fmla="*/ 0 h 9701"/>
              <a:gd name="T18" fmla="*/ 6140 w 12867"/>
              <a:gd name="T19" fmla="*/ 2583 h 9701"/>
              <a:gd name="T20" fmla="*/ 8386 w 12867"/>
              <a:gd name="T21" fmla="*/ 2853 h 9701"/>
              <a:gd name="T22" fmla="*/ 10397 w 12867"/>
              <a:gd name="T23" fmla="*/ 3762 h 9701"/>
              <a:gd name="T24" fmla="*/ 10397 w 12867"/>
              <a:gd name="T25" fmla="*/ 3762 h 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67" h="9701">
                <a:moveTo>
                  <a:pt x="10397" y="3762"/>
                </a:moveTo>
                <a:cubicBezTo>
                  <a:pt x="11157" y="4215"/>
                  <a:pt x="12090" y="5438"/>
                  <a:pt x="12479" y="6910"/>
                </a:cubicBezTo>
                <a:cubicBezTo>
                  <a:pt x="12867" y="8382"/>
                  <a:pt x="12802" y="9701"/>
                  <a:pt x="12802" y="9701"/>
                </a:cubicBezTo>
                <a:cubicBezTo>
                  <a:pt x="12802" y="9701"/>
                  <a:pt x="12300" y="8889"/>
                  <a:pt x="12096" y="8604"/>
                </a:cubicBezTo>
                <a:cubicBezTo>
                  <a:pt x="11892" y="8320"/>
                  <a:pt x="11034" y="7260"/>
                  <a:pt x="9701" y="6645"/>
                </a:cubicBezTo>
                <a:cubicBezTo>
                  <a:pt x="8368" y="6031"/>
                  <a:pt x="6140" y="6140"/>
                  <a:pt x="6140" y="6140"/>
                </a:cubicBezTo>
                <a:lnTo>
                  <a:pt x="6140" y="8699"/>
                </a:lnTo>
                <a:lnTo>
                  <a:pt x="0" y="4350"/>
                </a:lnTo>
                <a:lnTo>
                  <a:pt x="6140" y="0"/>
                </a:lnTo>
                <a:lnTo>
                  <a:pt x="6140" y="2583"/>
                </a:lnTo>
                <a:cubicBezTo>
                  <a:pt x="6140" y="2583"/>
                  <a:pt x="7615" y="2694"/>
                  <a:pt x="8386" y="2853"/>
                </a:cubicBezTo>
                <a:cubicBezTo>
                  <a:pt x="9685" y="3122"/>
                  <a:pt x="10397" y="3762"/>
                  <a:pt x="10397" y="3762"/>
                </a:cubicBezTo>
                <a:close/>
                <a:moveTo>
                  <a:pt x="10397" y="3762"/>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椭圆 9"/>
          <p:cNvSpPr/>
          <p:nvPr/>
        </p:nvSpPr>
        <p:spPr>
          <a:xfrm>
            <a:off x="6644894" y="2038674"/>
            <a:ext cx="1033272" cy="10332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文本框 10"/>
          <p:cNvSpPr txBox="1"/>
          <p:nvPr/>
        </p:nvSpPr>
        <p:spPr>
          <a:xfrm>
            <a:off x="6584449" y="3210630"/>
            <a:ext cx="1154162" cy="276999"/>
          </a:xfrm>
          <a:prstGeom prst="rect">
            <a:avLst/>
          </a:prstGeom>
          <a:noFill/>
        </p:spPr>
        <p:txBody>
          <a:bodyPr wrap="none" lIns="0" tIns="0" rIns="0" bIns="0" rtlCol="0" anchor="t">
            <a:spAutoFit/>
          </a:bodyPr>
          <a:lstStyle/>
          <a:p>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iconfont-1191-801535"/>
          <p:cNvSpPr/>
          <p:nvPr/>
        </p:nvSpPr>
        <p:spPr>
          <a:xfrm>
            <a:off x="6972225" y="2334300"/>
            <a:ext cx="378610" cy="442386"/>
          </a:xfrm>
          <a:custGeom>
            <a:avLst/>
            <a:gdLst>
              <a:gd name="T0" fmla="*/ 8209 w 10908"/>
              <a:gd name="T1" fmla="*/ 2143 h 12744"/>
              <a:gd name="T2" fmla="*/ 8209 w 10908"/>
              <a:gd name="T3" fmla="*/ 1057 h 12744"/>
              <a:gd name="T4" fmla="*/ 7124 w 10908"/>
              <a:gd name="T5" fmla="*/ 0 h 12744"/>
              <a:gd name="T6" fmla="*/ 3840 w 10908"/>
              <a:gd name="T7" fmla="*/ 0 h 12744"/>
              <a:gd name="T8" fmla="*/ 2755 w 10908"/>
              <a:gd name="T9" fmla="*/ 1057 h 12744"/>
              <a:gd name="T10" fmla="*/ 2755 w 10908"/>
              <a:gd name="T11" fmla="*/ 2115 h 12744"/>
              <a:gd name="T12" fmla="*/ 0 w 10908"/>
              <a:gd name="T13" fmla="*/ 2115 h 12744"/>
              <a:gd name="T14" fmla="*/ 0 w 10908"/>
              <a:gd name="T15" fmla="*/ 3172 h 12744"/>
              <a:gd name="T16" fmla="*/ 1085 w 10908"/>
              <a:gd name="T17" fmla="*/ 3172 h 12744"/>
              <a:gd name="T18" fmla="*/ 1085 w 10908"/>
              <a:gd name="T19" fmla="*/ 11687 h 12744"/>
              <a:gd name="T20" fmla="*/ 2171 w 10908"/>
              <a:gd name="T21" fmla="*/ 12744 h 12744"/>
              <a:gd name="T22" fmla="*/ 8738 w 10908"/>
              <a:gd name="T23" fmla="*/ 12744 h 12744"/>
              <a:gd name="T24" fmla="*/ 9823 w 10908"/>
              <a:gd name="T25" fmla="*/ 11687 h 12744"/>
              <a:gd name="T26" fmla="*/ 9823 w 10908"/>
              <a:gd name="T27" fmla="*/ 3200 h 12744"/>
              <a:gd name="T28" fmla="*/ 10908 w 10908"/>
              <a:gd name="T29" fmla="*/ 3200 h 12744"/>
              <a:gd name="T30" fmla="*/ 10908 w 10908"/>
              <a:gd name="T31" fmla="*/ 2143 h 12744"/>
              <a:gd name="T32" fmla="*/ 8209 w 10908"/>
              <a:gd name="T33" fmla="*/ 2143 h 12744"/>
              <a:gd name="T34" fmla="*/ 4870 w 10908"/>
              <a:gd name="T35" fmla="*/ 10963 h 12744"/>
              <a:gd name="T36" fmla="*/ 3645 w 10908"/>
              <a:gd name="T37" fmla="*/ 10963 h 12744"/>
              <a:gd name="T38" fmla="*/ 3645 w 10908"/>
              <a:gd name="T39" fmla="*/ 4257 h 12744"/>
              <a:gd name="T40" fmla="*/ 4870 w 10908"/>
              <a:gd name="T41" fmla="*/ 4257 h 12744"/>
              <a:gd name="T42" fmla="*/ 4870 w 10908"/>
              <a:gd name="T43" fmla="*/ 10963 h 12744"/>
              <a:gd name="T44" fmla="*/ 7319 w 10908"/>
              <a:gd name="T45" fmla="*/ 10963 h 12744"/>
              <a:gd name="T46" fmla="*/ 6094 w 10908"/>
              <a:gd name="T47" fmla="*/ 10963 h 12744"/>
              <a:gd name="T48" fmla="*/ 6094 w 10908"/>
              <a:gd name="T49" fmla="*/ 4257 h 12744"/>
              <a:gd name="T50" fmla="*/ 7319 w 10908"/>
              <a:gd name="T51" fmla="*/ 4257 h 12744"/>
              <a:gd name="T52" fmla="*/ 7319 w 10908"/>
              <a:gd name="T53" fmla="*/ 10963 h 12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908" h="12744">
                <a:moveTo>
                  <a:pt x="8209" y="2143"/>
                </a:moveTo>
                <a:lnTo>
                  <a:pt x="8209" y="1057"/>
                </a:lnTo>
                <a:cubicBezTo>
                  <a:pt x="8209" y="473"/>
                  <a:pt x="7708" y="0"/>
                  <a:pt x="7124" y="0"/>
                </a:cubicBezTo>
                <a:lnTo>
                  <a:pt x="3840" y="0"/>
                </a:lnTo>
                <a:cubicBezTo>
                  <a:pt x="3228" y="0"/>
                  <a:pt x="2755" y="473"/>
                  <a:pt x="2755" y="1057"/>
                </a:cubicBezTo>
                <a:lnTo>
                  <a:pt x="2755" y="2115"/>
                </a:lnTo>
                <a:lnTo>
                  <a:pt x="0" y="2115"/>
                </a:lnTo>
                <a:lnTo>
                  <a:pt x="0" y="3172"/>
                </a:lnTo>
                <a:lnTo>
                  <a:pt x="1085" y="3172"/>
                </a:lnTo>
                <a:lnTo>
                  <a:pt x="1085" y="11687"/>
                </a:lnTo>
                <a:cubicBezTo>
                  <a:pt x="1085" y="12271"/>
                  <a:pt x="1586" y="12744"/>
                  <a:pt x="2171" y="12744"/>
                </a:cubicBezTo>
                <a:lnTo>
                  <a:pt x="8738" y="12744"/>
                </a:lnTo>
                <a:cubicBezTo>
                  <a:pt x="9350" y="12744"/>
                  <a:pt x="9823" y="12271"/>
                  <a:pt x="9823" y="11687"/>
                </a:cubicBezTo>
                <a:lnTo>
                  <a:pt x="9823" y="3200"/>
                </a:lnTo>
                <a:lnTo>
                  <a:pt x="10908" y="3200"/>
                </a:lnTo>
                <a:lnTo>
                  <a:pt x="10908" y="2143"/>
                </a:lnTo>
                <a:lnTo>
                  <a:pt x="8209" y="2143"/>
                </a:lnTo>
                <a:close/>
                <a:moveTo>
                  <a:pt x="4870" y="10963"/>
                </a:moveTo>
                <a:lnTo>
                  <a:pt x="3645" y="10963"/>
                </a:lnTo>
                <a:lnTo>
                  <a:pt x="3645" y="4257"/>
                </a:lnTo>
                <a:lnTo>
                  <a:pt x="4870" y="4257"/>
                </a:lnTo>
                <a:lnTo>
                  <a:pt x="4870" y="10963"/>
                </a:lnTo>
                <a:close/>
                <a:moveTo>
                  <a:pt x="7319" y="10963"/>
                </a:moveTo>
                <a:lnTo>
                  <a:pt x="6094" y="10963"/>
                </a:lnTo>
                <a:lnTo>
                  <a:pt x="6094" y="4257"/>
                </a:lnTo>
                <a:lnTo>
                  <a:pt x="7319" y="4257"/>
                </a:lnTo>
                <a:lnTo>
                  <a:pt x="7319" y="109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椭圆 12"/>
          <p:cNvSpPr/>
          <p:nvPr/>
        </p:nvSpPr>
        <p:spPr>
          <a:xfrm>
            <a:off x="9197594" y="2038674"/>
            <a:ext cx="1033272" cy="10332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文本框 13"/>
          <p:cNvSpPr txBox="1"/>
          <p:nvPr/>
        </p:nvSpPr>
        <p:spPr>
          <a:xfrm>
            <a:off x="9137149" y="3210630"/>
            <a:ext cx="1154162" cy="276999"/>
          </a:xfrm>
          <a:prstGeom prst="rect">
            <a:avLst/>
          </a:prstGeom>
          <a:noFill/>
        </p:spPr>
        <p:txBody>
          <a:bodyPr wrap="none" lIns="0" tIns="0" rIns="0" bIns="0" rtlCol="0" anchor="t">
            <a:spAutoFit/>
          </a:bodyPr>
          <a:lstStyle/>
          <a:p>
            <a:r>
              <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iconfont-1191-801535"/>
          <p:cNvSpPr/>
          <p:nvPr/>
        </p:nvSpPr>
        <p:spPr>
          <a:xfrm>
            <a:off x="9493037" y="2334300"/>
            <a:ext cx="442386" cy="442020"/>
          </a:xfrm>
          <a:custGeom>
            <a:avLst/>
            <a:gdLst>
              <a:gd name="T0" fmla="*/ 11212 w 12607"/>
              <a:gd name="T1" fmla="*/ 4855 h 12594"/>
              <a:gd name="T2" fmla="*/ 11019 w 12607"/>
              <a:gd name="T3" fmla="*/ 4855 h 12594"/>
              <a:gd name="T4" fmla="*/ 10644 w 12607"/>
              <a:gd name="T5" fmla="*/ 3981 h 12594"/>
              <a:gd name="T6" fmla="*/ 10796 w 12607"/>
              <a:gd name="T7" fmla="*/ 3830 h 12594"/>
              <a:gd name="T8" fmla="*/ 10796 w 12607"/>
              <a:gd name="T9" fmla="*/ 1864 h 12594"/>
              <a:gd name="T10" fmla="*/ 10755 w 12607"/>
              <a:gd name="T11" fmla="*/ 1823 h 12594"/>
              <a:gd name="T12" fmla="*/ 8781 w 12607"/>
              <a:gd name="T13" fmla="*/ 1823 h 12594"/>
              <a:gd name="T14" fmla="*/ 8611 w 12607"/>
              <a:gd name="T15" fmla="*/ 1992 h 12594"/>
              <a:gd name="T16" fmla="*/ 7729 w 12607"/>
              <a:gd name="T17" fmla="*/ 1634 h 12594"/>
              <a:gd name="T18" fmla="*/ 7729 w 12607"/>
              <a:gd name="T19" fmla="*/ 1390 h 12594"/>
              <a:gd name="T20" fmla="*/ 6333 w 12607"/>
              <a:gd name="T21" fmla="*/ 0 h 12594"/>
              <a:gd name="T22" fmla="*/ 6274 w 12607"/>
              <a:gd name="T23" fmla="*/ 0 h 12594"/>
              <a:gd name="T24" fmla="*/ 4878 w 12607"/>
              <a:gd name="T25" fmla="*/ 1390 h 12594"/>
              <a:gd name="T26" fmla="*/ 4878 w 12607"/>
              <a:gd name="T27" fmla="*/ 1652 h 12594"/>
              <a:gd name="T28" fmla="*/ 4033 w 12607"/>
              <a:gd name="T29" fmla="*/ 2003 h 12594"/>
              <a:gd name="T30" fmla="*/ 3852 w 12607"/>
              <a:gd name="T31" fmla="*/ 1823 h 12594"/>
              <a:gd name="T32" fmla="*/ 1878 w 12607"/>
              <a:gd name="T33" fmla="*/ 1823 h 12594"/>
              <a:gd name="T34" fmla="*/ 1837 w 12607"/>
              <a:gd name="T35" fmla="*/ 1864 h 12594"/>
              <a:gd name="T36" fmla="*/ 1837 w 12607"/>
              <a:gd name="T37" fmla="*/ 3830 h 12594"/>
              <a:gd name="T38" fmla="*/ 2012 w 12607"/>
              <a:gd name="T39" fmla="*/ 4004 h 12594"/>
              <a:gd name="T40" fmla="*/ 1650 w 12607"/>
              <a:gd name="T41" fmla="*/ 4855 h 12594"/>
              <a:gd name="T42" fmla="*/ 1396 w 12607"/>
              <a:gd name="T43" fmla="*/ 4855 h 12594"/>
              <a:gd name="T44" fmla="*/ 0 w 12607"/>
              <a:gd name="T45" fmla="*/ 6245 h 12594"/>
              <a:gd name="T46" fmla="*/ 0 w 12607"/>
              <a:gd name="T47" fmla="*/ 6304 h 12594"/>
              <a:gd name="T48" fmla="*/ 1396 w 12607"/>
              <a:gd name="T49" fmla="*/ 7694 h 12594"/>
              <a:gd name="T50" fmla="*/ 1618 w 12607"/>
              <a:gd name="T51" fmla="*/ 7694 h 12594"/>
              <a:gd name="T52" fmla="*/ 1983 w 12607"/>
              <a:gd name="T53" fmla="*/ 8593 h 12594"/>
              <a:gd name="T54" fmla="*/ 1814 w 12607"/>
              <a:gd name="T55" fmla="*/ 8761 h 12594"/>
              <a:gd name="T56" fmla="*/ 1814 w 12607"/>
              <a:gd name="T57" fmla="*/ 10728 h 12594"/>
              <a:gd name="T58" fmla="*/ 1855 w 12607"/>
              <a:gd name="T59" fmla="*/ 10769 h 12594"/>
              <a:gd name="T60" fmla="*/ 3829 w 12607"/>
              <a:gd name="T61" fmla="*/ 10769 h 12594"/>
              <a:gd name="T62" fmla="*/ 3981 w 12607"/>
              <a:gd name="T63" fmla="*/ 10618 h 12594"/>
              <a:gd name="T64" fmla="*/ 4878 w 12607"/>
              <a:gd name="T65" fmla="*/ 10999 h 12594"/>
              <a:gd name="T66" fmla="*/ 4878 w 12607"/>
              <a:gd name="T67" fmla="*/ 11204 h 12594"/>
              <a:gd name="T68" fmla="*/ 6274 w 12607"/>
              <a:gd name="T69" fmla="*/ 12594 h 12594"/>
              <a:gd name="T70" fmla="*/ 6333 w 12607"/>
              <a:gd name="T71" fmla="*/ 12594 h 12594"/>
              <a:gd name="T72" fmla="*/ 7729 w 12607"/>
              <a:gd name="T73" fmla="*/ 11204 h 12594"/>
              <a:gd name="T74" fmla="*/ 7729 w 12607"/>
              <a:gd name="T75" fmla="*/ 11016 h 12594"/>
              <a:gd name="T76" fmla="*/ 8664 w 12607"/>
              <a:gd name="T77" fmla="*/ 10630 h 12594"/>
              <a:gd name="T78" fmla="*/ 8803 w 12607"/>
              <a:gd name="T79" fmla="*/ 10769 h 12594"/>
              <a:gd name="T80" fmla="*/ 10777 w 12607"/>
              <a:gd name="T81" fmla="*/ 10769 h 12594"/>
              <a:gd name="T82" fmla="*/ 10819 w 12607"/>
              <a:gd name="T83" fmla="*/ 10728 h 12594"/>
              <a:gd name="T84" fmla="*/ 10819 w 12607"/>
              <a:gd name="T85" fmla="*/ 8761 h 12594"/>
              <a:gd name="T86" fmla="*/ 10673 w 12607"/>
              <a:gd name="T87" fmla="*/ 8616 h 12594"/>
              <a:gd name="T88" fmla="*/ 11051 w 12607"/>
              <a:gd name="T89" fmla="*/ 7694 h 12594"/>
              <a:gd name="T90" fmla="*/ 11211 w 12607"/>
              <a:gd name="T91" fmla="*/ 7694 h 12594"/>
              <a:gd name="T92" fmla="*/ 12607 w 12607"/>
              <a:gd name="T93" fmla="*/ 6304 h 12594"/>
              <a:gd name="T94" fmla="*/ 12607 w 12607"/>
              <a:gd name="T95" fmla="*/ 6245 h 12594"/>
              <a:gd name="T96" fmla="*/ 11212 w 12607"/>
              <a:gd name="T97" fmla="*/ 4855 h 12594"/>
              <a:gd name="T98" fmla="*/ 6337 w 12607"/>
              <a:gd name="T99" fmla="*/ 8498 h 12594"/>
              <a:gd name="T100" fmla="*/ 4152 w 12607"/>
              <a:gd name="T101" fmla="*/ 6323 h 12594"/>
              <a:gd name="T102" fmla="*/ 6337 w 12607"/>
              <a:gd name="T103" fmla="*/ 4146 h 12594"/>
              <a:gd name="T104" fmla="*/ 8521 w 12607"/>
              <a:gd name="T105" fmla="*/ 6323 h 12594"/>
              <a:gd name="T106" fmla="*/ 6337 w 12607"/>
              <a:gd name="T107" fmla="*/ 8498 h 12594"/>
              <a:gd name="T108" fmla="*/ 6337 w 12607"/>
              <a:gd name="T109" fmla="*/ 8498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07" h="12594">
                <a:moveTo>
                  <a:pt x="11212" y="4855"/>
                </a:moveTo>
                <a:lnTo>
                  <a:pt x="11019" y="4855"/>
                </a:lnTo>
                <a:cubicBezTo>
                  <a:pt x="10923" y="4550"/>
                  <a:pt x="10796" y="4258"/>
                  <a:pt x="10644" y="3981"/>
                </a:cubicBezTo>
                <a:lnTo>
                  <a:pt x="10796" y="3830"/>
                </a:lnTo>
                <a:cubicBezTo>
                  <a:pt x="11341" y="3287"/>
                  <a:pt x="11341" y="2407"/>
                  <a:pt x="10796" y="1864"/>
                </a:cubicBezTo>
                <a:lnTo>
                  <a:pt x="10755" y="1823"/>
                </a:lnTo>
                <a:cubicBezTo>
                  <a:pt x="10209" y="1279"/>
                  <a:pt x="9326" y="1279"/>
                  <a:pt x="8781" y="1823"/>
                </a:cubicBezTo>
                <a:lnTo>
                  <a:pt x="8611" y="1992"/>
                </a:lnTo>
                <a:cubicBezTo>
                  <a:pt x="8332" y="1846"/>
                  <a:pt x="8037" y="1725"/>
                  <a:pt x="7729" y="1634"/>
                </a:cubicBezTo>
                <a:lnTo>
                  <a:pt x="7729" y="1390"/>
                </a:lnTo>
                <a:cubicBezTo>
                  <a:pt x="7729" y="622"/>
                  <a:pt x="7104" y="0"/>
                  <a:pt x="6333" y="0"/>
                </a:cubicBezTo>
                <a:lnTo>
                  <a:pt x="6274" y="0"/>
                </a:lnTo>
                <a:cubicBezTo>
                  <a:pt x="5503" y="0"/>
                  <a:pt x="4878" y="622"/>
                  <a:pt x="4878" y="1390"/>
                </a:cubicBezTo>
                <a:lnTo>
                  <a:pt x="4878" y="1652"/>
                </a:lnTo>
                <a:cubicBezTo>
                  <a:pt x="4584" y="1742"/>
                  <a:pt x="4301" y="1861"/>
                  <a:pt x="4033" y="2003"/>
                </a:cubicBezTo>
                <a:lnTo>
                  <a:pt x="3852" y="1823"/>
                </a:lnTo>
                <a:cubicBezTo>
                  <a:pt x="3307" y="1280"/>
                  <a:pt x="2423" y="1280"/>
                  <a:pt x="1878" y="1823"/>
                </a:cubicBezTo>
                <a:lnTo>
                  <a:pt x="1837" y="1864"/>
                </a:lnTo>
                <a:cubicBezTo>
                  <a:pt x="1292" y="2407"/>
                  <a:pt x="1292" y="3287"/>
                  <a:pt x="1837" y="3830"/>
                </a:cubicBezTo>
                <a:lnTo>
                  <a:pt x="2012" y="4004"/>
                </a:lnTo>
                <a:cubicBezTo>
                  <a:pt x="1865" y="4274"/>
                  <a:pt x="1743" y="4558"/>
                  <a:pt x="1650" y="4855"/>
                </a:cubicBezTo>
                <a:lnTo>
                  <a:pt x="1396" y="4855"/>
                </a:lnTo>
                <a:cubicBezTo>
                  <a:pt x="625" y="4855"/>
                  <a:pt x="0" y="5478"/>
                  <a:pt x="0" y="6245"/>
                </a:cubicBezTo>
                <a:lnTo>
                  <a:pt x="0" y="6304"/>
                </a:lnTo>
                <a:cubicBezTo>
                  <a:pt x="0" y="7072"/>
                  <a:pt x="625" y="7694"/>
                  <a:pt x="1396" y="7694"/>
                </a:cubicBezTo>
                <a:lnTo>
                  <a:pt x="1618" y="7694"/>
                </a:lnTo>
                <a:cubicBezTo>
                  <a:pt x="1710" y="8008"/>
                  <a:pt x="1833" y="8308"/>
                  <a:pt x="1983" y="8593"/>
                </a:cubicBezTo>
                <a:lnTo>
                  <a:pt x="1814" y="8761"/>
                </a:lnTo>
                <a:cubicBezTo>
                  <a:pt x="1269" y="9304"/>
                  <a:pt x="1269" y="10185"/>
                  <a:pt x="1814" y="10728"/>
                </a:cubicBezTo>
                <a:lnTo>
                  <a:pt x="1855" y="10769"/>
                </a:lnTo>
                <a:cubicBezTo>
                  <a:pt x="2400" y="11312"/>
                  <a:pt x="3284" y="11312"/>
                  <a:pt x="3829" y="10769"/>
                </a:cubicBezTo>
                <a:lnTo>
                  <a:pt x="3981" y="10618"/>
                </a:lnTo>
                <a:cubicBezTo>
                  <a:pt x="4264" y="10773"/>
                  <a:pt x="4564" y="10902"/>
                  <a:pt x="4878" y="10999"/>
                </a:cubicBezTo>
                <a:lnTo>
                  <a:pt x="4878" y="11204"/>
                </a:lnTo>
                <a:cubicBezTo>
                  <a:pt x="4878" y="11972"/>
                  <a:pt x="5503" y="12594"/>
                  <a:pt x="6274" y="12594"/>
                </a:cubicBezTo>
                <a:lnTo>
                  <a:pt x="6333" y="12594"/>
                </a:lnTo>
                <a:cubicBezTo>
                  <a:pt x="7104" y="12594"/>
                  <a:pt x="7729" y="11972"/>
                  <a:pt x="7729" y="11204"/>
                </a:cubicBezTo>
                <a:lnTo>
                  <a:pt x="7729" y="11016"/>
                </a:lnTo>
                <a:cubicBezTo>
                  <a:pt x="8056" y="10920"/>
                  <a:pt x="8368" y="10788"/>
                  <a:pt x="8664" y="10630"/>
                </a:cubicBezTo>
                <a:lnTo>
                  <a:pt x="8803" y="10769"/>
                </a:lnTo>
                <a:cubicBezTo>
                  <a:pt x="9348" y="11312"/>
                  <a:pt x="10233" y="11312"/>
                  <a:pt x="10777" y="10769"/>
                </a:cubicBezTo>
                <a:lnTo>
                  <a:pt x="10819" y="10728"/>
                </a:lnTo>
                <a:cubicBezTo>
                  <a:pt x="11364" y="10185"/>
                  <a:pt x="11364" y="9304"/>
                  <a:pt x="10819" y="8761"/>
                </a:cubicBezTo>
                <a:lnTo>
                  <a:pt x="10673" y="8616"/>
                </a:lnTo>
                <a:cubicBezTo>
                  <a:pt x="10828" y="8324"/>
                  <a:pt x="10956" y="8017"/>
                  <a:pt x="11051" y="7694"/>
                </a:cubicBezTo>
                <a:lnTo>
                  <a:pt x="11211" y="7694"/>
                </a:lnTo>
                <a:cubicBezTo>
                  <a:pt x="11982" y="7694"/>
                  <a:pt x="12607" y="7071"/>
                  <a:pt x="12607" y="6304"/>
                </a:cubicBezTo>
                <a:lnTo>
                  <a:pt x="12607" y="6245"/>
                </a:lnTo>
                <a:cubicBezTo>
                  <a:pt x="12607" y="5477"/>
                  <a:pt x="11982" y="4855"/>
                  <a:pt x="11212" y="4855"/>
                </a:cubicBezTo>
                <a:close/>
                <a:moveTo>
                  <a:pt x="6337" y="8498"/>
                </a:moveTo>
                <a:cubicBezTo>
                  <a:pt x="5130" y="8498"/>
                  <a:pt x="4152" y="7524"/>
                  <a:pt x="4152" y="6323"/>
                </a:cubicBezTo>
                <a:cubicBezTo>
                  <a:pt x="4152" y="5120"/>
                  <a:pt x="5130" y="4146"/>
                  <a:pt x="6337" y="4146"/>
                </a:cubicBezTo>
                <a:cubicBezTo>
                  <a:pt x="7544" y="4146"/>
                  <a:pt x="8521" y="5120"/>
                  <a:pt x="8521" y="6323"/>
                </a:cubicBezTo>
                <a:cubicBezTo>
                  <a:pt x="8521" y="7524"/>
                  <a:pt x="7544" y="8498"/>
                  <a:pt x="6337" y="8498"/>
                </a:cubicBezTo>
                <a:close/>
                <a:moveTo>
                  <a:pt x="6337" y="8498"/>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16" name="图片 15"/>
          <p:cNvPicPr>
            <a:picLocks noChangeAspect="1"/>
          </p:cNvPicPr>
          <p:nvPr/>
        </p:nvPicPr>
        <p:blipFill>
          <a:blip r:embed="rId1" cstate="print">
            <a:alphaModFix amt="40000"/>
            <a:extLst>
              <a:ext uri="{28A0092B-C50C-407E-A947-70E740481C1C}">
                <a14:useLocalDpi xmlns:a14="http://schemas.microsoft.com/office/drawing/2010/main" val="0"/>
              </a:ext>
            </a:extLst>
          </a:blip>
          <a:stretch>
            <a:fillRect/>
          </a:stretch>
        </p:blipFill>
        <p:spPr>
          <a:xfrm rot="5400000">
            <a:off x="6813722" y="3631646"/>
            <a:ext cx="3314047" cy="128110"/>
          </a:xfrm>
          <a:prstGeom prst="rect">
            <a:avLst/>
          </a:prstGeom>
        </p:spPr>
      </p:pic>
      <p:pic>
        <p:nvPicPr>
          <p:cNvPr id="17" name="图片 16"/>
          <p:cNvPicPr>
            <a:picLocks noChangeAspect="1"/>
          </p:cNvPicPr>
          <p:nvPr/>
        </p:nvPicPr>
        <p:blipFill>
          <a:blip r:embed="rId1" cstate="print">
            <a:alphaModFix amt="40000"/>
            <a:extLst>
              <a:ext uri="{28A0092B-C50C-407E-A947-70E740481C1C}">
                <a14:useLocalDpi xmlns:a14="http://schemas.microsoft.com/office/drawing/2010/main" val="0"/>
              </a:ext>
            </a:extLst>
          </a:blip>
          <a:stretch>
            <a:fillRect/>
          </a:stretch>
        </p:blipFill>
        <p:spPr>
          <a:xfrm rot="5400000">
            <a:off x="4232447" y="3631647"/>
            <a:ext cx="3314047" cy="128110"/>
          </a:xfrm>
          <a:prstGeom prst="rect">
            <a:avLst/>
          </a:prstGeom>
        </p:spPr>
      </p:pic>
      <p:pic>
        <p:nvPicPr>
          <p:cNvPr id="18" name="图片 17"/>
          <p:cNvPicPr>
            <a:picLocks noChangeAspect="1"/>
          </p:cNvPicPr>
          <p:nvPr/>
        </p:nvPicPr>
        <p:blipFill>
          <a:blip r:embed="rId1" cstate="print">
            <a:alphaModFix amt="40000"/>
            <a:extLst>
              <a:ext uri="{28A0092B-C50C-407E-A947-70E740481C1C}">
                <a14:useLocalDpi xmlns:a14="http://schemas.microsoft.com/office/drawing/2010/main" val="0"/>
              </a:ext>
            </a:extLst>
          </a:blip>
          <a:stretch>
            <a:fillRect/>
          </a:stretch>
        </p:blipFill>
        <p:spPr>
          <a:xfrm rot="5400000">
            <a:off x="1698797" y="3631648"/>
            <a:ext cx="3314047" cy="128110"/>
          </a:xfrm>
          <a:prstGeom prst="rect">
            <a:avLst/>
          </a:prstGeom>
        </p:spPr>
      </p:pic>
      <p:sp>
        <p:nvSpPr>
          <p:cNvPr id="19" name="文本框 18"/>
          <p:cNvSpPr txBox="1"/>
          <p:nvPr/>
        </p:nvSpPr>
        <p:spPr>
          <a:xfrm>
            <a:off x="3929324" y="3613044"/>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文本框 19"/>
          <p:cNvSpPr txBox="1"/>
          <p:nvPr/>
        </p:nvSpPr>
        <p:spPr>
          <a:xfrm>
            <a:off x="3929324" y="4618884"/>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文本框 20"/>
          <p:cNvSpPr txBox="1"/>
          <p:nvPr/>
        </p:nvSpPr>
        <p:spPr>
          <a:xfrm>
            <a:off x="6422730" y="3641384"/>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文本框 21"/>
          <p:cNvSpPr txBox="1"/>
          <p:nvPr/>
        </p:nvSpPr>
        <p:spPr>
          <a:xfrm>
            <a:off x="6422730" y="4647224"/>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文本框 22"/>
          <p:cNvSpPr txBox="1"/>
          <p:nvPr/>
        </p:nvSpPr>
        <p:spPr>
          <a:xfrm>
            <a:off x="9003647" y="3647576"/>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文本框 23"/>
          <p:cNvSpPr txBox="1"/>
          <p:nvPr/>
        </p:nvSpPr>
        <p:spPr>
          <a:xfrm>
            <a:off x="9003647" y="4653416"/>
            <a:ext cx="1476113" cy="826829"/>
          </a:xfrm>
          <a:prstGeom prst="rect">
            <a:avLst/>
          </a:prstGeom>
          <a:noFill/>
        </p:spPr>
        <p:txBody>
          <a:bodyPr wrap="square" lIns="0" tIns="0" rIns="0" bIns="0" rtlCol="0" anchor="t">
            <a:spAutoFit/>
          </a:bodyPr>
          <a:lstStyle/>
          <a:p>
            <a:pPr algn="ctr">
              <a:lnSpc>
                <a:spcPct val="130000"/>
              </a:lnSpc>
            </a:pPr>
            <a:r>
              <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lang="zh-CN" altLang="en-US" sz="1050" b="0" dirty="0">
              <a:solidFill>
                <a:schemeClr val="tx1">
                  <a:lumMod val="75000"/>
                  <a:lumOff val="25000"/>
                </a:schemeClr>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82193" y="2697389"/>
            <a:ext cx="2727198" cy="2197689"/>
            <a:chOff x="1425702" y="2697389"/>
            <a:chExt cx="2727198" cy="2197689"/>
          </a:xfrm>
        </p:grpSpPr>
        <p:sp>
          <p:nvSpPr>
            <p:cNvPr id="3" name="矩形 2"/>
            <p:cNvSpPr/>
            <p:nvPr/>
          </p:nvSpPr>
          <p:spPr>
            <a:xfrm>
              <a:off x="1425702" y="2697389"/>
              <a:ext cx="2727198" cy="731611"/>
            </a:xfrm>
            <a:prstGeom prst="rect">
              <a:avLst/>
            </a:prstGeom>
            <a:noFill/>
            <a:ln w="28575">
              <a:gradFill>
                <a:gsLst>
                  <a:gs pos="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圆角矩形 73"/>
            <p:cNvSpPr/>
            <p:nvPr/>
          </p:nvSpPr>
          <p:spPr>
            <a:xfrm rot="16200000">
              <a:off x="2073724" y="3309816"/>
              <a:ext cx="1431153" cy="1739371"/>
            </a:xfrm>
            <a:prstGeom prst="roundRect">
              <a:avLst>
                <a:gd name="adj" fmla="val 5109"/>
              </a:avLst>
            </a:prstGeom>
            <a:gradFill>
              <a:gsLst>
                <a:gs pos="100000">
                  <a:schemeClr val="accent1">
                    <a:alpha val="31000"/>
                  </a:schemeClr>
                </a:gs>
                <a:gs pos="5000">
                  <a:schemeClr val="accent1">
                    <a:alpha val="0"/>
                  </a:schemeClr>
                </a:gs>
              </a:gsLst>
              <a:lin ang="10800000" scaled="0"/>
            </a:gradFill>
            <a:ln w="12700" cap="rnd">
              <a:noFill/>
            </a:ln>
            <a:effectLst/>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zh-CN" altLang="en-US" sz="2400" dirty="0">
                <a:solidFill>
                  <a:srgbClr val="000000"/>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1838659" y="3753837"/>
              <a:ext cx="1980030"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6" name="组合 5"/>
          <p:cNvGrpSpPr/>
          <p:nvPr/>
        </p:nvGrpSpPr>
        <p:grpSpPr>
          <a:xfrm>
            <a:off x="4732401" y="2697389"/>
            <a:ext cx="2727198" cy="2197689"/>
            <a:chOff x="1425702" y="2697389"/>
            <a:chExt cx="2727198" cy="2197689"/>
          </a:xfrm>
        </p:grpSpPr>
        <p:sp>
          <p:nvSpPr>
            <p:cNvPr id="7" name="矩形 6"/>
            <p:cNvSpPr/>
            <p:nvPr/>
          </p:nvSpPr>
          <p:spPr>
            <a:xfrm>
              <a:off x="1425702" y="2697389"/>
              <a:ext cx="2727198" cy="731611"/>
            </a:xfrm>
            <a:prstGeom prst="rect">
              <a:avLst/>
            </a:prstGeom>
            <a:noFill/>
            <a:ln w="28575">
              <a:gradFill>
                <a:gsLst>
                  <a:gs pos="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圆角矩形 73"/>
            <p:cNvSpPr/>
            <p:nvPr/>
          </p:nvSpPr>
          <p:spPr>
            <a:xfrm rot="16200000">
              <a:off x="2073724" y="3309816"/>
              <a:ext cx="1431153" cy="1739371"/>
            </a:xfrm>
            <a:prstGeom prst="roundRect">
              <a:avLst>
                <a:gd name="adj" fmla="val 5109"/>
              </a:avLst>
            </a:prstGeom>
            <a:gradFill>
              <a:gsLst>
                <a:gs pos="100000">
                  <a:schemeClr val="accent1">
                    <a:alpha val="31000"/>
                  </a:schemeClr>
                </a:gs>
                <a:gs pos="5000">
                  <a:schemeClr val="accent1">
                    <a:alpha val="0"/>
                  </a:schemeClr>
                </a:gs>
              </a:gsLst>
              <a:lin ang="10800000" scaled="0"/>
            </a:gradFill>
            <a:ln w="12700" cap="rnd">
              <a:noFill/>
            </a:ln>
            <a:effectLst/>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zh-CN" altLang="en-US" sz="2400" dirty="0">
                <a:solidFill>
                  <a:srgbClr val="000000"/>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1921528" y="3695490"/>
              <a:ext cx="1862002"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0" name="组合 9"/>
          <p:cNvGrpSpPr/>
          <p:nvPr/>
        </p:nvGrpSpPr>
        <p:grpSpPr>
          <a:xfrm>
            <a:off x="8682609" y="2697389"/>
            <a:ext cx="2727198" cy="2197689"/>
            <a:chOff x="1425702" y="2697389"/>
            <a:chExt cx="2727198" cy="2197689"/>
          </a:xfrm>
        </p:grpSpPr>
        <p:sp>
          <p:nvSpPr>
            <p:cNvPr id="11" name="矩形 10"/>
            <p:cNvSpPr/>
            <p:nvPr/>
          </p:nvSpPr>
          <p:spPr>
            <a:xfrm>
              <a:off x="1425702" y="2697389"/>
              <a:ext cx="2727198" cy="731611"/>
            </a:xfrm>
            <a:prstGeom prst="rect">
              <a:avLst/>
            </a:prstGeom>
            <a:noFill/>
            <a:ln w="28575">
              <a:gradFill>
                <a:gsLst>
                  <a:gs pos="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4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圆角矩形 73"/>
            <p:cNvSpPr/>
            <p:nvPr/>
          </p:nvSpPr>
          <p:spPr>
            <a:xfrm rot="16200000">
              <a:off x="2073724" y="3309816"/>
              <a:ext cx="1431153" cy="1739371"/>
            </a:xfrm>
            <a:prstGeom prst="roundRect">
              <a:avLst>
                <a:gd name="adj" fmla="val 5109"/>
              </a:avLst>
            </a:prstGeom>
            <a:gradFill>
              <a:gsLst>
                <a:gs pos="100000">
                  <a:schemeClr val="accent1">
                    <a:alpha val="31000"/>
                  </a:schemeClr>
                </a:gs>
                <a:gs pos="5000">
                  <a:schemeClr val="accent1">
                    <a:alpha val="0"/>
                  </a:schemeClr>
                </a:gs>
              </a:gsLst>
              <a:lin ang="10800000" scaled="0"/>
            </a:gradFill>
            <a:ln w="12700" cap="rnd">
              <a:noFill/>
            </a:ln>
            <a:effectLst/>
          </p:spPr>
          <p:style>
            <a:lnRef idx="1">
              <a:schemeClr val="accent1"/>
            </a:lnRef>
            <a:fillRef idx="0">
              <a:schemeClr val="accent1"/>
            </a:fillRef>
            <a:effectRef idx="0">
              <a:schemeClr val="accent1"/>
            </a:effectRef>
            <a:fontRef idx="minor">
              <a:schemeClr val="tx1"/>
            </a:fontRef>
          </p:style>
          <p:txBody>
            <a:bodyPr wrap="none" rtlCol="0" anchor="ctr"/>
            <a:lstStyle/>
            <a:p>
              <a:pPr algn="ctr"/>
              <a:endParaRPr lang="zh-CN" altLang="en-US" sz="2400" dirty="0">
                <a:solidFill>
                  <a:srgbClr val="000000"/>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1795176" y="3753836"/>
              <a:ext cx="2046795"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4" name="等腰三角形 13"/>
          <p:cNvSpPr/>
          <p:nvPr/>
        </p:nvSpPr>
        <p:spPr>
          <a:xfrm rot="5400000">
            <a:off x="3430822" y="3306244"/>
            <a:ext cx="1717404" cy="599163"/>
          </a:xfrm>
          <a:prstGeom prst="triangle">
            <a:avLst/>
          </a:prstGeom>
          <a:gradFill>
            <a:gsLst>
              <a:gs pos="100000">
                <a:schemeClr val="accent1">
                  <a:alpha val="0"/>
                </a:schemeClr>
              </a:gs>
              <a:gs pos="0">
                <a:schemeClr val="accent1">
                  <a:alpha val="43000"/>
                </a:schemeClr>
              </a:gs>
            </a:gsLst>
            <a:lin ang="5400000" scaled="1"/>
          </a:gradFill>
          <a:ln w="12700" cap="flat" cmpd="sng" algn="ctr">
            <a:noFill/>
            <a:prstDash val="solid"/>
            <a:miter lim="800000"/>
          </a:ln>
          <a:effectLst/>
        </p:spPr>
        <p:txBody>
          <a:bodyPr wrap="none" rtlCol="0" anchor="ctr"/>
          <a:lstStyle/>
          <a:p>
            <a:pPr algn="ctr"/>
            <a:endParaRPr lang="zh-CN" altLang="en-US" b="1" kern="0">
              <a:solidFill>
                <a:prstClr val="white"/>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等腰三角形 14"/>
          <p:cNvSpPr/>
          <p:nvPr/>
        </p:nvSpPr>
        <p:spPr>
          <a:xfrm rot="5400000">
            <a:off x="3254607" y="3306244"/>
            <a:ext cx="1717404" cy="599163"/>
          </a:xfrm>
          <a:prstGeom prst="triangle">
            <a:avLst/>
          </a:prstGeom>
          <a:gradFill>
            <a:gsLst>
              <a:gs pos="100000">
                <a:schemeClr val="accent1">
                  <a:alpha val="0"/>
                </a:schemeClr>
              </a:gs>
              <a:gs pos="0">
                <a:schemeClr val="accent1">
                  <a:alpha val="43000"/>
                </a:schemeClr>
              </a:gs>
            </a:gsLst>
            <a:lin ang="5400000" scaled="1"/>
          </a:gradFill>
          <a:ln w="12700" cap="flat" cmpd="sng" algn="ctr">
            <a:noFill/>
            <a:prstDash val="solid"/>
            <a:miter lim="800000"/>
          </a:ln>
          <a:effectLst/>
        </p:spPr>
        <p:txBody>
          <a:bodyPr wrap="none" rtlCol="0" anchor="ctr"/>
          <a:lstStyle/>
          <a:p>
            <a:pPr algn="ctr"/>
            <a:endParaRPr lang="zh-CN" altLang="en-US" b="1" kern="0">
              <a:solidFill>
                <a:prstClr val="white"/>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等腰三角形 15"/>
          <p:cNvSpPr/>
          <p:nvPr/>
        </p:nvSpPr>
        <p:spPr>
          <a:xfrm rot="5400000">
            <a:off x="7463326" y="3306244"/>
            <a:ext cx="1717404" cy="599163"/>
          </a:xfrm>
          <a:prstGeom prst="triangle">
            <a:avLst/>
          </a:prstGeom>
          <a:gradFill>
            <a:gsLst>
              <a:gs pos="100000">
                <a:schemeClr val="accent1">
                  <a:alpha val="0"/>
                </a:schemeClr>
              </a:gs>
              <a:gs pos="0">
                <a:schemeClr val="accent1">
                  <a:alpha val="43000"/>
                </a:schemeClr>
              </a:gs>
            </a:gsLst>
            <a:lin ang="5400000" scaled="1"/>
          </a:gradFill>
          <a:ln w="12700" cap="flat" cmpd="sng" algn="ctr">
            <a:noFill/>
            <a:prstDash val="solid"/>
            <a:miter lim="800000"/>
          </a:ln>
          <a:effectLst/>
        </p:spPr>
        <p:txBody>
          <a:bodyPr wrap="none" rtlCol="0" anchor="ctr"/>
          <a:lstStyle/>
          <a:p>
            <a:pPr algn="ctr"/>
            <a:endParaRPr lang="zh-CN" altLang="en-US" b="1" kern="0">
              <a:solidFill>
                <a:prstClr val="white"/>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等腰三角形 16"/>
          <p:cNvSpPr/>
          <p:nvPr/>
        </p:nvSpPr>
        <p:spPr>
          <a:xfrm rot="5400000">
            <a:off x="7287111" y="3306244"/>
            <a:ext cx="1717404" cy="599163"/>
          </a:xfrm>
          <a:prstGeom prst="triangle">
            <a:avLst/>
          </a:prstGeom>
          <a:gradFill>
            <a:gsLst>
              <a:gs pos="100000">
                <a:schemeClr val="accent1">
                  <a:alpha val="0"/>
                </a:schemeClr>
              </a:gs>
              <a:gs pos="0">
                <a:schemeClr val="accent1">
                  <a:alpha val="43000"/>
                </a:schemeClr>
              </a:gs>
            </a:gsLst>
            <a:lin ang="5400000" scaled="1"/>
          </a:gradFill>
          <a:ln w="12700" cap="flat" cmpd="sng" algn="ctr">
            <a:noFill/>
            <a:prstDash val="solid"/>
            <a:miter lim="800000"/>
          </a:ln>
          <a:effectLst/>
        </p:spPr>
        <p:txBody>
          <a:bodyPr wrap="none" rtlCol="0" anchor="ctr"/>
          <a:lstStyle/>
          <a:p>
            <a:pPr algn="ctr"/>
            <a:endParaRPr lang="zh-CN" altLang="en-US" b="1" kern="0">
              <a:solidFill>
                <a:prstClr val="white"/>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a:off x="1364343" y="3153729"/>
            <a:ext cx="319314" cy="275271"/>
          </a:xfrm>
          <a:prstGeom prst="triangl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等腰三角形 2"/>
          <p:cNvSpPr/>
          <p:nvPr/>
        </p:nvSpPr>
        <p:spPr>
          <a:xfrm flipV="1">
            <a:off x="4412343" y="3450909"/>
            <a:ext cx="319314" cy="275271"/>
          </a:xfrm>
          <a:prstGeom prst="triangl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等腰三角形 3"/>
          <p:cNvSpPr/>
          <p:nvPr/>
        </p:nvSpPr>
        <p:spPr>
          <a:xfrm>
            <a:off x="7469868" y="3153729"/>
            <a:ext cx="319314" cy="275271"/>
          </a:xfrm>
          <a:prstGeom prst="triangl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等腰三角形 4"/>
          <p:cNvSpPr/>
          <p:nvPr/>
        </p:nvSpPr>
        <p:spPr>
          <a:xfrm flipV="1">
            <a:off x="10508343" y="3450909"/>
            <a:ext cx="319314" cy="275271"/>
          </a:xfrm>
          <a:prstGeom prst="triangl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文本框 5"/>
          <p:cNvSpPr txBox="1"/>
          <p:nvPr/>
        </p:nvSpPr>
        <p:spPr>
          <a:xfrm>
            <a:off x="401458" y="2728719"/>
            <a:ext cx="2287807" cy="400110"/>
          </a:xfrm>
          <a:prstGeom prst="rect">
            <a:avLst/>
          </a:prstGeom>
          <a:noFill/>
        </p:spPr>
        <p:txBody>
          <a:bodyPr wrap="non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3428097" y="3773748"/>
            <a:ext cx="2287807" cy="400110"/>
          </a:xfrm>
          <a:prstGeom prst="rect">
            <a:avLst/>
          </a:prstGeom>
          <a:noFill/>
        </p:spPr>
        <p:txBody>
          <a:bodyPr wrap="non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nvSpPr>
        <p:spPr>
          <a:xfrm>
            <a:off x="6454736" y="2728719"/>
            <a:ext cx="2287807" cy="400110"/>
          </a:xfrm>
          <a:prstGeom prst="rect">
            <a:avLst/>
          </a:prstGeom>
          <a:noFill/>
        </p:spPr>
        <p:txBody>
          <a:bodyPr wrap="non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9481375" y="3773748"/>
            <a:ext cx="2287807" cy="400110"/>
          </a:xfrm>
          <a:prstGeom prst="rect">
            <a:avLst/>
          </a:prstGeom>
          <a:noFill/>
        </p:spPr>
        <p:txBody>
          <a:bodyPr wrap="non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nvSpPr>
        <p:spPr>
          <a:xfrm>
            <a:off x="405746" y="3586603"/>
            <a:ext cx="2236509"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文本框 10"/>
          <p:cNvSpPr txBox="1"/>
          <p:nvPr/>
        </p:nvSpPr>
        <p:spPr>
          <a:xfrm>
            <a:off x="3475106" y="2180348"/>
            <a:ext cx="2236509"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文本框 11"/>
          <p:cNvSpPr txBox="1"/>
          <p:nvPr/>
        </p:nvSpPr>
        <p:spPr>
          <a:xfrm>
            <a:off x="6523106" y="3586603"/>
            <a:ext cx="2236509"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9527563" y="2217867"/>
            <a:ext cx="2236509" cy="1029193"/>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4" name="直接连接符 13"/>
          <p:cNvCxnSpPr/>
          <p:nvPr/>
        </p:nvCxnSpPr>
        <p:spPr>
          <a:xfrm>
            <a:off x="0" y="3429000"/>
            <a:ext cx="12192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961570" y="2044005"/>
            <a:ext cx="4616650" cy="1384995"/>
            <a:chOff x="2008240" y="1971973"/>
            <a:chExt cx="4616650" cy="1384995"/>
          </a:xfrm>
        </p:grpSpPr>
        <p:sp>
          <p:nvSpPr>
            <p:cNvPr id="3" name="文本框 2"/>
            <p:cNvSpPr txBox="1"/>
            <p:nvPr/>
          </p:nvSpPr>
          <p:spPr>
            <a:xfrm>
              <a:off x="2008241" y="1971973"/>
              <a:ext cx="4616649" cy="1107996"/>
            </a:xfrm>
            <a:prstGeom prst="rect">
              <a:avLst/>
            </a:prstGeom>
            <a:noFill/>
          </p:spPr>
          <p:txBody>
            <a:bodyPr wrap="none" lIns="0" tIns="0" rIns="0" bIns="0" rtlCol="0" anchor="t">
              <a:spAutoFit/>
            </a:bodyPr>
            <a:lstStyle/>
            <a:p>
              <a:pPr algn="ctr"/>
              <a:r>
                <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过渡页标题</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3"/>
            <p:cNvSpPr txBox="1"/>
            <p:nvPr/>
          </p:nvSpPr>
          <p:spPr>
            <a:xfrm>
              <a:off x="2008240" y="3079969"/>
              <a:ext cx="4616649" cy="276999"/>
            </a:xfrm>
            <a:prstGeom prst="rect">
              <a:avLst/>
            </a:prstGeom>
            <a:noFill/>
          </p:spPr>
          <p:txBody>
            <a:bodyPr wrap="square" lIns="0" tIns="0" rIns="0" bIns="0" rtlCol="0" anchor="t">
              <a:spAutoFit/>
            </a:bodyPr>
            <a:lstStyle/>
            <a:p>
              <a:pPr algn="dist"/>
              <a:r>
                <a:rPr kumimoji="1"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Transition Page Title</a:t>
              </a:r>
              <a:endParaRPr kumimoji="1"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 name="文本框 4"/>
          <p:cNvSpPr txBox="1"/>
          <p:nvPr/>
        </p:nvSpPr>
        <p:spPr>
          <a:xfrm>
            <a:off x="2101092"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1049482"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1525802" y="2498559"/>
            <a:ext cx="1519327"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TWO</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顶角 1"/>
          <p:cNvSpPr/>
          <p:nvPr/>
        </p:nvSpPr>
        <p:spPr>
          <a:xfrm>
            <a:off x="1314855" y="2092265"/>
            <a:ext cx="2085570" cy="621792"/>
          </a:xfrm>
          <a:prstGeom prst="round2SameRect">
            <a:avLst/>
          </a:prstGeom>
          <a:gradFill>
            <a:gsLst>
              <a:gs pos="0">
                <a:schemeClr val="accent1"/>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椭圆 2"/>
          <p:cNvSpPr/>
          <p:nvPr/>
        </p:nvSpPr>
        <p:spPr>
          <a:xfrm>
            <a:off x="4386072" y="1719072"/>
            <a:ext cx="3419856" cy="3419856"/>
          </a:xfrm>
          <a:prstGeom prst="ellipse">
            <a:avLst/>
          </a:prstGeom>
          <a:solidFill>
            <a:schemeClr val="accent1">
              <a:alpha val="5000"/>
            </a:schemeClr>
          </a:solid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椭圆 3"/>
          <p:cNvSpPr/>
          <p:nvPr/>
        </p:nvSpPr>
        <p:spPr>
          <a:xfrm>
            <a:off x="4779355" y="2112355"/>
            <a:ext cx="2633290" cy="2633290"/>
          </a:xfrm>
          <a:prstGeom prst="ellipse">
            <a:avLst/>
          </a:prstGeom>
          <a:gradFill>
            <a:gsLst>
              <a:gs pos="1000">
                <a:schemeClr val="accent1">
                  <a:lumMod val="20000"/>
                  <a:lumOff val="80000"/>
                </a:schemeClr>
              </a:gs>
              <a:gs pos="38000">
                <a:schemeClr val="accent1"/>
              </a:gs>
              <a:gs pos="78000">
                <a:schemeClr val="accent1">
                  <a:lumMod val="75000"/>
                </a:schemeClr>
              </a:gs>
              <a:gs pos="63000">
                <a:schemeClr val="accent1"/>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椭圆 4"/>
          <p:cNvSpPr/>
          <p:nvPr/>
        </p:nvSpPr>
        <p:spPr>
          <a:xfrm>
            <a:off x="5172639" y="2505639"/>
            <a:ext cx="1846722" cy="18467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iconfont-1187-868110"/>
          <p:cNvSpPr/>
          <p:nvPr/>
        </p:nvSpPr>
        <p:spPr>
          <a:xfrm>
            <a:off x="5731300" y="2748871"/>
            <a:ext cx="729400" cy="729590"/>
          </a:xfrm>
          <a:custGeom>
            <a:avLst/>
            <a:gdLst>
              <a:gd name="T0" fmla="*/ 7682 w 7948"/>
              <a:gd name="T1" fmla="*/ 6783 h 7949"/>
              <a:gd name="T2" fmla="*/ 5299 w 7948"/>
              <a:gd name="T3" fmla="*/ 5962 h 7949"/>
              <a:gd name="T4" fmla="*/ 5331 w 7948"/>
              <a:gd name="T5" fmla="*/ 4819 h 7949"/>
              <a:gd name="T6" fmla="*/ 5842 w 7948"/>
              <a:gd name="T7" fmla="*/ 3675 h 7949"/>
              <a:gd name="T8" fmla="*/ 6062 w 7948"/>
              <a:gd name="T9" fmla="*/ 2499 h 7949"/>
              <a:gd name="T10" fmla="*/ 5782 w 7948"/>
              <a:gd name="T11" fmla="*/ 2087 h 7949"/>
              <a:gd name="T12" fmla="*/ 5560 w 7948"/>
              <a:gd name="T13" fmla="*/ 808 h 7949"/>
              <a:gd name="T14" fmla="*/ 4267 w 7948"/>
              <a:gd name="T15" fmla="*/ 3 h 7949"/>
              <a:gd name="T16" fmla="*/ 3532 w 7948"/>
              <a:gd name="T17" fmla="*/ 224 h 7949"/>
              <a:gd name="T18" fmla="*/ 2166 w 7948"/>
              <a:gd name="T19" fmla="*/ 2087 h 7949"/>
              <a:gd name="T20" fmla="*/ 1886 w 7948"/>
              <a:gd name="T21" fmla="*/ 2499 h 7949"/>
              <a:gd name="T22" fmla="*/ 2106 w 7948"/>
              <a:gd name="T23" fmla="*/ 3675 h 7949"/>
              <a:gd name="T24" fmla="*/ 2617 w 7948"/>
              <a:gd name="T25" fmla="*/ 4819 h 7949"/>
              <a:gd name="T26" fmla="*/ 2649 w 7948"/>
              <a:gd name="T27" fmla="*/ 5963 h 7949"/>
              <a:gd name="T28" fmla="*/ 266 w 7948"/>
              <a:gd name="T29" fmla="*/ 6783 h 7949"/>
              <a:gd name="T30" fmla="*/ 0 w 7948"/>
              <a:gd name="T31" fmla="*/ 7949 h 7949"/>
              <a:gd name="T32" fmla="*/ 7948 w 7948"/>
              <a:gd name="T33" fmla="*/ 7949 h 7949"/>
              <a:gd name="T34" fmla="*/ 7682 w 7948"/>
              <a:gd name="T35" fmla="*/ 6783 h 79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48" h="7949">
                <a:moveTo>
                  <a:pt x="7682" y="6783"/>
                </a:moveTo>
                <a:cubicBezTo>
                  <a:pt x="7334" y="6308"/>
                  <a:pt x="5568" y="6505"/>
                  <a:pt x="5299" y="5962"/>
                </a:cubicBezTo>
                <a:cubicBezTo>
                  <a:pt x="4764" y="4886"/>
                  <a:pt x="4982" y="5086"/>
                  <a:pt x="5331" y="4819"/>
                </a:cubicBezTo>
                <a:cubicBezTo>
                  <a:pt x="5658" y="4569"/>
                  <a:pt x="5642" y="3909"/>
                  <a:pt x="5842" y="3675"/>
                </a:cubicBezTo>
                <a:cubicBezTo>
                  <a:pt x="6045" y="3437"/>
                  <a:pt x="6139" y="2756"/>
                  <a:pt x="6062" y="2499"/>
                </a:cubicBezTo>
                <a:cubicBezTo>
                  <a:pt x="5961" y="2159"/>
                  <a:pt x="5806" y="2344"/>
                  <a:pt x="5782" y="2087"/>
                </a:cubicBezTo>
                <a:cubicBezTo>
                  <a:pt x="5732" y="1533"/>
                  <a:pt x="5872" y="1078"/>
                  <a:pt x="5560" y="808"/>
                </a:cubicBezTo>
                <a:cubicBezTo>
                  <a:pt x="5258" y="548"/>
                  <a:pt x="4881" y="10"/>
                  <a:pt x="4267" y="3"/>
                </a:cubicBezTo>
                <a:cubicBezTo>
                  <a:pt x="4053" y="0"/>
                  <a:pt x="3811" y="64"/>
                  <a:pt x="3532" y="224"/>
                </a:cubicBezTo>
                <a:cubicBezTo>
                  <a:pt x="2208" y="82"/>
                  <a:pt x="2216" y="1533"/>
                  <a:pt x="2166" y="2087"/>
                </a:cubicBezTo>
                <a:cubicBezTo>
                  <a:pt x="2142" y="2344"/>
                  <a:pt x="1987" y="2159"/>
                  <a:pt x="1886" y="2499"/>
                </a:cubicBezTo>
                <a:cubicBezTo>
                  <a:pt x="1809" y="2756"/>
                  <a:pt x="1903" y="3437"/>
                  <a:pt x="2106" y="3675"/>
                </a:cubicBezTo>
                <a:cubicBezTo>
                  <a:pt x="2306" y="3909"/>
                  <a:pt x="2290" y="4569"/>
                  <a:pt x="2617" y="4819"/>
                </a:cubicBezTo>
                <a:cubicBezTo>
                  <a:pt x="2966" y="5086"/>
                  <a:pt x="3184" y="4886"/>
                  <a:pt x="2649" y="5963"/>
                </a:cubicBezTo>
                <a:cubicBezTo>
                  <a:pt x="2380" y="6505"/>
                  <a:pt x="614" y="6308"/>
                  <a:pt x="266" y="6783"/>
                </a:cubicBezTo>
                <a:cubicBezTo>
                  <a:pt x="0" y="7146"/>
                  <a:pt x="0" y="7949"/>
                  <a:pt x="0" y="7949"/>
                </a:cubicBezTo>
                <a:lnTo>
                  <a:pt x="7948" y="7949"/>
                </a:lnTo>
                <a:cubicBezTo>
                  <a:pt x="7948" y="7949"/>
                  <a:pt x="7948" y="7146"/>
                  <a:pt x="7682" y="678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5454799" y="3598272"/>
            <a:ext cx="1282402" cy="307777"/>
          </a:xfrm>
          <a:prstGeom prst="rect">
            <a:avLst/>
          </a:prstGeom>
          <a:noFill/>
          <a:effectLst/>
        </p:spPr>
        <p:txBody>
          <a:bodyPr wrap="none" lIns="0" tIns="0" rIns="0" bIns="0" rtlCol="0" anchor="t">
            <a:spAutoFit/>
          </a:bodyPr>
          <a:lstStyle/>
          <a:p>
            <a:pPr algn="ctr"/>
            <a:r>
              <a:rPr lang="zh-CN" altLang="en-US" sz="20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0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7"/>
          <p:cNvSpPr/>
          <p:nvPr/>
        </p:nvSpPr>
        <p:spPr>
          <a:xfrm>
            <a:off x="530352" y="2697389"/>
            <a:ext cx="3690342" cy="2048256"/>
          </a:xfrm>
          <a:prstGeom prst="rect">
            <a:avLst/>
          </a:prstGeom>
          <a:noFill/>
          <a:ln w="28575">
            <a:gradFill>
              <a:gsLst>
                <a:gs pos="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矩形: 圆顶角 8"/>
          <p:cNvSpPr/>
          <p:nvPr/>
        </p:nvSpPr>
        <p:spPr>
          <a:xfrm>
            <a:off x="8715780" y="2092265"/>
            <a:ext cx="2085570" cy="621792"/>
          </a:xfrm>
          <a:prstGeom prst="round2SameRect">
            <a:avLst/>
          </a:prstGeom>
          <a:gradFill>
            <a:gsLst>
              <a:gs pos="0">
                <a:schemeClr val="accent1"/>
              </a:gs>
              <a:gs pos="100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矩形 9"/>
          <p:cNvSpPr/>
          <p:nvPr/>
        </p:nvSpPr>
        <p:spPr>
          <a:xfrm>
            <a:off x="7931277" y="2697389"/>
            <a:ext cx="3690342" cy="2048256"/>
          </a:xfrm>
          <a:prstGeom prst="rect">
            <a:avLst/>
          </a:prstGeom>
          <a:noFill/>
          <a:ln w="28575">
            <a:gradFill>
              <a:gsLst>
                <a:gs pos="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文本框 10"/>
          <p:cNvSpPr txBox="1"/>
          <p:nvPr/>
        </p:nvSpPr>
        <p:spPr>
          <a:xfrm>
            <a:off x="1101991" y="3061982"/>
            <a:ext cx="2890797" cy="1465401"/>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请在此添加您的文字内容，请在此添加您的文字内容。请在此添加您的文字内容。请在此添加您的文字内容。</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文本框 11"/>
          <p:cNvSpPr txBox="1"/>
          <p:nvPr/>
        </p:nvSpPr>
        <p:spPr>
          <a:xfrm>
            <a:off x="8476285" y="3067128"/>
            <a:ext cx="2890797" cy="1465401"/>
          </a:xfrm>
          <a:prstGeom prst="rect">
            <a:avLst/>
          </a:prstGeom>
          <a:noFill/>
        </p:spPr>
        <p:txBody>
          <a:bodyPr wrap="square">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请在此添加您的文字内容，请在此添加您的文字内容。请在此添加您的文字内容。请在此添加您的文字内容。</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0335" y="1437847"/>
            <a:ext cx="10651331" cy="1046273"/>
            <a:chOff x="569119" y="1437847"/>
            <a:chExt cx="10651331" cy="1046273"/>
          </a:xfrm>
        </p:grpSpPr>
        <p:sp>
          <p:nvSpPr>
            <p:cNvPr id="3" name="矩形: 圆角 2"/>
            <p:cNvSpPr/>
            <p:nvPr/>
          </p:nvSpPr>
          <p:spPr>
            <a:xfrm>
              <a:off x="569119" y="1437847"/>
              <a:ext cx="10651331" cy="1046273"/>
            </a:xfrm>
            <a:prstGeom prst="roundRect">
              <a:avLst>
                <a:gd name="adj" fmla="val 11994"/>
              </a:avLst>
            </a:prstGeom>
            <a:solidFill>
              <a:schemeClr val="bg1">
                <a:lumMod val="95000"/>
              </a:schemeClr>
            </a:solidFill>
            <a:ln>
              <a:noFill/>
            </a:ln>
            <a:effectLst>
              <a:outerShdw blurRad="228600" dist="165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矩形: 圆角 3"/>
            <p:cNvSpPr/>
            <p:nvPr/>
          </p:nvSpPr>
          <p:spPr>
            <a:xfrm>
              <a:off x="569119" y="1437847"/>
              <a:ext cx="1031081" cy="1046273"/>
            </a:xfrm>
            <a:prstGeom prst="roundRect">
              <a:avLst>
                <a:gd name="adj" fmla="val 119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01</a:t>
              </a:r>
              <a:endParaRPr lang="zh-CN" altLang="en-US" sz="28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1896024" y="1652597"/>
              <a:ext cx="9248784" cy="812915"/>
            </a:xfrm>
            <a:prstGeom prst="rect">
              <a:avLst/>
            </a:prstGeom>
            <a:noFill/>
          </p:spPr>
          <p:txBody>
            <a:bodyPr wrap="square" lIns="0" tIns="0" rIns="0" bIns="0" rtlCol="0" anchor="t">
              <a:spAutoFit/>
            </a:bodyPr>
            <a:lstStyle/>
            <a:p>
              <a:pPr algn="ctr">
                <a:lnSpc>
                  <a:spcPct val="130000"/>
                </a:lnSpc>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请在此添加您的文字内容，请在此添加您的文字内容。请在此添加您的文字内容，请在此添加您的文字内容。 请在此添加您的文字内容，请在此添加您的文字内容。</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6" name="组合 5"/>
          <p:cNvGrpSpPr/>
          <p:nvPr/>
        </p:nvGrpSpPr>
        <p:grpSpPr>
          <a:xfrm>
            <a:off x="770335" y="3030791"/>
            <a:ext cx="10651331" cy="1343905"/>
            <a:chOff x="569119" y="1437847"/>
            <a:chExt cx="10651331" cy="1343905"/>
          </a:xfrm>
        </p:grpSpPr>
        <p:sp>
          <p:nvSpPr>
            <p:cNvPr id="7" name="矩形: 圆角 6"/>
            <p:cNvSpPr/>
            <p:nvPr/>
          </p:nvSpPr>
          <p:spPr>
            <a:xfrm>
              <a:off x="569119" y="1437847"/>
              <a:ext cx="10651331" cy="1046273"/>
            </a:xfrm>
            <a:prstGeom prst="roundRect">
              <a:avLst>
                <a:gd name="adj" fmla="val 11994"/>
              </a:avLst>
            </a:prstGeom>
            <a:solidFill>
              <a:schemeClr val="bg1">
                <a:lumMod val="95000"/>
              </a:schemeClr>
            </a:solidFill>
            <a:ln>
              <a:noFill/>
            </a:ln>
            <a:effectLst>
              <a:outerShdw blurRad="228600" dist="165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圆角 7"/>
            <p:cNvSpPr/>
            <p:nvPr/>
          </p:nvSpPr>
          <p:spPr>
            <a:xfrm>
              <a:off x="10189368" y="1437847"/>
              <a:ext cx="1031081" cy="1046273"/>
            </a:xfrm>
            <a:prstGeom prst="roundRect">
              <a:avLst>
                <a:gd name="adj" fmla="val 119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lang="zh-CN" altLang="en-US" sz="28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840558" y="1652597"/>
              <a:ext cx="9077371" cy="112915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请在此添加您的文字内容，请在此添加您的文字内容。请在此添加您的文字内容，请在此添加您的文字内容。 请在此添加您的文字内容，请在此添加您的文字内容。</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nSpc>
                  <a:spcPct val="130000"/>
                </a:lnSpc>
              </a:pPr>
              <a:endParaRPr lang="zh-CN" altLang="en-US" sz="1600" b="0" dirty="0">
                <a:solidFill>
                  <a:schemeClr val="accent1"/>
                </a:solidFill>
                <a:effectLst/>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0" name="组合 9"/>
          <p:cNvGrpSpPr/>
          <p:nvPr/>
        </p:nvGrpSpPr>
        <p:grpSpPr>
          <a:xfrm>
            <a:off x="770335" y="4623735"/>
            <a:ext cx="10651331" cy="1046273"/>
            <a:chOff x="569119" y="1437847"/>
            <a:chExt cx="10651331" cy="1046273"/>
          </a:xfrm>
        </p:grpSpPr>
        <p:sp>
          <p:nvSpPr>
            <p:cNvPr id="11" name="矩形: 圆角 10"/>
            <p:cNvSpPr/>
            <p:nvPr/>
          </p:nvSpPr>
          <p:spPr>
            <a:xfrm>
              <a:off x="569119" y="1437847"/>
              <a:ext cx="10651331" cy="1046273"/>
            </a:xfrm>
            <a:prstGeom prst="roundRect">
              <a:avLst>
                <a:gd name="adj" fmla="val 11994"/>
              </a:avLst>
            </a:prstGeom>
            <a:solidFill>
              <a:schemeClr val="bg1">
                <a:lumMod val="95000"/>
              </a:schemeClr>
            </a:solidFill>
            <a:ln>
              <a:noFill/>
            </a:ln>
            <a:effectLst>
              <a:outerShdw blurRad="228600" dist="165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矩形: 圆角 11"/>
            <p:cNvSpPr/>
            <p:nvPr/>
          </p:nvSpPr>
          <p:spPr>
            <a:xfrm>
              <a:off x="569119" y="1437847"/>
              <a:ext cx="1031081" cy="1046273"/>
            </a:xfrm>
            <a:prstGeom prst="roundRect">
              <a:avLst>
                <a:gd name="adj" fmla="val 119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03</a:t>
              </a:r>
              <a:endParaRPr lang="zh-CN" altLang="en-US" sz="28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1896023" y="1652597"/>
              <a:ext cx="9077371" cy="812915"/>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请在此添加您的文字内容，请在此添加您的文字内容。请在此添加您的文字内容，请在此添加您的文字内容。 请在此添加您的文字内容，请在此添加您的文字内容。</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线连接符 6"/>
          <p:cNvCxnSpPr/>
          <p:nvPr/>
        </p:nvCxnSpPr>
        <p:spPr>
          <a:xfrm>
            <a:off x="263526" y="964009"/>
            <a:ext cx="11615290" cy="0"/>
          </a:xfrm>
          <a:prstGeom prst="line">
            <a:avLst/>
          </a:prstGeom>
          <a:ln w="19050">
            <a:solidFill>
              <a:schemeClr val="accent1">
                <a:lumMod val="10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 name="Freeform 7"/>
          <p:cNvSpPr/>
          <p:nvPr/>
        </p:nvSpPr>
        <p:spPr bwMode="auto">
          <a:xfrm>
            <a:off x="5324475" y="2880727"/>
            <a:ext cx="2128838" cy="1533525"/>
          </a:xfrm>
          <a:custGeom>
            <a:avLst/>
            <a:gdLst>
              <a:gd name="T0" fmla="*/ 0 w 564"/>
              <a:gd name="T1" fmla="*/ 279 h 406"/>
              <a:gd name="T2" fmla="*/ 217 w 564"/>
              <a:gd name="T3" fmla="*/ 13 h 406"/>
              <a:gd name="T4" fmla="*/ 564 w 564"/>
              <a:gd name="T5" fmla="*/ 406 h 406"/>
              <a:gd name="T6" fmla="*/ 270 w 564"/>
              <a:gd name="T7" fmla="*/ 198 h 406"/>
              <a:gd name="T8" fmla="*/ 0 w 564"/>
              <a:gd name="T9" fmla="*/ 279 h 406"/>
            </a:gdLst>
            <a:ahLst/>
            <a:cxnLst>
              <a:cxn ang="0">
                <a:pos x="T0" y="T1"/>
              </a:cxn>
              <a:cxn ang="0">
                <a:pos x="T2" y="T3"/>
              </a:cxn>
              <a:cxn ang="0">
                <a:pos x="T4" y="T5"/>
              </a:cxn>
              <a:cxn ang="0">
                <a:pos x="T6" y="T7"/>
              </a:cxn>
              <a:cxn ang="0">
                <a:pos x="T8" y="T9"/>
              </a:cxn>
            </a:cxnLst>
            <a:rect l="0" t="0" r="r" b="b"/>
            <a:pathLst>
              <a:path w="564" h="406">
                <a:moveTo>
                  <a:pt x="0" y="279"/>
                </a:moveTo>
                <a:cubicBezTo>
                  <a:pt x="0" y="279"/>
                  <a:pt x="33" y="0"/>
                  <a:pt x="217" y="13"/>
                </a:cubicBezTo>
                <a:cubicBezTo>
                  <a:pt x="441" y="29"/>
                  <a:pt x="564" y="406"/>
                  <a:pt x="564" y="406"/>
                </a:cubicBezTo>
                <a:cubicBezTo>
                  <a:pt x="564" y="406"/>
                  <a:pt x="450" y="237"/>
                  <a:pt x="270" y="198"/>
                </a:cubicBezTo>
                <a:cubicBezTo>
                  <a:pt x="144" y="170"/>
                  <a:pt x="0" y="279"/>
                  <a:pt x="0" y="279"/>
                </a:cubicBezTo>
                <a:close/>
              </a:path>
            </a:pathLst>
          </a:custGeom>
          <a:gradFill flip="none" rotWithShape="1">
            <a:gsLst>
              <a:gs pos="73000">
                <a:schemeClr val="accent1"/>
              </a:gs>
              <a:gs pos="31000">
                <a:schemeClr val="accent1"/>
              </a:gs>
              <a:gs pos="0">
                <a:schemeClr val="accent1">
                  <a:lumMod val="40000"/>
                  <a:lumOff val="60000"/>
                </a:schemeClr>
              </a:gs>
            </a:gsLst>
            <a:lin ang="2700000" scaled="1"/>
            <a:tileRect/>
          </a:gradFill>
          <a:ln>
            <a:noFill/>
          </a:ln>
          <a:effectLst>
            <a:outerShdw blurRad="444500" dist="317500" dir="5400000" sx="92000" sy="92000" algn="t"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 name="Group 53"/>
          <p:cNvGrpSpPr/>
          <p:nvPr/>
        </p:nvGrpSpPr>
        <p:grpSpPr>
          <a:xfrm>
            <a:off x="4796921" y="5037161"/>
            <a:ext cx="301778" cy="238060"/>
            <a:chOff x="4949825" y="1755776"/>
            <a:chExt cx="2052638" cy="1619250"/>
          </a:xfrm>
          <a:solidFill>
            <a:srgbClr val="FFFFFF"/>
          </a:solidFill>
        </p:grpSpPr>
        <p:sp>
          <p:nvSpPr>
            <p:cNvPr id="5" name="Freeform 18"/>
            <p:cNvSpPr/>
            <p:nvPr/>
          </p:nvSpPr>
          <p:spPr bwMode="auto">
            <a:xfrm>
              <a:off x="4949825" y="1943101"/>
              <a:ext cx="185738" cy="560388"/>
            </a:xfrm>
            <a:custGeom>
              <a:avLst/>
              <a:gdLst>
                <a:gd name="T0" fmla="*/ 93 w 186"/>
                <a:gd name="T1" fmla="*/ 0 h 559"/>
                <a:gd name="T2" fmla="*/ 0 w 186"/>
                <a:gd name="T3" fmla="*/ 93 h 559"/>
                <a:gd name="T4" fmla="*/ 0 w 186"/>
                <a:gd name="T5" fmla="*/ 466 h 559"/>
                <a:gd name="T6" fmla="*/ 93 w 186"/>
                <a:gd name="T7" fmla="*/ 559 h 559"/>
                <a:gd name="T8" fmla="*/ 186 w 186"/>
                <a:gd name="T9" fmla="*/ 466 h 559"/>
                <a:gd name="T10" fmla="*/ 186 w 186"/>
                <a:gd name="T11" fmla="*/ 373 h 559"/>
                <a:gd name="T12" fmla="*/ 186 w 186"/>
                <a:gd name="T13" fmla="*/ 187 h 559"/>
                <a:gd name="T14" fmla="*/ 186 w 186"/>
                <a:gd name="T15" fmla="*/ 93 h 559"/>
                <a:gd name="T16" fmla="*/ 93 w 186"/>
                <a:gd name="T17" fmla="*/ 0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 h="559">
                  <a:moveTo>
                    <a:pt x="93" y="0"/>
                  </a:moveTo>
                  <a:cubicBezTo>
                    <a:pt x="42" y="0"/>
                    <a:pt x="0" y="42"/>
                    <a:pt x="0" y="93"/>
                  </a:cubicBezTo>
                  <a:cubicBezTo>
                    <a:pt x="0" y="466"/>
                    <a:pt x="0" y="466"/>
                    <a:pt x="0" y="466"/>
                  </a:cubicBezTo>
                  <a:cubicBezTo>
                    <a:pt x="0" y="517"/>
                    <a:pt x="42" y="559"/>
                    <a:pt x="93" y="559"/>
                  </a:cubicBezTo>
                  <a:cubicBezTo>
                    <a:pt x="145" y="559"/>
                    <a:pt x="186" y="517"/>
                    <a:pt x="186" y="466"/>
                  </a:cubicBezTo>
                  <a:cubicBezTo>
                    <a:pt x="186" y="373"/>
                    <a:pt x="186" y="373"/>
                    <a:pt x="186" y="373"/>
                  </a:cubicBezTo>
                  <a:cubicBezTo>
                    <a:pt x="186" y="187"/>
                    <a:pt x="186" y="187"/>
                    <a:pt x="186" y="187"/>
                  </a:cubicBezTo>
                  <a:cubicBezTo>
                    <a:pt x="186" y="93"/>
                    <a:pt x="186" y="93"/>
                    <a:pt x="186" y="93"/>
                  </a:cubicBezTo>
                  <a:cubicBezTo>
                    <a:pt x="186" y="42"/>
                    <a:pt x="145" y="0"/>
                    <a:pt x="9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Freeform 19"/>
            <p:cNvSpPr/>
            <p:nvPr/>
          </p:nvSpPr>
          <p:spPr bwMode="auto">
            <a:xfrm>
              <a:off x="5435600" y="2752726"/>
              <a:ext cx="957263" cy="622300"/>
            </a:xfrm>
            <a:custGeom>
              <a:avLst/>
              <a:gdLst>
                <a:gd name="T0" fmla="*/ 935 w 956"/>
                <a:gd name="T1" fmla="*/ 489 h 621"/>
                <a:gd name="T2" fmla="*/ 709 w 956"/>
                <a:gd name="T3" fmla="*/ 0 h 621"/>
                <a:gd name="T4" fmla="*/ 478 w 956"/>
                <a:gd name="T5" fmla="*/ 0 h 621"/>
                <a:gd name="T6" fmla="*/ 247 w 956"/>
                <a:gd name="T7" fmla="*/ 0 h 621"/>
                <a:gd name="T8" fmla="*/ 21 w 956"/>
                <a:gd name="T9" fmla="*/ 489 h 621"/>
                <a:gd name="T10" fmla="*/ 67 w 956"/>
                <a:gd name="T11" fmla="*/ 612 h 621"/>
                <a:gd name="T12" fmla="*/ 106 w 956"/>
                <a:gd name="T13" fmla="*/ 621 h 621"/>
                <a:gd name="T14" fmla="*/ 190 w 956"/>
                <a:gd name="T15" fmla="*/ 567 h 621"/>
                <a:gd name="T16" fmla="*/ 385 w 956"/>
                <a:gd name="T17" fmla="*/ 145 h 621"/>
                <a:gd name="T18" fmla="*/ 385 w 956"/>
                <a:gd name="T19" fmla="*/ 528 h 621"/>
                <a:gd name="T20" fmla="*/ 478 w 956"/>
                <a:gd name="T21" fmla="*/ 621 h 621"/>
                <a:gd name="T22" fmla="*/ 571 w 956"/>
                <a:gd name="T23" fmla="*/ 528 h 621"/>
                <a:gd name="T24" fmla="*/ 571 w 956"/>
                <a:gd name="T25" fmla="*/ 145 h 621"/>
                <a:gd name="T26" fmla="*/ 766 w 956"/>
                <a:gd name="T27" fmla="*/ 567 h 621"/>
                <a:gd name="T28" fmla="*/ 850 w 956"/>
                <a:gd name="T29" fmla="*/ 621 h 621"/>
                <a:gd name="T30" fmla="*/ 889 w 956"/>
                <a:gd name="T31" fmla="*/ 612 h 621"/>
                <a:gd name="T32" fmla="*/ 935 w 956"/>
                <a:gd name="T33" fmla="*/ 489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6" h="621">
                  <a:moveTo>
                    <a:pt x="935" y="489"/>
                  </a:moveTo>
                  <a:cubicBezTo>
                    <a:pt x="709" y="0"/>
                    <a:pt x="709" y="0"/>
                    <a:pt x="709" y="0"/>
                  </a:cubicBezTo>
                  <a:cubicBezTo>
                    <a:pt x="478" y="0"/>
                    <a:pt x="478" y="0"/>
                    <a:pt x="478" y="0"/>
                  </a:cubicBezTo>
                  <a:cubicBezTo>
                    <a:pt x="247" y="0"/>
                    <a:pt x="247" y="0"/>
                    <a:pt x="247" y="0"/>
                  </a:cubicBezTo>
                  <a:cubicBezTo>
                    <a:pt x="21" y="489"/>
                    <a:pt x="21" y="489"/>
                    <a:pt x="21" y="489"/>
                  </a:cubicBezTo>
                  <a:cubicBezTo>
                    <a:pt x="0" y="535"/>
                    <a:pt x="20" y="591"/>
                    <a:pt x="67" y="612"/>
                  </a:cubicBezTo>
                  <a:cubicBezTo>
                    <a:pt x="79" y="618"/>
                    <a:pt x="92" y="621"/>
                    <a:pt x="106" y="621"/>
                  </a:cubicBezTo>
                  <a:cubicBezTo>
                    <a:pt x="141" y="621"/>
                    <a:pt x="174" y="601"/>
                    <a:pt x="190" y="567"/>
                  </a:cubicBezTo>
                  <a:cubicBezTo>
                    <a:pt x="385" y="145"/>
                    <a:pt x="385" y="145"/>
                    <a:pt x="385" y="145"/>
                  </a:cubicBezTo>
                  <a:cubicBezTo>
                    <a:pt x="385" y="528"/>
                    <a:pt x="385" y="528"/>
                    <a:pt x="385" y="528"/>
                  </a:cubicBezTo>
                  <a:cubicBezTo>
                    <a:pt x="385" y="579"/>
                    <a:pt x="427" y="621"/>
                    <a:pt x="478" y="621"/>
                  </a:cubicBezTo>
                  <a:cubicBezTo>
                    <a:pt x="529" y="621"/>
                    <a:pt x="571" y="579"/>
                    <a:pt x="571" y="528"/>
                  </a:cubicBezTo>
                  <a:cubicBezTo>
                    <a:pt x="571" y="145"/>
                    <a:pt x="571" y="145"/>
                    <a:pt x="571" y="145"/>
                  </a:cubicBezTo>
                  <a:cubicBezTo>
                    <a:pt x="766" y="567"/>
                    <a:pt x="766" y="567"/>
                    <a:pt x="766" y="567"/>
                  </a:cubicBezTo>
                  <a:cubicBezTo>
                    <a:pt x="781" y="601"/>
                    <a:pt x="815" y="621"/>
                    <a:pt x="850" y="621"/>
                  </a:cubicBezTo>
                  <a:cubicBezTo>
                    <a:pt x="863" y="621"/>
                    <a:pt x="877" y="618"/>
                    <a:pt x="889" y="612"/>
                  </a:cubicBezTo>
                  <a:cubicBezTo>
                    <a:pt x="936" y="591"/>
                    <a:pt x="956" y="535"/>
                    <a:pt x="935" y="4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20"/>
            <p:cNvSpPr/>
            <p:nvPr/>
          </p:nvSpPr>
          <p:spPr bwMode="auto">
            <a:xfrm>
              <a:off x="5322888" y="1943101"/>
              <a:ext cx="312738" cy="560388"/>
            </a:xfrm>
            <a:custGeom>
              <a:avLst/>
              <a:gdLst>
                <a:gd name="T0" fmla="*/ 311 w 312"/>
                <a:gd name="T1" fmla="*/ 31 h 559"/>
                <a:gd name="T2" fmla="*/ 312 w 312"/>
                <a:gd name="T3" fmla="*/ 0 h 559"/>
                <a:gd name="T4" fmla="*/ 93 w 312"/>
                <a:gd name="T5" fmla="*/ 0 h 559"/>
                <a:gd name="T6" fmla="*/ 0 w 312"/>
                <a:gd name="T7" fmla="*/ 93 h 559"/>
                <a:gd name="T8" fmla="*/ 0 w 312"/>
                <a:gd name="T9" fmla="*/ 187 h 559"/>
                <a:gd name="T10" fmla="*/ 0 w 312"/>
                <a:gd name="T11" fmla="*/ 373 h 559"/>
                <a:gd name="T12" fmla="*/ 0 w 312"/>
                <a:gd name="T13" fmla="*/ 466 h 559"/>
                <a:gd name="T14" fmla="*/ 93 w 312"/>
                <a:gd name="T15" fmla="*/ 559 h 559"/>
                <a:gd name="T16" fmla="*/ 312 w 312"/>
                <a:gd name="T17" fmla="*/ 559 h 559"/>
                <a:gd name="T18" fmla="*/ 311 w 312"/>
                <a:gd name="T19" fmla="*/ 528 h 559"/>
                <a:gd name="T20" fmla="*/ 311 w 312"/>
                <a:gd name="T21" fmla="*/ 31 h 5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559">
                  <a:moveTo>
                    <a:pt x="311" y="31"/>
                  </a:moveTo>
                  <a:cubicBezTo>
                    <a:pt x="311" y="21"/>
                    <a:pt x="311" y="11"/>
                    <a:pt x="312" y="0"/>
                  </a:cubicBezTo>
                  <a:cubicBezTo>
                    <a:pt x="93" y="0"/>
                    <a:pt x="93" y="0"/>
                    <a:pt x="93" y="0"/>
                  </a:cubicBezTo>
                  <a:cubicBezTo>
                    <a:pt x="42" y="0"/>
                    <a:pt x="0" y="42"/>
                    <a:pt x="0" y="93"/>
                  </a:cubicBezTo>
                  <a:cubicBezTo>
                    <a:pt x="0" y="187"/>
                    <a:pt x="0" y="187"/>
                    <a:pt x="0" y="187"/>
                  </a:cubicBezTo>
                  <a:cubicBezTo>
                    <a:pt x="0" y="373"/>
                    <a:pt x="0" y="373"/>
                    <a:pt x="0" y="373"/>
                  </a:cubicBezTo>
                  <a:cubicBezTo>
                    <a:pt x="0" y="466"/>
                    <a:pt x="0" y="466"/>
                    <a:pt x="0" y="466"/>
                  </a:cubicBezTo>
                  <a:cubicBezTo>
                    <a:pt x="0" y="517"/>
                    <a:pt x="42" y="559"/>
                    <a:pt x="93" y="559"/>
                  </a:cubicBezTo>
                  <a:cubicBezTo>
                    <a:pt x="312" y="559"/>
                    <a:pt x="312" y="559"/>
                    <a:pt x="312" y="559"/>
                  </a:cubicBezTo>
                  <a:cubicBezTo>
                    <a:pt x="311" y="549"/>
                    <a:pt x="311" y="538"/>
                    <a:pt x="311" y="528"/>
                  </a:cubicBezTo>
                  <a:lnTo>
                    <a:pt x="311"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21"/>
            <p:cNvSpPr/>
            <p:nvPr/>
          </p:nvSpPr>
          <p:spPr bwMode="auto">
            <a:xfrm>
              <a:off x="5821363" y="1755776"/>
              <a:ext cx="1181100" cy="935038"/>
            </a:xfrm>
            <a:custGeom>
              <a:avLst/>
              <a:gdLst>
                <a:gd name="T0" fmla="*/ 1086 w 1179"/>
                <a:gd name="T1" fmla="*/ 0 h 931"/>
                <a:gd name="T2" fmla="*/ 993 w 1179"/>
                <a:gd name="T3" fmla="*/ 93 h 931"/>
                <a:gd name="T4" fmla="*/ 993 w 1179"/>
                <a:gd name="T5" fmla="*/ 124 h 931"/>
                <a:gd name="T6" fmla="*/ 325 w 1179"/>
                <a:gd name="T7" fmla="*/ 124 h 931"/>
                <a:gd name="T8" fmla="*/ 196 w 1179"/>
                <a:gd name="T9" fmla="*/ 124 h 931"/>
                <a:gd name="T10" fmla="*/ 93 w 1179"/>
                <a:gd name="T11" fmla="*/ 124 h 931"/>
                <a:gd name="T12" fmla="*/ 5 w 1179"/>
                <a:gd name="T13" fmla="*/ 186 h 931"/>
                <a:gd name="T14" fmla="*/ 0 w 1179"/>
                <a:gd name="T15" fmla="*/ 217 h 931"/>
                <a:gd name="T16" fmla="*/ 0 w 1179"/>
                <a:gd name="T17" fmla="*/ 693 h 931"/>
                <a:gd name="T18" fmla="*/ 0 w 1179"/>
                <a:gd name="T19" fmla="*/ 714 h 931"/>
                <a:gd name="T20" fmla="*/ 5 w 1179"/>
                <a:gd name="T21" fmla="*/ 745 h 931"/>
                <a:gd name="T22" fmla="*/ 93 w 1179"/>
                <a:gd name="T23" fmla="*/ 807 h 931"/>
                <a:gd name="T24" fmla="*/ 196 w 1179"/>
                <a:gd name="T25" fmla="*/ 807 h 931"/>
                <a:gd name="T26" fmla="*/ 238 w 1179"/>
                <a:gd name="T27" fmla="*/ 807 h 931"/>
                <a:gd name="T28" fmla="*/ 325 w 1179"/>
                <a:gd name="T29" fmla="*/ 807 h 931"/>
                <a:gd name="T30" fmla="*/ 854 w 1179"/>
                <a:gd name="T31" fmla="*/ 807 h 931"/>
                <a:gd name="T32" fmla="*/ 993 w 1179"/>
                <a:gd name="T33" fmla="*/ 807 h 931"/>
                <a:gd name="T34" fmla="*/ 993 w 1179"/>
                <a:gd name="T35" fmla="*/ 838 h 931"/>
                <a:gd name="T36" fmla="*/ 1086 w 1179"/>
                <a:gd name="T37" fmla="*/ 931 h 931"/>
                <a:gd name="T38" fmla="*/ 1179 w 1179"/>
                <a:gd name="T39" fmla="*/ 838 h 931"/>
                <a:gd name="T40" fmla="*/ 1179 w 1179"/>
                <a:gd name="T41" fmla="*/ 714 h 931"/>
                <a:gd name="T42" fmla="*/ 1179 w 1179"/>
                <a:gd name="T43" fmla="*/ 217 h 931"/>
                <a:gd name="T44" fmla="*/ 1179 w 1179"/>
                <a:gd name="T45" fmla="*/ 93 h 931"/>
                <a:gd name="T46" fmla="*/ 1086 w 1179"/>
                <a:gd name="T47" fmla="*/ 0 h 9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9" h="931">
                  <a:moveTo>
                    <a:pt x="1086" y="0"/>
                  </a:moveTo>
                  <a:cubicBezTo>
                    <a:pt x="1034" y="0"/>
                    <a:pt x="993" y="42"/>
                    <a:pt x="993" y="93"/>
                  </a:cubicBezTo>
                  <a:cubicBezTo>
                    <a:pt x="993" y="124"/>
                    <a:pt x="993" y="124"/>
                    <a:pt x="993" y="124"/>
                  </a:cubicBezTo>
                  <a:cubicBezTo>
                    <a:pt x="325" y="124"/>
                    <a:pt x="325" y="124"/>
                    <a:pt x="325" y="124"/>
                  </a:cubicBezTo>
                  <a:cubicBezTo>
                    <a:pt x="196" y="124"/>
                    <a:pt x="196" y="124"/>
                    <a:pt x="196" y="124"/>
                  </a:cubicBezTo>
                  <a:cubicBezTo>
                    <a:pt x="93" y="124"/>
                    <a:pt x="93" y="124"/>
                    <a:pt x="93" y="124"/>
                  </a:cubicBezTo>
                  <a:cubicBezTo>
                    <a:pt x="52" y="124"/>
                    <a:pt x="18" y="150"/>
                    <a:pt x="5" y="186"/>
                  </a:cubicBezTo>
                  <a:cubicBezTo>
                    <a:pt x="2" y="196"/>
                    <a:pt x="0" y="207"/>
                    <a:pt x="0" y="217"/>
                  </a:cubicBezTo>
                  <a:cubicBezTo>
                    <a:pt x="0" y="693"/>
                    <a:pt x="0" y="693"/>
                    <a:pt x="0" y="693"/>
                  </a:cubicBezTo>
                  <a:cubicBezTo>
                    <a:pt x="0" y="714"/>
                    <a:pt x="0" y="714"/>
                    <a:pt x="0" y="714"/>
                  </a:cubicBezTo>
                  <a:cubicBezTo>
                    <a:pt x="0" y="725"/>
                    <a:pt x="2" y="735"/>
                    <a:pt x="5" y="745"/>
                  </a:cubicBezTo>
                  <a:cubicBezTo>
                    <a:pt x="18" y="781"/>
                    <a:pt x="52" y="807"/>
                    <a:pt x="93" y="807"/>
                  </a:cubicBezTo>
                  <a:cubicBezTo>
                    <a:pt x="196" y="807"/>
                    <a:pt x="196" y="807"/>
                    <a:pt x="196" y="807"/>
                  </a:cubicBezTo>
                  <a:cubicBezTo>
                    <a:pt x="238" y="807"/>
                    <a:pt x="238" y="807"/>
                    <a:pt x="238" y="807"/>
                  </a:cubicBezTo>
                  <a:cubicBezTo>
                    <a:pt x="325" y="807"/>
                    <a:pt x="325" y="807"/>
                    <a:pt x="325" y="807"/>
                  </a:cubicBezTo>
                  <a:cubicBezTo>
                    <a:pt x="854" y="807"/>
                    <a:pt x="854" y="807"/>
                    <a:pt x="854" y="807"/>
                  </a:cubicBezTo>
                  <a:cubicBezTo>
                    <a:pt x="993" y="807"/>
                    <a:pt x="993" y="807"/>
                    <a:pt x="993" y="807"/>
                  </a:cubicBezTo>
                  <a:cubicBezTo>
                    <a:pt x="993" y="838"/>
                    <a:pt x="993" y="838"/>
                    <a:pt x="993" y="838"/>
                  </a:cubicBezTo>
                  <a:cubicBezTo>
                    <a:pt x="993" y="889"/>
                    <a:pt x="1035" y="931"/>
                    <a:pt x="1086" y="931"/>
                  </a:cubicBezTo>
                  <a:cubicBezTo>
                    <a:pt x="1137" y="931"/>
                    <a:pt x="1179" y="889"/>
                    <a:pt x="1179" y="838"/>
                  </a:cubicBezTo>
                  <a:cubicBezTo>
                    <a:pt x="1179" y="714"/>
                    <a:pt x="1179" y="714"/>
                    <a:pt x="1179" y="714"/>
                  </a:cubicBezTo>
                  <a:cubicBezTo>
                    <a:pt x="1179" y="217"/>
                    <a:pt x="1179" y="217"/>
                    <a:pt x="1179" y="217"/>
                  </a:cubicBezTo>
                  <a:cubicBezTo>
                    <a:pt x="1179" y="93"/>
                    <a:pt x="1179" y="93"/>
                    <a:pt x="1179" y="93"/>
                  </a:cubicBezTo>
                  <a:cubicBezTo>
                    <a:pt x="1179" y="42"/>
                    <a:pt x="1137" y="0"/>
                    <a:pt x="108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9" name="Group 70"/>
          <p:cNvGrpSpPr/>
          <p:nvPr/>
        </p:nvGrpSpPr>
        <p:grpSpPr>
          <a:xfrm>
            <a:off x="5958840" y="3180962"/>
            <a:ext cx="381248" cy="236854"/>
            <a:chOff x="8420100" y="1390651"/>
            <a:chExt cx="2493963" cy="1549400"/>
          </a:xfrm>
          <a:solidFill>
            <a:srgbClr val="FFFFFF"/>
          </a:solidFill>
        </p:grpSpPr>
        <p:sp>
          <p:nvSpPr>
            <p:cNvPr id="10" name="Freeform 25"/>
            <p:cNvSpPr/>
            <p:nvPr/>
          </p:nvSpPr>
          <p:spPr bwMode="auto">
            <a:xfrm>
              <a:off x="9567863" y="2698751"/>
              <a:ext cx="198438" cy="241300"/>
            </a:xfrm>
            <a:custGeom>
              <a:avLst/>
              <a:gdLst>
                <a:gd name="T0" fmla="*/ 81 w 162"/>
                <a:gd name="T1" fmla="*/ 1 h 199"/>
                <a:gd name="T2" fmla="*/ 0 w 162"/>
                <a:gd name="T3" fmla="*/ 0 h 199"/>
                <a:gd name="T4" fmla="*/ 0 w 162"/>
                <a:gd name="T5" fmla="*/ 118 h 199"/>
                <a:gd name="T6" fmla="*/ 81 w 162"/>
                <a:gd name="T7" fmla="*/ 199 h 199"/>
                <a:gd name="T8" fmla="*/ 162 w 162"/>
                <a:gd name="T9" fmla="*/ 118 h 199"/>
                <a:gd name="T10" fmla="*/ 162 w 162"/>
                <a:gd name="T11" fmla="*/ 0 h 199"/>
                <a:gd name="T12" fmla="*/ 81 w 162"/>
                <a:gd name="T13" fmla="*/ 1 h 199"/>
              </a:gdLst>
              <a:ahLst/>
              <a:cxnLst>
                <a:cxn ang="0">
                  <a:pos x="T0" y="T1"/>
                </a:cxn>
                <a:cxn ang="0">
                  <a:pos x="T2" y="T3"/>
                </a:cxn>
                <a:cxn ang="0">
                  <a:pos x="T4" y="T5"/>
                </a:cxn>
                <a:cxn ang="0">
                  <a:pos x="T6" y="T7"/>
                </a:cxn>
                <a:cxn ang="0">
                  <a:pos x="T8" y="T9"/>
                </a:cxn>
                <a:cxn ang="0">
                  <a:pos x="T10" y="T11"/>
                </a:cxn>
                <a:cxn ang="0">
                  <a:pos x="T12" y="T13"/>
                </a:cxn>
              </a:cxnLst>
              <a:rect l="0" t="0" r="r" b="b"/>
              <a:pathLst>
                <a:path w="162" h="199">
                  <a:moveTo>
                    <a:pt x="81" y="1"/>
                  </a:moveTo>
                  <a:cubicBezTo>
                    <a:pt x="54" y="1"/>
                    <a:pt x="27" y="1"/>
                    <a:pt x="0" y="0"/>
                  </a:cubicBezTo>
                  <a:cubicBezTo>
                    <a:pt x="0" y="118"/>
                    <a:pt x="0" y="118"/>
                    <a:pt x="0" y="118"/>
                  </a:cubicBezTo>
                  <a:cubicBezTo>
                    <a:pt x="0" y="162"/>
                    <a:pt x="36" y="199"/>
                    <a:pt x="81" y="199"/>
                  </a:cubicBezTo>
                  <a:cubicBezTo>
                    <a:pt x="126" y="199"/>
                    <a:pt x="162" y="162"/>
                    <a:pt x="162" y="118"/>
                  </a:cubicBezTo>
                  <a:cubicBezTo>
                    <a:pt x="162" y="0"/>
                    <a:pt x="162" y="0"/>
                    <a:pt x="162" y="0"/>
                  </a:cubicBezTo>
                  <a:cubicBezTo>
                    <a:pt x="135" y="1"/>
                    <a:pt x="108" y="1"/>
                    <a:pt x="8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26"/>
            <p:cNvSpPr/>
            <p:nvPr/>
          </p:nvSpPr>
          <p:spPr bwMode="auto">
            <a:xfrm>
              <a:off x="8943975" y="2646363"/>
              <a:ext cx="273050" cy="293688"/>
            </a:xfrm>
            <a:custGeom>
              <a:avLst/>
              <a:gdLst>
                <a:gd name="T0" fmla="*/ 61 w 224"/>
                <a:gd name="T1" fmla="*/ 0 h 241"/>
                <a:gd name="T2" fmla="*/ 15 w 224"/>
                <a:gd name="T3" fmla="*/ 133 h 241"/>
                <a:gd name="T4" fmla="*/ 64 w 224"/>
                <a:gd name="T5" fmla="*/ 236 h 241"/>
                <a:gd name="T6" fmla="*/ 91 w 224"/>
                <a:gd name="T7" fmla="*/ 241 h 241"/>
                <a:gd name="T8" fmla="*/ 167 w 224"/>
                <a:gd name="T9" fmla="*/ 187 h 241"/>
                <a:gd name="T10" fmla="*/ 224 w 224"/>
                <a:gd name="T11" fmla="*/ 23 h 241"/>
                <a:gd name="T12" fmla="*/ 61 w 224"/>
                <a:gd name="T13" fmla="*/ 0 h 241"/>
              </a:gdLst>
              <a:ahLst/>
              <a:cxnLst>
                <a:cxn ang="0">
                  <a:pos x="T0" y="T1"/>
                </a:cxn>
                <a:cxn ang="0">
                  <a:pos x="T2" y="T3"/>
                </a:cxn>
                <a:cxn ang="0">
                  <a:pos x="T4" y="T5"/>
                </a:cxn>
                <a:cxn ang="0">
                  <a:pos x="T6" y="T7"/>
                </a:cxn>
                <a:cxn ang="0">
                  <a:pos x="T8" y="T9"/>
                </a:cxn>
                <a:cxn ang="0">
                  <a:pos x="T10" y="T11"/>
                </a:cxn>
                <a:cxn ang="0">
                  <a:pos x="T12" y="T13"/>
                </a:cxn>
              </a:cxnLst>
              <a:rect l="0" t="0" r="r" b="b"/>
              <a:pathLst>
                <a:path w="224" h="241">
                  <a:moveTo>
                    <a:pt x="61" y="0"/>
                  </a:moveTo>
                  <a:cubicBezTo>
                    <a:pt x="15" y="133"/>
                    <a:pt x="15" y="133"/>
                    <a:pt x="15" y="133"/>
                  </a:cubicBezTo>
                  <a:cubicBezTo>
                    <a:pt x="0" y="175"/>
                    <a:pt x="22" y="221"/>
                    <a:pt x="64" y="236"/>
                  </a:cubicBezTo>
                  <a:cubicBezTo>
                    <a:pt x="73" y="239"/>
                    <a:pt x="82" y="241"/>
                    <a:pt x="91" y="241"/>
                  </a:cubicBezTo>
                  <a:cubicBezTo>
                    <a:pt x="124" y="241"/>
                    <a:pt x="156" y="220"/>
                    <a:pt x="167" y="187"/>
                  </a:cubicBezTo>
                  <a:cubicBezTo>
                    <a:pt x="224" y="23"/>
                    <a:pt x="224" y="23"/>
                    <a:pt x="224" y="23"/>
                  </a:cubicBezTo>
                  <a:cubicBezTo>
                    <a:pt x="168" y="17"/>
                    <a:pt x="114" y="9"/>
                    <a:pt x="6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27"/>
            <p:cNvSpPr/>
            <p:nvPr/>
          </p:nvSpPr>
          <p:spPr bwMode="auto">
            <a:xfrm>
              <a:off x="10118725" y="2646363"/>
              <a:ext cx="271463" cy="293688"/>
            </a:xfrm>
            <a:custGeom>
              <a:avLst/>
              <a:gdLst>
                <a:gd name="T0" fmla="*/ 209 w 224"/>
                <a:gd name="T1" fmla="*/ 133 h 241"/>
                <a:gd name="T2" fmla="*/ 163 w 224"/>
                <a:gd name="T3" fmla="*/ 0 h 241"/>
                <a:gd name="T4" fmla="*/ 0 w 224"/>
                <a:gd name="T5" fmla="*/ 23 h 241"/>
                <a:gd name="T6" fmla="*/ 57 w 224"/>
                <a:gd name="T7" fmla="*/ 187 h 241"/>
                <a:gd name="T8" fmla="*/ 133 w 224"/>
                <a:gd name="T9" fmla="*/ 241 h 241"/>
                <a:gd name="T10" fmla="*/ 160 w 224"/>
                <a:gd name="T11" fmla="*/ 236 h 241"/>
                <a:gd name="T12" fmla="*/ 209 w 224"/>
                <a:gd name="T13" fmla="*/ 133 h 241"/>
              </a:gdLst>
              <a:ahLst/>
              <a:cxnLst>
                <a:cxn ang="0">
                  <a:pos x="T0" y="T1"/>
                </a:cxn>
                <a:cxn ang="0">
                  <a:pos x="T2" y="T3"/>
                </a:cxn>
                <a:cxn ang="0">
                  <a:pos x="T4" y="T5"/>
                </a:cxn>
                <a:cxn ang="0">
                  <a:pos x="T6" y="T7"/>
                </a:cxn>
                <a:cxn ang="0">
                  <a:pos x="T8" y="T9"/>
                </a:cxn>
                <a:cxn ang="0">
                  <a:pos x="T10" y="T11"/>
                </a:cxn>
                <a:cxn ang="0">
                  <a:pos x="T12" y="T13"/>
                </a:cxn>
              </a:cxnLst>
              <a:rect l="0" t="0" r="r" b="b"/>
              <a:pathLst>
                <a:path w="224" h="241">
                  <a:moveTo>
                    <a:pt x="209" y="133"/>
                  </a:moveTo>
                  <a:cubicBezTo>
                    <a:pt x="163" y="0"/>
                    <a:pt x="163" y="0"/>
                    <a:pt x="163" y="0"/>
                  </a:cubicBezTo>
                  <a:cubicBezTo>
                    <a:pt x="110" y="9"/>
                    <a:pt x="56" y="17"/>
                    <a:pt x="0" y="23"/>
                  </a:cubicBezTo>
                  <a:cubicBezTo>
                    <a:pt x="57" y="187"/>
                    <a:pt x="57" y="187"/>
                    <a:pt x="57" y="187"/>
                  </a:cubicBezTo>
                  <a:cubicBezTo>
                    <a:pt x="68" y="220"/>
                    <a:pt x="100" y="241"/>
                    <a:pt x="133" y="241"/>
                  </a:cubicBezTo>
                  <a:cubicBezTo>
                    <a:pt x="142" y="241"/>
                    <a:pt x="151" y="239"/>
                    <a:pt x="160" y="236"/>
                  </a:cubicBezTo>
                  <a:cubicBezTo>
                    <a:pt x="202" y="221"/>
                    <a:pt x="224" y="175"/>
                    <a:pt x="209"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28"/>
            <p:cNvSpPr/>
            <p:nvPr/>
          </p:nvSpPr>
          <p:spPr bwMode="auto">
            <a:xfrm>
              <a:off x="8420100" y="1709738"/>
              <a:ext cx="2493963" cy="792163"/>
            </a:xfrm>
            <a:custGeom>
              <a:avLst/>
              <a:gdLst>
                <a:gd name="T0" fmla="*/ 1592 w 2048"/>
                <a:gd name="T1" fmla="*/ 3 h 651"/>
                <a:gd name="T2" fmla="*/ 1615 w 2048"/>
                <a:gd name="T3" fmla="*/ 163 h 651"/>
                <a:gd name="T4" fmla="*/ 1519 w 2048"/>
                <a:gd name="T5" fmla="*/ 311 h 651"/>
                <a:gd name="T6" fmla="*/ 1029 w 2048"/>
                <a:gd name="T7" fmla="*/ 409 h 651"/>
                <a:gd name="T8" fmla="*/ 539 w 2048"/>
                <a:gd name="T9" fmla="*/ 311 h 651"/>
                <a:gd name="T10" fmla="*/ 443 w 2048"/>
                <a:gd name="T11" fmla="*/ 163 h 651"/>
                <a:gd name="T12" fmla="*/ 466 w 2048"/>
                <a:gd name="T13" fmla="*/ 0 h 651"/>
                <a:gd name="T14" fmla="*/ 0 w 2048"/>
                <a:gd name="T15" fmla="*/ 301 h 651"/>
                <a:gd name="T16" fmla="*/ 335 w 2048"/>
                <a:gd name="T17" fmla="*/ 569 h 651"/>
                <a:gd name="T18" fmla="*/ 545 w 2048"/>
                <a:gd name="T19" fmla="*/ 615 h 651"/>
                <a:gd name="T20" fmla="*/ 709 w 2048"/>
                <a:gd name="T21" fmla="*/ 636 h 651"/>
                <a:gd name="T22" fmla="*/ 943 w 2048"/>
                <a:gd name="T23" fmla="*/ 650 h 651"/>
                <a:gd name="T24" fmla="*/ 1024 w 2048"/>
                <a:gd name="T25" fmla="*/ 651 h 651"/>
                <a:gd name="T26" fmla="*/ 1105 w 2048"/>
                <a:gd name="T27" fmla="*/ 650 h 651"/>
                <a:gd name="T28" fmla="*/ 1339 w 2048"/>
                <a:gd name="T29" fmla="*/ 636 h 651"/>
                <a:gd name="T30" fmla="*/ 1503 w 2048"/>
                <a:gd name="T31" fmla="*/ 615 h 651"/>
                <a:gd name="T32" fmla="*/ 1713 w 2048"/>
                <a:gd name="T33" fmla="*/ 569 h 651"/>
                <a:gd name="T34" fmla="*/ 2048 w 2048"/>
                <a:gd name="T35" fmla="*/ 301 h 651"/>
                <a:gd name="T36" fmla="*/ 1592 w 2048"/>
                <a:gd name="T37" fmla="*/ 3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048" h="651">
                  <a:moveTo>
                    <a:pt x="1592" y="3"/>
                  </a:moveTo>
                  <a:cubicBezTo>
                    <a:pt x="1607" y="54"/>
                    <a:pt x="1615" y="108"/>
                    <a:pt x="1615" y="163"/>
                  </a:cubicBezTo>
                  <a:cubicBezTo>
                    <a:pt x="1615" y="227"/>
                    <a:pt x="1577" y="285"/>
                    <a:pt x="1519" y="311"/>
                  </a:cubicBezTo>
                  <a:cubicBezTo>
                    <a:pt x="1510" y="315"/>
                    <a:pt x="1294" y="409"/>
                    <a:pt x="1029" y="409"/>
                  </a:cubicBezTo>
                  <a:cubicBezTo>
                    <a:pt x="763" y="409"/>
                    <a:pt x="548" y="315"/>
                    <a:pt x="539" y="311"/>
                  </a:cubicBezTo>
                  <a:cubicBezTo>
                    <a:pt x="481" y="285"/>
                    <a:pt x="443" y="227"/>
                    <a:pt x="443" y="163"/>
                  </a:cubicBezTo>
                  <a:cubicBezTo>
                    <a:pt x="443" y="107"/>
                    <a:pt x="451" y="53"/>
                    <a:pt x="466" y="0"/>
                  </a:cubicBezTo>
                  <a:cubicBezTo>
                    <a:pt x="250" y="44"/>
                    <a:pt x="0" y="131"/>
                    <a:pt x="0" y="301"/>
                  </a:cubicBezTo>
                  <a:cubicBezTo>
                    <a:pt x="0" y="415"/>
                    <a:pt x="113" y="506"/>
                    <a:pt x="335" y="569"/>
                  </a:cubicBezTo>
                  <a:cubicBezTo>
                    <a:pt x="399" y="587"/>
                    <a:pt x="469" y="603"/>
                    <a:pt x="545" y="615"/>
                  </a:cubicBezTo>
                  <a:cubicBezTo>
                    <a:pt x="598" y="624"/>
                    <a:pt x="653" y="631"/>
                    <a:pt x="709" y="636"/>
                  </a:cubicBezTo>
                  <a:cubicBezTo>
                    <a:pt x="784" y="644"/>
                    <a:pt x="863" y="648"/>
                    <a:pt x="943" y="650"/>
                  </a:cubicBezTo>
                  <a:cubicBezTo>
                    <a:pt x="970" y="651"/>
                    <a:pt x="997" y="651"/>
                    <a:pt x="1024" y="651"/>
                  </a:cubicBezTo>
                  <a:cubicBezTo>
                    <a:pt x="1051" y="651"/>
                    <a:pt x="1078" y="651"/>
                    <a:pt x="1105" y="650"/>
                  </a:cubicBezTo>
                  <a:cubicBezTo>
                    <a:pt x="1185" y="648"/>
                    <a:pt x="1264" y="644"/>
                    <a:pt x="1339" y="636"/>
                  </a:cubicBezTo>
                  <a:cubicBezTo>
                    <a:pt x="1395" y="631"/>
                    <a:pt x="1450" y="624"/>
                    <a:pt x="1503" y="615"/>
                  </a:cubicBezTo>
                  <a:cubicBezTo>
                    <a:pt x="1579" y="603"/>
                    <a:pt x="1649" y="587"/>
                    <a:pt x="1713" y="569"/>
                  </a:cubicBezTo>
                  <a:cubicBezTo>
                    <a:pt x="1935" y="506"/>
                    <a:pt x="2048" y="415"/>
                    <a:pt x="2048" y="301"/>
                  </a:cubicBezTo>
                  <a:cubicBezTo>
                    <a:pt x="2048" y="133"/>
                    <a:pt x="1804" y="46"/>
                    <a:pt x="159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Freeform 29"/>
            <p:cNvSpPr/>
            <p:nvPr/>
          </p:nvSpPr>
          <p:spPr bwMode="auto">
            <a:xfrm>
              <a:off x="9156700" y="1390651"/>
              <a:ext cx="1033463" cy="620713"/>
            </a:xfrm>
            <a:custGeom>
              <a:avLst/>
              <a:gdLst>
                <a:gd name="T0" fmla="*/ 807 w 848"/>
                <a:gd name="T1" fmla="*/ 243 h 509"/>
                <a:gd name="T2" fmla="*/ 766 w 848"/>
                <a:gd name="T3" fmla="*/ 173 h 509"/>
                <a:gd name="T4" fmla="*/ 710 w 848"/>
                <a:gd name="T5" fmla="*/ 111 h 509"/>
                <a:gd name="T6" fmla="*/ 424 w 848"/>
                <a:gd name="T7" fmla="*/ 0 h 509"/>
                <a:gd name="T8" fmla="*/ 139 w 848"/>
                <a:gd name="T9" fmla="*/ 111 h 509"/>
                <a:gd name="T10" fmla="*/ 83 w 848"/>
                <a:gd name="T11" fmla="*/ 172 h 509"/>
                <a:gd name="T12" fmla="*/ 41 w 848"/>
                <a:gd name="T13" fmla="*/ 242 h 509"/>
                <a:gd name="T14" fmla="*/ 0 w 848"/>
                <a:gd name="T15" fmla="*/ 424 h 509"/>
                <a:gd name="T16" fmla="*/ 424 w 848"/>
                <a:gd name="T17" fmla="*/ 509 h 509"/>
                <a:gd name="T18" fmla="*/ 848 w 848"/>
                <a:gd name="T19" fmla="*/ 424 h 509"/>
                <a:gd name="T20" fmla="*/ 807 w 848"/>
                <a:gd name="T21" fmla="*/ 243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8" h="509">
                  <a:moveTo>
                    <a:pt x="807" y="243"/>
                  </a:moveTo>
                  <a:cubicBezTo>
                    <a:pt x="796" y="219"/>
                    <a:pt x="782" y="195"/>
                    <a:pt x="766" y="173"/>
                  </a:cubicBezTo>
                  <a:cubicBezTo>
                    <a:pt x="749" y="151"/>
                    <a:pt x="730" y="130"/>
                    <a:pt x="710" y="111"/>
                  </a:cubicBezTo>
                  <a:cubicBezTo>
                    <a:pt x="635" y="42"/>
                    <a:pt x="534" y="0"/>
                    <a:pt x="424" y="0"/>
                  </a:cubicBezTo>
                  <a:cubicBezTo>
                    <a:pt x="314" y="0"/>
                    <a:pt x="214" y="42"/>
                    <a:pt x="139" y="111"/>
                  </a:cubicBezTo>
                  <a:cubicBezTo>
                    <a:pt x="118" y="129"/>
                    <a:pt x="100" y="150"/>
                    <a:pt x="83" y="172"/>
                  </a:cubicBezTo>
                  <a:cubicBezTo>
                    <a:pt x="67" y="194"/>
                    <a:pt x="53" y="217"/>
                    <a:pt x="41" y="242"/>
                  </a:cubicBezTo>
                  <a:cubicBezTo>
                    <a:pt x="15" y="297"/>
                    <a:pt x="0" y="359"/>
                    <a:pt x="0" y="424"/>
                  </a:cubicBezTo>
                  <a:cubicBezTo>
                    <a:pt x="0" y="424"/>
                    <a:pt x="190" y="509"/>
                    <a:pt x="424" y="509"/>
                  </a:cubicBezTo>
                  <a:cubicBezTo>
                    <a:pt x="658" y="509"/>
                    <a:pt x="848" y="424"/>
                    <a:pt x="848" y="424"/>
                  </a:cubicBezTo>
                  <a:cubicBezTo>
                    <a:pt x="848" y="359"/>
                    <a:pt x="833" y="298"/>
                    <a:pt x="807" y="2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5" name="Group 76"/>
          <p:cNvGrpSpPr/>
          <p:nvPr/>
        </p:nvGrpSpPr>
        <p:grpSpPr>
          <a:xfrm>
            <a:off x="7082346" y="5042993"/>
            <a:ext cx="368750" cy="226396"/>
            <a:chOff x="6411913" y="1622425"/>
            <a:chExt cx="1023937" cy="628651"/>
          </a:xfrm>
          <a:solidFill>
            <a:srgbClr val="FFFFFF"/>
          </a:solidFill>
        </p:grpSpPr>
        <p:sp>
          <p:nvSpPr>
            <p:cNvPr id="16" name="Freeform 21"/>
            <p:cNvSpPr/>
            <p:nvPr/>
          </p:nvSpPr>
          <p:spPr bwMode="auto">
            <a:xfrm>
              <a:off x="6648450" y="2005013"/>
              <a:ext cx="550862" cy="246063"/>
            </a:xfrm>
            <a:custGeom>
              <a:avLst/>
              <a:gdLst>
                <a:gd name="T0" fmla="*/ 622 w 1100"/>
                <a:gd name="T1" fmla="*/ 159 h 493"/>
                <a:gd name="T2" fmla="*/ 550 w 1100"/>
                <a:gd name="T3" fmla="*/ 171 h 493"/>
                <a:gd name="T4" fmla="*/ 478 w 1100"/>
                <a:gd name="T5" fmla="*/ 159 h 493"/>
                <a:gd name="T6" fmla="*/ 0 w 1100"/>
                <a:gd name="T7" fmla="*/ 0 h 493"/>
                <a:gd name="T8" fmla="*/ 0 w 1100"/>
                <a:gd name="T9" fmla="*/ 259 h 493"/>
                <a:gd name="T10" fmla="*/ 52 w 1100"/>
                <a:gd name="T11" fmla="*/ 331 h 493"/>
                <a:gd name="T12" fmla="*/ 526 w 1100"/>
                <a:gd name="T13" fmla="*/ 489 h 493"/>
                <a:gd name="T14" fmla="*/ 550 w 1100"/>
                <a:gd name="T15" fmla="*/ 493 h 493"/>
                <a:gd name="T16" fmla="*/ 574 w 1100"/>
                <a:gd name="T17" fmla="*/ 489 h 493"/>
                <a:gd name="T18" fmla="*/ 1048 w 1100"/>
                <a:gd name="T19" fmla="*/ 331 h 493"/>
                <a:gd name="T20" fmla="*/ 1100 w 1100"/>
                <a:gd name="T21" fmla="*/ 259 h 493"/>
                <a:gd name="T22" fmla="*/ 1100 w 1100"/>
                <a:gd name="T23" fmla="*/ 0 h 493"/>
                <a:gd name="T24" fmla="*/ 622 w 1100"/>
                <a:gd name="T25" fmla="*/ 159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0" h="493">
                  <a:moveTo>
                    <a:pt x="622" y="159"/>
                  </a:moveTo>
                  <a:cubicBezTo>
                    <a:pt x="599" y="167"/>
                    <a:pt x="575" y="171"/>
                    <a:pt x="550" y="171"/>
                  </a:cubicBezTo>
                  <a:cubicBezTo>
                    <a:pt x="525" y="171"/>
                    <a:pt x="501" y="167"/>
                    <a:pt x="478" y="159"/>
                  </a:cubicBezTo>
                  <a:cubicBezTo>
                    <a:pt x="0" y="0"/>
                    <a:pt x="0" y="0"/>
                    <a:pt x="0" y="0"/>
                  </a:cubicBezTo>
                  <a:cubicBezTo>
                    <a:pt x="0" y="259"/>
                    <a:pt x="0" y="259"/>
                    <a:pt x="0" y="259"/>
                  </a:cubicBezTo>
                  <a:cubicBezTo>
                    <a:pt x="0" y="292"/>
                    <a:pt x="21" y="321"/>
                    <a:pt x="52" y="331"/>
                  </a:cubicBezTo>
                  <a:cubicBezTo>
                    <a:pt x="526" y="489"/>
                    <a:pt x="526" y="489"/>
                    <a:pt x="526" y="489"/>
                  </a:cubicBezTo>
                  <a:cubicBezTo>
                    <a:pt x="534" y="492"/>
                    <a:pt x="542" y="493"/>
                    <a:pt x="550" y="493"/>
                  </a:cubicBezTo>
                  <a:cubicBezTo>
                    <a:pt x="558" y="493"/>
                    <a:pt x="566" y="492"/>
                    <a:pt x="574" y="489"/>
                  </a:cubicBezTo>
                  <a:cubicBezTo>
                    <a:pt x="1048" y="331"/>
                    <a:pt x="1048" y="331"/>
                    <a:pt x="1048" y="331"/>
                  </a:cubicBezTo>
                  <a:cubicBezTo>
                    <a:pt x="1079" y="321"/>
                    <a:pt x="1100" y="292"/>
                    <a:pt x="1100" y="259"/>
                  </a:cubicBezTo>
                  <a:cubicBezTo>
                    <a:pt x="1100" y="0"/>
                    <a:pt x="1100" y="0"/>
                    <a:pt x="1100" y="0"/>
                  </a:cubicBezTo>
                  <a:lnTo>
                    <a:pt x="622" y="15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Freeform 22"/>
            <p:cNvSpPr/>
            <p:nvPr/>
          </p:nvSpPr>
          <p:spPr bwMode="auto">
            <a:xfrm>
              <a:off x="6411913" y="1622425"/>
              <a:ext cx="1023937" cy="457200"/>
            </a:xfrm>
            <a:custGeom>
              <a:avLst/>
              <a:gdLst>
                <a:gd name="T0" fmla="*/ 1996 w 2048"/>
                <a:gd name="T1" fmla="*/ 320 h 915"/>
                <a:gd name="T2" fmla="*/ 1048 w 2048"/>
                <a:gd name="T3" fmla="*/ 4 h 915"/>
                <a:gd name="T4" fmla="*/ 1024 w 2048"/>
                <a:gd name="T5" fmla="*/ 0 h 915"/>
                <a:gd name="T6" fmla="*/ 1000 w 2048"/>
                <a:gd name="T7" fmla="*/ 4 h 915"/>
                <a:gd name="T8" fmla="*/ 52 w 2048"/>
                <a:gd name="T9" fmla="*/ 320 h 915"/>
                <a:gd name="T10" fmla="*/ 0 w 2048"/>
                <a:gd name="T11" fmla="*/ 392 h 915"/>
                <a:gd name="T12" fmla="*/ 52 w 2048"/>
                <a:gd name="T13" fmla="*/ 464 h 915"/>
                <a:gd name="T14" fmla="*/ 474 w 2048"/>
                <a:gd name="T15" fmla="*/ 605 h 915"/>
                <a:gd name="T16" fmla="*/ 1000 w 2048"/>
                <a:gd name="T17" fmla="*/ 780 h 915"/>
                <a:gd name="T18" fmla="*/ 1024 w 2048"/>
                <a:gd name="T19" fmla="*/ 784 h 915"/>
                <a:gd name="T20" fmla="*/ 1048 w 2048"/>
                <a:gd name="T21" fmla="*/ 780 h 915"/>
                <a:gd name="T22" fmla="*/ 1574 w 2048"/>
                <a:gd name="T23" fmla="*/ 605 h 915"/>
                <a:gd name="T24" fmla="*/ 1896 w 2048"/>
                <a:gd name="T25" fmla="*/ 497 h 915"/>
                <a:gd name="T26" fmla="*/ 1896 w 2048"/>
                <a:gd name="T27" fmla="*/ 840 h 915"/>
                <a:gd name="T28" fmla="*/ 1972 w 2048"/>
                <a:gd name="T29" fmla="*/ 915 h 915"/>
                <a:gd name="T30" fmla="*/ 2048 w 2048"/>
                <a:gd name="T31" fmla="*/ 840 h 915"/>
                <a:gd name="T32" fmla="*/ 2048 w 2048"/>
                <a:gd name="T33" fmla="*/ 392 h 915"/>
                <a:gd name="T34" fmla="*/ 1996 w 2048"/>
                <a:gd name="T35" fmla="*/ 320 h 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8" h="915">
                  <a:moveTo>
                    <a:pt x="1996" y="320"/>
                  </a:moveTo>
                  <a:cubicBezTo>
                    <a:pt x="1048" y="4"/>
                    <a:pt x="1048" y="4"/>
                    <a:pt x="1048" y="4"/>
                  </a:cubicBezTo>
                  <a:cubicBezTo>
                    <a:pt x="1040" y="1"/>
                    <a:pt x="1032" y="0"/>
                    <a:pt x="1024" y="0"/>
                  </a:cubicBezTo>
                  <a:cubicBezTo>
                    <a:pt x="1016" y="0"/>
                    <a:pt x="1008" y="1"/>
                    <a:pt x="1000" y="4"/>
                  </a:cubicBezTo>
                  <a:cubicBezTo>
                    <a:pt x="52" y="320"/>
                    <a:pt x="52" y="320"/>
                    <a:pt x="52" y="320"/>
                  </a:cubicBezTo>
                  <a:cubicBezTo>
                    <a:pt x="21" y="330"/>
                    <a:pt x="0" y="359"/>
                    <a:pt x="0" y="392"/>
                  </a:cubicBezTo>
                  <a:cubicBezTo>
                    <a:pt x="0" y="425"/>
                    <a:pt x="21" y="454"/>
                    <a:pt x="52" y="464"/>
                  </a:cubicBezTo>
                  <a:cubicBezTo>
                    <a:pt x="474" y="605"/>
                    <a:pt x="474" y="605"/>
                    <a:pt x="474" y="605"/>
                  </a:cubicBezTo>
                  <a:cubicBezTo>
                    <a:pt x="1000" y="780"/>
                    <a:pt x="1000" y="780"/>
                    <a:pt x="1000" y="780"/>
                  </a:cubicBezTo>
                  <a:cubicBezTo>
                    <a:pt x="1008" y="783"/>
                    <a:pt x="1016" y="784"/>
                    <a:pt x="1024" y="784"/>
                  </a:cubicBezTo>
                  <a:cubicBezTo>
                    <a:pt x="1032" y="784"/>
                    <a:pt x="1040" y="783"/>
                    <a:pt x="1048" y="780"/>
                  </a:cubicBezTo>
                  <a:cubicBezTo>
                    <a:pt x="1574" y="605"/>
                    <a:pt x="1574" y="605"/>
                    <a:pt x="1574" y="605"/>
                  </a:cubicBezTo>
                  <a:cubicBezTo>
                    <a:pt x="1896" y="497"/>
                    <a:pt x="1896" y="497"/>
                    <a:pt x="1896" y="497"/>
                  </a:cubicBezTo>
                  <a:cubicBezTo>
                    <a:pt x="1896" y="840"/>
                    <a:pt x="1896" y="840"/>
                    <a:pt x="1896" y="840"/>
                  </a:cubicBezTo>
                  <a:cubicBezTo>
                    <a:pt x="1896" y="881"/>
                    <a:pt x="1930" y="915"/>
                    <a:pt x="1972" y="915"/>
                  </a:cubicBezTo>
                  <a:cubicBezTo>
                    <a:pt x="2014" y="915"/>
                    <a:pt x="2048" y="881"/>
                    <a:pt x="2048" y="840"/>
                  </a:cubicBezTo>
                  <a:cubicBezTo>
                    <a:pt x="2048" y="392"/>
                    <a:pt x="2048" y="392"/>
                    <a:pt x="2048" y="392"/>
                  </a:cubicBezTo>
                  <a:cubicBezTo>
                    <a:pt x="2048" y="359"/>
                    <a:pt x="2027" y="330"/>
                    <a:pt x="1996" y="3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8" name="TextBox 79"/>
          <p:cNvSpPr txBox="1"/>
          <p:nvPr/>
        </p:nvSpPr>
        <p:spPr>
          <a:xfrm>
            <a:off x="5366006" y="4348839"/>
            <a:ext cx="1459989" cy="276999"/>
          </a:xfrm>
          <a:prstGeom prst="rect">
            <a:avLst/>
          </a:prstGeom>
          <a:noFill/>
        </p:spPr>
        <p:txBody>
          <a:bodyPr wrap="square" lIns="0" tIns="0" rIns="0" bIns="0" rtlCol="0">
            <a:spAutoFit/>
          </a:bodyPr>
          <a:lstStyle/>
          <a:p>
            <a:pPr algn="r"/>
            <a:r>
              <a:rPr lang="zh-CN" altLang="en-US" sz="18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18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文本框 18"/>
          <p:cNvSpPr txBox="1"/>
          <p:nvPr/>
        </p:nvSpPr>
        <p:spPr>
          <a:xfrm>
            <a:off x="4498821" y="1935379"/>
            <a:ext cx="2583525" cy="69679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文本框 19"/>
          <p:cNvSpPr txBox="1"/>
          <p:nvPr/>
        </p:nvSpPr>
        <p:spPr>
          <a:xfrm>
            <a:off x="5767883" y="1558336"/>
            <a:ext cx="1314463" cy="307777"/>
          </a:xfrm>
          <a:prstGeom prst="rect">
            <a:avLst/>
          </a:prstGeom>
          <a:noFill/>
        </p:spPr>
        <p:txBody>
          <a:bodyPr wrap="none" lIns="0" tIns="0" rIns="0" bIns="0" rtlCol="0" anchor="t">
            <a:spAutoFit/>
          </a:bodyPr>
          <a:lstStyle/>
          <a:p>
            <a:pPr algn="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文本框 20"/>
          <p:cNvSpPr txBox="1"/>
          <p:nvPr/>
        </p:nvSpPr>
        <p:spPr>
          <a:xfrm>
            <a:off x="1262600" y="4580634"/>
            <a:ext cx="2583525" cy="69679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文本框 21"/>
          <p:cNvSpPr txBox="1"/>
          <p:nvPr/>
        </p:nvSpPr>
        <p:spPr>
          <a:xfrm>
            <a:off x="2531662" y="4203591"/>
            <a:ext cx="1314463" cy="307777"/>
          </a:xfrm>
          <a:prstGeom prst="rect">
            <a:avLst/>
          </a:prstGeom>
          <a:noFill/>
        </p:spPr>
        <p:txBody>
          <a:bodyPr wrap="none" lIns="0" tIns="0" rIns="0" bIns="0" rtlCol="0" anchor="t">
            <a:spAutoFit/>
          </a:bodyPr>
          <a:lstStyle/>
          <a:p>
            <a:pPr algn="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文本框 22"/>
          <p:cNvSpPr txBox="1"/>
          <p:nvPr/>
        </p:nvSpPr>
        <p:spPr>
          <a:xfrm>
            <a:off x="8445500" y="4450295"/>
            <a:ext cx="2583525" cy="696794"/>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 请在此添加您的文字内容，请在此添加您的文字内容。</a:t>
            </a:r>
            <a:endParaRPr kumimoji="0" lang="zh-CN" altLang="en-US" sz="12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文本框 23"/>
          <p:cNvSpPr txBox="1"/>
          <p:nvPr/>
        </p:nvSpPr>
        <p:spPr>
          <a:xfrm>
            <a:off x="9714562" y="4073252"/>
            <a:ext cx="1314463" cy="307777"/>
          </a:xfrm>
          <a:prstGeom prst="rect">
            <a:avLst/>
          </a:prstGeom>
          <a:noFill/>
        </p:spPr>
        <p:txBody>
          <a:bodyPr wrap="none" lIns="0" tIns="0" rIns="0" bIns="0" rtlCol="0" anchor="t">
            <a:spAutoFit/>
          </a:bodyPr>
          <a:lstStyle/>
          <a:p>
            <a:pPr algn="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关键词标题</a:t>
            </a:r>
            <a:endPar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PT-5-1"/>
          <p:cNvSpPr txBox="1"/>
          <p:nvPr/>
        </p:nvSpPr>
        <p:spPr>
          <a:xfrm>
            <a:off x="3934021" y="2143562"/>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3" name="PPT-5-2"/>
          <p:cNvSpPr txBox="1"/>
          <p:nvPr/>
        </p:nvSpPr>
        <p:spPr>
          <a:xfrm>
            <a:off x="3822958" y="2506928"/>
            <a:ext cx="1523250"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sp>
        <p:nvSpPr>
          <p:cNvPr id="4" name="PPT-5-3"/>
          <p:cNvSpPr txBox="1"/>
          <p:nvPr/>
        </p:nvSpPr>
        <p:spPr>
          <a:xfrm>
            <a:off x="6486332" y="2143562"/>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5" name="PPT-5-4"/>
          <p:cNvSpPr txBox="1"/>
          <p:nvPr/>
        </p:nvSpPr>
        <p:spPr>
          <a:xfrm>
            <a:off x="6376950" y="2506928"/>
            <a:ext cx="1519889"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sp>
        <p:nvSpPr>
          <p:cNvPr id="6" name="PPT-5-5"/>
          <p:cNvSpPr txBox="1"/>
          <p:nvPr/>
        </p:nvSpPr>
        <p:spPr>
          <a:xfrm>
            <a:off x="8753837" y="2143562"/>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7" name="PPT-5-6"/>
          <p:cNvSpPr txBox="1"/>
          <p:nvPr/>
        </p:nvSpPr>
        <p:spPr>
          <a:xfrm>
            <a:off x="8657036" y="2506928"/>
            <a:ext cx="1494724"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sp>
        <p:nvSpPr>
          <p:cNvPr id="8" name="PPT-5-7"/>
          <p:cNvSpPr txBox="1"/>
          <p:nvPr/>
        </p:nvSpPr>
        <p:spPr>
          <a:xfrm>
            <a:off x="1591569" y="2143562"/>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9" name="PPT-5-8"/>
          <p:cNvSpPr txBox="1"/>
          <p:nvPr/>
        </p:nvSpPr>
        <p:spPr>
          <a:xfrm>
            <a:off x="1478823" y="2506928"/>
            <a:ext cx="1526613"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cxnSp>
        <p:nvCxnSpPr>
          <p:cNvPr id="10" name="PPT-5-9"/>
          <p:cNvCxnSpPr/>
          <p:nvPr/>
        </p:nvCxnSpPr>
        <p:spPr>
          <a:xfrm>
            <a:off x="2032271" y="2034562"/>
            <a:ext cx="7656937" cy="0"/>
          </a:xfrm>
          <a:prstGeom prst="line">
            <a:avLst/>
          </a:prstGeom>
          <a:ln w="5715">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11" name="PPT-5-10"/>
          <p:cNvSpPr/>
          <p:nvPr/>
        </p:nvSpPr>
        <p:spPr>
          <a:xfrm>
            <a:off x="2214378" y="2004941"/>
            <a:ext cx="55507" cy="55507"/>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PPT-5-11"/>
          <p:cNvSpPr/>
          <p:nvPr/>
        </p:nvSpPr>
        <p:spPr>
          <a:xfrm>
            <a:off x="4555147" y="2004941"/>
            <a:ext cx="55507" cy="55507"/>
          </a:xfrm>
          <a:prstGeom prst="ellipse">
            <a:avLst/>
          </a:pr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PPT-5-12"/>
          <p:cNvSpPr/>
          <p:nvPr/>
        </p:nvSpPr>
        <p:spPr>
          <a:xfrm>
            <a:off x="7062177" y="2004941"/>
            <a:ext cx="55507" cy="55507"/>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PPT-5-13"/>
          <p:cNvSpPr/>
          <p:nvPr/>
        </p:nvSpPr>
        <p:spPr>
          <a:xfrm>
            <a:off x="9376644" y="2004941"/>
            <a:ext cx="55507" cy="55507"/>
          </a:xfrm>
          <a:prstGeom prst="ellipse">
            <a:avLst/>
          </a:pr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PPT-6-1"/>
          <p:cNvSpPr txBox="1"/>
          <p:nvPr/>
        </p:nvSpPr>
        <p:spPr>
          <a:xfrm>
            <a:off x="3934021" y="3949128"/>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16" name="PPT-6-2"/>
          <p:cNvSpPr txBox="1"/>
          <p:nvPr/>
        </p:nvSpPr>
        <p:spPr>
          <a:xfrm>
            <a:off x="3822958" y="4312496"/>
            <a:ext cx="1523250"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sp>
        <p:nvSpPr>
          <p:cNvPr id="17" name="PPT-6-3"/>
          <p:cNvSpPr txBox="1"/>
          <p:nvPr/>
        </p:nvSpPr>
        <p:spPr>
          <a:xfrm>
            <a:off x="6486332" y="3949128"/>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18" name="PPT-6-4"/>
          <p:cNvSpPr txBox="1"/>
          <p:nvPr/>
        </p:nvSpPr>
        <p:spPr>
          <a:xfrm>
            <a:off x="6376950" y="4312496"/>
            <a:ext cx="1519889"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sp>
        <p:nvSpPr>
          <p:cNvPr id="19" name="PPT-6-5"/>
          <p:cNvSpPr txBox="1"/>
          <p:nvPr/>
        </p:nvSpPr>
        <p:spPr>
          <a:xfrm>
            <a:off x="8753837" y="3949128"/>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20" name="PPT-6-6"/>
          <p:cNvSpPr txBox="1"/>
          <p:nvPr/>
        </p:nvSpPr>
        <p:spPr>
          <a:xfrm>
            <a:off x="8657036" y="4312496"/>
            <a:ext cx="1494724"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sp>
        <p:nvSpPr>
          <p:cNvPr id="21" name="PPT-6-7"/>
          <p:cNvSpPr txBox="1"/>
          <p:nvPr/>
        </p:nvSpPr>
        <p:spPr>
          <a:xfrm>
            <a:off x="1591569" y="3949128"/>
            <a:ext cx="1301126" cy="415498"/>
          </a:xfrm>
          <a:prstGeom prst="rect">
            <a:avLst/>
          </a:prstGeom>
          <a:noFill/>
          <a:effectLst/>
        </p:spPr>
        <p:txBody>
          <a:bodyPr wrap="none" lIns="82296" tIns="41148" rIns="82296" bIns="41148">
            <a:spAutoFit/>
          </a:bodyPr>
          <a:lstStyle>
            <a:defPPr>
              <a:defRPr lang="zh-CN"/>
            </a:defPPr>
            <a:lvl1pPr algn="ctr">
              <a:defRPr sz="16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rPr>
              <a:t>添加标题</a:t>
            </a:r>
            <a:endParaRPr kumimoji="0" lang="zh-CN" altLang="en-US" sz="2160" b="1"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思源黑体 CN Bold" panose="020B0800000000000000" pitchFamily="34" charset="-122"/>
              <a:sym typeface="思源黑体 CN Medium" panose="020B0600000000000000" pitchFamily="34" charset="-122"/>
            </a:endParaRPr>
          </a:p>
        </p:txBody>
      </p:sp>
      <p:sp>
        <p:nvSpPr>
          <p:cNvPr id="22" name="PPT-6-8"/>
          <p:cNvSpPr txBox="1"/>
          <p:nvPr/>
        </p:nvSpPr>
        <p:spPr>
          <a:xfrm>
            <a:off x="1478823" y="4312496"/>
            <a:ext cx="1526613" cy="925466"/>
          </a:xfrm>
          <a:prstGeom prst="rect">
            <a:avLst/>
          </a:prstGeom>
          <a:noFill/>
          <a:effectLst/>
        </p:spPr>
        <p:txBody>
          <a:bodyPr wrap="square" lIns="82296" tIns="41148" rIns="82296" bIns="4114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rPr>
              <a:t>单击此处输入你的正文，文字是您思想的提炼</a:t>
            </a:r>
            <a:endParaRPr kumimoji="0" lang="zh-CN" altLang="en-US" sz="126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cs typeface="思源黑体 CN Light" panose="020B0300000000000000" pitchFamily="34" charset="-122"/>
              <a:sym typeface="思源黑体 CN Medium" panose="020B0600000000000000" pitchFamily="34" charset="-122"/>
            </a:endParaRPr>
          </a:p>
        </p:txBody>
      </p:sp>
      <p:cxnSp>
        <p:nvCxnSpPr>
          <p:cNvPr id="23" name="PPT-6-9"/>
          <p:cNvCxnSpPr/>
          <p:nvPr/>
        </p:nvCxnSpPr>
        <p:spPr>
          <a:xfrm>
            <a:off x="2032271" y="3840128"/>
            <a:ext cx="7656937" cy="0"/>
          </a:xfrm>
          <a:prstGeom prst="line">
            <a:avLst/>
          </a:prstGeom>
          <a:ln w="5715">
            <a:solidFill>
              <a:schemeClr val="accent1"/>
            </a:solidFill>
          </a:ln>
          <a:effectLst/>
        </p:spPr>
        <p:style>
          <a:lnRef idx="1">
            <a:schemeClr val="accent1"/>
          </a:lnRef>
          <a:fillRef idx="0">
            <a:schemeClr val="accent1"/>
          </a:fillRef>
          <a:effectRef idx="0">
            <a:schemeClr val="accent1"/>
          </a:effectRef>
          <a:fontRef idx="minor">
            <a:schemeClr val="tx1"/>
          </a:fontRef>
        </p:style>
      </p:cxnSp>
      <p:sp>
        <p:nvSpPr>
          <p:cNvPr id="24" name="PPT-6-10"/>
          <p:cNvSpPr/>
          <p:nvPr/>
        </p:nvSpPr>
        <p:spPr>
          <a:xfrm>
            <a:off x="2214378" y="3810507"/>
            <a:ext cx="55507" cy="55507"/>
          </a:xfrm>
          <a:prstGeom prst="ellipse">
            <a:avLst/>
          </a:pr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PPT-6-11"/>
          <p:cNvSpPr/>
          <p:nvPr/>
        </p:nvSpPr>
        <p:spPr>
          <a:xfrm>
            <a:off x="4555147" y="3810507"/>
            <a:ext cx="55507" cy="55507"/>
          </a:xfrm>
          <a:prstGeom prst="ellipse">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PPT-6-12"/>
          <p:cNvSpPr/>
          <p:nvPr/>
        </p:nvSpPr>
        <p:spPr>
          <a:xfrm>
            <a:off x="7062177" y="3810507"/>
            <a:ext cx="55507" cy="55507"/>
          </a:xfrm>
          <a:prstGeom prst="ellipse">
            <a:avLst/>
          </a:prstGeom>
          <a:solidFill>
            <a:schemeClr val="accent3"/>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PPT-6-13"/>
          <p:cNvSpPr/>
          <p:nvPr/>
        </p:nvSpPr>
        <p:spPr>
          <a:xfrm>
            <a:off x="9376644" y="3810507"/>
            <a:ext cx="55507" cy="55507"/>
          </a:xfrm>
          <a:prstGeom prst="ellipse">
            <a:avLst/>
          </a:prstGeom>
          <a:solidFill>
            <a:schemeClr val="accent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835;p27"/>
          <p:cNvGrpSpPr/>
          <p:nvPr/>
        </p:nvGrpSpPr>
        <p:grpSpPr>
          <a:xfrm>
            <a:off x="1162079" y="2492642"/>
            <a:ext cx="9997335" cy="2129045"/>
            <a:chOff x="924250" y="2024639"/>
            <a:chExt cx="7498001" cy="1596784"/>
          </a:xfrm>
        </p:grpSpPr>
        <p:sp>
          <p:nvSpPr>
            <p:cNvPr id="3" name="Google Shape;836;p27"/>
            <p:cNvSpPr/>
            <p:nvPr/>
          </p:nvSpPr>
          <p:spPr>
            <a:xfrm>
              <a:off x="6630098" y="2261166"/>
              <a:ext cx="841945" cy="1123731"/>
            </a:xfrm>
            <a:custGeom>
              <a:avLst/>
              <a:gdLst/>
              <a:ahLst/>
              <a:cxnLst/>
              <a:rect l="l" t="t" r="r" b="b"/>
              <a:pathLst>
                <a:path w="44185" h="58973" extrusionOk="0">
                  <a:moveTo>
                    <a:pt x="22753" y="12395"/>
                  </a:moveTo>
                  <a:cubicBezTo>
                    <a:pt x="26135" y="12395"/>
                    <a:pt x="28885" y="15134"/>
                    <a:pt x="28885" y="18527"/>
                  </a:cubicBezTo>
                  <a:cubicBezTo>
                    <a:pt x="28885" y="21920"/>
                    <a:pt x="26135" y="24659"/>
                    <a:pt x="22753" y="24659"/>
                  </a:cubicBezTo>
                  <a:cubicBezTo>
                    <a:pt x="19360" y="24659"/>
                    <a:pt x="16610" y="21920"/>
                    <a:pt x="16610" y="18527"/>
                  </a:cubicBezTo>
                  <a:cubicBezTo>
                    <a:pt x="16610" y="15134"/>
                    <a:pt x="19360" y="12395"/>
                    <a:pt x="22753" y="12395"/>
                  </a:cubicBezTo>
                  <a:close/>
                  <a:moveTo>
                    <a:pt x="13800" y="1"/>
                  </a:moveTo>
                  <a:cubicBezTo>
                    <a:pt x="13799" y="1"/>
                    <a:pt x="0" y="26814"/>
                    <a:pt x="16610" y="58972"/>
                  </a:cubicBezTo>
                  <a:cubicBezTo>
                    <a:pt x="35493" y="47638"/>
                    <a:pt x="44184" y="34243"/>
                    <a:pt x="44184" y="30314"/>
                  </a:cubicBezTo>
                  <a:lnTo>
                    <a:pt x="44184" y="30278"/>
                  </a:lnTo>
                  <a:cubicBezTo>
                    <a:pt x="44184" y="26147"/>
                    <a:pt x="33945" y="11097"/>
                    <a:pt x="13800" y="1"/>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Google Shape;837;p27"/>
            <p:cNvSpPr/>
            <p:nvPr/>
          </p:nvSpPr>
          <p:spPr>
            <a:xfrm>
              <a:off x="924250" y="2024639"/>
              <a:ext cx="724454" cy="1596784"/>
            </a:xfrm>
            <a:custGeom>
              <a:avLst/>
              <a:gdLst/>
              <a:ahLst/>
              <a:cxnLst/>
              <a:rect l="l" t="t" r="r" b="b"/>
              <a:pathLst>
                <a:path w="37732" h="83155" extrusionOk="0">
                  <a:moveTo>
                    <a:pt x="345" y="1"/>
                  </a:moveTo>
                  <a:cubicBezTo>
                    <a:pt x="117" y="1"/>
                    <a:pt x="0" y="18"/>
                    <a:pt x="0" y="18"/>
                  </a:cubicBezTo>
                  <a:cubicBezTo>
                    <a:pt x="5263" y="1208"/>
                    <a:pt x="13609" y="17877"/>
                    <a:pt x="15788" y="29950"/>
                  </a:cubicBezTo>
                  <a:cubicBezTo>
                    <a:pt x="16705" y="35022"/>
                    <a:pt x="18455" y="38856"/>
                    <a:pt x="20181" y="41594"/>
                  </a:cubicBezTo>
                  <a:cubicBezTo>
                    <a:pt x="18455" y="44345"/>
                    <a:pt x="16705" y="48178"/>
                    <a:pt x="15788" y="53250"/>
                  </a:cubicBezTo>
                  <a:cubicBezTo>
                    <a:pt x="13609" y="65323"/>
                    <a:pt x="6061" y="81944"/>
                    <a:pt x="786" y="83147"/>
                  </a:cubicBezTo>
                  <a:cubicBezTo>
                    <a:pt x="786" y="83147"/>
                    <a:pt x="850" y="83155"/>
                    <a:pt x="976" y="83155"/>
                  </a:cubicBezTo>
                  <a:cubicBezTo>
                    <a:pt x="2137" y="83155"/>
                    <a:pt x="8590" y="82487"/>
                    <a:pt x="19884" y="68907"/>
                  </a:cubicBezTo>
                  <a:cubicBezTo>
                    <a:pt x="24491" y="63359"/>
                    <a:pt x="27289" y="59573"/>
                    <a:pt x="29313" y="57013"/>
                  </a:cubicBezTo>
                  <a:cubicBezTo>
                    <a:pt x="35302" y="49321"/>
                    <a:pt x="37731" y="40677"/>
                    <a:pt x="37731" y="40677"/>
                  </a:cubicBezTo>
                  <a:cubicBezTo>
                    <a:pt x="37172" y="36379"/>
                    <a:pt x="30683" y="27700"/>
                    <a:pt x="29492" y="26140"/>
                  </a:cubicBezTo>
                  <a:cubicBezTo>
                    <a:pt x="29492" y="26140"/>
                    <a:pt x="29492" y="26139"/>
                    <a:pt x="29491" y="26139"/>
                  </a:cubicBezTo>
                  <a:lnTo>
                    <a:pt x="29491" y="26139"/>
                  </a:lnTo>
                  <a:cubicBezTo>
                    <a:pt x="27479" y="23567"/>
                    <a:pt x="24491" y="19543"/>
                    <a:pt x="19884" y="13996"/>
                  </a:cubicBezTo>
                  <a:cubicBezTo>
                    <a:pt x="8934" y="829"/>
                    <a:pt x="1933" y="1"/>
                    <a:pt x="345" y="1"/>
                  </a:cubicBezTo>
                  <a:close/>
                </a:path>
              </a:pathLst>
            </a:custGeom>
            <a:solidFill>
              <a:srgbClr val="869FB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Google Shape;838;p27"/>
            <p:cNvSpPr/>
            <p:nvPr/>
          </p:nvSpPr>
          <p:spPr>
            <a:xfrm>
              <a:off x="1499648" y="2790707"/>
              <a:ext cx="5484766" cy="64648"/>
            </a:xfrm>
            <a:custGeom>
              <a:avLst/>
              <a:gdLst/>
              <a:ahLst/>
              <a:cxnLst/>
              <a:rect l="l" t="t" r="r" b="b"/>
              <a:pathLst>
                <a:path w="150484" h="2716" extrusionOk="0">
                  <a:moveTo>
                    <a:pt x="0" y="1"/>
                  </a:moveTo>
                  <a:lnTo>
                    <a:pt x="0" y="2715"/>
                  </a:lnTo>
                  <a:lnTo>
                    <a:pt x="150483" y="2715"/>
                  </a:lnTo>
                  <a:lnTo>
                    <a:pt x="150483" y="1"/>
                  </a:lnTo>
                  <a:close/>
                </a:path>
              </a:pathLst>
            </a:custGeom>
            <a:solidFill>
              <a:srgbClr val="869FB2"/>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 name="Google Shape;839;p27"/>
            <p:cNvSpPr txBox="1"/>
            <p:nvPr/>
          </p:nvSpPr>
          <p:spPr>
            <a:xfrm>
              <a:off x="7468825" y="2658631"/>
              <a:ext cx="953426" cy="328800"/>
            </a:xfrm>
            <a:prstGeom prst="rect">
              <a:avLst/>
            </a:prstGeom>
            <a:no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65" b="1"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关键词标题</a:t>
              </a:r>
              <a:endParaRPr kumimoji="0" sz="2265" b="1"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7" name="Google Shape;841;p27"/>
          <p:cNvGrpSpPr/>
          <p:nvPr/>
        </p:nvGrpSpPr>
        <p:grpSpPr>
          <a:xfrm>
            <a:off x="2322012" y="1966257"/>
            <a:ext cx="2078584" cy="3262333"/>
            <a:chOff x="1794200" y="1566100"/>
            <a:chExt cx="1558938" cy="2446750"/>
          </a:xfrm>
        </p:grpSpPr>
        <p:sp>
          <p:nvSpPr>
            <p:cNvPr id="8" name="Google Shape;842;p27"/>
            <p:cNvSpPr/>
            <p:nvPr/>
          </p:nvSpPr>
          <p:spPr>
            <a:xfrm>
              <a:off x="2775963" y="1805425"/>
              <a:ext cx="352425" cy="1913925"/>
            </a:xfrm>
            <a:custGeom>
              <a:avLst/>
              <a:gdLst/>
              <a:ahLst/>
              <a:cxnLst/>
              <a:rect l="l" t="t" r="r" b="b"/>
              <a:pathLst>
                <a:path w="14097" h="76557" extrusionOk="0">
                  <a:moveTo>
                    <a:pt x="11901" y="1"/>
                  </a:moveTo>
                  <a:cubicBezTo>
                    <a:pt x="11219" y="1"/>
                    <a:pt x="10555" y="363"/>
                    <a:pt x="10204" y="1000"/>
                  </a:cubicBezTo>
                  <a:cubicBezTo>
                    <a:pt x="10001" y="1369"/>
                    <a:pt x="5215" y="10192"/>
                    <a:pt x="2786" y="23800"/>
                  </a:cubicBezTo>
                  <a:cubicBezTo>
                    <a:pt x="536" y="36385"/>
                    <a:pt x="0" y="55554"/>
                    <a:pt x="10180" y="75497"/>
                  </a:cubicBezTo>
                  <a:cubicBezTo>
                    <a:pt x="10513" y="76176"/>
                    <a:pt x="11192" y="76557"/>
                    <a:pt x="11894" y="76557"/>
                  </a:cubicBezTo>
                  <a:cubicBezTo>
                    <a:pt x="12192" y="76557"/>
                    <a:pt x="12490" y="76486"/>
                    <a:pt x="12775" y="76343"/>
                  </a:cubicBezTo>
                  <a:cubicBezTo>
                    <a:pt x="13728" y="75855"/>
                    <a:pt x="14097" y="74700"/>
                    <a:pt x="13621" y="73747"/>
                  </a:cubicBezTo>
                  <a:cubicBezTo>
                    <a:pt x="3953" y="54804"/>
                    <a:pt x="4441" y="36588"/>
                    <a:pt x="6560" y="24622"/>
                  </a:cubicBezTo>
                  <a:cubicBezTo>
                    <a:pt x="8858" y="11644"/>
                    <a:pt x="13502" y="3012"/>
                    <a:pt x="13585" y="2869"/>
                  </a:cubicBezTo>
                  <a:cubicBezTo>
                    <a:pt x="14097" y="1929"/>
                    <a:pt x="13764" y="750"/>
                    <a:pt x="12823" y="238"/>
                  </a:cubicBezTo>
                  <a:cubicBezTo>
                    <a:pt x="12531" y="77"/>
                    <a:pt x="12214" y="1"/>
                    <a:pt x="1190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Google Shape;843;p27"/>
            <p:cNvSpPr/>
            <p:nvPr/>
          </p:nvSpPr>
          <p:spPr>
            <a:xfrm>
              <a:off x="2834588" y="1566100"/>
              <a:ext cx="518550" cy="518525"/>
            </a:xfrm>
            <a:custGeom>
              <a:avLst/>
              <a:gdLst/>
              <a:ahLst/>
              <a:cxnLst/>
              <a:rect l="l" t="t" r="r" b="b"/>
              <a:pathLst>
                <a:path w="20742" h="20741" extrusionOk="0">
                  <a:moveTo>
                    <a:pt x="10371" y="0"/>
                  </a:moveTo>
                  <a:cubicBezTo>
                    <a:pt x="4644" y="0"/>
                    <a:pt x="1" y="4644"/>
                    <a:pt x="1" y="10371"/>
                  </a:cubicBezTo>
                  <a:cubicBezTo>
                    <a:pt x="1" y="16098"/>
                    <a:pt x="4644" y="20741"/>
                    <a:pt x="10371" y="20741"/>
                  </a:cubicBezTo>
                  <a:cubicBezTo>
                    <a:pt x="16098" y="20741"/>
                    <a:pt x="20741" y="16098"/>
                    <a:pt x="20741" y="10371"/>
                  </a:cubicBezTo>
                  <a:cubicBezTo>
                    <a:pt x="20741" y="4644"/>
                    <a:pt x="16098" y="0"/>
                    <a:pt x="10371"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Google Shape;844;p27"/>
            <p:cNvSpPr/>
            <p:nvPr/>
          </p:nvSpPr>
          <p:spPr>
            <a:xfrm>
              <a:off x="2859288" y="1590500"/>
              <a:ext cx="469125" cy="469425"/>
            </a:xfrm>
            <a:custGeom>
              <a:avLst/>
              <a:gdLst/>
              <a:ahLst/>
              <a:cxnLst/>
              <a:rect l="l" t="t" r="r" b="b"/>
              <a:pathLst>
                <a:path w="18765" h="18777" extrusionOk="0">
                  <a:moveTo>
                    <a:pt x="9383" y="1"/>
                  </a:moveTo>
                  <a:cubicBezTo>
                    <a:pt x="4192" y="1"/>
                    <a:pt x="1" y="4204"/>
                    <a:pt x="1" y="9395"/>
                  </a:cubicBezTo>
                  <a:cubicBezTo>
                    <a:pt x="1" y="14574"/>
                    <a:pt x="4192" y="18777"/>
                    <a:pt x="9383" y="18777"/>
                  </a:cubicBezTo>
                  <a:cubicBezTo>
                    <a:pt x="14562" y="18777"/>
                    <a:pt x="18765" y="14574"/>
                    <a:pt x="18765" y="9395"/>
                  </a:cubicBezTo>
                  <a:cubicBezTo>
                    <a:pt x="18765" y="4204"/>
                    <a:pt x="14562" y="13"/>
                    <a:pt x="938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defRPr/>
              </a:pPr>
              <a:r>
                <a:rPr kumimoji="0" lang="en-GB" sz="2265"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03</a:t>
              </a:r>
              <a:endParaRPr kumimoji="0" sz="2490"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Google Shape;845;p27"/>
            <p:cNvSpPr/>
            <p:nvPr/>
          </p:nvSpPr>
          <p:spPr>
            <a:xfrm>
              <a:off x="2834588" y="3494300"/>
              <a:ext cx="518550" cy="518550"/>
            </a:xfrm>
            <a:custGeom>
              <a:avLst/>
              <a:gdLst/>
              <a:ahLst/>
              <a:cxnLst/>
              <a:rect l="l" t="t" r="r" b="b"/>
              <a:pathLst>
                <a:path w="20742" h="20742" extrusionOk="0">
                  <a:moveTo>
                    <a:pt x="10371" y="1"/>
                  </a:moveTo>
                  <a:cubicBezTo>
                    <a:pt x="4644" y="1"/>
                    <a:pt x="1" y="4644"/>
                    <a:pt x="1" y="10371"/>
                  </a:cubicBezTo>
                  <a:cubicBezTo>
                    <a:pt x="1" y="16098"/>
                    <a:pt x="4644" y="20742"/>
                    <a:pt x="10371" y="20742"/>
                  </a:cubicBezTo>
                  <a:cubicBezTo>
                    <a:pt x="16098" y="20742"/>
                    <a:pt x="20741" y="16098"/>
                    <a:pt x="20741" y="10371"/>
                  </a:cubicBezTo>
                  <a:cubicBezTo>
                    <a:pt x="20741" y="4644"/>
                    <a:pt x="16098" y="1"/>
                    <a:pt x="1037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Google Shape;846;p27"/>
            <p:cNvSpPr/>
            <p:nvPr/>
          </p:nvSpPr>
          <p:spPr>
            <a:xfrm>
              <a:off x="2859288" y="3519025"/>
              <a:ext cx="469125" cy="469125"/>
            </a:xfrm>
            <a:custGeom>
              <a:avLst/>
              <a:gdLst/>
              <a:ahLst/>
              <a:cxnLst/>
              <a:rect l="l" t="t" r="r" b="b"/>
              <a:pathLst>
                <a:path w="18765" h="18765" extrusionOk="0">
                  <a:moveTo>
                    <a:pt x="9383" y="0"/>
                  </a:moveTo>
                  <a:cubicBezTo>
                    <a:pt x="4192" y="0"/>
                    <a:pt x="1" y="4203"/>
                    <a:pt x="1" y="9382"/>
                  </a:cubicBezTo>
                  <a:cubicBezTo>
                    <a:pt x="1" y="14573"/>
                    <a:pt x="4192" y="18764"/>
                    <a:pt x="9383" y="18764"/>
                  </a:cubicBezTo>
                  <a:cubicBezTo>
                    <a:pt x="14562" y="18764"/>
                    <a:pt x="18765" y="14573"/>
                    <a:pt x="18765" y="9382"/>
                  </a:cubicBezTo>
                  <a:cubicBezTo>
                    <a:pt x="18765" y="4203"/>
                    <a:pt x="14562" y="0"/>
                    <a:pt x="9383"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defRPr/>
              </a:pPr>
              <a:r>
                <a:rPr kumimoji="0" lang="en-GB" sz="2265"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06</a:t>
              </a:r>
              <a:endParaRPr kumimoji="0" sz="2490"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Google Shape;847;p27"/>
            <p:cNvSpPr/>
            <p:nvPr/>
          </p:nvSpPr>
          <p:spPr>
            <a:xfrm>
              <a:off x="2590513" y="2498350"/>
              <a:ext cx="518550" cy="518550"/>
            </a:xfrm>
            <a:custGeom>
              <a:avLst/>
              <a:gdLst/>
              <a:ahLst/>
              <a:cxnLst/>
              <a:rect l="l" t="t" r="r" b="b"/>
              <a:pathLst>
                <a:path w="20742" h="20742" extrusionOk="0">
                  <a:moveTo>
                    <a:pt x="10371" y="1"/>
                  </a:moveTo>
                  <a:cubicBezTo>
                    <a:pt x="4644" y="1"/>
                    <a:pt x="0" y="4644"/>
                    <a:pt x="0" y="10371"/>
                  </a:cubicBezTo>
                  <a:cubicBezTo>
                    <a:pt x="0" y="16098"/>
                    <a:pt x="4644" y="20741"/>
                    <a:pt x="10371" y="20741"/>
                  </a:cubicBezTo>
                  <a:cubicBezTo>
                    <a:pt x="16098" y="20741"/>
                    <a:pt x="20741" y="16098"/>
                    <a:pt x="20741" y="10371"/>
                  </a:cubicBezTo>
                  <a:cubicBezTo>
                    <a:pt x="20741" y="4644"/>
                    <a:pt x="16098" y="1"/>
                    <a:pt x="1037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4" name="Google Shape;848;p27"/>
            <p:cNvSpPr/>
            <p:nvPr/>
          </p:nvSpPr>
          <p:spPr>
            <a:xfrm>
              <a:off x="2614913" y="2523050"/>
              <a:ext cx="469425" cy="469425"/>
            </a:xfrm>
            <a:custGeom>
              <a:avLst/>
              <a:gdLst/>
              <a:ahLst/>
              <a:cxnLst/>
              <a:rect l="l" t="t" r="r" b="b"/>
              <a:pathLst>
                <a:path w="18777" h="18777" extrusionOk="0">
                  <a:moveTo>
                    <a:pt x="9395" y="1"/>
                  </a:moveTo>
                  <a:cubicBezTo>
                    <a:pt x="4204" y="1"/>
                    <a:pt x="1" y="4204"/>
                    <a:pt x="1" y="9383"/>
                  </a:cubicBezTo>
                  <a:cubicBezTo>
                    <a:pt x="1" y="14574"/>
                    <a:pt x="4204" y="18777"/>
                    <a:pt x="9395" y="18777"/>
                  </a:cubicBezTo>
                  <a:cubicBezTo>
                    <a:pt x="14574" y="18777"/>
                    <a:pt x="18777" y="14574"/>
                    <a:pt x="18777" y="9383"/>
                  </a:cubicBezTo>
                  <a:cubicBezTo>
                    <a:pt x="18777" y="4204"/>
                    <a:pt x="14574" y="1"/>
                    <a:pt x="9395"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Google Shape;849;p27"/>
            <p:cNvSpPr/>
            <p:nvPr/>
          </p:nvSpPr>
          <p:spPr>
            <a:xfrm>
              <a:off x="2784588" y="2867450"/>
              <a:ext cx="128300" cy="19075"/>
            </a:xfrm>
            <a:custGeom>
              <a:avLst/>
              <a:gdLst/>
              <a:ahLst/>
              <a:cxnLst/>
              <a:rect l="l" t="t" r="r" b="b"/>
              <a:pathLst>
                <a:path w="5132" h="763" extrusionOk="0">
                  <a:moveTo>
                    <a:pt x="0" y="0"/>
                  </a:moveTo>
                  <a:lnTo>
                    <a:pt x="0" y="762"/>
                  </a:lnTo>
                  <a:lnTo>
                    <a:pt x="5132" y="762"/>
                  </a:lnTo>
                  <a:lnTo>
                    <a:pt x="5132" y="0"/>
                  </a:ln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Google Shape;850;p27"/>
            <p:cNvSpPr/>
            <p:nvPr/>
          </p:nvSpPr>
          <p:spPr>
            <a:xfrm>
              <a:off x="2798563" y="2918350"/>
              <a:ext cx="98550" cy="26225"/>
            </a:xfrm>
            <a:custGeom>
              <a:avLst/>
              <a:gdLst/>
              <a:ahLst/>
              <a:cxnLst/>
              <a:rect l="l" t="t" r="r" b="b"/>
              <a:pathLst>
                <a:path w="3942" h="1049" extrusionOk="0">
                  <a:moveTo>
                    <a:pt x="1" y="0"/>
                  </a:moveTo>
                  <a:cubicBezTo>
                    <a:pt x="1" y="0"/>
                    <a:pt x="72" y="1048"/>
                    <a:pt x="2001" y="1048"/>
                  </a:cubicBezTo>
                  <a:cubicBezTo>
                    <a:pt x="3942" y="1048"/>
                    <a:pt x="3942" y="0"/>
                    <a:pt x="3942"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Google Shape;851;p27"/>
            <p:cNvSpPr/>
            <p:nvPr/>
          </p:nvSpPr>
          <p:spPr>
            <a:xfrm>
              <a:off x="2796788" y="2891550"/>
              <a:ext cx="100325" cy="21750"/>
            </a:xfrm>
            <a:custGeom>
              <a:avLst/>
              <a:gdLst/>
              <a:ahLst/>
              <a:cxnLst/>
              <a:rect l="l" t="t" r="r" b="b"/>
              <a:pathLst>
                <a:path w="4013" h="870" extrusionOk="0">
                  <a:moveTo>
                    <a:pt x="0" y="1"/>
                  </a:moveTo>
                  <a:lnTo>
                    <a:pt x="0" y="870"/>
                  </a:lnTo>
                  <a:lnTo>
                    <a:pt x="4013" y="870"/>
                  </a:lnTo>
                  <a:lnTo>
                    <a:pt x="4013" y="1"/>
                  </a:ln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Google Shape;852;p27"/>
            <p:cNvSpPr/>
            <p:nvPr/>
          </p:nvSpPr>
          <p:spPr>
            <a:xfrm>
              <a:off x="2733988" y="2580200"/>
              <a:ext cx="231300" cy="279225"/>
            </a:xfrm>
            <a:custGeom>
              <a:avLst/>
              <a:gdLst/>
              <a:ahLst/>
              <a:cxnLst/>
              <a:rect l="l" t="t" r="r" b="b"/>
              <a:pathLst>
                <a:path w="9252" h="11169" extrusionOk="0">
                  <a:moveTo>
                    <a:pt x="4632" y="1"/>
                  </a:moveTo>
                  <a:cubicBezTo>
                    <a:pt x="2072" y="1"/>
                    <a:pt x="0" y="2073"/>
                    <a:pt x="0" y="4632"/>
                  </a:cubicBezTo>
                  <a:cubicBezTo>
                    <a:pt x="0" y="5930"/>
                    <a:pt x="548" y="7109"/>
                    <a:pt x="1417" y="7954"/>
                  </a:cubicBezTo>
                  <a:lnTo>
                    <a:pt x="2548" y="11169"/>
                  </a:lnTo>
                  <a:lnTo>
                    <a:pt x="3227" y="11169"/>
                  </a:lnTo>
                  <a:cubicBezTo>
                    <a:pt x="2917" y="9538"/>
                    <a:pt x="2608" y="7895"/>
                    <a:pt x="2298" y="6252"/>
                  </a:cubicBezTo>
                  <a:cubicBezTo>
                    <a:pt x="2239" y="5942"/>
                    <a:pt x="2179" y="5621"/>
                    <a:pt x="2120" y="5299"/>
                  </a:cubicBezTo>
                  <a:cubicBezTo>
                    <a:pt x="2069" y="5013"/>
                    <a:pt x="2255" y="4860"/>
                    <a:pt x="2454" y="4860"/>
                  </a:cubicBezTo>
                  <a:cubicBezTo>
                    <a:pt x="2629" y="4860"/>
                    <a:pt x="2813" y="4978"/>
                    <a:pt x="2858" y="5228"/>
                  </a:cubicBezTo>
                  <a:cubicBezTo>
                    <a:pt x="2893" y="5371"/>
                    <a:pt x="2917" y="5525"/>
                    <a:pt x="2941" y="5668"/>
                  </a:cubicBezTo>
                  <a:cubicBezTo>
                    <a:pt x="3513" y="5495"/>
                    <a:pt x="4111" y="5408"/>
                    <a:pt x="4710" y="5408"/>
                  </a:cubicBezTo>
                  <a:cubicBezTo>
                    <a:pt x="5183" y="5408"/>
                    <a:pt x="5657" y="5463"/>
                    <a:pt x="6120" y="5573"/>
                  </a:cubicBezTo>
                  <a:cubicBezTo>
                    <a:pt x="6144" y="5454"/>
                    <a:pt x="6156" y="5347"/>
                    <a:pt x="6180" y="5228"/>
                  </a:cubicBezTo>
                  <a:cubicBezTo>
                    <a:pt x="6230" y="4978"/>
                    <a:pt x="6417" y="4860"/>
                    <a:pt x="6592" y="4860"/>
                  </a:cubicBezTo>
                  <a:cubicBezTo>
                    <a:pt x="6792" y="4860"/>
                    <a:pt x="6975" y="5013"/>
                    <a:pt x="6918" y="5299"/>
                  </a:cubicBezTo>
                  <a:cubicBezTo>
                    <a:pt x="6549" y="7264"/>
                    <a:pt x="6180" y="9216"/>
                    <a:pt x="5810" y="11169"/>
                  </a:cubicBezTo>
                  <a:lnTo>
                    <a:pt x="6703" y="11169"/>
                  </a:lnTo>
                  <a:lnTo>
                    <a:pt x="7846" y="7954"/>
                  </a:lnTo>
                  <a:cubicBezTo>
                    <a:pt x="8716" y="7109"/>
                    <a:pt x="9251" y="5930"/>
                    <a:pt x="9251" y="4632"/>
                  </a:cubicBezTo>
                  <a:cubicBezTo>
                    <a:pt x="9251" y="2073"/>
                    <a:pt x="7180" y="1"/>
                    <a:pt x="4632"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Google Shape;853;p27"/>
            <p:cNvSpPr/>
            <p:nvPr/>
          </p:nvSpPr>
          <p:spPr>
            <a:xfrm>
              <a:off x="2811663" y="2736875"/>
              <a:ext cx="71175" cy="122550"/>
            </a:xfrm>
            <a:custGeom>
              <a:avLst/>
              <a:gdLst/>
              <a:ahLst/>
              <a:cxnLst/>
              <a:rect l="l" t="t" r="r" b="b"/>
              <a:pathLst>
                <a:path w="2847" h="4902" extrusionOk="0">
                  <a:moveTo>
                    <a:pt x="1591" y="1"/>
                  </a:moveTo>
                  <a:cubicBezTo>
                    <a:pt x="1053" y="1"/>
                    <a:pt x="515" y="85"/>
                    <a:pt x="1" y="258"/>
                  </a:cubicBezTo>
                  <a:cubicBezTo>
                    <a:pt x="287" y="1806"/>
                    <a:pt x="584" y="3354"/>
                    <a:pt x="870" y="4902"/>
                  </a:cubicBezTo>
                  <a:lnTo>
                    <a:pt x="1953" y="4902"/>
                  </a:lnTo>
                  <a:cubicBezTo>
                    <a:pt x="2251" y="3318"/>
                    <a:pt x="2549" y="1735"/>
                    <a:pt x="2846" y="151"/>
                  </a:cubicBezTo>
                  <a:cubicBezTo>
                    <a:pt x="2434" y="52"/>
                    <a:pt x="2012" y="1"/>
                    <a:pt x="159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Google Shape;854;p27"/>
            <p:cNvSpPr txBox="1"/>
            <p:nvPr/>
          </p:nvSpPr>
          <p:spPr>
            <a:xfrm>
              <a:off x="1794200" y="1895800"/>
              <a:ext cx="964200" cy="597300"/>
            </a:xfrm>
            <a:prstGeom prst="rect">
              <a:avLst/>
            </a:prstGeom>
            <a:noFill/>
            <a:ln>
              <a:noFill/>
            </a:ln>
          </p:spPr>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a:t>
              </a:r>
              <a:endParaRPr kumimoji="0" sz="1600" b="0"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Google Shape;855;p27"/>
            <p:cNvSpPr txBox="1"/>
            <p:nvPr/>
          </p:nvSpPr>
          <p:spPr>
            <a:xfrm>
              <a:off x="1794200" y="3002338"/>
              <a:ext cx="964200" cy="597300"/>
            </a:xfrm>
            <a:prstGeom prst="rect">
              <a:avLst/>
            </a:prstGeom>
            <a:noFill/>
            <a:ln>
              <a:noFill/>
            </a:ln>
          </p:spPr>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a:t>
              </a:r>
              <a:endParaRPr kumimoji="0" sz="1600" b="0"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2" name="Google Shape;856;p27"/>
          <p:cNvGrpSpPr/>
          <p:nvPr/>
        </p:nvGrpSpPr>
        <p:grpSpPr>
          <a:xfrm>
            <a:off x="4454279" y="1521357"/>
            <a:ext cx="2078317" cy="4152133"/>
            <a:chOff x="3393400" y="1232425"/>
            <a:chExt cx="1558738" cy="3114100"/>
          </a:xfrm>
        </p:grpSpPr>
        <p:sp>
          <p:nvSpPr>
            <p:cNvPr id="23" name="Google Shape;857;p27"/>
            <p:cNvSpPr/>
            <p:nvPr/>
          </p:nvSpPr>
          <p:spPr>
            <a:xfrm>
              <a:off x="4389538" y="1597900"/>
              <a:ext cx="352750" cy="2383100"/>
            </a:xfrm>
            <a:custGeom>
              <a:avLst/>
              <a:gdLst/>
              <a:ahLst/>
              <a:cxnLst/>
              <a:rect l="l" t="t" r="r" b="b"/>
              <a:pathLst>
                <a:path w="14110" h="95324" extrusionOk="0">
                  <a:moveTo>
                    <a:pt x="11899" y="1"/>
                  </a:moveTo>
                  <a:cubicBezTo>
                    <a:pt x="11218" y="1"/>
                    <a:pt x="10555" y="454"/>
                    <a:pt x="10204" y="1252"/>
                  </a:cubicBezTo>
                  <a:cubicBezTo>
                    <a:pt x="10002" y="1717"/>
                    <a:pt x="5216" y="12694"/>
                    <a:pt x="2787" y="29649"/>
                  </a:cubicBezTo>
                  <a:cubicBezTo>
                    <a:pt x="537" y="45294"/>
                    <a:pt x="1" y="69177"/>
                    <a:pt x="10181" y="94014"/>
                  </a:cubicBezTo>
                  <a:cubicBezTo>
                    <a:pt x="10514" y="94847"/>
                    <a:pt x="11193" y="95324"/>
                    <a:pt x="11895" y="95324"/>
                  </a:cubicBezTo>
                  <a:cubicBezTo>
                    <a:pt x="12193" y="95324"/>
                    <a:pt x="12490" y="95240"/>
                    <a:pt x="12776" y="95062"/>
                  </a:cubicBezTo>
                  <a:cubicBezTo>
                    <a:pt x="13729" y="94454"/>
                    <a:pt x="14110" y="93002"/>
                    <a:pt x="13622" y="91823"/>
                  </a:cubicBezTo>
                  <a:cubicBezTo>
                    <a:pt x="3954" y="68249"/>
                    <a:pt x="4442" y="45556"/>
                    <a:pt x="6561" y="30661"/>
                  </a:cubicBezTo>
                  <a:cubicBezTo>
                    <a:pt x="8871" y="14445"/>
                    <a:pt x="13550" y="3669"/>
                    <a:pt x="13598" y="3562"/>
                  </a:cubicBezTo>
                  <a:cubicBezTo>
                    <a:pt x="14110" y="2407"/>
                    <a:pt x="13764" y="943"/>
                    <a:pt x="12824" y="300"/>
                  </a:cubicBezTo>
                  <a:cubicBezTo>
                    <a:pt x="12531" y="97"/>
                    <a:pt x="12213" y="1"/>
                    <a:pt x="11899"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Google Shape;858;p27"/>
            <p:cNvSpPr/>
            <p:nvPr/>
          </p:nvSpPr>
          <p:spPr>
            <a:xfrm>
              <a:off x="4433588" y="1232425"/>
              <a:ext cx="518550" cy="518550"/>
            </a:xfrm>
            <a:custGeom>
              <a:avLst/>
              <a:gdLst/>
              <a:ahLst/>
              <a:cxnLst/>
              <a:rect l="l" t="t" r="r" b="b"/>
              <a:pathLst>
                <a:path w="20742" h="20742" extrusionOk="0">
                  <a:moveTo>
                    <a:pt x="10371" y="0"/>
                  </a:moveTo>
                  <a:cubicBezTo>
                    <a:pt x="4644" y="0"/>
                    <a:pt x="1" y="4644"/>
                    <a:pt x="1" y="10371"/>
                  </a:cubicBezTo>
                  <a:cubicBezTo>
                    <a:pt x="1" y="16098"/>
                    <a:pt x="4644" y="20741"/>
                    <a:pt x="10371" y="20741"/>
                  </a:cubicBezTo>
                  <a:cubicBezTo>
                    <a:pt x="16098" y="20741"/>
                    <a:pt x="20742" y="16098"/>
                    <a:pt x="20742" y="10371"/>
                  </a:cubicBezTo>
                  <a:cubicBezTo>
                    <a:pt x="20742" y="4644"/>
                    <a:pt x="16098" y="0"/>
                    <a:pt x="10371"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Google Shape;859;p27"/>
            <p:cNvSpPr/>
            <p:nvPr/>
          </p:nvSpPr>
          <p:spPr>
            <a:xfrm>
              <a:off x="4458313" y="1257125"/>
              <a:ext cx="469125" cy="469125"/>
            </a:xfrm>
            <a:custGeom>
              <a:avLst/>
              <a:gdLst/>
              <a:ahLst/>
              <a:cxnLst/>
              <a:rect l="l" t="t" r="r" b="b"/>
              <a:pathLst>
                <a:path w="18765" h="18765" extrusionOk="0">
                  <a:moveTo>
                    <a:pt x="9382" y="1"/>
                  </a:moveTo>
                  <a:cubicBezTo>
                    <a:pt x="4203" y="1"/>
                    <a:pt x="0" y="4192"/>
                    <a:pt x="0" y="9383"/>
                  </a:cubicBezTo>
                  <a:cubicBezTo>
                    <a:pt x="0" y="14562"/>
                    <a:pt x="4203" y="18765"/>
                    <a:pt x="9382" y="18765"/>
                  </a:cubicBezTo>
                  <a:cubicBezTo>
                    <a:pt x="14561" y="18765"/>
                    <a:pt x="18764" y="14562"/>
                    <a:pt x="18764" y="9383"/>
                  </a:cubicBezTo>
                  <a:cubicBezTo>
                    <a:pt x="18764" y="4204"/>
                    <a:pt x="14561" y="1"/>
                    <a:pt x="9382"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defRPr/>
              </a:pPr>
              <a:r>
                <a:rPr kumimoji="0" lang="en-GB" sz="2265" b="0" i="0" u="none" strike="noStrike" kern="1200" cap="none" spc="0" normalizeH="0" baseline="0" noProof="0">
                  <a:ln>
                    <a:noFill/>
                  </a:ln>
                  <a:solidFill>
                    <a:srgbClr val="014864"/>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02</a:t>
              </a:r>
              <a:endParaRPr kumimoji="0" sz="2490" b="0" i="0" u="none" strike="noStrike" kern="1200" cap="none" spc="0" normalizeH="0" baseline="0" noProof="0">
                <a:ln>
                  <a:noFill/>
                </a:ln>
                <a:solidFill>
                  <a:srgbClr val="014864"/>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Google Shape;860;p27"/>
            <p:cNvSpPr/>
            <p:nvPr/>
          </p:nvSpPr>
          <p:spPr>
            <a:xfrm>
              <a:off x="4433588" y="3827975"/>
              <a:ext cx="518550" cy="518550"/>
            </a:xfrm>
            <a:custGeom>
              <a:avLst/>
              <a:gdLst/>
              <a:ahLst/>
              <a:cxnLst/>
              <a:rect l="l" t="t" r="r" b="b"/>
              <a:pathLst>
                <a:path w="20742" h="20742" extrusionOk="0">
                  <a:moveTo>
                    <a:pt x="10371" y="1"/>
                  </a:moveTo>
                  <a:cubicBezTo>
                    <a:pt x="4644" y="1"/>
                    <a:pt x="1" y="4644"/>
                    <a:pt x="1" y="10371"/>
                  </a:cubicBezTo>
                  <a:cubicBezTo>
                    <a:pt x="1" y="16098"/>
                    <a:pt x="4644" y="20741"/>
                    <a:pt x="10371" y="20741"/>
                  </a:cubicBezTo>
                  <a:cubicBezTo>
                    <a:pt x="16098" y="20741"/>
                    <a:pt x="20742" y="16098"/>
                    <a:pt x="20742" y="10371"/>
                  </a:cubicBezTo>
                  <a:cubicBezTo>
                    <a:pt x="20742" y="4644"/>
                    <a:pt x="16098" y="1"/>
                    <a:pt x="1037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Google Shape;861;p27"/>
            <p:cNvSpPr/>
            <p:nvPr/>
          </p:nvSpPr>
          <p:spPr>
            <a:xfrm>
              <a:off x="4458313" y="3852675"/>
              <a:ext cx="469125" cy="469150"/>
            </a:xfrm>
            <a:custGeom>
              <a:avLst/>
              <a:gdLst/>
              <a:ahLst/>
              <a:cxnLst/>
              <a:rect l="l" t="t" r="r" b="b"/>
              <a:pathLst>
                <a:path w="18765" h="18766" extrusionOk="0">
                  <a:moveTo>
                    <a:pt x="9382" y="1"/>
                  </a:moveTo>
                  <a:cubicBezTo>
                    <a:pt x="4203" y="1"/>
                    <a:pt x="0" y="4204"/>
                    <a:pt x="0" y="9383"/>
                  </a:cubicBezTo>
                  <a:cubicBezTo>
                    <a:pt x="0" y="14562"/>
                    <a:pt x="4203" y="18765"/>
                    <a:pt x="9382" y="18765"/>
                  </a:cubicBezTo>
                  <a:cubicBezTo>
                    <a:pt x="14561" y="18765"/>
                    <a:pt x="18764" y="14562"/>
                    <a:pt x="18764" y="9383"/>
                  </a:cubicBezTo>
                  <a:cubicBezTo>
                    <a:pt x="18764" y="4204"/>
                    <a:pt x="14561" y="1"/>
                    <a:pt x="9382"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defRPr/>
              </a:pPr>
              <a:r>
                <a:rPr kumimoji="0" lang="en-GB" sz="2265" b="0" i="0" u="none" strike="noStrike" kern="1200" cap="none" spc="0" normalizeH="0" baseline="0" noProof="0">
                  <a:ln>
                    <a:noFill/>
                  </a:ln>
                  <a:solidFill>
                    <a:srgbClr val="014864"/>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05</a:t>
              </a:r>
              <a:endParaRPr kumimoji="0" sz="2490" b="0" i="0" u="none" strike="noStrike" kern="1200" cap="none" spc="0" normalizeH="0" baseline="0" noProof="0">
                <a:ln>
                  <a:noFill/>
                </a:ln>
                <a:solidFill>
                  <a:srgbClr val="014864"/>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Google Shape;862;p27"/>
            <p:cNvSpPr/>
            <p:nvPr/>
          </p:nvSpPr>
          <p:spPr>
            <a:xfrm>
              <a:off x="4216613" y="2498350"/>
              <a:ext cx="518525" cy="518550"/>
            </a:xfrm>
            <a:custGeom>
              <a:avLst/>
              <a:gdLst/>
              <a:ahLst/>
              <a:cxnLst/>
              <a:rect l="l" t="t" r="r" b="b"/>
              <a:pathLst>
                <a:path w="20741" h="20742" extrusionOk="0">
                  <a:moveTo>
                    <a:pt x="10371" y="1"/>
                  </a:moveTo>
                  <a:cubicBezTo>
                    <a:pt x="4644" y="1"/>
                    <a:pt x="0" y="4644"/>
                    <a:pt x="0" y="10371"/>
                  </a:cubicBezTo>
                  <a:cubicBezTo>
                    <a:pt x="0" y="16098"/>
                    <a:pt x="4644" y="20741"/>
                    <a:pt x="10371" y="20741"/>
                  </a:cubicBezTo>
                  <a:cubicBezTo>
                    <a:pt x="16098" y="20741"/>
                    <a:pt x="20741" y="16098"/>
                    <a:pt x="20741" y="10371"/>
                  </a:cubicBezTo>
                  <a:cubicBezTo>
                    <a:pt x="20741" y="4644"/>
                    <a:pt x="16098" y="1"/>
                    <a:pt x="1037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Google Shape;863;p27"/>
            <p:cNvSpPr/>
            <p:nvPr/>
          </p:nvSpPr>
          <p:spPr>
            <a:xfrm>
              <a:off x="4241313" y="2523050"/>
              <a:ext cx="469125" cy="469425"/>
            </a:xfrm>
            <a:custGeom>
              <a:avLst/>
              <a:gdLst/>
              <a:ahLst/>
              <a:cxnLst/>
              <a:rect l="l" t="t" r="r" b="b"/>
              <a:pathLst>
                <a:path w="18765" h="18777" extrusionOk="0">
                  <a:moveTo>
                    <a:pt x="9383" y="1"/>
                  </a:moveTo>
                  <a:cubicBezTo>
                    <a:pt x="4203" y="1"/>
                    <a:pt x="0" y="4204"/>
                    <a:pt x="0" y="9383"/>
                  </a:cubicBezTo>
                  <a:cubicBezTo>
                    <a:pt x="0" y="14574"/>
                    <a:pt x="4203" y="18777"/>
                    <a:pt x="9383" y="18777"/>
                  </a:cubicBezTo>
                  <a:cubicBezTo>
                    <a:pt x="14562" y="18777"/>
                    <a:pt x="18765" y="14574"/>
                    <a:pt x="18765" y="9383"/>
                  </a:cubicBezTo>
                  <a:cubicBezTo>
                    <a:pt x="18765" y="4204"/>
                    <a:pt x="14562" y="1"/>
                    <a:pt x="938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Google Shape;864;p27"/>
            <p:cNvSpPr/>
            <p:nvPr/>
          </p:nvSpPr>
          <p:spPr>
            <a:xfrm>
              <a:off x="4407988" y="2637950"/>
              <a:ext cx="135775" cy="136050"/>
            </a:xfrm>
            <a:custGeom>
              <a:avLst/>
              <a:gdLst/>
              <a:ahLst/>
              <a:cxnLst/>
              <a:rect l="l" t="t" r="r" b="b"/>
              <a:pathLst>
                <a:path w="5431" h="5442" extrusionOk="0">
                  <a:moveTo>
                    <a:pt x="2716" y="1"/>
                  </a:moveTo>
                  <a:cubicBezTo>
                    <a:pt x="1215" y="1"/>
                    <a:pt x="1" y="1215"/>
                    <a:pt x="1" y="2715"/>
                  </a:cubicBezTo>
                  <a:cubicBezTo>
                    <a:pt x="1" y="3287"/>
                    <a:pt x="168" y="3834"/>
                    <a:pt x="501" y="4299"/>
                  </a:cubicBezTo>
                  <a:cubicBezTo>
                    <a:pt x="1013" y="5013"/>
                    <a:pt x="1835" y="5442"/>
                    <a:pt x="2716" y="5442"/>
                  </a:cubicBezTo>
                  <a:cubicBezTo>
                    <a:pt x="3597" y="5442"/>
                    <a:pt x="4418" y="5013"/>
                    <a:pt x="4930" y="4299"/>
                  </a:cubicBezTo>
                  <a:cubicBezTo>
                    <a:pt x="5264" y="3834"/>
                    <a:pt x="5430" y="3287"/>
                    <a:pt x="5430" y="2715"/>
                  </a:cubicBezTo>
                  <a:cubicBezTo>
                    <a:pt x="5430" y="1215"/>
                    <a:pt x="4216" y="1"/>
                    <a:pt x="2716"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Google Shape;865;p27"/>
            <p:cNvSpPr/>
            <p:nvPr/>
          </p:nvSpPr>
          <p:spPr>
            <a:xfrm>
              <a:off x="4371388" y="2768925"/>
              <a:ext cx="208675" cy="108675"/>
            </a:xfrm>
            <a:custGeom>
              <a:avLst/>
              <a:gdLst/>
              <a:ahLst/>
              <a:cxnLst/>
              <a:rect l="l" t="t" r="r" b="b"/>
              <a:pathLst>
                <a:path w="8347" h="4347" extrusionOk="0">
                  <a:moveTo>
                    <a:pt x="1608" y="0"/>
                  </a:moveTo>
                  <a:cubicBezTo>
                    <a:pt x="596" y="739"/>
                    <a:pt x="1" y="1893"/>
                    <a:pt x="1" y="3156"/>
                  </a:cubicBezTo>
                  <a:lnTo>
                    <a:pt x="1" y="4346"/>
                  </a:lnTo>
                  <a:lnTo>
                    <a:pt x="8347" y="4346"/>
                  </a:lnTo>
                  <a:lnTo>
                    <a:pt x="8347" y="3156"/>
                  </a:lnTo>
                  <a:cubicBezTo>
                    <a:pt x="8347" y="1893"/>
                    <a:pt x="7751" y="739"/>
                    <a:pt x="6751" y="0"/>
                  </a:cubicBezTo>
                  <a:cubicBezTo>
                    <a:pt x="6478" y="310"/>
                    <a:pt x="6168" y="560"/>
                    <a:pt x="5811" y="750"/>
                  </a:cubicBezTo>
                  <a:cubicBezTo>
                    <a:pt x="5716" y="798"/>
                    <a:pt x="5632" y="846"/>
                    <a:pt x="5537" y="881"/>
                  </a:cubicBezTo>
                  <a:cubicBezTo>
                    <a:pt x="5108" y="1072"/>
                    <a:pt x="4644" y="1167"/>
                    <a:pt x="4180" y="1167"/>
                  </a:cubicBezTo>
                  <a:cubicBezTo>
                    <a:pt x="3191" y="1167"/>
                    <a:pt x="2251" y="739"/>
                    <a:pt x="1608"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Google Shape;866;p27"/>
            <p:cNvSpPr txBox="1"/>
            <p:nvPr/>
          </p:nvSpPr>
          <p:spPr>
            <a:xfrm>
              <a:off x="3393400" y="1895800"/>
              <a:ext cx="964200" cy="597300"/>
            </a:xfrm>
            <a:prstGeom prst="rect">
              <a:avLst/>
            </a:prstGeom>
            <a:noFill/>
            <a:ln>
              <a:noFill/>
            </a:ln>
          </p:spPr>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a:t>
              </a:r>
              <a:endParaRPr kumimoji="0" sz="1600" b="0"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Google Shape;867;p27"/>
            <p:cNvSpPr txBox="1"/>
            <p:nvPr/>
          </p:nvSpPr>
          <p:spPr>
            <a:xfrm>
              <a:off x="3393400" y="3002338"/>
              <a:ext cx="964200" cy="597300"/>
            </a:xfrm>
            <a:prstGeom prst="rect">
              <a:avLst/>
            </a:prstGeom>
            <a:noFill/>
            <a:ln>
              <a:noFill/>
            </a:ln>
          </p:spPr>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a:t>
              </a:r>
              <a:endParaRPr kumimoji="0" sz="1600" b="0"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4" name="Google Shape;868;p27"/>
          <p:cNvGrpSpPr/>
          <p:nvPr/>
        </p:nvGrpSpPr>
        <p:grpSpPr>
          <a:xfrm>
            <a:off x="6643979" y="1966257"/>
            <a:ext cx="2046017" cy="3262333"/>
            <a:chOff x="5035675" y="1566100"/>
            <a:chExt cx="1534513" cy="2446750"/>
          </a:xfrm>
        </p:grpSpPr>
        <p:sp>
          <p:nvSpPr>
            <p:cNvPr id="35" name="Google Shape;869;p27"/>
            <p:cNvSpPr/>
            <p:nvPr/>
          </p:nvSpPr>
          <p:spPr>
            <a:xfrm>
              <a:off x="6015338" y="1805425"/>
              <a:ext cx="352750" cy="1913925"/>
            </a:xfrm>
            <a:custGeom>
              <a:avLst/>
              <a:gdLst/>
              <a:ahLst/>
              <a:cxnLst/>
              <a:rect l="l" t="t" r="r" b="b"/>
              <a:pathLst>
                <a:path w="14110" h="76557" extrusionOk="0">
                  <a:moveTo>
                    <a:pt x="11909" y="1"/>
                  </a:moveTo>
                  <a:cubicBezTo>
                    <a:pt x="11226" y="1"/>
                    <a:pt x="10567" y="363"/>
                    <a:pt x="10216" y="1000"/>
                  </a:cubicBezTo>
                  <a:cubicBezTo>
                    <a:pt x="10014" y="1369"/>
                    <a:pt x="5228" y="10192"/>
                    <a:pt x="2787" y="23800"/>
                  </a:cubicBezTo>
                  <a:cubicBezTo>
                    <a:pt x="548" y="36385"/>
                    <a:pt x="1" y="55554"/>
                    <a:pt x="10181" y="75497"/>
                  </a:cubicBezTo>
                  <a:cubicBezTo>
                    <a:pt x="10526" y="76176"/>
                    <a:pt x="11205" y="76557"/>
                    <a:pt x="11907" y="76557"/>
                  </a:cubicBezTo>
                  <a:cubicBezTo>
                    <a:pt x="12205" y="76557"/>
                    <a:pt x="12502" y="76486"/>
                    <a:pt x="12788" y="76343"/>
                  </a:cubicBezTo>
                  <a:cubicBezTo>
                    <a:pt x="13741" y="75855"/>
                    <a:pt x="14110" y="74700"/>
                    <a:pt x="13621" y="73747"/>
                  </a:cubicBezTo>
                  <a:cubicBezTo>
                    <a:pt x="3966" y="54804"/>
                    <a:pt x="4454" y="36588"/>
                    <a:pt x="6573" y="24622"/>
                  </a:cubicBezTo>
                  <a:cubicBezTo>
                    <a:pt x="8871" y="11644"/>
                    <a:pt x="13514" y="3012"/>
                    <a:pt x="13598" y="2869"/>
                  </a:cubicBezTo>
                  <a:cubicBezTo>
                    <a:pt x="14110" y="1929"/>
                    <a:pt x="13776" y="750"/>
                    <a:pt x="12836" y="238"/>
                  </a:cubicBezTo>
                  <a:cubicBezTo>
                    <a:pt x="12540" y="77"/>
                    <a:pt x="12222" y="1"/>
                    <a:pt x="11909"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Google Shape;870;p27"/>
            <p:cNvSpPr/>
            <p:nvPr/>
          </p:nvSpPr>
          <p:spPr>
            <a:xfrm>
              <a:off x="6051363" y="1566100"/>
              <a:ext cx="518825" cy="518525"/>
            </a:xfrm>
            <a:custGeom>
              <a:avLst/>
              <a:gdLst/>
              <a:ahLst/>
              <a:cxnLst/>
              <a:rect l="l" t="t" r="r" b="b"/>
              <a:pathLst>
                <a:path w="20753" h="20741" extrusionOk="0">
                  <a:moveTo>
                    <a:pt x="10383" y="0"/>
                  </a:moveTo>
                  <a:cubicBezTo>
                    <a:pt x="4656" y="0"/>
                    <a:pt x="0" y="4644"/>
                    <a:pt x="0" y="10371"/>
                  </a:cubicBezTo>
                  <a:cubicBezTo>
                    <a:pt x="0" y="16098"/>
                    <a:pt x="4656" y="20741"/>
                    <a:pt x="10383" y="20741"/>
                  </a:cubicBezTo>
                  <a:cubicBezTo>
                    <a:pt x="16110" y="20741"/>
                    <a:pt x="20753" y="16098"/>
                    <a:pt x="20753" y="10371"/>
                  </a:cubicBezTo>
                  <a:cubicBezTo>
                    <a:pt x="20753" y="4644"/>
                    <a:pt x="16110" y="0"/>
                    <a:pt x="10383"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Google Shape;871;p27"/>
            <p:cNvSpPr/>
            <p:nvPr/>
          </p:nvSpPr>
          <p:spPr>
            <a:xfrm>
              <a:off x="6076063" y="1590500"/>
              <a:ext cx="469425" cy="469425"/>
            </a:xfrm>
            <a:custGeom>
              <a:avLst/>
              <a:gdLst/>
              <a:ahLst/>
              <a:cxnLst/>
              <a:rect l="l" t="t" r="r" b="b"/>
              <a:pathLst>
                <a:path w="18777" h="18777" extrusionOk="0">
                  <a:moveTo>
                    <a:pt x="9395" y="1"/>
                  </a:moveTo>
                  <a:cubicBezTo>
                    <a:pt x="4204" y="1"/>
                    <a:pt x="1" y="4204"/>
                    <a:pt x="1" y="9395"/>
                  </a:cubicBezTo>
                  <a:cubicBezTo>
                    <a:pt x="1" y="14574"/>
                    <a:pt x="4204" y="18777"/>
                    <a:pt x="9395" y="18777"/>
                  </a:cubicBezTo>
                  <a:cubicBezTo>
                    <a:pt x="14574" y="18777"/>
                    <a:pt x="18777" y="14574"/>
                    <a:pt x="18777" y="9395"/>
                  </a:cubicBezTo>
                  <a:cubicBezTo>
                    <a:pt x="18777" y="4204"/>
                    <a:pt x="14574" y="13"/>
                    <a:pt x="9395"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defRPr/>
              </a:pPr>
              <a:r>
                <a:rPr kumimoji="0" lang="en-GB" sz="2265"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01</a:t>
              </a:r>
              <a:endParaRPr kumimoji="0" sz="2490"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Google Shape;872;p27"/>
            <p:cNvSpPr/>
            <p:nvPr/>
          </p:nvSpPr>
          <p:spPr>
            <a:xfrm>
              <a:off x="6051363" y="3494300"/>
              <a:ext cx="518825" cy="518550"/>
            </a:xfrm>
            <a:custGeom>
              <a:avLst/>
              <a:gdLst/>
              <a:ahLst/>
              <a:cxnLst/>
              <a:rect l="l" t="t" r="r" b="b"/>
              <a:pathLst>
                <a:path w="20753" h="20742" extrusionOk="0">
                  <a:moveTo>
                    <a:pt x="10383" y="1"/>
                  </a:moveTo>
                  <a:cubicBezTo>
                    <a:pt x="4656" y="1"/>
                    <a:pt x="0" y="4644"/>
                    <a:pt x="0" y="10371"/>
                  </a:cubicBezTo>
                  <a:cubicBezTo>
                    <a:pt x="0" y="16098"/>
                    <a:pt x="4656" y="20742"/>
                    <a:pt x="10383" y="20742"/>
                  </a:cubicBezTo>
                  <a:cubicBezTo>
                    <a:pt x="16110" y="20742"/>
                    <a:pt x="20753" y="16098"/>
                    <a:pt x="20753" y="10371"/>
                  </a:cubicBezTo>
                  <a:cubicBezTo>
                    <a:pt x="20753" y="4644"/>
                    <a:pt x="16110" y="1"/>
                    <a:pt x="10383"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 name="Google Shape;873;p27"/>
            <p:cNvSpPr/>
            <p:nvPr/>
          </p:nvSpPr>
          <p:spPr>
            <a:xfrm>
              <a:off x="6076063" y="3519025"/>
              <a:ext cx="469425" cy="469125"/>
            </a:xfrm>
            <a:custGeom>
              <a:avLst/>
              <a:gdLst/>
              <a:ahLst/>
              <a:cxnLst/>
              <a:rect l="l" t="t" r="r" b="b"/>
              <a:pathLst>
                <a:path w="18777" h="18765" extrusionOk="0">
                  <a:moveTo>
                    <a:pt x="9395" y="0"/>
                  </a:moveTo>
                  <a:cubicBezTo>
                    <a:pt x="4204" y="0"/>
                    <a:pt x="1" y="4203"/>
                    <a:pt x="1" y="9382"/>
                  </a:cubicBezTo>
                  <a:cubicBezTo>
                    <a:pt x="1" y="14573"/>
                    <a:pt x="4204" y="18764"/>
                    <a:pt x="9395" y="18764"/>
                  </a:cubicBezTo>
                  <a:cubicBezTo>
                    <a:pt x="14574" y="18764"/>
                    <a:pt x="18777" y="14573"/>
                    <a:pt x="18777" y="9382"/>
                  </a:cubicBezTo>
                  <a:cubicBezTo>
                    <a:pt x="18777" y="4203"/>
                    <a:pt x="14574" y="0"/>
                    <a:pt x="9395"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defRPr/>
              </a:pPr>
              <a:r>
                <a:rPr kumimoji="0" lang="en-GB" sz="2265"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04</a:t>
              </a:r>
              <a:endParaRPr kumimoji="0" sz="2490"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 name="Google Shape;874;p27"/>
            <p:cNvSpPr/>
            <p:nvPr/>
          </p:nvSpPr>
          <p:spPr>
            <a:xfrm>
              <a:off x="5842713" y="2498350"/>
              <a:ext cx="518525" cy="518550"/>
            </a:xfrm>
            <a:custGeom>
              <a:avLst/>
              <a:gdLst/>
              <a:ahLst/>
              <a:cxnLst/>
              <a:rect l="l" t="t" r="r" b="b"/>
              <a:pathLst>
                <a:path w="20741" h="20742" extrusionOk="0">
                  <a:moveTo>
                    <a:pt x="10370" y="1"/>
                  </a:moveTo>
                  <a:cubicBezTo>
                    <a:pt x="4644" y="1"/>
                    <a:pt x="0" y="4644"/>
                    <a:pt x="0" y="10371"/>
                  </a:cubicBezTo>
                  <a:cubicBezTo>
                    <a:pt x="0" y="16098"/>
                    <a:pt x="4644" y="20741"/>
                    <a:pt x="10370" y="20741"/>
                  </a:cubicBezTo>
                  <a:cubicBezTo>
                    <a:pt x="16097" y="20741"/>
                    <a:pt x="20741" y="16098"/>
                    <a:pt x="20741" y="10371"/>
                  </a:cubicBezTo>
                  <a:cubicBezTo>
                    <a:pt x="20741" y="4644"/>
                    <a:pt x="16097" y="1"/>
                    <a:pt x="10370"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 name="Google Shape;875;p27"/>
            <p:cNvSpPr/>
            <p:nvPr/>
          </p:nvSpPr>
          <p:spPr>
            <a:xfrm>
              <a:off x="5867413" y="2523050"/>
              <a:ext cx="469125" cy="469425"/>
            </a:xfrm>
            <a:custGeom>
              <a:avLst/>
              <a:gdLst/>
              <a:ahLst/>
              <a:cxnLst/>
              <a:rect l="l" t="t" r="r" b="b"/>
              <a:pathLst>
                <a:path w="18765" h="18777" extrusionOk="0">
                  <a:moveTo>
                    <a:pt x="9382" y="1"/>
                  </a:moveTo>
                  <a:cubicBezTo>
                    <a:pt x="4203" y="1"/>
                    <a:pt x="0" y="4204"/>
                    <a:pt x="0" y="9383"/>
                  </a:cubicBezTo>
                  <a:cubicBezTo>
                    <a:pt x="0" y="14574"/>
                    <a:pt x="4203" y="18777"/>
                    <a:pt x="9382" y="18777"/>
                  </a:cubicBezTo>
                  <a:cubicBezTo>
                    <a:pt x="14562" y="18777"/>
                    <a:pt x="18765" y="14574"/>
                    <a:pt x="18765" y="9383"/>
                  </a:cubicBezTo>
                  <a:cubicBezTo>
                    <a:pt x="18765" y="4204"/>
                    <a:pt x="14562" y="1"/>
                    <a:pt x="9382"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Google Shape;876;p27"/>
            <p:cNvSpPr/>
            <p:nvPr/>
          </p:nvSpPr>
          <p:spPr>
            <a:xfrm>
              <a:off x="5983788" y="2603425"/>
              <a:ext cx="236375" cy="328650"/>
            </a:xfrm>
            <a:custGeom>
              <a:avLst/>
              <a:gdLst/>
              <a:ahLst/>
              <a:cxnLst/>
              <a:rect l="l" t="t" r="r" b="b"/>
              <a:pathLst>
                <a:path w="9455" h="13146" extrusionOk="0">
                  <a:moveTo>
                    <a:pt x="4727" y="1167"/>
                  </a:moveTo>
                  <a:lnTo>
                    <a:pt x="5775" y="3287"/>
                  </a:lnTo>
                  <a:lnTo>
                    <a:pt x="8121" y="3632"/>
                  </a:lnTo>
                  <a:lnTo>
                    <a:pt x="6418" y="5275"/>
                  </a:lnTo>
                  <a:lnTo>
                    <a:pt x="6728" y="7025"/>
                  </a:lnTo>
                  <a:lnTo>
                    <a:pt x="6823" y="7609"/>
                  </a:lnTo>
                  <a:lnTo>
                    <a:pt x="5716" y="7025"/>
                  </a:lnTo>
                  <a:lnTo>
                    <a:pt x="4727" y="6513"/>
                  </a:lnTo>
                  <a:lnTo>
                    <a:pt x="3739" y="7025"/>
                  </a:lnTo>
                  <a:lnTo>
                    <a:pt x="2632" y="7609"/>
                  </a:lnTo>
                  <a:lnTo>
                    <a:pt x="2727" y="7025"/>
                  </a:lnTo>
                  <a:lnTo>
                    <a:pt x="3037" y="5275"/>
                  </a:lnTo>
                  <a:lnTo>
                    <a:pt x="1334" y="3632"/>
                  </a:lnTo>
                  <a:lnTo>
                    <a:pt x="3680" y="3287"/>
                  </a:lnTo>
                  <a:lnTo>
                    <a:pt x="4727" y="1167"/>
                  </a:lnTo>
                  <a:close/>
                  <a:moveTo>
                    <a:pt x="4727" y="1"/>
                  </a:moveTo>
                  <a:cubicBezTo>
                    <a:pt x="2525" y="1"/>
                    <a:pt x="667" y="1513"/>
                    <a:pt x="144" y="3549"/>
                  </a:cubicBezTo>
                  <a:cubicBezTo>
                    <a:pt x="48" y="3930"/>
                    <a:pt x="1" y="4323"/>
                    <a:pt x="1" y="4727"/>
                  </a:cubicBezTo>
                  <a:cubicBezTo>
                    <a:pt x="1" y="6382"/>
                    <a:pt x="846" y="7835"/>
                    <a:pt x="2120" y="8668"/>
                  </a:cubicBezTo>
                  <a:lnTo>
                    <a:pt x="1596" y="13145"/>
                  </a:lnTo>
                  <a:lnTo>
                    <a:pt x="4727" y="11645"/>
                  </a:lnTo>
                  <a:lnTo>
                    <a:pt x="7859" y="13145"/>
                  </a:lnTo>
                  <a:lnTo>
                    <a:pt x="7335" y="8668"/>
                  </a:lnTo>
                  <a:cubicBezTo>
                    <a:pt x="8621" y="7823"/>
                    <a:pt x="9454" y="6382"/>
                    <a:pt x="9454" y="4727"/>
                  </a:cubicBezTo>
                  <a:cubicBezTo>
                    <a:pt x="9454" y="4239"/>
                    <a:pt x="9383" y="3763"/>
                    <a:pt x="9240" y="3322"/>
                  </a:cubicBezTo>
                  <a:cubicBezTo>
                    <a:pt x="8645" y="1405"/>
                    <a:pt x="6871" y="12"/>
                    <a:pt x="4751"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9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Google Shape;877;p27"/>
            <p:cNvSpPr txBox="1"/>
            <p:nvPr/>
          </p:nvSpPr>
          <p:spPr>
            <a:xfrm>
              <a:off x="5035675" y="1895800"/>
              <a:ext cx="964200" cy="597300"/>
            </a:xfrm>
            <a:prstGeom prst="rect">
              <a:avLst/>
            </a:prstGeom>
            <a:noFill/>
            <a:ln>
              <a:noFill/>
            </a:ln>
          </p:spPr>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a:t>
              </a:r>
              <a:endParaRPr kumimoji="0" sz="1600" b="0"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4" name="Google Shape;878;p27"/>
            <p:cNvSpPr txBox="1"/>
            <p:nvPr/>
          </p:nvSpPr>
          <p:spPr>
            <a:xfrm>
              <a:off x="5035675" y="3002338"/>
              <a:ext cx="964200" cy="597300"/>
            </a:xfrm>
            <a:prstGeom prst="rect">
              <a:avLst/>
            </a:prstGeom>
            <a:noFill/>
            <a:ln>
              <a:noFill/>
            </a:ln>
          </p:spPr>
          <p:txBody>
            <a:bodyPr spcFirstLastPara="1" wrap="square" lIns="121900" tIns="121900" rIns="121900" bIns="12190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a:t>
              </a:r>
              <a:endParaRPr kumimoji="0" sz="1600" b="0" i="0" u="none" strike="noStrike" kern="1200" cap="none" spc="0" normalizeH="0" baseline="0" noProof="0" dirty="0">
                <a:ln>
                  <a:noFill/>
                </a:ln>
                <a:solidFill>
                  <a:srgbClr val="434343"/>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2036469" y="1869448"/>
            <a:ext cx="1236236" cy="438483"/>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矩形 2"/>
          <p:cNvSpPr/>
          <p:nvPr/>
        </p:nvSpPr>
        <p:spPr>
          <a:xfrm>
            <a:off x="1990055" y="2309272"/>
            <a:ext cx="2492461" cy="114948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pP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r>
              <a:rPr lang="en-US"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endParaRPr lang="zh-CN" altLang="en-US" sz="1400" kern="1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28"/>
          <p:cNvSpPr txBox="1"/>
          <p:nvPr/>
        </p:nvSpPr>
        <p:spPr>
          <a:xfrm>
            <a:off x="2036469" y="1900894"/>
            <a:ext cx="1236236"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矩形: 圆角 4"/>
          <p:cNvSpPr/>
          <p:nvPr/>
        </p:nvSpPr>
        <p:spPr>
          <a:xfrm>
            <a:off x="1049315" y="3989424"/>
            <a:ext cx="1236236" cy="43848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1002901" y="4429248"/>
            <a:ext cx="2492461" cy="114948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pP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r>
              <a:rPr lang="en-US"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endParaRPr lang="zh-CN" altLang="en-US" sz="1400" kern="1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28"/>
          <p:cNvSpPr txBox="1"/>
          <p:nvPr/>
        </p:nvSpPr>
        <p:spPr>
          <a:xfrm>
            <a:off x="1049315" y="4020870"/>
            <a:ext cx="1236236"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圆角 7"/>
          <p:cNvSpPr/>
          <p:nvPr/>
        </p:nvSpPr>
        <p:spPr>
          <a:xfrm>
            <a:off x="6704885" y="1839694"/>
            <a:ext cx="1236236" cy="438483"/>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矩形 8"/>
          <p:cNvSpPr/>
          <p:nvPr/>
        </p:nvSpPr>
        <p:spPr>
          <a:xfrm>
            <a:off x="6658471" y="2279518"/>
            <a:ext cx="2492461" cy="114948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pP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r>
              <a:rPr lang="en-US"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endParaRPr lang="zh-CN" altLang="en-US" sz="1400" kern="1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28"/>
          <p:cNvSpPr txBox="1"/>
          <p:nvPr/>
        </p:nvSpPr>
        <p:spPr>
          <a:xfrm>
            <a:off x="6704885" y="1871140"/>
            <a:ext cx="1236236"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矩形: 圆角 10"/>
          <p:cNvSpPr/>
          <p:nvPr/>
        </p:nvSpPr>
        <p:spPr>
          <a:xfrm>
            <a:off x="5036596" y="3981156"/>
            <a:ext cx="1236236" cy="43848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矩形 11"/>
          <p:cNvSpPr/>
          <p:nvPr/>
        </p:nvSpPr>
        <p:spPr>
          <a:xfrm>
            <a:off x="4990182" y="4420980"/>
            <a:ext cx="2492461" cy="114948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pP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r>
              <a:rPr lang="en-US"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endParaRPr lang="zh-CN" altLang="en-US" sz="1400" kern="1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28"/>
          <p:cNvSpPr txBox="1"/>
          <p:nvPr/>
        </p:nvSpPr>
        <p:spPr>
          <a:xfrm>
            <a:off x="5036596" y="4012602"/>
            <a:ext cx="1236236"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矩形: 圆角 13"/>
          <p:cNvSpPr/>
          <p:nvPr/>
        </p:nvSpPr>
        <p:spPr>
          <a:xfrm>
            <a:off x="9023877" y="3972888"/>
            <a:ext cx="1236236" cy="43848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矩形 14"/>
          <p:cNvSpPr/>
          <p:nvPr/>
        </p:nvSpPr>
        <p:spPr>
          <a:xfrm>
            <a:off x="8977463" y="4412712"/>
            <a:ext cx="2492461" cy="114948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pP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r>
              <a:rPr lang="en-US"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a:t>
            </a:r>
            <a:r>
              <a:rPr lang="zh-CN" altLang="zh-CN" sz="14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请在此添加您的文字内容，请在此添加您的文字内容。</a:t>
            </a:r>
            <a:endParaRPr lang="zh-CN" altLang="en-US" sz="1400" kern="100" dirty="0">
              <a:solidFill>
                <a:schemeClr val="tx1">
                  <a:lumMod val="75000"/>
                  <a:lumOff val="2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28"/>
          <p:cNvSpPr txBox="1"/>
          <p:nvPr/>
        </p:nvSpPr>
        <p:spPr>
          <a:xfrm>
            <a:off x="9023877" y="4004334"/>
            <a:ext cx="1236236" cy="400110"/>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输入标题</a:t>
            </a:r>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63836" y="2224893"/>
            <a:ext cx="3955010" cy="895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文本框 2"/>
          <p:cNvSpPr txBox="1"/>
          <p:nvPr/>
        </p:nvSpPr>
        <p:spPr>
          <a:xfrm>
            <a:off x="1663836" y="3552862"/>
            <a:ext cx="3955010" cy="895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3"/>
          <p:cNvSpPr txBox="1"/>
          <p:nvPr/>
        </p:nvSpPr>
        <p:spPr>
          <a:xfrm>
            <a:off x="1663836" y="4880831"/>
            <a:ext cx="3955010" cy="895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圆角矩形 18"/>
          <p:cNvSpPr/>
          <p:nvPr/>
        </p:nvSpPr>
        <p:spPr>
          <a:xfrm>
            <a:off x="1663836" y="1592168"/>
            <a:ext cx="1433272" cy="426343"/>
          </a:xfrm>
          <a:prstGeom prst="roundRect">
            <a:avLst>
              <a:gd name="adj" fmla="val 50000"/>
            </a:avLst>
          </a:prstGeom>
          <a:solidFill>
            <a:srgbClr val="001D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文本框 5"/>
          <p:cNvSpPr txBox="1"/>
          <p:nvPr/>
        </p:nvSpPr>
        <p:spPr>
          <a:xfrm>
            <a:off x="1760042" y="1605284"/>
            <a:ext cx="14332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业绩汇报</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7" name="直接连接符 6"/>
          <p:cNvCxnSpPr/>
          <p:nvPr/>
        </p:nvCxnSpPr>
        <p:spPr>
          <a:xfrm rot="5400000">
            <a:off x="-752648" y="3477038"/>
            <a:ext cx="3057004" cy="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7461136" y="2224893"/>
            <a:ext cx="3955010" cy="895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7461136" y="3552862"/>
            <a:ext cx="3955010" cy="895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nvSpPr>
        <p:spPr>
          <a:xfrm>
            <a:off x="7461136" y="4880831"/>
            <a:ext cx="3955010" cy="8951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圆角矩形 18"/>
          <p:cNvSpPr/>
          <p:nvPr/>
        </p:nvSpPr>
        <p:spPr>
          <a:xfrm>
            <a:off x="7461136" y="1592168"/>
            <a:ext cx="1433272" cy="426343"/>
          </a:xfrm>
          <a:prstGeom prst="roundRect">
            <a:avLst>
              <a:gd name="adj" fmla="val 50000"/>
            </a:avLst>
          </a:prstGeom>
          <a:solidFill>
            <a:srgbClr val="001D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文本框 11"/>
          <p:cNvSpPr txBox="1"/>
          <p:nvPr/>
        </p:nvSpPr>
        <p:spPr>
          <a:xfrm>
            <a:off x="7557342" y="1605284"/>
            <a:ext cx="14332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业绩汇报</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3" name="直接连接符 12"/>
          <p:cNvCxnSpPr/>
          <p:nvPr/>
        </p:nvCxnSpPr>
        <p:spPr>
          <a:xfrm rot="5400000">
            <a:off x="5044652" y="3477038"/>
            <a:ext cx="3057004" cy="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custDataLst>
              <p:tags r:id="rId1"/>
            </p:custDataLst>
          </p:nvPr>
        </p:nvCxnSpPr>
        <p:spPr>
          <a:xfrm>
            <a:off x="6068234" y="1294130"/>
            <a:ext cx="0" cy="5002530"/>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圆角矩形 15"/>
          <p:cNvSpPr/>
          <p:nvPr>
            <p:custDataLst>
              <p:tags r:id="rId2"/>
            </p:custDataLst>
          </p:nvPr>
        </p:nvSpPr>
        <p:spPr>
          <a:xfrm>
            <a:off x="4056961" y="2753748"/>
            <a:ext cx="1337517" cy="39786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圆角矩形 16"/>
          <p:cNvSpPr/>
          <p:nvPr>
            <p:custDataLst>
              <p:tags r:id="rId3"/>
            </p:custDataLst>
          </p:nvPr>
        </p:nvSpPr>
        <p:spPr>
          <a:xfrm>
            <a:off x="6608942" y="4033020"/>
            <a:ext cx="1337517" cy="39786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圆角矩形 17"/>
          <p:cNvSpPr/>
          <p:nvPr>
            <p:custDataLst>
              <p:tags r:id="rId4"/>
            </p:custDataLst>
          </p:nvPr>
        </p:nvSpPr>
        <p:spPr>
          <a:xfrm>
            <a:off x="4056961" y="5196543"/>
            <a:ext cx="1337517" cy="39786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圆角矩形 18"/>
          <p:cNvSpPr/>
          <p:nvPr>
            <p:custDataLst>
              <p:tags r:id="rId5"/>
            </p:custDataLst>
          </p:nvPr>
        </p:nvSpPr>
        <p:spPr>
          <a:xfrm>
            <a:off x="6608942" y="1572392"/>
            <a:ext cx="1337517" cy="397860"/>
          </a:xfrm>
          <a:prstGeom prst="roundRect">
            <a:avLst>
              <a:gd name="adj" fmla="val 50000"/>
            </a:avLst>
          </a:prstGeom>
          <a:solidFill>
            <a:srgbClr val="001D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custDataLst>
              <p:tags r:id="rId6"/>
            </p:custDataLst>
          </p:nvPr>
        </p:nvSpPr>
        <p:spPr>
          <a:xfrm>
            <a:off x="1747558" y="1396040"/>
            <a:ext cx="3690780" cy="922020"/>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custDataLst>
              <p:tags r:id="rId7"/>
            </p:custDataLst>
          </p:nvPr>
        </p:nvSpPr>
        <p:spPr>
          <a:xfrm>
            <a:off x="6812496" y="1520743"/>
            <a:ext cx="930408" cy="7683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1</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custDataLst>
              <p:tags r:id="rId8"/>
            </p:custDataLst>
          </p:nvPr>
        </p:nvSpPr>
        <p:spPr>
          <a:xfrm>
            <a:off x="4275430" y="2706984"/>
            <a:ext cx="930408" cy="7683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2</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custDataLst>
              <p:tags r:id="rId9"/>
            </p:custDataLst>
          </p:nvPr>
        </p:nvSpPr>
        <p:spPr>
          <a:xfrm>
            <a:off x="6812496" y="3987207"/>
            <a:ext cx="930408" cy="7683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3</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文本框 10"/>
          <p:cNvSpPr txBox="1"/>
          <p:nvPr>
            <p:custDataLst>
              <p:tags r:id="rId10"/>
            </p:custDataLst>
          </p:nvPr>
        </p:nvSpPr>
        <p:spPr>
          <a:xfrm>
            <a:off x="4275430" y="5163581"/>
            <a:ext cx="930408" cy="7683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4</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椭圆 11"/>
          <p:cNvSpPr/>
          <p:nvPr>
            <p:custDataLst>
              <p:tags r:id="rId11"/>
            </p:custDataLst>
          </p:nvPr>
        </p:nvSpPr>
        <p:spPr>
          <a:xfrm>
            <a:off x="5817324" y="1525544"/>
            <a:ext cx="501822" cy="501822"/>
          </a:xfrm>
          <a:prstGeom prst="ellipse">
            <a:avLst/>
          </a:prstGeom>
          <a:solidFill>
            <a:srgbClr val="001D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椭圆 12"/>
          <p:cNvSpPr/>
          <p:nvPr>
            <p:custDataLst>
              <p:tags r:id="rId12"/>
            </p:custDataLst>
          </p:nvPr>
        </p:nvSpPr>
        <p:spPr>
          <a:xfrm>
            <a:off x="5817324" y="2706984"/>
            <a:ext cx="501822" cy="5018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custDataLst>
              <p:tags r:id="rId13"/>
            </p:custDataLst>
          </p:nvPr>
        </p:nvSpPr>
        <p:spPr>
          <a:xfrm>
            <a:off x="5817324" y="3983235"/>
            <a:ext cx="501822" cy="5018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椭圆 14"/>
          <p:cNvSpPr/>
          <p:nvPr>
            <p:custDataLst>
              <p:tags r:id="rId14"/>
            </p:custDataLst>
          </p:nvPr>
        </p:nvSpPr>
        <p:spPr>
          <a:xfrm>
            <a:off x="5817324" y="5172391"/>
            <a:ext cx="501822" cy="5018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custDataLst>
              <p:tags r:id="rId15"/>
            </p:custDataLst>
          </p:nvPr>
        </p:nvSpPr>
        <p:spPr>
          <a:xfrm>
            <a:off x="5853941" y="1596872"/>
            <a:ext cx="46520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01</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custDataLst>
              <p:tags r:id="rId16"/>
            </p:custDataLst>
          </p:nvPr>
        </p:nvSpPr>
        <p:spPr>
          <a:xfrm>
            <a:off x="5853941" y="2778229"/>
            <a:ext cx="46520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文本框 17"/>
          <p:cNvSpPr txBox="1"/>
          <p:nvPr>
            <p:custDataLst>
              <p:tags r:id="rId17"/>
            </p:custDataLst>
          </p:nvPr>
        </p:nvSpPr>
        <p:spPr>
          <a:xfrm>
            <a:off x="5851151" y="4057500"/>
            <a:ext cx="46520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03</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文本框 18"/>
          <p:cNvSpPr txBox="1"/>
          <p:nvPr>
            <p:custDataLst>
              <p:tags r:id="rId18"/>
            </p:custDataLst>
          </p:nvPr>
        </p:nvSpPr>
        <p:spPr>
          <a:xfrm>
            <a:off x="5851150" y="5259486"/>
            <a:ext cx="465204"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04</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文本框 19"/>
          <p:cNvSpPr txBox="1"/>
          <p:nvPr>
            <p:custDataLst>
              <p:tags r:id="rId19"/>
            </p:custDataLst>
          </p:nvPr>
        </p:nvSpPr>
        <p:spPr>
          <a:xfrm>
            <a:off x="6608942" y="4841798"/>
            <a:ext cx="3690780" cy="922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文本框 20"/>
          <p:cNvSpPr txBox="1"/>
          <p:nvPr>
            <p:custDataLst>
              <p:tags r:id="rId20"/>
            </p:custDataLst>
          </p:nvPr>
        </p:nvSpPr>
        <p:spPr>
          <a:xfrm>
            <a:off x="6533439" y="2664712"/>
            <a:ext cx="3690780" cy="922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文本框 21"/>
          <p:cNvSpPr txBox="1"/>
          <p:nvPr>
            <p:custDataLst>
              <p:tags r:id="rId21"/>
            </p:custDataLst>
          </p:nvPr>
        </p:nvSpPr>
        <p:spPr>
          <a:xfrm>
            <a:off x="1747558" y="3885717"/>
            <a:ext cx="3690780" cy="922020"/>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custDataLst>
              <p:tags r:id="rId1"/>
            </p:custDataLst>
          </p:nvPr>
        </p:nvCxnSpPr>
        <p:spPr>
          <a:xfrm>
            <a:off x="6070340" y="1073150"/>
            <a:ext cx="0" cy="5238750"/>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圆角矩形 15"/>
          <p:cNvSpPr/>
          <p:nvPr>
            <p:custDataLst>
              <p:tags r:id="rId2"/>
            </p:custDataLst>
          </p:nvPr>
        </p:nvSpPr>
        <p:spPr>
          <a:xfrm>
            <a:off x="3964094" y="2601692"/>
            <a:ext cx="1400674" cy="4166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圆角矩形 16"/>
          <p:cNvSpPr/>
          <p:nvPr>
            <p:custDataLst>
              <p:tags r:id="rId3"/>
            </p:custDataLst>
          </p:nvPr>
        </p:nvSpPr>
        <p:spPr>
          <a:xfrm>
            <a:off x="6636580" y="3941371"/>
            <a:ext cx="1400674" cy="4166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圆角矩形 17"/>
          <p:cNvSpPr/>
          <p:nvPr>
            <p:custDataLst>
              <p:tags r:id="rId4"/>
            </p:custDataLst>
          </p:nvPr>
        </p:nvSpPr>
        <p:spPr>
          <a:xfrm>
            <a:off x="3964094" y="5159836"/>
            <a:ext cx="1400674" cy="4166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圆角矩形 18"/>
          <p:cNvSpPr/>
          <p:nvPr>
            <p:custDataLst>
              <p:tags r:id="rId5"/>
            </p:custDataLst>
          </p:nvPr>
        </p:nvSpPr>
        <p:spPr>
          <a:xfrm>
            <a:off x="6636580" y="1364551"/>
            <a:ext cx="1400674" cy="416646"/>
          </a:xfrm>
          <a:prstGeom prst="roundRect">
            <a:avLst>
              <a:gd name="adj" fmla="val 50000"/>
            </a:avLst>
          </a:prstGeom>
          <a:solidFill>
            <a:srgbClr val="001D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custDataLst>
              <p:tags r:id="rId6"/>
            </p:custDataLst>
          </p:nvPr>
        </p:nvSpPr>
        <p:spPr>
          <a:xfrm>
            <a:off x="1545641" y="1179872"/>
            <a:ext cx="3865060" cy="922020"/>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custDataLst>
              <p:tags r:id="rId7"/>
            </p:custDataLst>
          </p:nvPr>
        </p:nvSpPr>
        <p:spPr>
          <a:xfrm>
            <a:off x="6849746" y="1310464"/>
            <a:ext cx="974342"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5</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custDataLst>
              <p:tags r:id="rId8"/>
            </p:custDataLst>
          </p:nvPr>
        </p:nvSpPr>
        <p:spPr>
          <a:xfrm>
            <a:off x="4192879" y="2552719"/>
            <a:ext cx="974342"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6</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文本框 9"/>
          <p:cNvSpPr txBox="1"/>
          <p:nvPr>
            <p:custDataLst>
              <p:tags r:id="rId9"/>
            </p:custDataLst>
          </p:nvPr>
        </p:nvSpPr>
        <p:spPr>
          <a:xfrm>
            <a:off x="6849746" y="3893394"/>
            <a:ext cx="974342"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7</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文本框 10"/>
          <p:cNvSpPr txBox="1"/>
          <p:nvPr>
            <p:custDataLst>
              <p:tags r:id="rId10"/>
            </p:custDataLst>
          </p:nvPr>
        </p:nvSpPr>
        <p:spPr>
          <a:xfrm>
            <a:off x="4192879" y="5125317"/>
            <a:ext cx="974342"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Step </a:t>
            </a: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8</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椭圆 11"/>
          <p:cNvSpPr/>
          <p:nvPr>
            <p:custDataLst>
              <p:tags r:id="rId11"/>
            </p:custDataLst>
          </p:nvPr>
        </p:nvSpPr>
        <p:spPr>
          <a:xfrm>
            <a:off x="5807581" y="1315491"/>
            <a:ext cx="525518" cy="525518"/>
          </a:xfrm>
          <a:prstGeom prst="ellipse">
            <a:avLst/>
          </a:prstGeom>
          <a:solidFill>
            <a:srgbClr val="001D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椭圆 12"/>
          <p:cNvSpPr/>
          <p:nvPr>
            <p:custDataLst>
              <p:tags r:id="rId12"/>
            </p:custDataLst>
          </p:nvPr>
        </p:nvSpPr>
        <p:spPr>
          <a:xfrm>
            <a:off x="5807581" y="2552719"/>
            <a:ext cx="525518" cy="5255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椭圆 13"/>
          <p:cNvSpPr/>
          <p:nvPr>
            <p:custDataLst>
              <p:tags r:id="rId13"/>
            </p:custDataLst>
          </p:nvPr>
        </p:nvSpPr>
        <p:spPr>
          <a:xfrm>
            <a:off x="5807581" y="3889235"/>
            <a:ext cx="525518" cy="5255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椭圆 14"/>
          <p:cNvSpPr/>
          <p:nvPr>
            <p:custDataLst>
              <p:tags r:id="rId14"/>
            </p:custDataLst>
          </p:nvPr>
        </p:nvSpPr>
        <p:spPr>
          <a:xfrm>
            <a:off x="5807581" y="5134543"/>
            <a:ext cx="525518" cy="5255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custDataLst>
              <p:tags r:id="rId15"/>
            </p:custDataLst>
          </p:nvPr>
        </p:nvSpPr>
        <p:spPr>
          <a:xfrm>
            <a:off x="5845928" y="1390188"/>
            <a:ext cx="487171"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05</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文本框 16"/>
          <p:cNvSpPr txBox="1"/>
          <p:nvPr>
            <p:custDataLst>
              <p:tags r:id="rId16"/>
            </p:custDataLst>
          </p:nvPr>
        </p:nvSpPr>
        <p:spPr>
          <a:xfrm>
            <a:off x="5845928" y="2627328"/>
            <a:ext cx="487171"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06</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文本框 17"/>
          <p:cNvSpPr txBox="1"/>
          <p:nvPr>
            <p:custDataLst>
              <p:tags r:id="rId17"/>
            </p:custDataLst>
          </p:nvPr>
        </p:nvSpPr>
        <p:spPr>
          <a:xfrm>
            <a:off x="5843006" y="3967007"/>
            <a:ext cx="487171"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07</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文本框 18"/>
          <p:cNvSpPr txBox="1"/>
          <p:nvPr>
            <p:custDataLst>
              <p:tags r:id="rId18"/>
            </p:custDataLst>
          </p:nvPr>
        </p:nvSpPr>
        <p:spPr>
          <a:xfrm>
            <a:off x="5843005" y="5225751"/>
            <a:ext cx="487171"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08</a:t>
            </a:r>
            <a:endParaRPr kumimoji="0" lang="en-US" altLang="zh-CN" sz="2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文本框 19"/>
          <p:cNvSpPr txBox="1"/>
          <p:nvPr>
            <p:custDataLst>
              <p:tags r:id="rId19"/>
            </p:custDataLst>
          </p:nvPr>
        </p:nvSpPr>
        <p:spPr>
          <a:xfrm>
            <a:off x="6636580" y="4788339"/>
            <a:ext cx="3865060" cy="922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文本框 20"/>
          <p:cNvSpPr txBox="1"/>
          <p:nvPr>
            <p:custDataLst>
              <p:tags r:id="rId20"/>
            </p:custDataLst>
          </p:nvPr>
        </p:nvSpPr>
        <p:spPr>
          <a:xfrm>
            <a:off x="6557511" y="2508451"/>
            <a:ext cx="3865060" cy="92202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文本框 21"/>
          <p:cNvSpPr txBox="1"/>
          <p:nvPr>
            <p:custDataLst>
              <p:tags r:id="rId21"/>
            </p:custDataLst>
          </p:nvPr>
        </p:nvSpPr>
        <p:spPr>
          <a:xfrm>
            <a:off x="1545641" y="3787112"/>
            <a:ext cx="3865060" cy="922020"/>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aoding-4"/>
          <p:cNvSpPr/>
          <p:nvPr/>
        </p:nvSpPr>
        <p:spPr>
          <a:xfrm>
            <a:off x="689986" y="1915570"/>
            <a:ext cx="1053475" cy="1053475"/>
          </a:xfrm>
          <a:custGeom>
            <a:avLst/>
            <a:gdLst>
              <a:gd name="connsiteX0" fmla="*/ 919977 w 919977"/>
              <a:gd name="connsiteY0" fmla="*/ 459989 h 919977"/>
              <a:gd name="connsiteX1" fmla="*/ 459989 w 919977"/>
              <a:gd name="connsiteY1" fmla="*/ 919977 h 919977"/>
              <a:gd name="connsiteX2" fmla="*/ 0 w 919977"/>
              <a:gd name="connsiteY2" fmla="*/ 459989 h 919977"/>
              <a:gd name="connsiteX3" fmla="*/ 459989 w 919977"/>
              <a:gd name="connsiteY3" fmla="*/ 0 h 919977"/>
              <a:gd name="connsiteX4" fmla="*/ 919977 w 919977"/>
              <a:gd name="connsiteY4" fmla="*/ 459989 h 91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77" h="919977">
                <a:moveTo>
                  <a:pt x="919977" y="459989"/>
                </a:moveTo>
                <a:cubicBezTo>
                  <a:pt x="919977" y="714033"/>
                  <a:pt x="714033" y="919977"/>
                  <a:pt x="459989" y="919977"/>
                </a:cubicBezTo>
                <a:cubicBezTo>
                  <a:pt x="205944" y="919977"/>
                  <a:pt x="0" y="714033"/>
                  <a:pt x="0" y="459989"/>
                </a:cubicBezTo>
                <a:cubicBezTo>
                  <a:pt x="0" y="205944"/>
                  <a:pt x="205944" y="0"/>
                  <a:pt x="459989" y="0"/>
                </a:cubicBezTo>
                <a:cubicBezTo>
                  <a:pt x="714033" y="0"/>
                  <a:pt x="919977" y="205944"/>
                  <a:pt x="919977" y="459989"/>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01</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gaoding-22"/>
          <p:cNvSpPr/>
          <p:nvPr/>
        </p:nvSpPr>
        <p:spPr>
          <a:xfrm>
            <a:off x="2078678" y="1793942"/>
            <a:ext cx="1725623" cy="392113"/>
          </a:xfrm>
          <a:prstGeom prst="roundRect">
            <a:avLst>
              <a:gd name="adj" fmla="val 50000"/>
            </a:avLst>
          </a:prstGeom>
          <a:solidFill>
            <a:schemeClr val="accent1"/>
          </a:solidFill>
          <a:ln>
            <a:noFill/>
          </a:ln>
          <a:effectLst>
            <a:outerShdw blurRad="254000" dist="127000" dir="5400000" sx="90000" sy="9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4" name="gaoding-23"/>
          <p:cNvSpPr txBox="1"/>
          <p:nvPr/>
        </p:nvSpPr>
        <p:spPr>
          <a:xfrm>
            <a:off x="2078677" y="2226945"/>
            <a:ext cx="4017323"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5" name="gaoding-4"/>
          <p:cNvSpPr/>
          <p:nvPr/>
        </p:nvSpPr>
        <p:spPr>
          <a:xfrm>
            <a:off x="6431216" y="1915570"/>
            <a:ext cx="1053475" cy="1053475"/>
          </a:xfrm>
          <a:custGeom>
            <a:avLst/>
            <a:gdLst>
              <a:gd name="connsiteX0" fmla="*/ 919977 w 919977"/>
              <a:gd name="connsiteY0" fmla="*/ 459989 h 919977"/>
              <a:gd name="connsiteX1" fmla="*/ 459989 w 919977"/>
              <a:gd name="connsiteY1" fmla="*/ 919977 h 919977"/>
              <a:gd name="connsiteX2" fmla="*/ 0 w 919977"/>
              <a:gd name="connsiteY2" fmla="*/ 459989 h 919977"/>
              <a:gd name="connsiteX3" fmla="*/ 459989 w 919977"/>
              <a:gd name="connsiteY3" fmla="*/ 0 h 919977"/>
              <a:gd name="connsiteX4" fmla="*/ 919977 w 919977"/>
              <a:gd name="connsiteY4" fmla="*/ 459989 h 91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77" h="919977">
                <a:moveTo>
                  <a:pt x="919977" y="459989"/>
                </a:moveTo>
                <a:cubicBezTo>
                  <a:pt x="919977" y="714033"/>
                  <a:pt x="714033" y="919977"/>
                  <a:pt x="459989" y="919977"/>
                </a:cubicBezTo>
                <a:cubicBezTo>
                  <a:pt x="205944" y="919977"/>
                  <a:pt x="0" y="714033"/>
                  <a:pt x="0" y="459989"/>
                </a:cubicBezTo>
                <a:cubicBezTo>
                  <a:pt x="0" y="205944"/>
                  <a:pt x="205944" y="0"/>
                  <a:pt x="459989" y="0"/>
                </a:cubicBezTo>
                <a:cubicBezTo>
                  <a:pt x="714033" y="0"/>
                  <a:pt x="919977" y="205944"/>
                  <a:pt x="919977" y="459989"/>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gaoding-22"/>
          <p:cNvSpPr/>
          <p:nvPr/>
        </p:nvSpPr>
        <p:spPr>
          <a:xfrm>
            <a:off x="7819908" y="1793942"/>
            <a:ext cx="1725623" cy="392113"/>
          </a:xfrm>
          <a:prstGeom prst="roundRect">
            <a:avLst>
              <a:gd name="adj" fmla="val 50000"/>
            </a:avLst>
          </a:prstGeom>
          <a:solidFill>
            <a:schemeClr val="accent1"/>
          </a:solidFill>
          <a:ln>
            <a:noFill/>
          </a:ln>
          <a:effectLst>
            <a:outerShdw blurRad="254000" dist="127000" dir="5400000" sx="90000" sy="9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7" name="gaoding-23"/>
          <p:cNvSpPr txBox="1"/>
          <p:nvPr/>
        </p:nvSpPr>
        <p:spPr>
          <a:xfrm>
            <a:off x="7819907" y="2226945"/>
            <a:ext cx="4017323"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8" name="gaoding-4"/>
          <p:cNvSpPr/>
          <p:nvPr/>
        </p:nvSpPr>
        <p:spPr>
          <a:xfrm>
            <a:off x="689986" y="4156542"/>
            <a:ext cx="1053475" cy="1053475"/>
          </a:xfrm>
          <a:custGeom>
            <a:avLst/>
            <a:gdLst>
              <a:gd name="connsiteX0" fmla="*/ 919977 w 919977"/>
              <a:gd name="connsiteY0" fmla="*/ 459989 h 919977"/>
              <a:gd name="connsiteX1" fmla="*/ 459989 w 919977"/>
              <a:gd name="connsiteY1" fmla="*/ 919977 h 919977"/>
              <a:gd name="connsiteX2" fmla="*/ 0 w 919977"/>
              <a:gd name="connsiteY2" fmla="*/ 459989 h 919977"/>
              <a:gd name="connsiteX3" fmla="*/ 459989 w 919977"/>
              <a:gd name="connsiteY3" fmla="*/ 0 h 919977"/>
              <a:gd name="connsiteX4" fmla="*/ 919977 w 919977"/>
              <a:gd name="connsiteY4" fmla="*/ 459989 h 91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77" h="919977">
                <a:moveTo>
                  <a:pt x="919977" y="459989"/>
                </a:moveTo>
                <a:cubicBezTo>
                  <a:pt x="919977" y="714033"/>
                  <a:pt x="714033" y="919977"/>
                  <a:pt x="459989" y="919977"/>
                </a:cubicBezTo>
                <a:cubicBezTo>
                  <a:pt x="205944" y="919977"/>
                  <a:pt x="0" y="714033"/>
                  <a:pt x="0" y="459989"/>
                </a:cubicBezTo>
                <a:cubicBezTo>
                  <a:pt x="0" y="205944"/>
                  <a:pt x="205944" y="0"/>
                  <a:pt x="459989" y="0"/>
                </a:cubicBezTo>
                <a:cubicBezTo>
                  <a:pt x="714033" y="0"/>
                  <a:pt x="919977" y="205944"/>
                  <a:pt x="919977" y="459989"/>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03</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gaoding-22"/>
          <p:cNvSpPr/>
          <p:nvPr/>
        </p:nvSpPr>
        <p:spPr>
          <a:xfrm>
            <a:off x="2078678" y="4034914"/>
            <a:ext cx="1725623" cy="392113"/>
          </a:xfrm>
          <a:prstGeom prst="roundRect">
            <a:avLst>
              <a:gd name="adj" fmla="val 50000"/>
            </a:avLst>
          </a:prstGeom>
          <a:solidFill>
            <a:schemeClr val="accent1"/>
          </a:solidFill>
          <a:ln>
            <a:noFill/>
          </a:ln>
          <a:effectLst>
            <a:outerShdw blurRad="254000" dist="127000" dir="5400000" sx="90000" sy="9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10" name="gaoding-23"/>
          <p:cNvSpPr txBox="1"/>
          <p:nvPr/>
        </p:nvSpPr>
        <p:spPr>
          <a:xfrm>
            <a:off x="2078677" y="4467917"/>
            <a:ext cx="4017323"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11" name="gaoding-4"/>
          <p:cNvSpPr/>
          <p:nvPr/>
        </p:nvSpPr>
        <p:spPr>
          <a:xfrm>
            <a:off x="6431216" y="4156542"/>
            <a:ext cx="1053475" cy="1053475"/>
          </a:xfrm>
          <a:custGeom>
            <a:avLst/>
            <a:gdLst>
              <a:gd name="connsiteX0" fmla="*/ 919977 w 919977"/>
              <a:gd name="connsiteY0" fmla="*/ 459989 h 919977"/>
              <a:gd name="connsiteX1" fmla="*/ 459989 w 919977"/>
              <a:gd name="connsiteY1" fmla="*/ 919977 h 919977"/>
              <a:gd name="connsiteX2" fmla="*/ 0 w 919977"/>
              <a:gd name="connsiteY2" fmla="*/ 459989 h 919977"/>
              <a:gd name="connsiteX3" fmla="*/ 459989 w 919977"/>
              <a:gd name="connsiteY3" fmla="*/ 0 h 919977"/>
              <a:gd name="connsiteX4" fmla="*/ 919977 w 919977"/>
              <a:gd name="connsiteY4" fmla="*/ 459989 h 91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77" h="919977">
                <a:moveTo>
                  <a:pt x="919977" y="459989"/>
                </a:moveTo>
                <a:cubicBezTo>
                  <a:pt x="919977" y="714033"/>
                  <a:pt x="714033" y="919977"/>
                  <a:pt x="459989" y="919977"/>
                </a:cubicBezTo>
                <a:cubicBezTo>
                  <a:pt x="205944" y="919977"/>
                  <a:pt x="0" y="714033"/>
                  <a:pt x="0" y="459989"/>
                </a:cubicBezTo>
                <a:cubicBezTo>
                  <a:pt x="0" y="205944"/>
                  <a:pt x="205944" y="0"/>
                  <a:pt x="459989" y="0"/>
                </a:cubicBezTo>
                <a:cubicBezTo>
                  <a:pt x="714033" y="0"/>
                  <a:pt x="919977" y="205944"/>
                  <a:pt x="919977" y="459989"/>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04</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gaoding-22"/>
          <p:cNvSpPr/>
          <p:nvPr/>
        </p:nvSpPr>
        <p:spPr>
          <a:xfrm>
            <a:off x="7819908" y="4034914"/>
            <a:ext cx="1725623" cy="392113"/>
          </a:xfrm>
          <a:prstGeom prst="roundRect">
            <a:avLst>
              <a:gd name="adj" fmla="val 50000"/>
            </a:avLst>
          </a:prstGeom>
          <a:solidFill>
            <a:schemeClr val="accent1"/>
          </a:solidFill>
          <a:ln>
            <a:noFill/>
          </a:ln>
          <a:effectLst>
            <a:outerShdw blurRad="254000" dist="127000" dir="5400000" sx="90000" sy="9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13" name="gaoding-23"/>
          <p:cNvSpPr txBox="1"/>
          <p:nvPr/>
        </p:nvSpPr>
        <p:spPr>
          <a:xfrm>
            <a:off x="7819907" y="4467917"/>
            <a:ext cx="4017323"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961570" y="2044005"/>
            <a:ext cx="4616650" cy="1384995"/>
            <a:chOff x="2008240" y="1971973"/>
            <a:chExt cx="4616650" cy="1384995"/>
          </a:xfrm>
        </p:grpSpPr>
        <p:sp>
          <p:nvSpPr>
            <p:cNvPr id="3" name="文本框 2"/>
            <p:cNvSpPr txBox="1"/>
            <p:nvPr/>
          </p:nvSpPr>
          <p:spPr>
            <a:xfrm>
              <a:off x="2008241" y="1971973"/>
              <a:ext cx="4616649" cy="1107996"/>
            </a:xfrm>
            <a:prstGeom prst="rect">
              <a:avLst/>
            </a:prstGeom>
            <a:noFill/>
          </p:spPr>
          <p:txBody>
            <a:bodyPr wrap="none" lIns="0" tIns="0" rIns="0" bIns="0" rtlCol="0" anchor="t">
              <a:spAutoFit/>
            </a:bodyPr>
            <a:lstStyle/>
            <a:p>
              <a:pPr algn="ctr"/>
              <a:r>
                <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过渡页标题</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3"/>
            <p:cNvSpPr txBox="1"/>
            <p:nvPr/>
          </p:nvSpPr>
          <p:spPr>
            <a:xfrm>
              <a:off x="2008240" y="3079969"/>
              <a:ext cx="4616649" cy="276999"/>
            </a:xfrm>
            <a:prstGeom prst="rect">
              <a:avLst/>
            </a:prstGeom>
            <a:noFill/>
          </p:spPr>
          <p:txBody>
            <a:bodyPr wrap="square" lIns="0" tIns="0" rIns="0" bIns="0" rtlCol="0" anchor="t">
              <a:spAutoFit/>
            </a:bodyPr>
            <a:lstStyle/>
            <a:p>
              <a:pPr algn="dist"/>
              <a:r>
                <a:rPr kumimoji="1"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Transition Page Title</a:t>
              </a:r>
              <a:endParaRPr kumimoji="1"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 name="文本框 4"/>
          <p:cNvSpPr txBox="1"/>
          <p:nvPr/>
        </p:nvSpPr>
        <p:spPr>
          <a:xfrm>
            <a:off x="2101092"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04</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1049482"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1525802" y="2498559"/>
            <a:ext cx="1657249"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FOUR</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4"/>
          <p:cNvGraphicFramePr>
            <a:graphicFrameLocks noGrp="1"/>
          </p:cNvGraphicFramePr>
          <p:nvPr/>
        </p:nvGraphicFramePr>
        <p:xfrm>
          <a:off x="1015340" y="1701210"/>
          <a:ext cx="3050363" cy="4062982"/>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3050363"/>
              </a:tblGrid>
              <a:tr h="4062982">
                <a:tc>
                  <a:txBody>
                    <a:bodyPr/>
                    <a:lstStyle/>
                    <a:p>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r>
            </a:tbl>
          </a:graphicData>
        </a:graphic>
      </p:graphicFrame>
      <p:graphicFrame>
        <p:nvGraphicFramePr>
          <p:cNvPr id="3" name="表格 4"/>
          <p:cNvGraphicFramePr>
            <a:graphicFrameLocks noGrp="1"/>
          </p:cNvGraphicFramePr>
          <p:nvPr/>
        </p:nvGraphicFramePr>
        <p:xfrm>
          <a:off x="4584459" y="1701210"/>
          <a:ext cx="3050363" cy="4062982"/>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3050363"/>
              </a:tblGrid>
              <a:tr h="4062982">
                <a:tc>
                  <a:txBody>
                    <a:bodyPr/>
                    <a:lstStyle/>
                    <a:p>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r>
            </a:tbl>
          </a:graphicData>
        </a:graphic>
      </p:graphicFrame>
      <p:graphicFrame>
        <p:nvGraphicFramePr>
          <p:cNvPr id="4" name="表格 4"/>
          <p:cNvGraphicFramePr>
            <a:graphicFrameLocks noGrp="1"/>
          </p:cNvGraphicFramePr>
          <p:nvPr/>
        </p:nvGraphicFramePr>
        <p:xfrm>
          <a:off x="8145547" y="1701210"/>
          <a:ext cx="3050363" cy="4062982"/>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3050363"/>
              </a:tblGrid>
              <a:tr h="4062982">
                <a:tc>
                  <a:txBody>
                    <a:bodyPr/>
                    <a:lstStyle/>
                    <a:p>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txBody>
                  <a:tcP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solidFill>
                      <a:schemeClr val="bg1"/>
                    </a:solidFill>
                  </a:tcPr>
                </a:tc>
              </a:tr>
            </a:tbl>
          </a:graphicData>
        </a:graphic>
      </p:graphicFrame>
      <p:sp>
        <p:nvSpPr>
          <p:cNvPr id="5" name="文本框 4"/>
          <p:cNvSpPr txBox="1"/>
          <p:nvPr/>
        </p:nvSpPr>
        <p:spPr>
          <a:xfrm>
            <a:off x="1184461" y="2145171"/>
            <a:ext cx="203523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6" name="直接连接符 5"/>
          <p:cNvCxnSpPr/>
          <p:nvPr/>
        </p:nvCxnSpPr>
        <p:spPr>
          <a:xfrm>
            <a:off x="1262557" y="2765229"/>
            <a:ext cx="2615344" cy="0"/>
          </a:xfrm>
          <a:prstGeom prst="line">
            <a:avLst/>
          </a:prstGeom>
          <a:ln w="28575">
            <a:solidFill>
              <a:schemeClr val="accent1"/>
            </a:solidFill>
            <a:prstDash val="dashDot"/>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710232" y="2145171"/>
            <a:ext cx="203523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8" name="直接连接符 7"/>
          <p:cNvCxnSpPr/>
          <p:nvPr/>
        </p:nvCxnSpPr>
        <p:spPr>
          <a:xfrm>
            <a:off x="4788328" y="2765229"/>
            <a:ext cx="2615344" cy="0"/>
          </a:xfrm>
          <a:prstGeom prst="line">
            <a:avLst/>
          </a:prstGeom>
          <a:ln w="28575">
            <a:solidFill>
              <a:schemeClr val="accent1"/>
            </a:solidFill>
            <a:prstDash val="dashDot"/>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8236003" y="2145171"/>
            <a:ext cx="203523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0" name="直接连接符 9"/>
          <p:cNvCxnSpPr/>
          <p:nvPr/>
        </p:nvCxnSpPr>
        <p:spPr>
          <a:xfrm>
            <a:off x="8314099" y="2765229"/>
            <a:ext cx="2615344" cy="0"/>
          </a:xfrm>
          <a:prstGeom prst="line">
            <a:avLst/>
          </a:prstGeom>
          <a:ln w="28575">
            <a:solidFill>
              <a:schemeClr val="accent1"/>
            </a:solidFill>
            <a:prstDash val="dashDot"/>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090275" y="3185233"/>
            <a:ext cx="2959907" cy="82824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文本框 11"/>
          <p:cNvSpPr txBox="1"/>
          <p:nvPr/>
        </p:nvSpPr>
        <p:spPr>
          <a:xfrm>
            <a:off x="1113827" y="4360779"/>
            <a:ext cx="2959907" cy="82824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4651363" y="3185233"/>
            <a:ext cx="2959907" cy="82824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文本框 13"/>
          <p:cNvSpPr txBox="1"/>
          <p:nvPr/>
        </p:nvSpPr>
        <p:spPr>
          <a:xfrm>
            <a:off x="4674915" y="4360779"/>
            <a:ext cx="2959907" cy="82824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文本框 14"/>
          <p:cNvSpPr txBox="1"/>
          <p:nvPr/>
        </p:nvSpPr>
        <p:spPr>
          <a:xfrm>
            <a:off x="8212451" y="3185233"/>
            <a:ext cx="2959907" cy="82824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nvSpPr>
        <p:spPr>
          <a:xfrm>
            <a:off x="8236003" y="4360779"/>
            <a:ext cx="2959907" cy="82824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8172844" y="3824931"/>
            <a:ext cx="1398880" cy="1398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椭圆 2"/>
          <p:cNvSpPr/>
          <p:nvPr/>
        </p:nvSpPr>
        <p:spPr>
          <a:xfrm>
            <a:off x="8077270" y="3727579"/>
            <a:ext cx="1588264" cy="1588264"/>
          </a:xfrm>
          <a:prstGeom prst="ellipse">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椭圆 3"/>
          <p:cNvSpPr/>
          <p:nvPr/>
        </p:nvSpPr>
        <p:spPr>
          <a:xfrm>
            <a:off x="5395994" y="3824931"/>
            <a:ext cx="1398880" cy="1398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任意多边形: 形状 4"/>
          <p:cNvSpPr/>
          <p:nvPr/>
        </p:nvSpPr>
        <p:spPr>
          <a:xfrm>
            <a:off x="5473788" y="3824931"/>
            <a:ext cx="1243293" cy="385129"/>
          </a:xfrm>
          <a:custGeom>
            <a:avLst/>
            <a:gdLst>
              <a:gd name="connsiteX0" fmla="*/ 621646 w 1243293"/>
              <a:gd name="connsiteY0" fmla="*/ 0 h 385129"/>
              <a:gd name="connsiteX1" fmla="*/ 1201633 w 1243293"/>
              <a:gd name="connsiteY1" fmla="*/ 308377 h 385129"/>
              <a:gd name="connsiteX2" fmla="*/ 1243293 w 1243293"/>
              <a:gd name="connsiteY2" fmla="*/ 385129 h 385129"/>
              <a:gd name="connsiteX3" fmla="*/ 0 w 1243293"/>
              <a:gd name="connsiteY3" fmla="*/ 385129 h 385129"/>
              <a:gd name="connsiteX4" fmla="*/ 41660 w 1243293"/>
              <a:gd name="connsiteY4" fmla="*/ 308377 h 385129"/>
              <a:gd name="connsiteX5" fmla="*/ 621646 w 1243293"/>
              <a:gd name="connsiteY5" fmla="*/ 0 h 3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3293" h="385129">
                <a:moveTo>
                  <a:pt x="621646" y="0"/>
                </a:moveTo>
                <a:cubicBezTo>
                  <a:pt x="863078" y="0"/>
                  <a:pt x="1075938" y="122324"/>
                  <a:pt x="1201633" y="308377"/>
                </a:cubicBezTo>
                <a:lnTo>
                  <a:pt x="1243293" y="385129"/>
                </a:lnTo>
                <a:lnTo>
                  <a:pt x="0" y="385129"/>
                </a:lnTo>
                <a:lnTo>
                  <a:pt x="41660" y="308377"/>
                </a:lnTo>
                <a:cubicBezTo>
                  <a:pt x="167354" y="122324"/>
                  <a:pt x="380215" y="0"/>
                  <a:pt x="62164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椭圆 5"/>
          <p:cNvSpPr/>
          <p:nvPr/>
        </p:nvSpPr>
        <p:spPr>
          <a:xfrm>
            <a:off x="5300420" y="3727579"/>
            <a:ext cx="1588264" cy="1588264"/>
          </a:xfrm>
          <a:prstGeom prst="ellipse">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椭圆 6"/>
          <p:cNvSpPr/>
          <p:nvPr/>
        </p:nvSpPr>
        <p:spPr>
          <a:xfrm>
            <a:off x="2645417" y="3824931"/>
            <a:ext cx="1398880" cy="13988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任意多边形: 形状 7"/>
          <p:cNvSpPr/>
          <p:nvPr/>
        </p:nvSpPr>
        <p:spPr>
          <a:xfrm>
            <a:off x="2698067" y="3957180"/>
            <a:ext cx="1243293" cy="385129"/>
          </a:xfrm>
          <a:custGeom>
            <a:avLst/>
            <a:gdLst>
              <a:gd name="connsiteX0" fmla="*/ 621646 w 1243293"/>
              <a:gd name="connsiteY0" fmla="*/ 0 h 385129"/>
              <a:gd name="connsiteX1" fmla="*/ 1201633 w 1243293"/>
              <a:gd name="connsiteY1" fmla="*/ 308377 h 385129"/>
              <a:gd name="connsiteX2" fmla="*/ 1243293 w 1243293"/>
              <a:gd name="connsiteY2" fmla="*/ 385129 h 385129"/>
              <a:gd name="connsiteX3" fmla="*/ 0 w 1243293"/>
              <a:gd name="connsiteY3" fmla="*/ 385129 h 385129"/>
              <a:gd name="connsiteX4" fmla="*/ 41660 w 1243293"/>
              <a:gd name="connsiteY4" fmla="*/ 308377 h 385129"/>
              <a:gd name="connsiteX5" fmla="*/ 621646 w 1243293"/>
              <a:gd name="connsiteY5" fmla="*/ 0 h 3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3293" h="385129">
                <a:moveTo>
                  <a:pt x="621646" y="0"/>
                </a:moveTo>
                <a:cubicBezTo>
                  <a:pt x="863078" y="0"/>
                  <a:pt x="1075938" y="122324"/>
                  <a:pt x="1201633" y="308377"/>
                </a:cubicBezTo>
                <a:lnTo>
                  <a:pt x="1243293" y="385129"/>
                </a:lnTo>
                <a:lnTo>
                  <a:pt x="0" y="385129"/>
                </a:lnTo>
                <a:lnTo>
                  <a:pt x="41660" y="308377"/>
                </a:lnTo>
                <a:cubicBezTo>
                  <a:pt x="167354" y="122324"/>
                  <a:pt x="380215" y="0"/>
                  <a:pt x="62164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矩形: 圆角 8"/>
          <p:cNvSpPr/>
          <p:nvPr/>
        </p:nvSpPr>
        <p:spPr>
          <a:xfrm>
            <a:off x="4954236" y="1635030"/>
            <a:ext cx="2230803" cy="48469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10" name="image 109"/>
          <p:cNvPicPr>
            <a:picLocks noChangeAspect="1"/>
          </p:cNvPicPr>
          <p:nvPr/>
        </p:nvPicPr>
        <p:blipFill>
          <a:blip r:embed="rId1"/>
          <a:srcRect/>
          <a:stretch>
            <a:fillRect/>
          </a:stretch>
        </p:blipFill>
        <p:spPr>
          <a:xfrm>
            <a:off x="6080661" y="2407646"/>
            <a:ext cx="30677" cy="539918"/>
          </a:xfrm>
          <a:prstGeom prst="rect">
            <a:avLst/>
          </a:prstGeom>
        </p:spPr>
      </p:pic>
      <p:pic>
        <p:nvPicPr>
          <p:cNvPr id="11" name="image 1010"/>
          <p:cNvPicPr>
            <a:picLocks noChangeAspect="1"/>
          </p:cNvPicPr>
          <p:nvPr/>
        </p:nvPicPr>
        <p:blipFill>
          <a:blip r:embed="rId1"/>
          <a:srcRect/>
          <a:stretch>
            <a:fillRect/>
          </a:stretch>
        </p:blipFill>
        <p:spPr>
          <a:xfrm>
            <a:off x="6080661" y="2959835"/>
            <a:ext cx="30677" cy="539918"/>
          </a:xfrm>
          <a:prstGeom prst="rect">
            <a:avLst/>
          </a:prstGeom>
        </p:spPr>
      </p:pic>
      <p:pic>
        <p:nvPicPr>
          <p:cNvPr id="12" name="image 1011"/>
          <p:cNvPicPr>
            <a:picLocks noChangeAspect="1"/>
          </p:cNvPicPr>
          <p:nvPr/>
        </p:nvPicPr>
        <p:blipFill>
          <a:blip r:embed="rId2"/>
          <a:srcRect/>
          <a:stretch>
            <a:fillRect/>
          </a:stretch>
        </p:blipFill>
        <p:spPr>
          <a:xfrm>
            <a:off x="3319714" y="2978242"/>
            <a:ext cx="30677" cy="447887"/>
          </a:xfrm>
          <a:prstGeom prst="rect">
            <a:avLst/>
          </a:prstGeom>
        </p:spPr>
      </p:pic>
      <p:pic>
        <p:nvPicPr>
          <p:cNvPr id="13" name="image 1012"/>
          <p:cNvPicPr>
            <a:picLocks noChangeAspect="1"/>
          </p:cNvPicPr>
          <p:nvPr/>
        </p:nvPicPr>
        <p:blipFill>
          <a:blip r:embed="rId2"/>
          <a:srcRect/>
          <a:stretch>
            <a:fillRect/>
          </a:stretch>
        </p:blipFill>
        <p:spPr>
          <a:xfrm>
            <a:off x="8835471" y="2978242"/>
            <a:ext cx="30677" cy="447887"/>
          </a:xfrm>
          <a:prstGeom prst="rect">
            <a:avLst/>
          </a:prstGeom>
        </p:spPr>
      </p:pic>
      <p:pic>
        <p:nvPicPr>
          <p:cNvPr id="14" name="image 1013"/>
          <p:cNvPicPr>
            <a:picLocks noChangeAspect="1"/>
          </p:cNvPicPr>
          <p:nvPr/>
        </p:nvPicPr>
        <p:blipFill>
          <a:blip r:embed="rId3"/>
          <a:srcRect/>
          <a:stretch>
            <a:fillRect/>
          </a:stretch>
        </p:blipFill>
        <p:spPr>
          <a:xfrm>
            <a:off x="3325850" y="2978242"/>
            <a:ext cx="5540299" cy="30677"/>
          </a:xfrm>
          <a:prstGeom prst="rect">
            <a:avLst/>
          </a:prstGeom>
        </p:spPr>
      </p:pic>
      <p:sp>
        <p:nvSpPr>
          <p:cNvPr id="15" name="Object 1022"/>
          <p:cNvSpPr txBox="1"/>
          <p:nvPr/>
        </p:nvSpPr>
        <p:spPr>
          <a:xfrm>
            <a:off x="5448711" y="1655128"/>
            <a:ext cx="1227087" cy="361950"/>
          </a:xfrm>
          <a:prstGeom prst="rect">
            <a:avLst/>
          </a:prstGeom>
        </p:spPr>
        <p:txBody>
          <a:bodyPr vert="horz" rtlCol="0" anchor="t" anchorCtr="0">
            <a:noAutofit/>
          </a:bodyPr>
          <a:lstStyle/>
          <a:p>
            <a:pPr marL="0" marR="0" lvl="0" indent="0" algn="ctr" defTabSz="914400" rtl="0" eaLnBrk="1" fontAlgn="auto" latinLnBrk="0" hangingPunct="1">
              <a:lnSpc>
                <a:spcPct val="123000"/>
              </a:lnSpc>
              <a:spcBef>
                <a:spcPts val="0"/>
              </a:spcBef>
              <a:spcAft>
                <a:spcPts val="0"/>
              </a:spcAft>
              <a:buClrTx/>
              <a:buSzTx/>
              <a:buFontTx/>
              <a:buNone/>
              <a:defRPr/>
            </a:pPr>
            <a:r>
              <a:rPr kumimoji="0" lang="zh-CN" altLang="en-US" sz="191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Object 1031"/>
          <p:cNvSpPr txBox="1"/>
          <p:nvPr/>
        </p:nvSpPr>
        <p:spPr>
          <a:xfrm>
            <a:off x="3089411" y="4006856"/>
            <a:ext cx="746679" cy="323850"/>
          </a:xfrm>
          <a:prstGeom prst="rect">
            <a:avLst/>
          </a:prstGeom>
        </p:spPr>
        <p:txBody>
          <a:bodyPr vert="horz" rtlCol="0" anchor="t" anchorCtr="0">
            <a:noAutofit/>
          </a:bodyPr>
          <a:lstStyle/>
          <a:p>
            <a:pPr marL="0" marR="0" lvl="0" indent="0" algn="l" defTabSz="914400" rtl="0" eaLnBrk="1" fontAlgn="auto" latinLnBrk="0" hangingPunct="1">
              <a:lnSpc>
                <a:spcPct val="88000"/>
              </a:lnSpc>
              <a:spcBef>
                <a:spcPts val="0"/>
              </a:spcBef>
              <a:spcAft>
                <a:spcPts val="0"/>
              </a:spcAft>
              <a:buClrTx/>
              <a:buSzTx/>
              <a:buFontTx/>
              <a:buNone/>
              <a:defRPr/>
            </a:pPr>
            <a:r>
              <a:rPr kumimoji="0" lang="en-US" altLang="zh-CN" sz="240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01</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Object 1032"/>
          <p:cNvSpPr txBox="1"/>
          <p:nvPr/>
        </p:nvSpPr>
        <p:spPr>
          <a:xfrm>
            <a:off x="2730712" y="4380920"/>
            <a:ext cx="1227087" cy="361950"/>
          </a:xfrm>
          <a:prstGeom prst="rect">
            <a:avLst/>
          </a:prstGeom>
        </p:spPr>
        <p:txBody>
          <a:bodyPr vert="horz" rtlCol="0" anchor="t" anchorCtr="0">
            <a:noAutofit/>
          </a:bodyPr>
          <a:lstStyle/>
          <a:p>
            <a:pPr marL="0" marR="0" lvl="0" indent="0" algn="ctr" defTabSz="914400" rtl="0" eaLnBrk="1" fontAlgn="auto" latinLnBrk="0" hangingPunct="1">
              <a:lnSpc>
                <a:spcPct val="123000"/>
              </a:lnSpc>
              <a:spcBef>
                <a:spcPts val="0"/>
              </a:spcBef>
              <a:spcAft>
                <a:spcPts val="0"/>
              </a:spcAft>
              <a:buClrTx/>
              <a:buSzTx/>
              <a:buFontTx/>
              <a:buNone/>
              <a:defRPr/>
            </a:pPr>
            <a:r>
              <a:rPr kumimoji="0" lang="zh-CN" altLang="en-US" sz="191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Object 1033"/>
          <p:cNvSpPr txBox="1"/>
          <p:nvPr/>
        </p:nvSpPr>
        <p:spPr>
          <a:xfrm>
            <a:off x="2507070" y="5472360"/>
            <a:ext cx="1674974" cy="533400"/>
          </a:xfrm>
          <a:prstGeom prst="rect">
            <a:avLst/>
          </a:prstGeom>
        </p:spPr>
        <p:txBody>
          <a:bodyPr vert="horz" rtlCol="0" anchor="t" anchorCtr="0">
            <a:no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420" b="0" i="0" u="none" strike="noStrike" kern="1200" cap="none" spc="0" normalizeH="0" baseline="0" noProof="0" dirty="0">
                <a:ln>
                  <a:noFill/>
                </a:ln>
                <a:solidFill>
                  <a:srgbClr val="999999"/>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单击此处编辑文本单击此处编辑文本</a:t>
            </a:r>
            <a:endParaRPr kumimoji="0" lang="zh-CN" altLang="en-US" sz="9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Object 1042"/>
          <p:cNvSpPr txBox="1"/>
          <p:nvPr/>
        </p:nvSpPr>
        <p:spPr>
          <a:xfrm>
            <a:off x="5815960" y="3974299"/>
            <a:ext cx="863252" cy="323850"/>
          </a:xfrm>
          <a:prstGeom prst="rect">
            <a:avLst/>
          </a:prstGeom>
        </p:spPr>
        <p:txBody>
          <a:bodyPr vert="horz" rtlCol="0" anchor="t" anchorCtr="0">
            <a:noAutofit/>
          </a:bodyPr>
          <a:lstStyle/>
          <a:p>
            <a:pPr marL="0" marR="0" lvl="0" indent="0" algn="l" defTabSz="914400" rtl="0" eaLnBrk="1" fontAlgn="auto" latinLnBrk="0" hangingPunct="1">
              <a:lnSpc>
                <a:spcPct val="88000"/>
              </a:lnSpc>
              <a:spcBef>
                <a:spcPts val="0"/>
              </a:spcBef>
              <a:spcAft>
                <a:spcPts val="0"/>
              </a:spcAft>
              <a:buClrTx/>
              <a:buSzTx/>
              <a:buFontTx/>
              <a:buNone/>
              <a:defRPr/>
            </a:pPr>
            <a:r>
              <a:rPr kumimoji="0" lang="en-US" altLang="zh-CN" sz="240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Object 1043"/>
          <p:cNvSpPr txBox="1"/>
          <p:nvPr/>
        </p:nvSpPr>
        <p:spPr>
          <a:xfrm>
            <a:off x="5473253" y="4380920"/>
            <a:ext cx="1227087" cy="361950"/>
          </a:xfrm>
          <a:prstGeom prst="rect">
            <a:avLst/>
          </a:prstGeom>
        </p:spPr>
        <p:txBody>
          <a:bodyPr vert="horz" rtlCol="0" anchor="t" anchorCtr="0">
            <a:noAutofit/>
          </a:bodyPr>
          <a:lstStyle/>
          <a:p>
            <a:pPr marL="0" marR="0" lvl="0" indent="0" algn="ctr" defTabSz="914400" rtl="0" eaLnBrk="1" fontAlgn="auto" latinLnBrk="0" hangingPunct="1">
              <a:lnSpc>
                <a:spcPct val="123000"/>
              </a:lnSpc>
              <a:spcBef>
                <a:spcPts val="0"/>
              </a:spcBef>
              <a:spcAft>
                <a:spcPts val="0"/>
              </a:spcAft>
              <a:buClrTx/>
              <a:buSzTx/>
              <a:buFontTx/>
              <a:buNone/>
              <a:defRPr/>
            </a:pPr>
            <a:r>
              <a:rPr kumimoji="0" lang="zh-CN" altLang="en-US" sz="191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Object 1044"/>
          <p:cNvSpPr txBox="1"/>
          <p:nvPr/>
        </p:nvSpPr>
        <p:spPr>
          <a:xfrm>
            <a:off x="5243475" y="5466225"/>
            <a:ext cx="1674974" cy="533400"/>
          </a:xfrm>
          <a:prstGeom prst="rect">
            <a:avLst/>
          </a:prstGeom>
        </p:spPr>
        <p:txBody>
          <a:bodyPr vert="horz" rtlCol="0" anchor="t" anchorCtr="0">
            <a:no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420" b="0" i="0" u="none" strike="noStrike" kern="1200" cap="none" spc="0" normalizeH="0" baseline="0" noProof="0" dirty="0">
                <a:ln>
                  <a:noFill/>
                </a:ln>
                <a:solidFill>
                  <a:srgbClr val="999999"/>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单击此处编辑文本单击此处编辑文本</a:t>
            </a:r>
            <a:endParaRPr kumimoji="0" lang="zh-CN" altLang="en-US" sz="9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Object 1053"/>
          <p:cNvSpPr txBox="1"/>
          <p:nvPr/>
        </p:nvSpPr>
        <p:spPr>
          <a:xfrm>
            <a:off x="8610565" y="3983948"/>
            <a:ext cx="850981" cy="323850"/>
          </a:xfrm>
          <a:prstGeom prst="rect">
            <a:avLst/>
          </a:prstGeom>
        </p:spPr>
        <p:txBody>
          <a:bodyPr vert="horz" rtlCol="0" anchor="t" anchorCtr="0">
            <a:noAutofit/>
          </a:bodyPr>
          <a:lstStyle/>
          <a:p>
            <a:pPr marL="0" marR="0" lvl="0" indent="0" algn="l" defTabSz="914400" rtl="0" eaLnBrk="1" fontAlgn="auto" latinLnBrk="0" hangingPunct="1">
              <a:lnSpc>
                <a:spcPct val="88000"/>
              </a:lnSpc>
              <a:spcBef>
                <a:spcPts val="0"/>
              </a:spcBef>
              <a:spcAft>
                <a:spcPts val="0"/>
              </a:spcAft>
              <a:buClrTx/>
              <a:buSzTx/>
              <a:buFontTx/>
              <a:buNone/>
              <a:defRPr/>
            </a:pPr>
            <a:r>
              <a:rPr kumimoji="0" lang="en-US" altLang="zh-CN" sz="240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03</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Object 1054"/>
          <p:cNvSpPr txBox="1"/>
          <p:nvPr/>
        </p:nvSpPr>
        <p:spPr>
          <a:xfrm>
            <a:off x="8246470" y="4380920"/>
            <a:ext cx="1227087" cy="361950"/>
          </a:xfrm>
          <a:prstGeom prst="rect">
            <a:avLst/>
          </a:prstGeom>
        </p:spPr>
        <p:txBody>
          <a:bodyPr vert="horz" rtlCol="0" anchor="t" anchorCtr="0">
            <a:noAutofit/>
          </a:bodyPr>
          <a:lstStyle/>
          <a:p>
            <a:pPr marL="0" marR="0" lvl="0" indent="0" algn="ctr" defTabSz="914400" rtl="0" eaLnBrk="1" fontAlgn="auto" latinLnBrk="0" hangingPunct="1">
              <a:lnSpc>
                <a:spcPct val="123000"/>
              </a:lnSpc>
              <a:spcBef>
                <a:spcPts val="0"/>
              </a:spcBef>
              <a:spcAft>
                <a:spcPts val="0"/>
              </a:spcAft>
              <a:buClrTx/>
              <a:buSzTx/>
              <a:buFontTx/>
              <a:buNone/>
              <a:defRPr/>
            </a:pPr>
            <a:r>
              <a:rPr kumimoji="0" lang="zh-CN" altLang="en-US" sz="1915"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kumimoji="0" lang="zh-CN" altLang="en-US" sz="9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Object 1055"/>
          <p:cNvSpPr txBox="1"/>
          <p:nvPr/>
        </p:nvSpPr>
        <p:spPr>
          <a:xfrm>
            <a:off x="8053505" y="5472360"/>
            <a:ext cx="1674974" cy="533400"/>
          </a:xfrm>
          <a:prstGeom prst="rect">
            <a:avLst/>
          </a:prstGeom>
        </p:spPr>
        <p:txBody>
          <a:bodyPr vert="horz" rtlCol="0" anchor="t" anchorCtr="0">
            <a:noAutofit/>
          </a:bodyPr>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420" b="0" i="0" u="none" strike="noStrike" kern="1200" cap="none" spc="0" normalizeH="0" baseline="0" noProof="0" dirty="0">
                <a:ln>
                  <a:noFill/>
                </a:ln>
                <a:solidFill>
                  <a:srgbClr val="999999"/>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单击此处编辑文本单击此处编辑文本</a:t>
            </a:r>
            <a:endParaRPr kumimoji="0" lang="zh-CN" altLang="en-US" sz="9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椭圆 24"/>
          <p:cNvSpPr/>
          <p:nvPr/>
        </p:nvSpPr>
        <p:spPr>
          <a:xfrm>
            <a:off x="2549843" y="3727579"/>
            <a:ext cx="1588264" cy="1588264"/>
          </a:xfrm>
          <a:prstGeom prst="ellipse">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椭圆 25"/>
          <p:cNvSpPr/>
          <p:nvPr/>
        </p:nvSpPr>
        <p:spPr>
          <a:xfrm>
            <a:off x="3264494" y="3415604"/>
            <a:ext cx="141115" cy="1411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7" name="椭圆 26"/>
          <p:cNvSpPr/>
          <p:nvPr/>
        </p:nvSpPr>
        <p:spPr>
          <a:xfrm>
            <a:off x="6033158" y="3459873"/>
            <a:ext cx="141115" cy="1411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椭圆 27"/>
          <p:cNvSpPr/>
          <p:nvPr/>
        </p:nvSpPr>
        <p:spPr>
          <a:xfrm>
            <a:off x="8789455" y="3433440"/>
            <a:ext cx="141115" cy="1411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椭圆 28"/>
          <p:cNvSpPr/>
          <p:nvPr/>
        </p:nvSpPr>
        <p:spPr>
          <a:xfrm>
            <a:off x="6010893" y="2918038"/>
            <a:ext cx="185643" cy="18564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椭圆 29"/>
          <p:cNvSpPr/>
          <p:nvPr/>
        </p:nvSpPr>
        <p:spPr>
          <a:xfrm>
            <a:off x="6033158" y="2356186"/>
            <a:ext cx="141115" cy="1411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42340" y="1516863"/>
            <a:ext cx="2465647" cy="401209"/>
          </a:xfrm>
          <a:prstGeom prst="rect">
            <a:avLst/>
          </a:prstGeom>
        </p:spPr>
      </p:pic>
      <p:sp>
        <p:nvSpPr>
          <p:cNvPr id="32" name="椭圆 31"/>
          <p:cNvSpPr/>
          <p:nvPr/>
        </p:nvSpPr>
        <p:spPr>
          <a:xfrm>
            <a:off x="4794302" y="1837079"/>
            <a:ext cx="110844" cy="11084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椭圆 32"/>
          <p:cNvSpPr/>
          <p:nvPr/>
        </p:nvSpPr>
        <p:spPr>
          <a:xfrm>
            <a:off x="7240547" y="1824339"/>
            <a:ext cx="88711" cy="9127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961570" y="2044005"/>
            <a:ext cx="4616650" cy="1384995"/>
            <a:chOff x="2008240" y="1971973"/>
            <a:chExt cx="4616650" cy="1384995"/>
          </a:xfrm>
        </p:grpSpPr>
        <p:sp>
          <p:nvSpPr>
            <p:cNvPr id="3" name="文本框 2"/>
            <p:cNvSpPr txBox="1"/>
            <p:nvPr/>
          </p:nvSpPr>
          <p:spPr>
            <a:xfrm>
              <a:off x="2008241" y="1971973"/>
              <a:ext cx="4616649" cy="1107996"/>
            </a:xfrm>
            <a:prstGeom prst="rect">
              <a:avLst/>
            </a:prstGeom>
            <a:noFill/>
          </p:spPr>
          <p:txBody>
            <a:bodyPr wrap="none" lIns="0" tIns="0" rIns="0" bIns="0" rtlCol="0" anchor="t">
              <a:spAutoFit/>
            </a:bodyPr>
            <a:lstStyle/>
            <a:p>
              <a:pPr algn="ctr"/>
              <a:r>
                <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过渡页标题</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3"/>
            <p:cNvSpPr txBox="1"/>
            <p:nvPr/>
          </p:nvSpPr>
          <p:spPr>
            <a:xfrm>
              <a:off x="2008240" y="3079969"/>
              <a:ext cx="4616649" cy="276999"/>
            </a:xfrm>
            <a:prstGeom prst="rect">
              <a:avLst/>
            </a:prstGeom>
            <a:noFill/>
          </p:spPr>
          <p:txBody>
            <a:bodyPr wrap="square" lIns="0" tIns="0" rIns="0" bIns="0" rtlCol="0" anchor="t">
              <a:spAutoFit/>
            </a:bodyPr>
            <a:lstStyle/>
            <a:p>
              <a:pPr algn="dist"/>
              <a:r>
                <a:rPr kumimoji="1"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Transition Page Title</a:t>
              </a:r>
              <a:endParaRPr kumimoji="1"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 name="文本框 4"/>
          <p:cNvSpPr txBox="1"/>
          <p:nvPr/>
        </p:nvSpPr>
        <p:spPr>
          <a:xfrm>
            <a:off x="2101092"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05</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1049482"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1525802" y="2498559"/>
            <a:ext cx="1530804"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FIVE </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8"/>
          <p:cNvSpPr/>
          <p:nvPr/>
        </p:nvSpPr>
        <p:spPr>
          <a:xfrm>
            <a:off x="1311796" y="4151883"/>
            <a:ext cx="1639684" cy="42634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圆角矩形 18"/>
          <p:cNvSpPr/>
          <p:nvPr/>
        </p:nvSpPr>
        <p:spPr>
          <a:xfrm>
            <a:off x="1311796" y="1833970"/>
            <a:ext cx="1639684" cy="42634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 name="组合 3"/>
          <p:cNvGrpSpPr/>
          <p:nvPr/>
        </p:nvGrpSpPr>
        <p:grpSpPr>
          <a:xfrm>
            <a:off x="1311797" y="1860203"/>
            <a:ext cx="3162790" cy="1297992"/>
            <a:chOff x="6614153" y="742003"/>
            <a:chExt cx="2168776" cy="1297992"/>
          </a:xfrm>
        </p:grpSpPr>
        <p:sp>
          <p:nvSpPr>
            <p:cNvPr id="5" name="文本框 4"/>
            <p:cNvSpPr txBox="1"/>
            <p:nvPr/>
          </p:nvSpPr>
          <p:spPr>
            <a:xfrm>
              <a:off x="6633312" y="742003"/>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6614153" y="1246380"/>
              <a:ext cx="2168776" cy="79361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nvGrpSpPr>
        <p:grpSpPr>
          <a:xfrm>
            <a:off x="1311796" y="4174946"/>
            <a:ext cx="3162791" cy="1258975"/>
            <a:chOff x="6614153" y="781020"/>
            <a:chExt cx="2168776" cy="1258975"/>
          </a:xfrm>
        </p:grpSpPr>
        <p:sp>
          <p:nvSpPr>
            <p:cNvPr id="8" name="文本框 7"/>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矩形 8"/>
            <p:cNvSpPr/>
            <p:nvPr/>
          </p:nvSpPr>
          <p:spPr>
            <a:xfrm>
              <a:off x="6614153" y="1246380"/>
              <a:ext cx="2168776" cy="79361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10" name="直接连接符 9"/>
          <p:cNvCxnSpPr/>
          <p:nvPr/>
        </p:nvCxnSpPr>
        <p:spPr>
          <a:xfrm>
            <a:off x="1364689" y="3561080"/>
            <a:ext cx="3057004" cy="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sp>
        <p:nvSpPr>
          <p:cNvPr id="11" name="圆角矩形 18"/>
          <p:cNvSpPr/>
          <p:nvPr/>
        </p:nvSpPr>
        <p:spPr>
          <a:xfrm>
            <a:off x="7127241" y="4151883"/>
            <a:ext cx="1639684" cy="42634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圆角矩形 18"/>
          <p:cNvSpPr/>
          <p:nvPr/>
        </p:nvSpPr>
        <p:spPr>
          <a:xfrm>
            <a:off x="7127241" y="1833970"/>
            <a:ext cx="1639684" cy="42634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3" name="组合 12"/>
          <p:cNvGrpSpPr/>
          <p:nvPr/>
        </p:nvGrpSpPr>
        <p:grpSpPr>
          <a:xfrm>
            <a:off x="7127242" y="1860203"/>
            <a:ext cx="3162790" cy="1297992"/>
            <a:chOff x="6614153" y="742003"/>
            <a:chExt cx="2168776" cy="1297992"/>
          </a:xfrm>
        </p:grpSpPr>
        <p:sp>
          <p:nvSpPr>
            <p:cNvPr id="14" name="文本框 13"/>
            <p:cNvSpPr txBox="1"/>
            <p:nvPr/>
          </p:nvSpPr>
          <p:spPr>
            <a:xfrm>
              <a:off x="6633312" y="742003"/>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矩形 14"/>
            <p:cNvSpPr/>
            <p:nvPr/>
          </p:nvSpPr>
          <p:spPr>
            <a:xfrm>
              <a:off x="6614153" y="1246380"/>
              <a:ext cx="2168776" cy="79361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6" name="组合 15"/>
          <p:cNvGrpSpPr/>
          <p:nvPr/>
        </p:nvGrpSpPr>
        <p:grpSpPr>
          <a:xfrm>
            <a:off x="7127241" y="4174946"/>
            <a:ext cx="3162791" cy="1258975"/>
            <a:chOff x="6614153" y="781020"/>
            <a:chExt cx="2168776" cy="1258975"/>
          </a:xfrm>
        </p:grpSpPr>
        <p:sp>
          <p:nvSpPr>
            <p:cNvPr id="17" name="文本框 16"/>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矩形 17"/>
            <p:cNvSpPr/>
            <p:nvPr/>
          </p:nvSpPr>
          <p:spPr>
            <a:xfrm>
              <a:off x="6614153" y="1246380"/>
              <a:ext cx="2168776" cy="793615"/>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19" name="直接连接符 18"/>
          <p:cNvCxnSpPr/>
          <p:nvPr/>
        </p:nvCxnSpPr>
        <p:spPr>
          <a:xfrm>
            <a:off x="7180134" y="3561080"/>
            <a:ext cx="3057004" cy="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060069" y="2137981"/>
            <a:ext cx="1430592"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矩形 2"/>
          <p:cNvSpPr/>
          <p:nvPr/>
        </p:nvSpPr>
        <p:spPr>
          <a:xfrm>
            <a:off x="8060069" y="2599646"/>
            <a:ext cx="2863373" cy="695190"/>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这里输入相关内容输入相关内容这里输入相关内容输入相关内容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椭圆 3"/>
          <p:cNvSpPr/>
          <p:nvPr/>
        </p:nvSpPr>
        <p:spPr>
          <a:xfrm>
            <a:off x="6261773" y="2003816"/>
            <a:ext cx="1425186" cy="1425184"/>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W</a:t>
            </a:r>
            <a:endParaRPr kumimoji="0" lang="zh-CN" altLang="en-US"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5" name="直接连接符 4"/>
          <p:cNvCxnSpPr/>
          <p:nvPr/>
        </p:nvCxnSpPr>
        <p:spPr>
          <a:xfrm>
            <a:off x="6974366" y="3429000"/>
            <a:ext cx="4528626"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8060069" y="3932634"/>
            <a:ext cx="1430592"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矩形 6"/>
          <p:cNvSpPr/>
          <p:nvPr/>
        </p:nvSpPr>
        <p:spPr>
          <a:xfrm>
            <a:off x="8060069" y="4394299"/>
            <a:ext cx="2863373" cy="695190"/>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这里输入相关内容输入相关内容这里输入相关内容输入相关内容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椭圆 7"/>
          <p:cNvSpPr/>
          <p:nvPr/>
        </p:nvSpPr>
        <p:spPr>
          <a:xfrm>
            <a:off x="6261773" y="3798469"/>
            <a:ext cx="1425186" cy="1425184"/>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T</a:t>
            </a:r>
            <a:endParaRPr kumimoji="0" lang="zh-CN" altLang="en-US"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9" name="直接连接符 8"/>
          <p:cNvCxnSpPr/>
          <p:nvPr/>
        </p:nvCxnSpPr>
        <p:spPr>
          <a:xfrm>
            <a:off x="6974366" y="5223653"/>
            <a:ext cx="4528626"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flipH="1">
            <a:off x="4463477" y="3798469"/>
            <a:ext cx="1425186" cy="1425184"/>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O</a:t>
            </a:r>
            <a:endParaRPr kumimoji="0" lang="zh-CN" altLang="en-US"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1" name="直接连接符 10"/>
          <p:cNvCxnSpPr/>
          <p:nvPr/>
        </p:nvCxnSpPr>
        <p:spPr>
          <a:xfrm flipH="1">
            <a:off x="647444" y="5223653"/>
            <a:ext cx="4528626"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flipH="1">
            <a:off x="4463477" y="2003816"/>
            <a:ext cx="1425186" cy="1425184"/>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S</a:t>
            </a:r>
            <a:endParaRPr kumimoji="0" lang="zh-CN" altLang="en-US" sz="66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3" name="直接连接符 12"/>
          <p:cNvCxnSpPr/>
          <p:nvPr/>
        </p:nvCxnSpPr>
        <p:spPr>
          <a:xfrm flipH="1">
            <a:off x="647444" y="3429000"/>
            <a:ext cx="4528626" cy="0"/>
          </a:xfrm>
          <a:prstGeom prst="line">
            <a:avLst/>
          </a:prstGeom>
          <a:ln w="12700" cap="rnd">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659775" y="2137981"/>
            <a:ext cx="1430592" cy="307777"/>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矩形 14"/>
          <p:cNvSpPr/>
          <p:nvPr/>
        </p:nvSpPr>
        <p:spPr>
          <a:xfrm>
            <a:off x="1226994" y="2599646"/>
            <a:ext cx="2863374" cy="695190"/>
          </a:xfrm>
          <a:prstGeom prst="rect">
            <a:avLst/>
          </a:prstGeom>
        </p:spPr>
        <p:txBody>
          <a:bodyPr wrap="square" lIns="0" tIns="0" rIns="0" bIns="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这里输入相关内容输入相关内容这里输入相关内容输入相关内容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nvSpPr>
        <p:spPr>
          <a:xfrm>
            <a:off x="2659775" y="3932633"/>
            <a:ext cx="1430592" cy="307777"/>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矩形 16"/>
          <p:cNvSpPr/>
          <p:nvPr/>
        </p:nvSpPr>
        <p:spPr>
          <a:xfrm>
            <a:off x="1226994" y="4394298"/>
            <a:ext cx="2863373" cy="695190"/>
          </a:xfrm>
          <a:prstGeom prst="rect">
            <a:avLst/>
          </a:prstGeom>
        </p:spPr>
        <p:txBody>
          <a:bodyPr wrap="square" lIns="0" tIns="0" rIns="0" bIns="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这里输入相关内容输入相关内容这里输入相关内容输入相关内容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8" name="直接连接符 17"/>
          <p:cNvCxnSpPr/>
          <p:nvPr/>
        </p:nvCxnSpPr>
        <p:spPr>
          <a:xfrm>
            <a:off x="3655868" y="2572045"/>
            <a:ext cx="399574" cy="0"/>
          </a:xfrm>
          <a:prstGeom prst="line">
            <a:avLst/>
          </a:prstGeom>
          <a:ln w="381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655868" y="4355909"/>
            <a:ext cx="399574" cy="0"/>
          </a:xfrm>
          <a:prstGeom prst="line">
            <a:avLst/>
          </a:prstGeom>
          <a:ln w="381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88644" y="4355909"/>
            <a:ext cx="399574" cy="0"/>
          </a:xfrm>
          <a:prstGeom prst="line">
            <a:avLst/>
          </a:prstGeom>
          <a:ln w="38100"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8088644" y="2559345"/>
            <a:ext cx="399574" cy="0"/>
          </a:xfrm>
          <a:prstGeom prst="line">
            <a:avLst/>
          </a:prstGeom>
          <a:ln w="38100" cap="rnd">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1"/>
          <p:cNvCxnSpPr/>
          <p:nvPr/>
        </p:nvCxnSpPr>
        <p:spPr>
          <a:xfrm>
            <a:off x="844008" y="3533172"/>
            <a:ext cx="10834492" cy="0"/>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83890" y="2071892"/>
            <a:ext cx="728747" cy="1587890"/>
            <a:chOff x="698695" y="1967720"/>
            <a:chExt cx="728747" cy="1587890"/>
          </a:xfrm>
        </p:grpSpPr>
        <p:grpSp>
          <p:nvGrpSpPr>
            <p:cNvPr id="4" name="组合 3"/>
            <p:cNvGrpSpPr/>
            <p:nvPr/>
          </p:nvGrpSpPr>
          <p:grpSpPr>
            <a:xfrm flipV="1">
              <a:off x="698695" y="1967720"/>
              <a:ext cx="728747" cy="1587890"/>
              <a:chOff x="8935757" y="3429000"/>
              <a:chExt cx="728747" cy="1587890"/>
            </a:xfrm>
          </p:grpSpPr>
          <p:sp>
            <p:nvSpPr>
              <p:cNvPr id="6" name="椭圆 5"/>
              <p:cNvSpPr/>
              <p:nvPr/>
            </p:nvSpPr>
            <p:spPr>
              <a:xfrm>
                <a:off x="8935757" y="4288143"/>
                <a:ext cx="728747" cy="7287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7" name="直接连接符 6"/>
              <p:cNvCxnSpPr/>
              <p:nvPr/>
            </p:nvCxnSpPr>
            <p:spPr>
              <a:xfrm>
                <a:off x="9300130" y="3429000"/>
                <a:ext cx="1" cy="859143"/>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椭圆 4"/>
            <p:cNvSpPr/>
            <p:nvPr/>
          </p:nvSpPr>
          <p:spPr>
            <a:xfrm>
              <a:off x="941737" y="3309423"/>
              <a:ext cx="242663" cy="242663"/>
            </a:xfrm>
            <a:prstGeom prst="ellipse">
              <a:avLst/>
            </a:prstGeom>
            <a:solidFill>
              <a:srgbClr val="040523"/>
            </a:solidFill>
            <a:ln w="22225">
              <a:solidFill>
                <a:srgbClr val="0405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8" name="组合 7"/>
          <p:cNvGrpSpPr/>
          <p:nvPr/>
        </p:nvGrpSpPr>
        <p:grpSpPr>
          <a:xfrm>
            <a:off x="3577678" y="3413595"/>
            <a:ext cx="728747" cy="1834077"/>
            <a:chOff x="3476891" y="3309423"/>
            <a:chExt cx="728747" cy="1834077"/>
          </a:xfrm>
        </p:grpSpPr>
        <p:grpSp>
          <p:nvGrpSpPr>
            <p:cNvPr id="9" name="组合 8"/>
            <p:cNvGrpSpPr/>
            <p:nvPr/>
          </p:nvGrpSpPr>
          <p:grpSpPr>
            <a:xfrm>
              <a:off x="3476891" y="3555610"/>
              <a:ext cx="728747" cy="1587890"/>
              <a:chOff x="8921689" y="3429000"/>
              <a:chExt cx="728747" cy="1587890"/>
            </a:xfrm>
          </p:grpSpPr>
          <p:sp>
            <p:nvSpPr>
              <p:cNvPr id="11" name="椭圆 10"/>
              <p:cNvSpPr/>
              <p:nvPr/>
            </p:nvSpPr>
            <p:spPr>
              <a:xfrm>
                <a:off x="8921689" y="4288143"/>
                <a:ext cx="728747" cy="7287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2" name="直接连接符 11"/>
              <p:cNvCxnSpPr/>
              <p:nvPr/>
            </p:nvCxnSpPr>
            <p:spPr>
              <a:xfrm>
                <a:off x="9300130" y="3429000"/>
                <a:ext cx="1" cy="859143"/>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 name="椭圆 9"/>
            <p:cNvSpPr/>
            <p:nvPr/>
          </p:nvSpPr>
          <p:spPr>
            <a:xfrm>
              <a:off x="3734001" y="3309423"/>
              <a:ext cx="242663" cy="242663"/>
            </a:xfrm>
            <a:prstGeom prst="ellipse">
              <a:avLst/>
            </a:prstGeom>
            <a:solidFill>
              <a:srgbClr val="040523"/>
            </a:solidFill>
            <a:ln w="22225">
              <a:solidFill>
                <a:srgbClr val="0405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3" name="组合 12"/>
          <p:cNvGrpSpPr/>
          <p:nvPr/>
        </p:nvGrpSpPr>
        <p:grpSpPr>
          <a:xfrm>
            <a:off x="6370417" y="2071892"/>
            <a:ext cx="728747" cy="1587890"/>
            <a:chOff x="6213358" y="1967720"/>
            <a:chExt cx="728747" cy="1587890"/>
          </a:xfrm>
        </p:grpSpPr>
        <p:grpSp>
          <p:nvGrpSpPr>
            <p:cNvPr id="14" name="组合 13"/>
            <p:cNvGrpSpPr/>
            <p:nvPr/>
          </p:nvGrpSpPr>
          <p:grpSpPr>
            <a:xfrm flipV="1">
              <a:off x="6213358" y="1967720"/>
              <a:ext cx="728747" cy="1587890"/>
              <a:chOff x="8935757" y="3429000"/>
              <a:chExt cx="728747" cy="1587890"/>
            </a:xfrm>
          </p:grpSpPr>
          <p:sp>
            <p:nvSpPr>
              <p:cNvPr id="16" name="椭圆 15"/>
              <p:cNvSpPr/>
              <p:nvPr/>
            </p:nvSpPr>
            <p:spPr>
              <a:xfrm>
                <a:off x="8935757" y="4288143"/>
                <a:ext cx="728747" cy="7287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7" name="直接连接符 16"/>
              <p:cNvCxnSpPr/>
              <p:nvPr/>
            </p:nvCxnSpPr>
            <p:spPr>
              <a:xfrm>
                <a:off x="9300130" y="3429000"/>
                <a:ext cx="1" cy="859143"/>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椭圆 14"/>
            <p:cNvSpPr/>
            <p:nvPr/>
          </p:nvSpPr>
          <p:spPr>
            <a:xfrm>
              <a:off x="6456400" y="3309423"/>
              <a:ext cx="242663" cy="242663"/>
            </a:xfrm>
            <a:prstGeom prst="ellipse">
              <a:avLst/>
            </a:prstGeom>
            <a:solidFill>
              <a:srgbClr val="040523"/>
            </a:solidFill>
            <a:ln w="22225">
              <a:solidFill>
                <a:srgbClr val="0405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8" name="组合 17"/>
          <p:cNvGrpSpPr/>
          <p:nvPr/>
        </p:nvGrpSpPr>
        <p:grpSpPr>
          <a:xfrm>
            <a:off x="9634792" y="3433340"/>
            <a:ext cx="728747" cy="1707467"/>
            <a:chOff x="8935757" y="3309423"/>
            <a:chExt cx="728747" cy="1707467"/>
          </a:xfrm>
        </p:grpSpPr>
        <p:grpSp>
          <p:nvGrpSpPr>
            <p:cNvPr id="19" name="组合 18"/>
            <p:cNvGrpSpPr/>
            <p:nvPr/>
          </p:nvGrpSpPr>
          <p:grpSpPr>
            <a:xfrm>
              <a:off x="8935757" y="3429000"/>
              <a:ext cx="728747" cy="1587890"/>
              <a:chOff x="8935757" y="3429000"/>
              <a:chExt cx="728747" cy="1587890"/>
            </a:xfrm>
          </p:grpSpPr>
          <p:sp>
            <p:nvSpPr>
              <p:cNvPr id="21" name="椭圆 20"/>
              <p:cNvSpPr/>
              <p:nvPr/>
            </p:nvSpPr>
            <p:spPr>
              <a:xfrm>
                <a:off x="8935757" y="4288143"/>
                <a:ext cx="728747" cy="72874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22" name="直接连接符 21"/>
              <p:cNvCxnSpPr/>
              <p:nvPr/>
            </p:nvCxnSpPr>
            <p:spPr>
              <a:xfrm>
                <a:off x="9300130" y="3429000"/>
                <a:ext cx="1" cy="859143"/>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椭圆 19"/>
            <p:cNvSpPr/>
            <p:nvPr/>
          </p:nvSpPr>
          <p:spPr>
            <a:xfrm>
              <a:off x="9178799" y="3309423"/>
              <a:ext cx="242663" cy="242663"/>
            </a:xfrm>
            <a:prstGeom prst="ellipse">
              <a:avLst/>
            </a:prstGeom>
            <a:solidFill>
              <a:srgbClr val="040523"/>
            </a:solidFill>
            <a:ln w="22225">
              <a:solidFill>
                <a:srgbClr val="0405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3" name="组合 22"/>
          <p:cNvGrpSpPr/>
          <p:nvPr/>
        </p:nvGrpSpPr>
        <p:grpSpPr>
          <a:xfrm>
            <a:off x="844008" y="4213808"/>
            <a:ext cx="2184989" cy="1739107"/>
            <a:chOff x="6614153" y="781020"/>
            <a:chExt cx="2168776" cy="1739107"/>
          </a:xfrm>
        </p:grpSpPr>
        <p:sp>
          <p:nvSpPr>
            <p:cNvPr id="24" name="文本框 23"/>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矩形 24"/>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 name="Graphic 34"/>
          <p:cNvGrpSpPr/>
          <p:nvPr/>
        </p:nvGrpSpPr>
        <p:grpSpPr>
          <a:xfrm>
            <a:off x="972747" y="2172715"/>
            <a:ext cx="540000" cy="540000"/>
            <a:chOff x="7737148" y="768978"/>
            <a:chExt cx="385906" cy="385850"/>
          </a:xfrm>
          <a:solidFill>
            <a:schemeClr val="bg1"/>
          </a:solidFill>
        </p:grpSpPr>
        <p:sp>
          <p:nvSpPr>
            <p:cNvPr id="27" name="Freeform: Shape 113"/>
            <p:cNvSpPr/>
            <p:nvPr/>
          </p:nvSpPr>
          <p:spPr>
            <a:xfrm>
              <a:off x="7737148" y="768978"/>
              <a:ext cx="385906" cy="385850"/>
            </a:xfrm>
            <a:custGeom>
              <a:avLst/>
              <a:gdLst>
                <a:gd name="connsiteX0" fmla="*/ 384958 w 385906"/>
                <a:gd name="connsiteY0" fmla="*/ 173481 h 385850"/>
                <a:gd name="connsiteX1" fmla="*/ 350620 w 385906"/>
                <a:gd name="connsiteY1" fmla="*/ 162129 h 385850"/>
                <a:gd name="connsiteX2" fmla="*/ 344880 w 385906"/>
                <a:gd name="connsiteY2" fmla="*/ 140639 h 385850"/>
                <a:gd name="connsiteX3" fmla="*/ 368991 w 385906"/>
                <a:gd name="connsiteY3" fmla="*/ 113601 h 385850"/>
                <a:gd name="connsiteX4" fmla="*/ 366635 w 385906"/>
                <a:gd name="connsiteY4" fmla="*/ 108753 h 385850"/>
                <a:gd name="connsiteX5" fmla="*/ 352598 w 385906"/>
                <a:gd name="connsiteY5" fmla="*/ 84497 h 385850"/>
                <a:gd name="connsiteX6" fmla="*/ 349575 w 385906"/>
                <a:gd name="connsiteY6" fmla="*/ 80051 h 385850"/>
                <a:gd name="connsiteX7" fmla="*/ 314273 w 385906"/>
                <a:gd name="connsiteY7" fmla="*/ 87400 h 385850"/>
                <a:gd name="connsiteX8" fmla="*/ 298451 w 385906"/>
                <a:gd name="connsiteY8" fmla="*/ 71570 h 385850"/>
                <a:gd name="connsiteX9" fmla="*/ 305791 w 385906"/>
                <a:gd name="connsiteY9" fmla="*/ 36267 h 385850"/>
                <a:gd name="connsiteX10" fmla="*/ 301345 w 385906"/>
                <a:gd name="connsiteY10" fmla="*/ 33244 h 385850"/>
                <a:gd name="connsiteX11" fmla="*/ 277073 w 385906"/>
                <a:gd name="connsiteY11" fmla="*/ 19207 h 385850"/>
                <a:gd name="connsiteX12" fmla="*/ 272233 w 385906"/>
                <a:gd name="connsiteY12" fmla="*/ 16867 h 385850"/>
                <a:gd name="connsiteX13" fmla="*/ 245211 w 385906"/>
                <a:gd name="connsiteY13" fmla="*/ 40978 h 385850"/>
                <a:gd name="connsiteX14" fmla="*/ 223721 w 385906"/>
                <a:gd name="connsiteY14" fmla="*/ 35238 h 385850"/>
                <a:gd name="connsiteX15" fmla="*/ 212369 w 385906"/>
                <a:gd name="connsiteY15" fmla="*/ 900 h 385850"/>
                <a:gd name="connsiteX16" fmla="*/ 207007 w 385906"/>
                <a:gd name="connsiteY16" fmla="*/ 507 h 385850"/>
                <a:gd name="connsiteX17" fmla="*/ 178900 w 385906"/>
                <a:gd name="connsiteY17" fmla="*/ 507 h 385850"/>
                <a:gd name="connsiteX18" fmla="*/ 173537 w 385906"/>
                <a:gd name="connsiteY18" fmla="*/ 892 h 385850"/>
                <a:gd name="connsiteX19" fmla="*/ 162185 w 385906"/>
                <a:gd name="connsiteY19" fmla="*/ 35238 h 385850"/>
                <a:gd name="connsiteX20" fmla="*/ 140695 w 385906"/>
                <a:gd name="connsiteY20" fmla="*/ 40978 h 385850"/>
                <a:gd name="connsiteX21" fmla="*/ 113658 w 385906"/>
                <a:gd name="connsiteY21" fmla="*/ 16867 h 385850"/>
                <a:gd name="connsiteX22" fmla="*/ 108810 w 385906"/>
                <a:gd name="connsiteY22" fmla="*/ 19223 h 385850"/>
                <a:gd name="connsiteX23" fmla="*/ 84554 w 385906"/>
                <a:gd name="connsiteY23" fmla="*/ 33260 h 385850"/>
                <a:gd name="connsiteX24" fmla="*/ 80116 w 385906"/>
                <a:gd name="connsiteY24" fmla="*/ 36283 h 385850"/>
                <a:gd name="connsiteX25" fmla="*/ 87464 w 385906"/>
                <a:gd name="connsiteY25" fmla="*/ 71586 h 385850"/>
                <a:gd name="connsiteX26" fmla="*/ 71634 w 385906"/>
                <a:gd name="connsiteY26" fmla="*/ 87408 h 385850"/>
                <a:gd name="connsiteX27" fmla="*/ 36340 w 385906"/>
                <a:gd name="connsiteY27" fmla="*/ 80060 h 385850"/>
                <a:gd name="connsiteX28" fmla="*/ 33317 w 385906"/>
                <a:gd name="connsiteY28" fmla="*/ 84505 h 385850"/>
                <a:gd name="connsiteX29" fmla="*/ 19279 w 385906"/>
                <a:gd name="connsiteY29" fmla="*/ 108777 h 385850"/>
                <a:gd name="connsiteX30" fmla="*/ 16940 w 385906"/>
                <a:gd name="connsiteY30" fmla="*/ 113617 h 385850"/>
                <a:gd name="connsiteX31" fmla="*/ 41035 w 385906"/>
                <a:gd name="connsiteY31" fmla="*/ 140639 h 385850"/>
                <a:gd name="connsiteX32" fmla="*/ 35294 w 385906"/>
                <a:gd name="connsiteY32" fmla="*/ 162129 h 385850"/>
                <a:gd name="connsiteX33" fmla="*/ 957 w 385906"/>
                <a:gd name="connsiteY33" fmla="*/ 173481 h 385850"/>
                <a:gd name="connsiteX34" fmla="*/ 563 w 385906"/>
                <a:gd name="connsiteY34" fmla="*/ 178844 h 385850"/>
                <a:gd name="connsiteX35" fmla="*/ 0 w 385906"/>
                <a:gd name="connsiteY35" fmla="*/ 192897 h 385850"/>
                <a:gd name="connsiteX36" fmla="*/ 563 w 385906"/>
                <a:gd name="connsiteY36" fmla="*/ 206950 h 385850"/>
                <a:gd name="connsiteX37" fmla="*/ 949 w 385906"/>
                <a:gd name="connsiteY37" fmla="*/ 212313 h 385850"/>
                <a:gd name="connsiteX38" fmla="*/ 35286 w 385906"/>
                <a:gd name="connsiteY38" fmla="*/ 223665 h 385850"/>
                <a:gd name="connsiteX39" fmla="*/ 41027 w 385906"/>
                <a:gd name="connsiteY39" fmla="*/ 245155 h 385850"/>
                <a:gd name="connsiteX40" fmla="*/ 16916 w 385906"/>
                <a:gd name="connsiteY40" fmla="*/ 272193 h 385850"/>
                <a:gd name="connsiteX41" fmla="*/ 19271 w 385906"/>
                <a:gd name="connsiteY41" fmla="*/ 277041 h 385850"/>
                <a:gd name="connsiteX42" fmla="*/ 33309 w 385906"/>
                <a:gd name="connsiteY42" fmla="*/ 301297 h 385850"/>
                <a:gd name="connsiteX43" fmla="*/ 36331 w 385906"/>
                <a:gd name="connsiteY43" fmla="*/ 305743 h 385850"/>
                <a:gd name="connsiteX44" fmla="*/ 71634 w 385906"/>
                <a:gd name="connsiteY44" fmla="*/ 298394 h 385850"/>
                <a:gd name="connsiteX45" fmla="*/ 87456 w 385906"/>
                <a:gd name="connsiteY45" fmla="*/ 314224 h 385850"/>
                <a:gd name="connsiteX46" fmla="*/ 80116 w 385906"/>
                <a:gd name="connsiteY46" fmla="*/ 349527 h 385850"/>
                <a:gd name="connsiteX47" fmla="*/ 84562 w 385906"/>
                <a:gd name="connsiteY47" fmla="*/ 352550 h 385850"/>
                <a:gd name="connsiteX48" fmla="*/ 108834 w 385906"/>
                <a:gd name="connsiteY48" fmla="*/ 366587 h 385850"/>
                <a:gd name="connsiteX49" fmla="*/ 113674 w 385906"/>
                <a:gd name="connsiteY49" fmla="*/ 368927 h 385850"/>
                <a:gd name="connsiteX50" fmla="*/ 140703 w 385906"/>
                <a:gd name="connsiteY50" fmla="*/ 344832 h 385850"/>
                <a:gd name="connsiteX51" fmla="*/ 162193 w 385906"/>
                <a:gd name="connsiteY51" fmla="*/ 350572 h 385850"/>
                <a:gd name="connsiteX52" fmla="*/ 173545 w 385906"/>
                <a:gd name="connsiteY52" fmla="*/ 384910 h 385850"/>
                <a:gd name="connsiteX53" fmla="*/ 178908 w 385906"/>
                <a:gd name="connsiteY53" fmla="*/ 385296 h 385850"/>
                <a:gd name="connsiteX54" fmla="*/ 192953 w 385906"/>
                <a:gd name="connsiteY54" fmla="*/ 385850 h 385850"/>
                <a:gd name="connsiteX55" fmla="*/ 207007 w 385906"/>
                <a:gd name="connsiteY55" fmla="*/ 385288 h 385850"/>
                <a:gd name="connsiteX56" fmla="*/ 212369 w 385906"/>
                <a:gd name="connsiteY56" fmla="*/ 384902 h 385850"/>
                <a:gd name="connsiteX57" fmla="*/ 223721 w 385906"/>
                <a:gd name="connsiteY57" fmla="*/ 350564 h 385850"/>
                <a:gd name="connsiteX58" fmla="*/ 245211 w 385906"/>
                <a:gd name="connsiteY58" fmla="*/ 344824 h 385850"/>
                <a:gd name="connsiteX59" fmla="*/ 272249 w 385906"/>
                <a:gd name="connsiteY59" fmla="*/ 368935 h 385850"/>
                <a:gd name="connsiteX60" fmla="*/ 277097 w 385906"/>
                <a:gd name="connsiteY60" fmla="*/ 366579 h 385850"/>
                <a:gd name="connsiteX61" fmla="*/ 301353 w 385906"/>
                <a:gd name="connsiteY61" fmla="*/ 352542 h 385850"/>
                <a:gd name="connsiteX62" fmla="*/ 305799 w 385906"/>
                <a:gd name="connsiteY62" fmla="*/ 349519 h 385850"/>
                <a:gd name="connsiteX63" fmla="*/ 298451 w 385906"/>
                <a:gd name="connsiteY63" fmla="*/ 314216 h 385850"/>
                <a:gd name="connsiteX64" fmla="*/ 314281 w 385906"/>
                <a:gd name="connsiteY64" fmla="*/ 298394 h 385850"/>
                <a:gd name="connsiteX65" fmla="*/ 349583 w 385906"/>
                <a:gd name="connsiteY65" fmla="*/ 305734 h 385850"/>
                <a:gd name="connsiteX66" fmla="*/ 352606 w 385906"/>
                <a:gd name="connsiteY66" fmla="*/ 301289 h 385850"/>
                <a:gd name="connsiteX67" fmla="*/ 366643 w 385906"/>
                <a:gd name="connsiteY67" fmla="*/ 277017 h 385850"/>
                <a:gd name="connsiteX68" fmla="*/ 368983 w 385906"/>
                <a:gd name="connsiteY68" fmla="*/ 272177 h 385850"/>
                <a:gd name="connsiteX69" fmla="*/ 344872 w 385906"/>
                <a:gd name="connsiteY69" fmla="*/ 245155 h 385850"/>
                <a:gd name="connsiteX70" fmla="*/ 350612 w 385906"/>
                <a:gd name="connsiteY70" fmla="*/ 223665 h 385850"/>
                <a:gd name="connsiteX71" fmla="*/ 384950 w 385906"/>
                <a:gd name="connsiteY71" fmla="*/ 212313 h 385850"/>
                <a:gd name="connsiteX72" fmla="*/ 385336 w 385906"/>
                <a:gd name="connsiteY72" fmla="*/ 206950 h 385850"/>
                <a:gd name="connsiteX73" fmla="*/ 385907 w 385906"/>
                <a:gd name="connsiteY73" fmla="*/ 192897 h 385850"/>
                <a:gd name="connsiteX74" fmla="*/ 385344 w 385906"/>
                <a:gd name="connsiteY74" fmla="*/ 178844 h 385850"/>
                <a:gd name="connsiteX75" fmla="*/ 384958 w 385906"/>
                <a:gd name="connsiteY75" fmla="*/ 173481 h 385850"/>
                <a:gd name="connsiteX76" fmla="*/ 369634 w 385906"/>
                <a:gd name="connsiteY76" fmla="*/ 200438 h 385850"/>
                <a:gd name="connsiteX77" fmla="*/ 336390 w 385906"/>
                <a:gd name="connsiteY77" fmla="*/ 211429 h 385850"/>
                <a:gd name="connsiteX78" fmla="*/ 335602 w 385906"/>
                <a:gd name="connsiteY78" fmla="*/ 216244 h 385850"/>
                <a:gd name="connsiteX79" fmla="*/ 328165 w 385906"/>
                <a:gd name="connsiteY79" fmla="*/ 244086 h 385850"/>
                <a:gd name="connsiteX80" fmla="*/ 326445 w 385906"/>
                <a:gd name="connsiteY80" fmla="*/ 248636 h 385850"/>
                <a:gd name="connsiteX81" fmla="*/ 349744 w 385906"/>
                <a:gd name="connsiteY81" fmla="*/ 274782 h 385850"/>
                <a:gd name="connsiteX82" fmla="*/ 342219 w 385906"/>
                <a:gd name="connsiteY82" fmla="*/ 287782 h 385850"/>
                <a:gd name="connsiteX83" fmla="*/ 308074 w 385906"/>
                <a:gd name="connsiteY83" fmla="*/ 280675 h 385850"/>
                <a:gd name="connsiteX84" fmla="*/ 304987 w 385906"/>
                <a:gd name="connsiteY84" fmla="*/ 284453 h 385850"/>
                <a:gd name="connsiteX85" fmla="*/ 284494 w 385906"/>
                <a:gd name="connsiteY85" fmla="*/ 304939 h 385850"/>
                <a:gd name="connsiteX86" fmla="*/ 280715 w 385906"/>
                <a:gd name="connsiteY86" fmla="*/ 308026 h 385850"/>
                <a:gd name="connsiteX87" fmla="*/ 287830 w 385906"/>
                <a:gd name="connsiteY87" fmla="*/ 342171 h 385850"/>
                <a:gd name="connsiteX88" fmla="*/ 274830 w 385906"/>
                <a:gd name="connsiteY88" fmla="*/ 349704 h 385850"/>
                <a:gd name="connsiteX89" fmla="*/ 248685 w 385906"/>
                <a:gd name="connsiteY89" fmla="*/ 326389 h 385850"/>
                <a:gd name="connsiteX90" fmla="*/ 244126 w 385906"/>
                <a:gd name="connsiteY90" fmla="*/ 328125 h 385850"/>
                <a:gd name="connsiteX91" fmla="*/ 216293 w 385906"/>
                <a:gd name="connsiteY91" fmla="*/ 335554 h 385850"/>
                <a:gd name="connsiteX92" fmla="*/ 211477 w 385906"/>
                <a:gd name="connsiteY92" fmla="*/ 336342 h 385850"/>
                <a:gd name="connsiteX93" fmla="*/ 200487 w 385906"/>
                <a:gd name="connsiteY93" fmla="*/ 369586 h 385850"/>
                <a:gd name="connsiteX94" fmla="*/ 185396 w 385906"/>
                <a:gd name="connsiteY94" fmla="*/ 369586 h 385850"/>
                <a:gd name="connsiteX95" fmla="*/ 174406 w 385906"/>
                <a:gd name="connsiteY95" fmla="*/ 336342 h 385850"/>
                <a:gd name="connsiteX96" fmla="*/ 169590 w 385906"/>
                <a:gd name="connsiteY96" fmla="*/ 335554 h 385850"/>
                <a:gd name="connsiteX97" fmla="*/ 141756 w 385906"/>
                <a:gd name="connsiteY97" fmla="*/ 328117 h 385850"/>
                <a:gd name="connsiteX98" fmla="*/ 137198 w 385906"/>
                <a:gd name="connsiteY98" fmla="*/ 326389 h 385850"/>
                <a:gd name="connsiteX99" fmla="*/ 111053 w 385906"/>
                <a:gd name="connsiteY99" fmla="*/ 349696 h 385850"/>
                <a:gd name="connsiteX100" fmla="*/ 98052 w 385906"/>
                <a:gd name="connsiteY100" fmla="*/ 342171 h 385850"/>
                <a:gd name="connsiteX101" fmla="*/ 105160 w 385906"/>
                <a:gd name="connsiteY101" fmla="*/ 308026 h 385850"/>
                <a:gd name="connsiteX102" fmla="*/ 101381 w 385906"/>
                <a:gd name="connsiteY102" fmla="*/ 304939 h 385850"/>
                <a:gd name="connsiteX103" fmla="*/ 80896 w 385906"/>
                <a:gd name="connsiteY103" fmla="*/ 284445 h 385850"/>
                <a:gd name="connsiteX104" fmla="*/ 77808 w 385906"/>
                <a:gd name="connsiteY104" fmla="*/ 280667 h 385850"/>
                <a:gd name="connsiteX105" fmla="*/ 43664 w 385906"/>
                <a:gd name="connsiteY105" fmla="*/ 287782 h 385850"/>
                <a:gd name="connsiteX106" fmla="*/ 36131 w 385906"/>
                <a:gd name="connsiteY106" fmla="*/ 274782 h 385850"/>
                <a:gd name="connsiteX107" fmla="*/ 59446 w 385906"/>
                <a:gd name="connsiteY107" fmla="*/ 248636 h 385850"/>
                <a:gd name="connsiteX108" fmla="*/ 57709 w 385906"/>
                <a:gd name="connsiteY108" fmla="*/ 244078 h 385850"/>
                <a:gd name="connsiteX109" fmla="*/ 50280 w 385906"/>
                <a:gd name="connsiteY109" fmla="*/ 216244 h 385850"/>
                <a:gd name="connsiteX110" fmla="*/ 49493 w 385906"/>
                <a:gd name="connsiteY110" fmla="*/ 211429 h 385850"/>
                <a:gd name="connsiteX111" fmla="*/ 16248 w 385906"/>
                <a:gd name="connsiteY111" fmla="*/ 200438 h 385850"/>
                <a:gd name="connsiteX112" fmla="*/ 16079 w 385906"/>
                <a:gd name="connsiteY112" fmla="*/ 192897 h 385850"/>
                <a:gd name="connsiteX113" fmla="*/ 16272 w 385906"/>
                <a:gd name="connsiteY113" fmla="*/ 185356 h 385850"/>
                <a:gd name="connsiteX114" fmla="*/ 49517 w 385906"/>
                <a:gd name="connsiteY114" fmla="*/ 174365 h 385850"/>
                <a:gd name="connsiteX115" fmla="*/ 50305 w 385906"/>
                <a:gd name="connsiteY115" fmla="*/ 169550 h 385850"/>
                <a:gd name="connsiteX116" fmla="*/ 57741 w 385906"/>
                <a:gd name="connsiteY116" fmla="*/ 141716 h 385850"/>
                <a:gd name="connsiteX117" fmla="*/ 59470 w 385906"/>
                <a:gd name="connsiteY117" fmla="*/ 137158 h 385850"/>
                <a:gd name="connsiteX118" fmla="*/ 36163 w 385906"/>
                <a:gd name="connsiteY118" fmla="*/ 111012 h 385850"/>
                <a:gd name="connsiteX119" fmla="*/ 43688 w 385906"/>
                <a:gd name="connsiteY119" fmla="*/ 98012 h 385850"/>
                <a:gd name="connsiteX120" fmla="*/ 77833 w 385906"/>
                <a:gd name="connsiteY120" fmla="*/ 105119 h 385850"/>
                <a:gd name="connsiteX121" fmla="*/ 80920 w 385906"/>
                <a:gd name="connsiteY121" fmla="*/ 101341 h 385850"/>
                <a:gd name="connsiteX122" fmla="*/ 101413 w 385906"/>
                <a:gd name="connsiteY122" fmla="*/ 80855 h 385850"/>
                <a:gd name="connsiteX123" fmla="*/ 105192 w 385906"/>
                <a:gd name="connsiteY123" fmla="*/ 77768 h 385850"/>
                <a:gd name="connsiteX124" fmla="*/ 98077 w 385906"/>
                <a:gd name="connsiteY124" fmla="*/ 43624 h 385850"/>
                <a:gd name="connsiteX125" fmla="*/ 111077 w 385906"/>
                <a:gd name="connsiteY125" fmla="*/ 36090 h 385850"/>
                <a:gd name="connsiteX126" fmla="*/ 137222 w 385906"/>
                <a:gd name="connsiteY126" fmla="*/ 59397 h 385850"/>
                <a:gd name="connsiteX127" fmla="*/ 141772 w 385906"/>
                <a:gd name="connsiteY127" fmla="*/ 57677 h 385850"/>
                <a:gd name="connsiteX128" fmla="*/ 169614 w 385906"/>
                <a:gd name="connsiteY128" fmla="*/ 50240 h 385850"/>
                <a:gd name="connsiteX129" fmla="*/ 174430 w 385906"/>
                <a:gd name="connsiteY129" fmla="*/ 49452 h 385850"/>
                <a:gd name="connsiteX130" fmla="*/ 185420 w 385906"/>
                <a:gd name="connsiteY130" fmla="*/ 16208 h 385850"/>
                <a:gd name="connsiteX131" fmla="*/ 200511 w 385906"/>
                <a:gd name="connsiteY131" fmla="*/ 16208 h 385850"/>
                <a:gd name="connsiteX132" fmla="*/ 211501 w 385906"/>
                <a:gd name="connsiteY132" fmla="*/ 49452 h 385850"/>
                <a:gd name="connsiteX133" fmla="*/ 216317 w 385906"/>
                <a:gd name="connsiteY133" fmla="*/ 50240 h 385850"/>
                <a:gd name="connsiteX134" fmla="*/ 244150 w 385906"/>
                <a:gd name="connsiteY134" fmla="*/ 57677 h 385850"/>
                <a:gd name="connsiteX135" fmla="*/ 248709 w 385906"/>
                <a:gd name="connsiteY135" fmla="*/ 59405 h 385850"/>
                <a:gd name="connsiteX136" fmla="*/ 274854 w 385906"/>
                <a:gd name="connsiteY136" fmla="*/ 36098 h 385850"/>
                <a:gd name="connsiteX137" fmla="*/ 287854 w 385906"/>
                <a:gd name="connsiteY137" fmla="*/ 43624 h 385850"/>
                <a:gd name="connsiteX138" fmla="*/ 280747 w 385906"/>
                <a:gd name="connsiteY138" fmla="*/ 77768 h 385850"/>
                <a:gd name="connsiteX139" fmla="*/ 284526 w 385906"/>
                <a:gd name="connsiteY139" fmla="*/ 80855 h 385850"/>
                <a:gd name="connsiteX140" fmla="*/ 305011 w 385906"/>
                <a:gd name="connsiteY140" fmla="*/ 101349 h 385850"/>
                <a:gd name="connsiteX141" fmla="*/ 308098 w 385906"/>
                <a:gd name="connsiteY141" fmla="*/ 105127 h 385850"/>
                <a:gd name="connsiteX142" fmla="*/ 342243 w 385906"/>
                <a:gd name="connsiteY142" fmla="*/ 98012 h 385850"/>
                <a:gd name="connsiteX143" fmla="*/ 349776 w 385906"/>
                <a:gd name="connsiteY143" fmla="*/ 111012 h 385850"/>
                <a:gd name="connsiteX144" fmla="*/ 326461 w 385906"/>
                <a:gd name="connsiteY144" fmla="*/ 137158 h 385850"/>
                <a:gd name="connsiteX145" fmla="*/ 328197 w 385906"/>
                <a:gd name="connsiteY145" fmla="*/ 141716 h 385850"/>
                <a:gd name="connsiteX146" fmla="*/ 335626 w 385906"/>
                <a:gd name="connsiteY146" fmla="*/ 169550 h 385850"/>
                <a:gd name="connsiteX147" fmla="*/ 336414 w 385906"/>
                <a:gd name="connsiteY147" fmla="*/ 174365 h 385850"/>
                <a:gd name="connsiteX148" fmla="*/ 369658 w 385906"/>
                <a:gd name="connsiteY148" fmla="*/ 185356 h 385850"/>
                <a:gd name="connsiteX149" fmla="*/ 369827 w 385906"/>
                <a:gd name="connsiteY149" fmla="*/ 192897 h 385850"/>
                <a:gd name="connsiteX150" fmla="*/ 369634 w 385906"/>
                <a:gd name="connsiteY150" fmla="*/ 200438 h 3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385906" h="385850">
                  <a:moveTo>
                    <a:pt x="384958" y="173481"/>
                  </a:moveTo>
                  <a:lnTo>
                    <a:pt x="350620" y="162129"/>
                  </a:lnTo>
                  <a:cubicBezTo>
                    <a:pt x="349205" y="154821"/>
                    <a:pt x="347284" y="147625"/>
                    <a:pt x="344880" y="140639"/>
                  </a:cubicBezTo>
                  <a:lnTo>
                    <a:pt x="368991" y="113601"/>
                  </a:lnTo>
                  <a:lnTo>
                    <a:pt x="366635" y="108753"/>
                  </a:lnTo>
                  <a:cubicBezTo>
                    <a:pt x="362559" y="100360"/>
                    <a:pt x="357832" y="92200"/>
                    <a:pt x="352598" y="84497"/>
                  </a:cubicBezTo>
                  <a:lnTo>
                    <a:pt x="349575" y="80051"/>
                  </a:lnTo>
                  <a:lnTo>
                    <a:pt x="314273" y="87400"/>
                  </a:lnTo>
                  <a:cubicBezTo>
                    <a:pt x="309368" y="81764"/>
                    <a:pt x="304070" y="76474"/>
                    <a:pt x="298451" y="71570"/>
                  </a:cubicBezTo>
                  <a:lnTo>
                    <a:pt x="305791" y="36267"/>
                  </a:lnTo>
                  <a:lnTo>
                    <a:pt x="301345" y="33244"/>
                  </a:lnTo>
                  <a:cubicBezTo>
                    <a:pt x="293595" y="27978"/>
                    <a:pt x="285434" y="23259"/>
                    <a:pt x="277073" y="19207"/>
                  </a:cubicBezTo>
                  <a:lnTo>
                    <a:pt x="272233" y="16867"/>
                  </a:lnTo>
                  <a:lnTo>
                    <a:pt x="245211" y="40978"/>
                  </a:lnTo>
                  <a:cubicBezTo>
                    <a:pt x="238209" y="38575"/>
                    <a:pt x="231013" y="36653"/>
                    <a:pt x="223721" y="35238"/>
                  </a:cubicBezTo>
                  <a:lnTo>
                    <a:pt x="212369" y="900"/>
                  </a:lnTo>
                  <a:lnTo>
                    <a:pt x="207007" y="507"/>
                  </a:lnTo>
                  <a:cubicBezTo>
                    <a:pt x="197697" y="-169"/>
                    <a:pt x="188210" y="-169"/>
                    <a:pt x="178900" y="507"/>
                  </a:cubicBezTo>
                  <a:lnTo>
                    <a:pt x="173537" y="892"/>
                  </a:lnTo>
                  <a:lnTo>
                    <a:pt x="162185" y="35238"/>
                  </a:lnTo>
                  <a:cubicBezTo>
                    <a:pt x="154901" y="36653"/>
                    <a:pt x="147698" y="38575"/>
                    <a:pt x="140695" y="40978"/>
                  </a:cubicBezTo>
                  <a:lnTo>
                    <a:pt x="113658" y="16867"/>
                  </a:lnTo>
                  <a:lnTo>
                    <a:pt x="108810" y="19223"/>
                  </a:lnTo>
                  <a:cubicBezTo>
                    <a:pt x="100416" y="23299"/>
                    <a:pt x="92256" y="28026"/>
                    <a:pt x="84554" y="33260"/>
                  </a:cubicBezTo>
                  <a:lnTo>
                    <a:pt x="80116" y="36283"/>
                  </a:lnTo>
                  <a:lnTo>
                    <a:pt x="87464" y="71586"/>
                  </a:lnTo>
                  <a:cubicBezTo>
                    <a:pt x="81828" y="76490"/>
                    <a:pt x="76538" y="81788"/>
                    <a:pt x="71634" y="87408"/>
                  </a:cubicBezTo>
                  <a:lnTo>
                    <a:pt x="36340" y="80060"/>
                  </a:lnTo>
                  <a:lnTo>
                    <a:pt x="33317" y="84505"/>
                  </a:lnTo>
                  <a:cubicBezTo>
                    <a:pt x="28051" y="92256"/>
                    <a:pt x="23331" y="100416"/>
                    <a:pt x="19279" y="108777"/>
                  </a:cubicBezTo>
                  <a:lnTo>
                    <a:pt x="16940" y="113617"/>
                  </a:lnTo>
                  <a:lnTo>
                    <a:pt x="41035" y="140639"/>
                  </a:lnTo>
                  <a:cubicBezTo>
                    <a:pt x="38631" y="147641"/>
                    <a:pt x="36709" y="154837"/>
                    <a:pt x="35294" y="162129"/>
                  </a:cubicBezTo>
                  <a:lnTo>
                    <a:pt x="957" y="173481"/>
                  </a:lnTo>
                  <a:lnTo>
                    <a:pt x="563" y="178844"/>
                  </a:lnTo>
                  <a:cubicBezTo>
                    <a:pt x="225" y="183499"/>
                    <a:pt x="0" y="188162"/>
                    <a:pt x="0" y="192897"/>
                  </a:cubicBezTo>
                  <a:cubicBezTo>
                    <a:pt x="0" y="197632"/>
                    <a:pt x="225" y="202295"/>
                    <a:pt x="563" y="206950"/>
                  </a:cubicBezTo>
                  <a:lnTo>
                    <a:pt x="949" y="212313"/>
                  </a:lnTo>
                  <a:lnTo>
                    <a:pt x="35286" y="223665"/>
                  </a:lnTo>
                  <a:cubicBezTo>
                    <a:pt x="36701" y="230973"/>
                    <a:pt x="38623" y="238169"/>
                    <a:pt x="41027" y="245155"/>
                  </a:cubicBezTo>
                  <a:lnTo>
                    <a:pt x="16916" y="272193"/>
                  </a:lnTo>
                  <a:lnTo>
                    <a:pt x="19271" y="277041"/>
                  </a:lnTo>
                  <a:cubicBezTo>
                    <a:pt x="23347" y="285434"/>
                    <a:pt x="28075" y="293595"/>
                    <a:pt x="33309" y="301297"/>
                  </a:cubicBezTo>
                  <a:lnTo>
                    <a:pt x="36331" y="305743"/>
                  </a:lnTo>
                  <a:lnTo>
                    <a:pt x="71634" y="298394"/>
                  </a:lnTo>
                  <a:cubicBezTo>
                    <a:pt x="76538" y="304030"/>
                    <a:pt x="81836" y="309320"/>
                    <a:pt x="87456" y="314224"/>
                  </a:cubicBezTo>
                  <a:lnTo>
                    <a:pt x="80116" y="349527"/>
                  </a:lnTo>
                  <a:lnTo>
                    <a:pt x="84562" y="352550"/>
                  </a:lnTo>
                  <a:cubicBezTo>
                    <a:pt x="92312" y="357816"/>
                    <a:pt x="100472" y="362535"/>
                    <a:pt x="108834" y="366587"/>
                  </a:cubicBezTo>
                  <a:lnTo>
                    <a:pt x="113674" y="368927"/>
                  </a:lnTo>
                  <a:lnTo>
                    <a:pt x="140703" y="344832"/>
                  </a:lnTo>
                  <a:cubicBezTo>
                    <a:pt x="147706" y="347236"/>
                    <a:pt x="154901" y="349157"/>
                    <a:pt x="162193" y="350572"/>
                  </a:cubicBezTo>
                  <a:lnTo>
                    <a:pt x="173545" y="384910"/>
                  </a:lnTo>
                  <a:lnTo>
                    <a:pt x="178908" y="385296"/>
                  </a:lnTo>
                  <a:cubicBezTo>
                    <a:pt x="183555" y="385625"/>
                    <a:pt x="188218" y="385850"/>
                    <a:pt x="192953" y="385850"/>
                  </a:cubicBezTo>
                  <a:cubicBezTo>
                    <a:pt x="197689" y="385850"/>
                    <a:pt x="202352" y="385625"/>
                    <a:pt x="207007" y="385288"/>
                  </a:cubicBezTo>
                  <a:lnTo>
                    <a:pt x="212369" y="384902"/>
                  </a:lnTo>
                  <a:lnTo>
                    <a:pt x="223721" y="350564"/>
                  </a:lnTo>
                  <a:cubicBezTo>
                    <a:pt x="231029" y="349149"/>
                    <a:pt x="238225" y="347227"/>
                    <a:pt x="245211" y="344824"/>
                  </a:cubicBezTo>
                  <a:lnTo>
                    <a:pt x="272249" y="368935"/>
                  </a:lnTo>
                  <a:lnTo>
                    <a:pt x="277097" y="366579"/>
                  </a:lnTo>
                  <a:cubicBezTo>
                    <a:pt x="285490" y="362503"/>
                    <a:pt x="293651" y="357776"/>
                    <a:pt x="301353" y="352542"/>
                  </a:cubicBezTo>
                  <a:lnTo>
                    <a:pt x="305799" y="349519"/>
                  </a:lnTo>
                  <a:lnTo>
                    <a:pt x="298451" y="314216"/>
                  </a:lnTo>
                  <a:cubicBezTo>
                    <a:pt x="304086" y="309312"/>
                    <a:pt x="309376" y="304014"/>
                    <a:pt x="314281" y="298394"/>
                  </a:cubicBezTo>
                  <a:lnTo>
                    <a:pt x="349583" y="305734"/>
                  </a:lnTo>
                  <a:lnTo>
                    <a:pt x="352606" y="301289"/>
                  </a:lnTo>
                  <a:cubicBezTo>
                    <a:pt x="357872" y="293538"/>
                    <a:pt x="362591" y="285378"/>
                    <a:pt x="366643" y="277017"/>
                  </a:cubicBezTo>
                  <a:lnTo>
                    <a:pt x="368983" y="272177"/>
                  </a:lnTo>
                  <a:lnTo>
                    <a:pt x="344872" y="245155"/>
                  </a:lnTo>
                  <a:cubicBezTo>
                    <a:pt x="347276" y="238153"/>
                    <a:pt x="349197" y="230949"/>
                    <a:pt x="350612" y="223665"/>
                  </a:cubicBezTo>
                  <a:lnTo>
                    <a:pt x="384950" y="212313"/>
                  </a:lnTo>
                  <a:lnTo>
                    <a:pt x="385336" y="206950"/>
                  </a:lnTo>
                  <a:cubicBezTo>
                    <a:pt x="385681" y="202295"/>
                    <a:pt x="385907" y="197632"/>
                    <a:pt x="385907" y="192897"/>
                  </a:cubicBezTo>
                  <a:cubicBezTo>
                    <a:pt x="385907" y="188162"/>
                    <a:pt x="385681" y="183499"/>
                    <a:pt x="385344" y="178844"/>
                  </a:cubicBezTo>
                  <a:lnTo>
                    <a:pt x="384958" y="173481"/>
                  </a:lnTo>
                  <a:close/>
                  <a:moveTo>
                    <a:pt x="369634" y="200438"/>
                  </a:moveTo>
                  <a:lnTo>
                    <a:pt x="336390" y="211429"/>
                  </a:lnTo>
                  <a:lnTo>
                    <a:pt x="335602" y="216244"/>
                  </a:lnTo>
                  <a:cubicBezTo>
                    <a:pt x="334066" y="225755"/>
                    <a:pt x="331558" y="235122"/>
                    <a:pt x="328165" y="244086"/>
                  </a:cubicBezTo>
                  <a:lnTo>
                    <a:pt x="326445" y="248636"/>
                  </a:lnTo>
                  <a:lnTo>
                    <a:pt x="349744" y="274782"/>
                  </a:lnTo>
                  <a:cubicBezTo>
                    <a:pt x="347437" y="279203"/>
                    <a:pt x="344912" y="283553"/>
                    <a:pt x="342219" y="287782"/>
                  </a:cubicBezTo>
                  <a:lnTo>
                    <a:pt x="308074" y="280675"/>
                  </a:lnTo>
                  <a:lnTo>
                    <a:pt x="304987" y="284453"/>
                  </a:lnTo>
                  <a:cubicBezTo>
                    <a:pt x="298877" y="291914"/>
                    <a:pt x="291987" y="298804"/>
                    <a:pt x="284494" y="304939"/>
                  </a:cubicBezTo>
                  <a:lnTo>
                    <a:pt x="280715" y="308026"/>
                  </a:lnTo>
                  <a:lnTo>
                    <a:pt x="287830" y="342171"/>
                  </a:lnTo>
                  <a:cubicBezTo>
                    <a:pt x="283609" y="344856"/>
                    <a:pt x="279268" y="347372"/>
                    <a:pt x="274830" y="349704"/>
                  </a:cubicBezTo>
                  <a:lnTo>
                    <a:pt x="248685" y="326389"/>
                  </a:lnTo>
                  <a:lnTo>
                    <a:pt x="244126" y="328125"/>
                  </a:lnTo>
                  <a:cubicBezTo>
                    <a:pt x="235202" y="331510"/>
                    <a:pt x="225836" y="334002"/>
                    <a:pt x="216293" y="335554"/>
                  </a:cubicBezTo>
                  <a:lnTo>
                    <a:pt x="211477" y="336342"/>
                  </a:lnTo>
                  <a:lnTo>
                    <a:pt x="200487" y="369586"/>
                  </a:lnTo>
                  <a:cubicBezTo>
                    <a:pt x="195494" y="369835"/>
                    <a:pt x="190389" y="369835"/>
                    <a:pt x="185396" y="369586"/>
                  </a:cubicBezTo>
                  <a:lnTo>
                    <a:pt x="174406" y="336342"/>
                  </a:lnTo>
                  <a:lnTo>
                    <a:pt x="169590" y="335554"/>
                  </a:lnTo>
                  <a:cubicBezTo>
                    <a:pt x="160071" y="334018"/>
                    <a:pt x="150705" y="331510"/>
                    <a:pt x="141756" y="328117"/>
                  </a:cubicBezTo>
                  <a:lnTo>
                    <a:pt x="137198" y="326389"/>
                  </a:lnTo>
                  <a:lnTo>
                    <a:pt x="111053" y="349696"/>
                  </a:lnTo>
                  <a:cubicBezTo>
                    <a:pt x="106631" y="347388"/>
                    <a:pt x="102281" y="344864"/>
                    <a:pt x="98052" y="342171"/>
                  </a:cubicBezTo>
                  <a:lnTo>
                    <a:pt x="105160" y="308026"/>
                  </a:lnTo>
                  <a:lnTo>
                    <a:pt x="101381" y="304939"/>
                  </a:lnTo>
                  <a:cubicBezTo>
                    <a:pt x="93920" y="298828"/>
                    <a:pt x="87030" y="291938"/>
                    <a:pt x="80896" y="284445"/>
                  </a:cubicBezTo>
                  <a:lnTo>
                    <a:pt x="77808" y="280667"/>
                  </a:lnTo>
                  <a:lnTo>
                    <a:pt x="43664" y="287782"/>
                  </a:lnTo>
                  <a:cubicBezTo>
                    <a:pt x="40978" y="283561"/>
                    <a:pt x="38462" y="279219"/>
                    <a:pt x="36131" y="274782"/>
                  </a:cubicBezTo>
                  <a:lnTo>
                    <a:pt x="59446" y="248636"/>
                  </a:lnTo>
                  <a:lnTo>
                    <a:pt x="57709" y="244078"/>
                  </a:lnTo>
                  <a:cubicBezTo>
                    <a:pt x="54324" y="235154"/>
                    <a:pt x="51832" y="225788"/>
                    <a:pt x="50280" y="216244"/>
                  </a:cubicBezTo>
                  <a:lnTo>
                    <a:pt x="49493" y="211429"/>
                  </a:lnTo>
                  <a:lnTo>
                    <a:pt x="16248" y="200438"/>
                  </a:lnTo>
                  <a:cubicBezTo>
                    <a:pt x="16152" y="197946"/>
                    <a:pt x="16079" y="195430"/>
                    <a:pt x="16079" y="192897"/>
                  </a:cubicBezTo>
                  <a:cubicBezTo>
                    <a:pt x="16079" y="190364"/>
                    <a:pt x="16152" y="187848"/>
                    <a:pt x="16272" y="185356"/>
                  </a:cubicBezTo>
                  <a:lnTo>
                    <a:pt x="49517" y="174365"/>
                  </a:lnTo>
                  <a:lnTo>
                    <a:pt x="50305" y="169550"/>
                  </a:lnTo>
                  <a:cubicBezTo>
                    <a:pt x="51840" y="160031"/>
                    <a:pt x="54349" y="150664"/>
                    <a:pt x="57741" y="141716"/>
                  </a:cubicBezTo>
                  <a:lnTo>
                    <a:pt x="59470" y="137158"/>
                  </a:lnTo>
                  <a:lnTo>
                    <a:pt x="36163" y="111012"/>
                  </a:lnTo>
                  <a:cubicBezTo>
                    <a:pt x="38470" y="106591"/>
                    <a:pt x="40995" y="102241"/>
                    <a:pt x="43688" y="98012"/>
                  </a:cubicBezTo>
                  <a:lnTo>
                    <a:pt x="77833" y="105119"/>
                  </a:lnTo>
                  <a:lnTo>
                    <a:pt x="80920" y="101341"/>
                  </a:lnTo>
                  <a:cubicBezTo>
                    <a:pt x="87030" y="93880"/>
                    <a:pt x="93920" y="86990"/>
                    <a:pt x="101413" y="80855"/>
                  </a:cubicBezTo>
                  <a:lnTo>
                    <a:pt x="105192" y="77768"/>
                  </a:lnTo>
                  <a:lnTo>
                    <a:pt x="98077" y="43624"/>
                  </a:lnTo>
                  <a:cubicBezTo>
                    <a:pt x="102297" y="40938"/>
                    <a:pt x="106639" y="38422"/>
                    <a:pt x="111077" y="36090"/>
                  </a:cubicBezTo>
                  <a:lnTo>
                    <a:pt x="137222" y="59397"/>
                  </a:lnTo>
                  <a:lnTo>
                    <a:pt x="141772" y="57677"/>
                  </a:lnTo>
                  <a:cubicBezTo>
                    <a:pt x="150737" y="54284"/>
                    <a:pt x="160103" y="51784"/>
                    <a:pt x="169614" y="50240"/>
                  </a:cubicBezTo>
                  <a:lnTo>
                    <a:pt x="174430" y="49452"/>
                  </a:lnTo>
                  <a:lnTo>
                    <a:pt x="185420" y="16208"/>
                  </a:lnTo>
                  <a:cubicBezTo>
                    <a:pt x="190413" y="15959"/>
                    <a:pt x="195518" y="15959"/>
                    <a:pt x="200511" y="16208"/>
                  </a:cubicBezTo>
                  <a:lnTo>
                    <a:pt x="211501" y="49452"/>
                  </a:lnTo>
                  <a:lnTo>
                    <a:pt x="216317" y="50240"/>
                  </a:lnTo>
                  <a:cubicBezTo>
                    <a:pt x="225836" y="51776"/>
                    <a:pt x="235202" y="54284"/>
                    <a:pt x="244150" y="57677"/>
                  </a:cubicBezTo>
                  <a:lnTo>
                    <a:pt x="248709" y="59405"/>
                  </a:lnTo>
                  <a:lnTo>
                    <a:pt x="274854" y="36098"/>
                  </a:lnTo>
                  <a:cubicBezTo>
                    <a:pt x="279276" y="38406"/>
                    <a:pt x="283625" y="40930"/>
                    <a:pt x="287854" y="43624"/>
                  </a:cubicBezTo>
                  <a:lnTo>
                    <a:pt x="280747" y="77768"/>
                  </a:lnTo>
                  <a:lnTo>
                    <a:pt x="284526" y="80855"/>
                  </a:lnTo>
                  <a:cubicBezTo>
                    <a:pt x="291987" y="86966"/>
                    <a:pt x="298877" y="93856"/>
                    <a:pt x="305011" y="101349"/>
                  </a:cubicBezTo>
                  <a:lnTo>
                    <a:pt x="308098" y="105127"/>
                  </a:lnTo>
                  <a:lnTo>
                    <a:pt x="342243" y="98012"/>
                  </a:lnTo>
                  <a:cubicBezTo>
                    <a:pt x="344928" y="102233"/>
                    <a:pt x="347445" y="106575"/>
                    <a:pt x="349776" y="111012"/>
                  </a:cubicBezTo>
                  <a:lnTo>
                    <a:pt x="326461" y="137158"/>
                  </a:lnTo>
                  <a:lnTo>
                    <a:pt x="328197" y="141716"/>
                  </a:lnTo>
                  <a:cubicBezTo>
                    <a:pt x="331582" y="150640"/>
                    <a:pt x="334075" y="160007"/>
                    <a:pt x="335626" y="169550"/>
                  </a:cubicBezTo>
                  <a:lnTo>
                    <a:pt x="336414" y="174365"/>
                  </a:lnTo>
                  <a:lnTo>
                    <a:pt x="369658" y="185356"/>
                  </a:lnTo>
                  <a:cubicBezTo>
                    <a:pt x="369755" y="187848"/>
                    <a:pt x="369827" y="190364"/>
                    <a:pt x="369827" y="192897"/>
                  </a:cubicBezTo>
                  <a:cubicBezTo>
                    <a:pt x="369827" y="195430"/>
                    <a:pt x="369755" y="197946"/>
                    <a:pt x="369634" y="200438"/>
                  </a:cubicBezTo>
                  <a:close/>
                </a:path>
              </a:pathLst>
            </a:custGeom>
            <a:grpFill/>
            <a:ln w="80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Shape 115"/>
            <p:cNvSpPr/>
            <p:nvPr/>
          </p:nvSpPr>
          <p:spPr>
            <a:xfrm>
              <a:off x="7849711" y="849337"/>
              <a:ext cx="160787" cy="241173"/>
            </a:xfrm>
            <a:custGeom>
              <a:avLst/>
              <a:gdLst>
                <a:gd name="connsiteX0" fmla="*/ 78051 w 160787"/>
                <a:gd name="connsiteY0" fmla="*/ 14 h 241173"/>
                <a:gd name="connsiteX1" fmla="*/ 41 w 160787"/>
                <a:gd name="connsiteY1" fmla="*/ 77815 h 241173"/>
                <a:gd name="connsiteX2" fmla="*/ 27762 w 160787"/>
                <a:gd name="connsiteY2" fmla="*/ 141079 h 241173"/>
                <a:gd name="connsiteX3" fmla="*/ 48231 w 160787"/>
                <a:gd name="connsiteY3" fmla="*/ 184896 h 241173"/>
                <a:gd name="connsiteX4" fmla="*/ 48231 w 160787"/>
                <a:gd name="connsiteY4" fmla="*/ 192935 h 241173"/>
                <a:gd name="connsiteX5" fmla="*/ 48231 w 160787"/>
                <a:gd name="connsiteY5" fmla="*/ 225094 h 241173"/>
                <a:gd name="connsiteX6" fmla="*/ 72350 w 160787"/>
                <a:gd name="connsiteY6" fmla="*/ 225094 h 241173"/>
                <a:gd name="connsiteX7" fmla="*/ 72350 w 160787"/>
                <a:gd name="connsiteY7" fmla="*/ 241174 h 241173"/>
                <a:gd name="connsiteX8" fmla="*/ 88430 w 160787"/>
                <a:gd name="connsiteY8" fmla="*/ 241174 h 241173"/>
                <a:gd name="connsiteX9" fmla="*/ 88430 w 160787"/>
                <a:gd name="connsiteY9" fmla="*/ 225094 h 241173"/>
                <a:gd name="connsiteX10" fmla="*/ 112549 w 160787"/>
                <a:gd name="connsiteY10" fmla="*/ 225094 h 241173"/>
                <a:gd name="connsiteX11" fmla="*/ 112549 w 160787"/>
                <a:gd name="connsiteY11" fmla="*/ 192389 h 241173"/>
                <a:gd name="connsiteX12" fmla="*/ 112549 w 160787"/>
                <a:gd name="connsiteY12" fmla="*/ 184349 h 241173"/>
                <a:gd name="connsiteX13" fmla="*/ 133444 w 160787"/>
                <a:gd name="connsiteY13" fmla="*/ 140709 h 241173"/>
                <a:gd name="connsiteX14" fmla="*/ 160787 w 160787"/>
                <a:gd name="connsiteY14" fmla="*/ 80379 h 241173"/>
                <a:gd name="connsiteX15" fmla="*/ 136419 w 160787"/>
                <a:gd name="connsiteY15" fmla="*/ 22718 h 241173"/>
                <a:gd name="connsiteX16" fmla="*/ 78051 w 160787"/>
                <a:gd name="connsiteY16" fmla="*/ 14 h 241173"/>
                <a:gd name="connsiteX17" fmla="*/ 96470 w 160787"/>
                <a:gd name="connsiteY17" fmla="*/ 209015 h 241173"/>
                <a:gd name="connsiteX18" fmla="*/ 64311 w 160787"/>
                <a:gd name="connsiteY18" fmla="*/ 209015 h 241173"/>
                <a:gd name="connsiteX19" fmla="*/ 64311 w 160787"/>
                <a:gd name="connsiteY19" fmla="*/ 192935 h 241173"/>
                <a:gd name="connsiteX20" fmla="*/ 96470 w 160787"/>
                <a:gd name="connsiteY20" fmla="*/ 192935 h 241173"/>
                <a:gd name="connsiteX21" fmla="*/ 96470 w 160787"/>
                <a:gd name="connsiteY21" fmla="*/ 209015 h 241173"/>
                <a:gd name="connsiteX22" fmla="*/ 122840 w 160787"/>
                <a:gd name="connsiteY22" fmla="*/ 128618 h 241173"/>
                <a:gd name="connsiteX23" fmla="*/ 96928 w 160787"/>
                <a:gd name="connsiteY23" fmla="*/ 176856 h 241173"/>
                <a:gd name="connsiteX24" fmla="*/ 88430 w 160787"/>
                <a:gd name="connsiteY24" fmla="*/ 176856 h 241173"/>
                <a:gd name="connsiteX25" fmla="*/ 88430 w 160787"/>
                <a:gd name="connsiteY25" fmla="*/ 99787 h 241173"/>
                <a:gd name="connsiteX26" fmla="*/ 110193 w 160787"/>
                <a:gd name="connsiteY26" fmla="*/ 78024 h 241173"/>
                <a:gd name="connsiteX27" fmla="*/ 98825 w 160787"/>
                <a:gd name="connsiteY27" fmla="*/ 66655 h 241173"/>
                <a:gd name="connsiteX28" fmla="*/ 80390 w 160787"/>
                <a:gd name="connsiteY28" fmla="*/ 85090 h 241173"/>
                <a:gd name="connsiteX29" fmla="*/ 61955 w 160787"/>
                <a:gd name="connsiteY29" fmla="*/ 66655 h 241173"/>
                <a:gd name="connsiteX30" fmla="*/ 50587 w 160787"/>
                <a:gd name="connsiteY30" fmla="*/ 78024 h 241173"/>
                <a:gd name="connsiteX31" fmla="*/ 72350 w 160787"/>
                <a:gd name="connsiteY31" fmla="*/ 99787 h 241173"/>
                <a:gd name="connsiteX32" fmla="*/ 72350 w 160787"/>
                <a:gd name="connsiteY32" fmla="*/ 176856 h 241173"/>
                <a:gd name="connsiteX33" fmla="*/ 63909 w 160787"/>
                <a:gd name="connsiteY33" fmla="*/ 176856 h 241173"/>
                <a:gd name="connsiteX34" fmla="*/ 38278 w 160787"/>
                <a:gd name="connsiteY34" fmla="*/ 128923 h 241173"/>
                <a:gd name="connsiteX35" fmla="*/ 16105 w 160787"/>
                <a:gd name="connsiteY35" fmla="*/ 78313 h 241173"/>
                <a:gd name="connsiteX36" fmla="*/ 78501 w 160787"/>
                <a:gd name="connsiteY36" fmla="*/ 16094 h 241173"/>
                <a:gd name="connsiteX37" fmla="*/ 125212 w 160787"/>
                <a:gd name="connsiteY37" fmla="*/ 34247 h 241173"/>
                <a:gd name="connsiteX38" fmla="*/ 144708 w 160787"/>
                <a:gd name="connsiteY38" fmla="*/ 80379 h 241173"/>
                <a:gd name="connsiteX39" fmla="*/ 122840 w 160787"/>
                <a:gd name="connsiteY39" fmla="*/ 128618 h 2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0787" h="241173">
                  <a:moveTo>
                    <a:pt x="78051" y="14"/>
                  </a:moveTo>
                  <a:cubicBezTo>
                    <a:pt x="36332" y="1196"/>
                    <a:pt x="1336" y="36096"/>
                    <a:pt x="41" y="77815"/>
                  </a:cubicBezTo>
                  <a:cubicBezTo>
                    <a:pt x="-731" y="102103"/>
                    <a:pt x="9383" y="125168"/>
                    <a:pt x="27762" y="141079"/>
                  </a:cubicBezTo>
                  <a:cubicBezTo>
                    <a:pt x="40770" y="152335"/>
                    <a:pt x="48231" y="168101"/>
                    <a:pt x="48231" y="184896"/>
                  </a:cubicBezTo>
                  <a:lnTo>
                    <a:pt x="48231" y="192935"/>
                  </a:lnTo>
                  <a:lnTo>
                    <a:pt x="48231" y="225094"/>
                  </a:lnTo>
                  <a:lnTo>
                    <a:pt x="72350" y="225094"/>
                  </a:lnTo>
                  <a:lnTo>
                    <a:pt x="72350" y="241174"/>
                  </a:lnTo>
                  <a:lnTo>
                    <a:pt x="88430" y="241174"/>
                  </a:lnTo>
                  <a:lnTo>
                    <a:pt x="88430" y="225094"/>
                  </a:lnTo>
                  <a:lnTo>
                    <a:pt x="112549" y="225094"/>
                  </a:lnTo>
                  <a:lnTo>
                    <a:pt x="112549" y="192389"/>
                  </a:lnTo>
                  <a:lnTo>
                    <a:pt x="112549" y="184349"/>
                  </a:lnTo>
                  <a:cubicBezTo>
                    <a:pt x="112549" y="168269"/>
                    <a:pt x="120163" y="152359"/>
                    <a:pt x="133444" y="140709"/>
                  </a:cubicBezTo>
                  <a:cubicBezTo>
                    <a:pt x="150826" y="125450"/>
                    <a:pt x="160787" y="103469"/>
                    <a:pt x="160787" y="80379"/>
                  </a:cubicBezTo>
                  <a:cubicBezTo>
                    <a:pt x="160787" y="58463"/>
                    <a:pt x="152137" y="37994"/>
                    <a:pt x="136419" y="22718"/>
                  </a:cubicBezTo>
                  <a:cubicBezTo>
                    <a:pt x="120709" y="7451"/>
                    <a:pt x="99919" y="-380"/>
                    <a:pt x="78051" y="14"/>
                  </a:cubicBezTo>
                  <a:close/>
                  <a:moveTo>
                    <a:pt x="96470" y="209015"/>
                  </a:moveTo>
                  <a:lnTo>
                    <a:pt x="64311" y="209015"/>
                  </a:lnTo>
                  <a:lnTo>
                    <a:pt x="64311" y="192935"/>
                  </a:lnTo>
                  <a:lnTo>
                    <a:pt x="96470" y="192935"/>
                  </a:lnTo>
                  <a:lnTo>
                    <a:pt x="96470" y="209015"/>
                  </a:lnTo>
                  <a:close/>
                  <a:moveTo>
                    <a:pt x="122840" y="128618"/>
                  </a:moveTo>
                  <a:cubicBezTo>
                    <a:pt x="108208" y="141465"/>
                    <a:pt x="99018" y="158574"/>
                    <a:pt x="96928" y="176856"/>
                  </a:cubicBezTo>
                  <a:lnTo>
                    <a:pt x="88430" y="176856"/>
                  </a:lnTo>
                  <a:lnTo>
                    <a:pt x="88430" y="99787"/>
                  </a:lnTo>
                  <a:lnTo>
                    <a:pt x="110193" y="78024"/>
                  </a:lnTo>
                  <a:lnTo>
                    <a:pt x="98825" y="66655"/>
                  </a:lnTo>
                  <a:lnTo>
                    <a:pt x="80390" y="85090"/>
                  </a:lnTo>
                  <a:lnTo>
                    <a:pt x="61955" y="66655"/>
                  </a:lnTo>
                  <a:lnTo>
                    <a:pt x="50587" y="78024"/>
                  </a:lnTo>
                  <a:lnTo>
                    <a:pt x="72350" y="99787"/>
                  </a:lnTo>
                  <a:lnTo>
                    <a:pt x="72350" y="176856"/>
                  </a:lnTo>
                  <a:lnTo>
                    <a:pt x="63909" y="176856"/>
                  </a:lnTo>
                  <a:cubicBezTo>
                    <a:pt x="61939" y="158678"/>
                    <a:pt x="52846" y="141521"/>
                    <a:pt x="38278" y="128923"/>
                  </a:cubicBezTo>
                  <a:cubicBezTo>
                    <a:pt x="23573" y="116188"/>
                    <a:pt x="15494" y="97745"/>
                    <a:pt x="16105" y="78313"/>
                  </a:cubicBezTo>
                  <a:cubicBezTo>
                    <a:pt x="17142" y="44948"/>
                    <a:pt x="45128" y="17034"/>
                    <a:pt x="78501" y="16094"/>
                  </a:cubicBezTo>
                  <a:cubicBezTo>
                    <a:pt x="96092" y="15491"/>
                    <a:pt x="112637" y="22027"/>
                    <a:pt x="125212" y="34247"/>
                  </a:cubicBezTo>
                  <a:cubicBezTo>
                    <a:pt x="137786" y="46468"/>
                    <a:pt x="144708" y="62845"/>
                    <a:pt x="144708" y="80379"/>
                  </a:cubicBezTo>
                  <a:cubicBezTo>
                    <a:pt x="144708" y="98838"/>
                    <a:pt x="136741" y="116421"/>
                    <a:pt x="122840" y="128618"/>
                  </a:cubicBezTo>
                  <a:close/>
                </a:path>
              </a:pathLst>
            </a:custGeom>
            <a:grpFill/>
            <a:ln w="80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9" name="Graphic 28"/>
          <p:cNvGrpSpPr/>
          <p:nvPr/>
        </p:nvGrpSpPr>
        <p:grpSpPr>
          <a:xfrm>
            <a:off x="3730940" y="4600511"/>
            <a:ext cx="460561" cy="473465"/>
            <a:chOff x="9529165" y="737150"/>
            <a:chExt cx="385054" cy="352967"/>
          </a:xfrm>
          <a:solidFill>
            <a:schemeClr val="bg1"/>
          </a:solidFill>
        </p:grpSpPr>
        <p:sp>
          <p:nvSpPr>
            <p:cNvPr id="30" name="Freeform: Shape 311"/>
            <p:cNvSpPr/>
            <p:nvPr/>
          </p:nvSpPr>
          <p:spPr>
            <a:xfrm>
              <a:off x="9529165" y="826997"/>
              <a:ext cx="385054" cy="263120"/>
            </a:xfrm>
            <a:custGeom>
              <a:avLst/>
              <a:gdLst>
                <a:gd name="connsiteX0" fmla="*/ 378636 w 385054"/>
                <a:gd name="connsiteY0" fmla="*/ 250285 h 263120"/>
                <a:gd name="connsiteX1" fmla="*/ 378636 w 385054"/>
                <a:gd name="connsiteY1" fmla="*/ 0 h 263120"/>
                <a:gd name="connsiteX2" fmla="*/ 301626 w 385054"/>
                <a:gd name="connsiteY2" fmla="*/ 0 h 263120"/>
                <a:gd name="connsiteX3" fmla="*/ 301626 w 385054"/>
                <a:gd name="connsiteY3" fmla="*/ 250285 h 263120"/>
                <a:gd name="connsiteX4" fmla="*/ 282373 w 385054"/>
                <a:gd name="connsiteY4" fmla="*/ 250285 h 263120"/>
                <a:gd name="connsiteX5" fmla="*/ 282373 w 385054"/>
                <a:gd name="connsiteY5" fmla="*/ 51341 h 263120"/>
                <a:gd name="connsiteX6" fmla="*/ 205362 w 385054"/>
                <a:gd name="connsiteY6" fmla="*/ 51341 h 263120"/>
                <a:gd name="connsiteX7" fmla="*/ 205362 w 385054"/>
                <a:gd name="connsiteY7" fmla="*/ 250285 h 263120"/>
                <a:gd name="connsiteX8" fmla="*/ 186109 w 385054"/>
                <a:gd name="connsiteY8" fmla="*/ 250285 h 263120"/>
                <a:gd name="connsiteX9" fmla="*/ 186109 w 385054"/>
                <a:gd name="connsiteY9" fmla="*/ 102681 h 263120"/>
                <a:gd name="connsiteX10" fmla="*/ 109099 w 385054"/>
                <a:gd name="connsiteY10" fmla="*/ 102681 h 263120"/>
                <a:gd name="connsiteX11" fmla="*/ 109099 w 385054"/>
                <a:gd name="connsiteY11" fmla="*/ 250285 h 263120"/>
                <a:gd name="connsiteX12" fmla="*/ 89846 w 385054"/>
                <a:gd name="connsiteY12" fmla="*/ 250285 h 263120"/>
                <a:gd name="connsiteX13" fmla="*/ 89846 w 385054"/>
                <a:gd name="connsiteY13" fmla="*/ 160439 h 263120"/>
                <a:gd name="connsiteX14" fmla="*/ 12835 w 385054"/>
                <a:gd name="connsiteY14" fmla="*/ 160439 h 263120"/>
                <a:gd name="connsiteX15" fmla="*/ 12835 w 385054"/>
                <a:gd name="connsiteY15" fmla="*/ 250285 h 263120"/>
                <a:gd name="connsiteX16" fmla="*/ 6418 w 385054"/>
                <a:gd name="connsiteY16" fmla="*/ 250285 h 263120"/>
                <a:gd name="connsiteX17" fmla="*/ 0 w 385054"/>
                <a:gd name="connsiteY17" fmla="*/ 256703 h 263120"/>
                <a:gd name="connsiteX18" fmla="*/ 6418 w 385054"/>
                <a:gd name="connsiteY18" fmla="*/ 263120 h 263120"/>
                <a:gd name="connsiteX19" fmla="*/ 12835 w 385054"/>
                <a:gd name="connsiteY19" fmla="*/ 263120 h 263120"/>
                <a:gd name="connsiteX20" fmla="*/ 89846 w 385054"/>
                <a:gd name="connsiteY20" fmla="*/ 263120 h 263120"/>
                <a:gd name="connsiteX21" fmla="*/ 109099 w 385054"/>
                <a:gd name="connsiteY21" fmla="*/ 263120 h 263120"/>
                <a:gd name="connsiteX22" fmla="*/ 186109 w 385054"/>
                <a:gd name="connsiteY22" fmla="*/ 263120 h 263120"/>
                <a:gd name="connsiteX23" fmla="*/ 205362 w 385054"/>
                <a:gd name="connsiteY23" fmla="*/ 263120 h 263120"/>
                <a:gd name="connsiteX24" fmla="*/ 282373 w 385054"/>
                <a:gd name="connsiteY24" fmla="*/ 263120 h 263120"/>
                <a:gd name="connsiteX25" fmla="*/ 301626 w 385054"/>
                <a:gd name="connsiteY25" fmla="*/ 263120 h 263120"/>
                <a:gd name="connsiteX26" fmla="*/ 378636 w 385054"/>
                <a:gd name="connsiteY26" fmla="*/ 263120 h 263120"/>
                <a:gd name="connsiteX27" fmla="*/ 385054 w 385054"/>
                <a:gd name="connsiteY27" fmla="*/ 256703 h 263120"/>
                <a:gd name="connsiteX28" fmla="*/ 378636 w 385054"/>
                <a:gd name="connsiteY28" fmla="*/ 250285 h 263120"/>
                <a:gd name="connsiteX29" fmla="*/ 25670 w 385054"/>
                <a:gd name="connsiteY29" fmla="*/ 250285 h 263120"/>
                <a:gd name="connsiteX30" fmla="*/ 25670 w 385054"/>
                <a:gd name="connsiteY30" fmla="*/ 173274 h 263120"/>
                <a:gd name="connsiteX31" fmla="*/ 77011 w 385054"/>
                <a:gd name="connsiteY31" fmla="*/ 173274 h 263120"/>
                <a:gd name="connsiteX32" fmla="*/ 77011 w 385054"/>
                <a:gd name="connsiteY32" fmla="*/ 250285 h 263120"/>
                <a:gd name="connsiteX33" fmla="*/ 25670 w 385054"/>
                <a:gd name="connsiteY33" fmla="*/ 250285 h 263120"/>
                <a:gd name="connsiteX34" fmla="*/ 121934 w 385054"/>
                <a:gd name="connsiteY34" fmla="*/ 250285 h 263120"/>
                <a:gd name="connsiteX35" fmla="*/ 121934 w 385054"/>
                <a:gd name="connsiteY35" fmla="*/ 115516 h 263120"/>
                <a:gd name="connsiteX36" fmla="*/ 173274 w 385054"/>
                <a:gd name="connsiteY36" fmla="*/ 115516 h 263120"/>
                <a:gd name="connsiteX37" fmla="*/ 173274 w 385054"/>
                <a:gd name="connsiteY37" fmla="*/ 250285 h 263120"/>
                <a:gd name="connsiteX38" fmla="*/ 121934 w 385054"/>
                <a:gd name="connsiteY38" fmla="*/ 250285 h 263120"/>
                <a:gd name="connsiteX39" fmla="*/ 218197 w 385054"/>
                <a:gd name="connsiteY39" fmla="*/ 250285 h 263120"/>
                <a:gd name="connsiteX40" fmla="*/ 218197 w 385054"/>
                <a:gd name="connsiteY40" fmla="*/ 64176 h 263120"/>
                <a:gd name="connsiteX41" fmla="*/ 269538 w 385054"/>
                <a:gd name="connsiteY41" fmla="*/ 64176 h 263120"/>
                <a:gd name="connsiteX42" fmla="*/ 269538 w 385054"/>
                <a:gd name="connsiteY42" fmla="*/ 250285 h 263120"/>
                <a:gd name="connsiteX43" fmla="*/ 218197 w 385054"/>
                <a:gd name="connsiteY43" fmla="*/ 250285 h 263120"/>
                <a:gd name="connsiteX44" fmla="*/ 314461 w 385054"/>
                <a:gd name="connsiteY44" fmla="*/ 250285 h 263120"/>
                <a:gd name="connsiteX45" fmla="*/ 314461 w 385054"/>
                <a:gd name="connsiteY45" fmla="*/ 12835 h 263120"/>
                <a:gd name="connsiteX46" fmla="*/ 365801 w 385054"/>
                <a:gd name="connsiteY46" fmla="*/ 12835 h 263120"/>
                <a:gd name="connsiteX47" fmla="*/ 365801 w 385054"/>
                <a:gd name="connsiteY47" fmla="*/ 250285 h 263120"/>
                <a:gd name="connsiteX48" fmla="*/ 314461 w 385054"/>
                <a:gd name="connsiteY48" fmla="*/ 250285 h 26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85054" h="263120">
                  <a:moveTo>
                    <a:pt x="378636" y="250285"/>
                  </a:moveTo>
                  <a:lnTo>
                    <a:pt x="378636" y="0"/>
                  </a:lnTo>
                  <a:lnTo>
                    <a:pt x="301626" y="0"/>
                  </a:lnTo>
                  <a:lnTo>
                    <a:pt x="301626" y="250285"/>
                  </a:lnTo>
                  <a:lnTo>
                    <a:pt x="282373" y="250285"/>
                  </a:lnTo>
                  <a:lnTo>
                    <a:pt x="282373" y="51341"/>
                  </a:lnTo>
                  <a:lnTo>
                    <a:pt x="205362" y="51341"/>
                  </a:lnTo>
                  <a:lnTo>
                    <a:pt x="205362" y="250285"/>
                  </a:lnTo>
                  <a:lnTo>
                    <a:pt x="186109" y="250285"/>
                  </a:lnTo>
                  <a:lnTo>
                    <a:pt x="186109" y="102681"/>
                  </a:lnTo>
                  <a:lnTo>
                    <a:pt x="109099" y="102681"/>
                  </a:lnTo>
                  <a:lnTo>
                    <a:pt x="109099" y="250285"/>
                  </a:lnTo>
                  <a:lnTo>
                    <a:pt x="89846" y="250285"/>
                  </a:lnTo>
                  <a:lnTo>
                    <a:pt x="89846" y="160439"/>
                  </a:lnTo>
                  <a:lnTo>
                    <a:pt x="12835" y="160439"/>
                  </a:lnTo>
                  <a:lnTo>
                    <a:pt x="12835" y="250285"/>
                  </a:lnTo>
                  <a:lnTo>
                    <a:pt x="6418" y="250285"/>
                  </a:lnTo>
                  <a:cubicBezTo>
                    <a:pt x="2875" y="250285"/>
                    <a:pt x="0" y="253154"/>
                    <a:pt x="0" y="256703"/>
                  </a:cubicBezTo>
                  <a:cubicBezTo>
                    <a:pt x="0" y="260252"/>
                    <a:pt x="2875" y="263120"/>
                    <a:pt x="6418" y="263120"/>
                  </a:cubicBezTo>
                  <a:lnTo>
                    <a:pt x="12835" y="263120"/>
                  </a:lnTo>
                  <a:lnTo>
                    <a:pt x="89846" y="263120"/>
                  </a:lnTo>
                  <a:lnTo>
                    <a:pt x="109099" y="263120"/>
                  </a:lnTo>
                  <a:lnTo>
                    <a:pt x="186109" y="263120"/>
                  </a:lnTo>
                  <a:lnTo>
                    <a:pt x="205362" y="263120"/>
                  </a:lnTo>
                  <a:lnTo>
                    <a:pt x="282373" y="263120"/>
                  </a:lnTo>
                  <a:lnTo>
                    <a:pt x="301626" y="263120"/>
                  </a:lnTo>
                  <a:lnTo>
                    <a:pt x="378636" y="263120"/>
                  </a:lnTo>
                  <a:cubicBezTo>
                    <a:pt x="382179" y="263120"/>
                    <a:pt x="385054" y="260252"/>
                    <a:pt x="385054" y="256703"/>
                  </a:cubicBezTo>
                  <a:cubicBezTo>
                    <a:pt x="385054" y="253154"/>
                    <a:pt x="382179" y="250285"/>
                    <a:pt x="378636" y="250285"/>
                  </a:cubicBezTo>
                  <a:close/>
                  <a:moveTo>
                    <a:pt x="25670" y="250285"/>
                  </a:moveTo>
                  <a:lnTo>
                    <a:pt x="25670" y="173274"/>
                  </a:lnTo>
                  <a:lnTo>
                    <a:pt x="77011" y="173274"/>
                  </a:lnTo>
                  <a:lnTo>
                    <a:pt x="77011" y="250285"/>
                  </a:lnTo>
                  <a:lnTo>
                    <a:pt x="25670" y="250285"/>
                  </a:lnTo>
                  <a:close/>
                  <a:moveTo>
                    <a:pt x="121934" y="250285"/>
                  </a:moveTo>
                  <a:lnTo>
                    <a:pt x="121934" y="115516"/>
                  </a:lnTo>
                  <a:lnTo>
                    <a:pt x="173274" y="115516"/>
                  </a:lnTo>
                  <a:lnTo>
                    <a:pt x="173274" y="250285"/>
                  </a:lnTo>
                  <a:lnTo>
                    <a:pt x="121934" y="250285"/>
                  </a:lnTo>
                  <a:close/>
                  <a:moveTo>
                    <a:pt x="218197" y="250285"/>
                  </a:moveTo>
                  <a:lnTo>
                    <a:pt x="218197" y="64176"/>
                  </a:lnTo>
                  <a:lnTo>
                    <a:pt x="269538" y="64176"/>
                  </a:lnTo>
                  <a:lnTo>
                    <a:pt x="269538" y="250285"/>
                  </a:lnTo>
                  <a:lnTo>
                    <a:pt x="218197" y="250285"/>
                  </a:lnTo>
                  <a:close/>
                  <a:moveTo>
                    <a:pt x="314461" y="250285"/>
                  </a:moveTo>
                  <a:lnTo>
                    <a:pt x="314461" y="12835"/>
                  </a:lnTo>
                  <a:lnTo>
                    <a:pt x="365801" y="12835"/>
                  </a:lnTo>
                  <a:lnTo>
                    <a:pt x="365801" y="250285"/>
                  </a:lnTo>
                  <a:lnTo>
                    <a:pt x="314461" y="250285"/>
                  </a:ln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1" name="Freeform: Shape 312"/>
            <p:cNvSpPr/>
            <p:nvPr/>
          </p:nvSpPr>
          <p:spPr>
            <a:xfrm>
              <a:off x="9574272" y="737150"/>
              <a:ext cx="262910" cy="162558"/>
            </a:xfrm>
            <a:custGeom>
              <a:avLst/>
              <a:gdLst>
                <a:gd name="connsiteX0" fmla="*/ 6426 w 262910"/>
                <a:gd name="connsiteY0" fmla="*/ 162558 h 162558"/>
                <a:gd name="connsiteX1" fmla="*/ 9628 w 262910"/>
                <a:gd name="connsiteY1" fmla="*/ 161698 h 162558"/>
                <a:gd name="connsiteX2" fmla="*/ 242387 w 262910"/>
                <a:gd name="connsiteY2" fmla="*/ 27314 h 162558"/>
                <a:gd name="connsiteX3" fmla="*/ 227819 w 262910"/>
                <a:gd name="connsiteY3" fmla="*/ 59338 h 162558"/>
                <a:gd name="connsiteX4" fmla="*/ 231002 w 262910"/>
                <a:gd name="connsiteY4" fmla="*/ 67835 h 162558"/>
                <a:gd name="connsiteX5" fmla="*/ 233659 w 262910"/>
                <a:gd name="connsiteY5" fmla="*/ 68412 h 162558"/>
                <a:gd name="connsiteX6" fmla="*/ 239505 w 262910"/>
                <a:gd name="connsiteY6" fmla="*/ 64652 h 162558"/>
                <a:gd name="connsiteX7" fmla="*/ 262365 w 262910"/>
                <a:gd name="connsiteY7" fmla="*/ 14402 h 162558"/>
                <a:gd name="connsiteX8" fmla="*/ 262480 w 262910"/>
                <a:gd name="connsiteY8" fmla="*/ 13902 h 162558"/>
                <a:gd name="connsiteX9" fmla="*/ 262762 w 262910"/>
                <a:gd name="connsiteY9" fmla="*/ 12875 h 162558"/>
                <a:gd name="connsiteX10" fmla="*/ 262910 w 262910"/>
                <a:gd name="connsiteY10" fmla="*/ 12361 h 162558"/>
                <a:gd name="connsiteX11" fmla="*/ 262891 w 262910"/>
                <a:gd name="connsiteY11" fmla="*/ 12143 h 162558"/>
                <a:gd name="connsiteX12" fmla="*/ 262865 w 262910"/>
                <a:gd name="connsiteY12" fmla="*/ 11431 h 162558"/>
                <a:gd name="connsiteX13" fmla="*/ 262711 w 262910"/>
                <a:gd name="connsiteY13" fmla="*/ 10391 h 162558"/>
                <a:gd name="connsiteX14" fmla="*/ 262563 w 262910"/>
                <a:gd name="connsiteY14" fmla="*/ 9659 h 162558"/>
                <a:gd name="connsiteX15" fmla="*/ 262249 w 262910"/>
                <a:gd name="connsiteY15" fmla="*/ 9011 h 162558"/>
                <a:gd name="connsiteX16" fmla="*/ 262076 w 262910"/>
                <a:gd name="connsiteY16" fmla="*/ 8536 h 162558"/>
                <a:gd name="connsiteX17" fmla="*/ 261729 w 262910"/>
                <a:gd name="connsiteY17" fmla="*/ 8145 h 162558"/>
                <a:gd name="connsiteX18" fmla="*/ 261331 w 262910"/>
                <a:gd name="connsiteY18" fmla="*/ 7555 h 162558"/>
                <a:gd name="connsiteX19" fmla="*/ 260760 w 262910"/>
                <a:gd name="connsiteY19" fmla="*/ 7054 h 162558"/>
                <a:gd name="connsiteX20" fmla="*/ 259939 w 262910"/>
                <a:gd name="connsiteY20" fmla="*/ 6406 h 162558"/>
                <a:gd name="connsiteX21" fmla="*/ 259342 w 262910"/>
                <a:gd name="connsiteY21" fmla="*/ 6027 h 162558"/>
                <a:gd name="connsiteX22" fmla="*/ 259162 w 262910"/>
                <a:gd name="connsiteY22" fmla="*/ 5899 h 162558"/>
                <a:gd name="connsiteX23" fmla="*/ 258668 w 262910"/>
                <a:gd name="connsiteY23" fmla="*/ 5783 h 162558"/>
                <a:gd name="connsiteX24" fmla="*/ 257603 w 262910"/>
                <a:gd name="connsiteY24" fmla="*/ 5501 h 162558"/>
                <a:gd name="connsiteX25" fmla="*/ 257128 w 262910"/>
                <a:gd name="connsiteY25" fmla="*/ 5360 h 162558"/>
                <a:gd name="connsiteX26" fmla="*/ 202181 w 262910"/>
                <a:gd name="connsiteY26" fmla="*/ 33 h 162558"/>
                <a:gd name="connsiteX27" fmla="*/ 195173 w 262910"/>
                <a:gd name="connsiteY27" fmla="*/ 5796 h 162558"/>
                <a:gd name="connsiteX28" fmla="*/ 200936 w 262910"/>
                <a:gd name="connsiteY28" fmla="*/ 12804 h 162558"/>
                <a:gd name="connsiteX29" fmla="*/ 235950 w 262910"/>
                <a:gd name="connsiteY29" fmla="*/ 16199 h 162558"/>
                <a:gd name="connsiteX30" fmla="*/ 3210 w 262910"/>
                <a:gd name="connsiteY30" fmla="*/ 150583 h 162558"/>
                <a:gd name="connsiteX31" fmla="*/ 861 w 262910"/>
                <a:gd name="connsiteY31" fmla="*/ 159349 h 162558"/>
                <a:gd name="connsiteX32" fmla="*/ 6426 w 262910"/>
                <a:gd name="connsiteY32" fmla="*/ 162558 h 16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62910" h="162558">
                  <a:moveTo>
                    <a:pt x="6426" y="162558"/>
                  </a:moveTo>
                  <a:cubicBezTo>
                    <a:pt x="7510" y="162558"/>
                    <a:pt x="8620" y="162282"/>
                    <a:pt x="9628" y="161698"/>
                  </a:cubicBezTo>
                  <a:lnTo>
                    <a:pt x="242387" y="27314"/>
                  </a:lnTo>
                  <a:lnTo>
                    <a:pt x="227819" y="59338"/>
                  </a:lnTo>
                  <a:cubicBezTo>
                    <a:pt x="226349" y="62566"/>
                    <a:pt x="227774" y="66372"/>
                    <a:pt x="231002" y="67835"/>
                  </a:cubicBezTo>
                  <a:cubicBezTo>
                    <a:pt x="231862" y="68233"/>
                    <a:pt x="232767" y="68412"/>
                    <a:pt x="233659" y="68412"/>
                  </a:cubicBezTo>
                  <a:cubicBezTo>
                    <a:pt x="236097" y="68412"/>
                    <a:pt x="238427" y="67013"/>
                    <a:pt x="239505" y="64652"/>
                  </a:cubicBezTo>
                  <a:lnTo>
                    <a:pt x="262365" y="14402"/>
                  </a:lnTo>
                  <a:cubicBezTo>
                    <a:pt x="262435" y="14242"/>
                    <a:pt x="262422" y="14068"/>
                    <a:pt x="262480" y="13902"/>
                  </a:cubicBezTo>
                  <a:cubicBezTo>
                    <a:pt x="262602" y="13561"/>
                    <a:pt x="262698" y="13234"/>
                    <a:pt x="262762" y="12875"/>
                  </a:cubicBezTo>
                  <a:cubicBezTo>
                    <a:pt x="262794" y="12695"/>
                    <a:pt x="262897" y="12547"/>
                    <a:pt x="262910" y="12361"/>
                  </a:cubicBezTo>
                  <a:cubicBezTo>
                    <a:pt x="262916" y="12284"/>
                    <a:pt x="262884" y="12220"/>
                    <a:pt x="262891" y="12143"/>
                  </a:cubicBezTo>
                  <a:cubicBezTo>
                    <a:pt x="262904" y="11899"/>
                    <a:pt x="262878" y="11675"/>
                    <a:pt x="262865" y="11431"/>
                  </a:cubicBezTo>
                  <a:cubicBezTo>
                    <a:pt x="262846" y="11078"/>
                    <a:pt x="262788" y="10744"/>
                    <a:pt x="262711" y="10391"/>
                  </a:cubicBezTo>
                  <a:cubicBezTo>
                    <a:pt x="262660" y="10147"/>
                    <a:pt x="262647" y="9897"/>
                    <a:pt x="262563" y="9659"/>
                  </a:cubicBezTo>
                  <a:cubicBezTo>
                    <a:pt x="262486" y="9428"/>
                    <a:pt x="262352" y="9236"/>
                    <a:pt x="262249" y="9011"/>
                  </a:cubicBezTo>
                  <a:cubicBezTo>
                    <a:pt x="262166" y="8864"/>
                    <a:pt x="262166" y="8690"/>
                    <a:pt x="262076" y="8536"/>
                  </a:cubicBezTo>
                  <a:cubicBezTo>
                    <a:pt x="261986" y="8382"/>
                    <a:pt x="261832" y="8293"/>
                    <a:pt x="261729" y="8145"/>
                  </a:cubicBezTo>
                  <a:cubicBezTo>
                    <a:pt x="261594" y="7946"/>
                    <a:pt x="261492" y="7734"/>
                    <a:pt x="261331" y="7555"/>
                  </a:cubicBezTo>
                  <a:cubicBezTo>
                    <a:pt x="261164" y="7362"/>
                    <a:pt x="260953" y="7227"/>
                    <a:pt x="260760" y="7054"/>
                  </a:cubicBezTo>
                  <a:cubicBezTo>
                    <a:pt x="260497" y="6817"/>
                    <a:pt x="260234" y="6598"/>
                    <a:pt x="259939" y="6406"/>
                  </a:cubicBezTo>
                  <a:cubicBezTo>
                    <a:pt x="259740" y="6277"/>
                    <a:pt x="259560" y="6136"/>
                    <a:pt x="259342" y="6027"/>
                  </a:cubicBezTo>
                  <a:cubicBezTo>
                    <a:pt x="259271" y="5995"/>
                    <a:pt x="259233" y="5931"/>
                    <a:pt x="259162" y="5899"/>
                  </a:cubicBezTo>
                  <a:cubicBezTo>
                    <a:pt x="259002" y="5828"/>
                    <a:pt x="258828" y="5841"/>
                    <a:pt x="258668" y="5783"/>
                  </a:cubicBezTo>
                  <a:cubicBezTo>
                    <a:pt x="258315" y="5655"/>
                    <a:pt x="257968" y="5565"/>
                    <a:pt x="257603" y="5501"/>
                  </a:cubicBezTo>
                  <a:cubicBezTo>
                    <a:pt x="257436" y="5469"/>
                    <a:pt x="257301" y="5373"/>
                    <a:pt x="257128" y="5360"/>
                  </a:cubicBezTo>
                  <a:lnTo>
                    <a:pt x="202181" y="33"/>
                  </a:lnTo>
                  <a:cubicBezTo>
                    <a:pt x="198619" y="-326"/>
                    <a:pt x="195513" y="2279"/>
                    <a:pt x="195173" y="5796"/>
                  </a:cubicBezTo>
                  <a:cubicBezTo>
                    <a:pt x="194826" y="9326"/>
                    <a:pt x="197412" y="12464"/>
                    <a:pt x="200936" y="12804"/>
                  </a:cubicBezTo>
                  <a:lnTo>
                    <a:pt x="235950" y="16199"/>
                  </a:lnTo>
                  <a:lnTo>
                    <a:pt x="3210" y="150583"/>
                  </a:lnTo>
                  <a:cubicBezTo>
                    <a:pt x="136" y="152354"/>
                    <a:pt x="-910" y="156282"/>
                    <a:pt x="861" y="159349"/>
                  </a:cubicBezTo>
                  <a:cubicBezTo>
                    <a:pt x="2049" y="161409"/>
                    <a:pt x="4205" y="162558"/>
                    <a:pt x="6426" y="162558"/>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32" name="Graphic 42"/>
          <p:cNvSpPr/>
          <p:nvPr/>
        </p:nvSpPr>
        <p:spPr>
          <a:xfrm>
            <a:off x="6459273" y="2156463"/>
            <a:ext cx="540000" cy="540000"/>
          </a:xfrm>
          <a:custGeom>
            <a:avLst/>
            <a:gdLst>
              <a:gd name="connsiteX0" fmla="*/ 335087 w 340995"/>
              <a:gd name="connsiteY0" fmla="*/ 126272 h 340962"/>
              <a:gd name="connsiteX1" fmla="*/ 126272 w 340995"/>
              <a:gd name="connsiteY1" fmla="*/ 5876 h 340962"/>
              <a:gd name="connsiteX2" fmla="*/ 5876 w 340995"/>
              <a:gd name="connsiteY2" fmla="*/ 214691 h 340962"/>
              <a:gd name="connsiteX3" fmla="*/ 214691 w 340995"/>
              <a:gd name="connsiteY3" fmla="*/ 335087 h 340962"/>
              <a:gd name="connsiteX4" fmla="*/ 318156 w 340995"/>
              <a:gd name="connsiteY4" fmla="*/ 255578 h 340962"/>
              <a:gd name="connsiteX5" fmla="*/ 335087 w 340995"/>
              <a:gd name="connsiteY5" fmla="*/ 126272 h 340962"/>
              <a:gd name="connsiteX6" fmla="*/ 313157 w 340995"/>
              <a:gd name="connsiteY6" fmla="*/ 132180 h 340962"/>
              <a:gd name="connsiteX7" fmla="*/ 318156 w 340995"/>
              <a:gd name="connsiteY7" fmla="*/ 163882 h 340962"/>
              <a:gd name="connsiteX8" fmla="*/ 261343 w 340995"/>
              <a:gd name="connsiteY8" fmla="*/ 196606 h 340962"/>
              <a:gd name="connsiteX9" fmla="*/ 261343 w 340995"/>
              <a:gd name="connsiteY9" fmla="*/ 54119 h 340962"/>
              <a:gd name="connsiteX10" fmla="*/ 313157 w 340995"/>
              <a:gd name="connsiteY10" fmla="*/ 132180 h 340962"/>
              <a:gd name="connsiteX11" fmla="*/ 102267 w 340995"/>
              <a:gd name="connsiteY11" fmla="*/ 209673 h 340962"/>
              <a:gd name="connsiteX12" fmla="*/ 102267 w 340995"/>
              <a:gd name="connsiteY12" fmla="*/ 131044 h 340962"/>
              <a:gd name="connsiteX13" fmla="*/ 170443 w 340995"/>
              <a:gd name="connsiteY13" fmla="*/ 91616 h 340962"/>
              <a:gd name="connsiteX14" fmla="*/ 238618 w 340995"/>
              <a:gd name="connsiteY14" fmla="*/ 131044 h 340962"/>
              <a:gd name="connsiteX15" fmla="*/ 238618 w 340995"/>
              <a:gd name="connsiteY15" fmla="*/ 209673 h 340962"/>
              <a:gd name="connsiteX16" fmla="*/ 170443 w 340995"/>
              <a:gd name="connsiteY16" fmla="*/ 249101 h 340962"/>
              <a:gd name="connsiteX17" fmla="*/ 238618 w 340995"/>
              <a:gd name="connsiteY17" fmla="*/ 39234 h 340962"/>
              <a:gd name="connsiteX18" fmla="*/ 238618 w 340995"/>
              <a:gd name="connsiteY18" fmla="*/ 104569 h 340962"/>
              <a:gd name="connsiteX19" fmla="*/ 115107 w 340995"/>
              <a:gd name="connsiteY19" fmla="*/ 34008 h 340962"/>
              <a:gd name="connsiteX20" fmla="*/ 170443 w 340995"/>
              <a:gd name="connsiteY20" fmla="*/ 22645 h 340962"/>
              <a:gd name="connsiteX21" fmla="*/ 238618 w 340995"/>
              <a:gd name="connsiteY21" fmla="*/ 39462 h 340962"/>
              <a:gd name="connsiteX22" fmla="*/ 90905 w 340995"/>
              <a:gd name="connsiteY22" fmla="*/ 45938 h 340962"/>
              <a:gd name="connsiteX23" fmla="*/ 147718 w 340995"/>
              <a:gd name="connsiteY23" fmla="*/ 78549 h 340962"/>
              <a:gd name="connsiteX24" fmla="*/ 24206 w 340995"/>
              <a:gd name="connsiteY24" fmla="*/ 149792 h 340962"/>
              <a:gd name="connsiteX25" fmla="*/ 90905 w 340995"/>
              <a:gd name="connsiteY25" fmla="*/ 45938 h 340962"/>
              <a:gd name="connsiteX26" fmla="*/ 22729 w 340995"/>
              <a:gd name="connsiteY26" fmla="*/ 176722 h 340962"/>
              <a:gd name="connsiteX27" fmla="*/ 79542 w 340995"/>
              <a:gd name="connsiteY27" fmla="*/ 144111 h 340962"/>
              <a:gd name="connsiteX28" fmla="*/ 79542 w 340995"/>
              <a:gd name="connsiteY28" fmla="*/ 286598 h 340962"/>
              <a:gd name="connsiteX29" fmla="*/ 22729 w 340995"/>
              <a:gd name="connsiteY29" fmla="*/ 176722 h 340962"/>
              <a:gd name="connsiteX30" fmla="*/ 102267 w 340995"/>
              <a:gd name="connsiteY30" fmla="*/ 301710 h 340962"/>
              <a:gd name="connsiteX31" fmla="*/ 102267 w 340995"/>
              <a:gd name="connsiteY31" fmla="*/ 235921 h 340962"/>
              <a:gd name="connsiteX32" fmla="*/ 225665 w 340995"/>
              <a:gd name="connsiteY32" fmla="*/ 306710 h 340962"/>
              <a:gd name="connsiteX33" fmla="*/ 102267 w 340995"/>
              <a:gd name="connsiteY33" fmla="*/ 301142 h 340962"/>
              <a:gd name="connsiteX34" fmla="*/ 249981 w 340995"/>
              <a:gd name="connsiteY34" fmla="*/ 295347 h 340962"/>
              <a:gd name="connsiteX35" fmla="*/ 193168 w 340995"/>
              <a:gd name="connsiteY35" fmla="*/ 262623 h 340962"/>
              <a:gd name="connsiteX36" fmla="*/ 316793 w 340995"/>
              <a:gd name="connsiteY36" fmla="*/ 190811 h 340962"/>
              <a:gd name="connsiteX37" fmla="*/ 249981 w 340995"/>
              <a:gd name="connsiteY37" fmla="*/ 295347 h 34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40995" h="340962">
                <a:moveTo>
                  <a:pt x="335087" y="126272"/>
                </a:moveTo>
                <a:cubicBezTo>
                  <a:pt x="310671" y="35363"/>
                  <a:pt x="217180" y="-18540"/>
                  <a:pt x="126272" y="5876"/>
                </a:cubicBezTo>
                <a:cubicBezTo>
                  <a:pt x="35363" y="30292"/>
                  <a:pt x="-18540" y="123782"/>
                  <a:pt x="5876" y="214691"/>
                </a:cubicBezTo>
                <a:cubicBezTo>
                  <a:pt x="30292" y="305600"/>
                  <a:pt x="123782" y="359503"/>
                  <a:pt x="214691" y="335087"/>
                </a:cubicBezTo>
                <a:cubicBezTo>
                  <a:pt x="258361" y="323358"/>
                  <a:pt x="295580" y="294756"/>
                  <a:pt x="318156" y="255578"/>
                </a:cubicBezTo>
                <a:cubicBezTo>
                  <a:pt x="340827" y="216461"/>
                  <a:pt x="346923" y="169906"/>
                  <a:pt x="335087" y="126272"/>
                </a:cubicBezTo>
                <a:close/>
                <a:moveTo>
                  <a:pt x="313157" y="132180"/>
                </a:moveTo>
                <a:cubicBezTo>
                  <a:pt x="315940" y="142541"/>
                  <a:pt x="317616" y="153168"/>
                  <a:pt x="318156" y="163882"/>
                </a:cubicBezTo>
                <a:lnTo>
                  <a:pt x="261343" y="196606"/>
                </a:lnTo>
                <a:lnTo>
                  <a:pt x="261343" y="54119"/>
                </a:lnTo>
                <a:cubicBezTo>
                  <a:pt x="286708" y="73753"/>
                  <a:pt x="304914" y="101182"/>
                  <a:pt x="313157" y="132180"/>
                </a:cubicBezTo>
                <a:close/>
                <a:moveTo>
                  <a:pt x="102267" y="209673"/>
                </a:moveTo>
                <a:lnTo>
                  <a:pt x="102267" y="131044"/>
                </a:lnTo>
                <a:lnTo>
                  <a:pt x="170443" y="91616"/>
                </a:lnTo>
                <a:lnTo>
                  <a:pt x="238618" y="131044"/>
                </a:lnTo>
                <a:lnTo>
                  <a:pt x="238618" y="209673"/>
                </a:lnTo>
                <a:lnTo>
                  <a:pt x="170443" y="249101"/>
                </a:lnTo>
                <a:close/>
                <a:moveTo>
                  <a:pt x="238618" y="39234"/>
                </a:moveTo>
                <a:lnTo>
                  <a:pt x="238618" y="104569"/>
                </a:lnTo>
                <a:lnTo>
                  <a:pt x="115107" y="34008"/>
                </a:lnTo>
                <a:cubicBezTo>
                  <a:pt x="132664" y="26744"/>
                  <a:pt x="151443" y="22888"/>
                  <a:pt x="170443" y="22645"/>
                </a:cubicBezTo>
                <a:cubicBezTo>
                  <a:pt x="194200" y="22603"/>
                  <a:pt x="217607" y="28376"/>
                  <a:pt x="238618" y="39462"/>
                </a:cubicBezTo>
                <a:close/>
                <a:moveTo>
                  <a:pt x="90905" y="45938"/>
                </a:moveTo>
                <a:lnTo>
                  <a:pt x="147718" y="78549"/>
                </a:lnTo>
                <a:lnTo>
                  <a:pt x="24206" y="149792"/>
                </a:lnTo>
                <a:cubicBezTo>
                  <a:pt x="29979" y="107011"/>
                  <a:pt x="54402" y="68984"/>
                  <a:pt x="90905" y="45938"/>
                </a:cubicBezTo>
                <a:close/>
                <a:moveTo>
                  <a:pt x="22729" y="176722"/>
                </a:moveTo>
                <a:lnTo>
                  <a:pt x="79542" y="144111"/>
                </a:lnTo>
                <a:lnTo>
                  <a:pt x="79542" y="286598"/>
                </a:lnTo>
                <a:cubicBezTo>
                  <a:pt x="45443" y="260047"/>
                  <a:pt x="24681" y="219895"/>
                  <a:pt x="22729" y="176722"/>
                </a:cubicBezTo>
                <a:close/>
                <a:moveTo>
                  <a:pt x="102267" y="301710"/>
                </a:moveTo>
                <a:lnTo>
                  <a:pt x="102267" y="235921"/>
                </a:lnTo>
                <a:lnTo>
                  <a:pt x="225665" y="306710"/>
                </a:lnTo>
                <a:cubicBezTo>
                  <a:pt x="185709" y="323059"/>
                  <a:pt x="140587" y="321024"/>
                  <a:pt x="102267" y="301142"/>
                </a:cubicBezTo>
                <a:close/>
                <a:moveTo>
                  <a:pt x="249981" y="295347"/>
                </a:moveTo>
                <a:lnTo>
                  <a:pt x="193168" y="262623"/>
                </a:lnTo>
                <a:lnTo>
                  <a:pt x="316793" y="190811"/>
                </a:lnTo>
                <a:cubicBezTo>
                  <a:pt x="310943" y="233773"/>
                  <a:pt x="286515" y="271996"/>
                  <a:pt x="249981" y="295347"/>
                </a:cubicBezTo>
                <a:close/>
              </a:path>
            </a:pathLst>
          </a:custGeom>
          <a:solidFill>
            <a:schemeClr val="bg1"/>
          </a:solidFill>
          <a:ln w="1131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3" name="Graphic 12"/>
          <p:cNvGrpSpPr/>
          <p:nvPr/>
        </p:nvGrpSpPr>
        <p:grpSpPr>
          <a:xfrm>
            <a:off x="9798901" y="4490440"/>
            <a:ext cx="540000" cy="540000"/>
            <a:chOff x="4701934" y="729147"/>
            <a:chExt cx="367744" cy="385906"/>
          </a:xfrm>
          <a:solidFill>
            <a:schemeClr val="bg1"/>
          </a:solidFill>
        </p:grpSpPr>
        <p:sp>
          <p:nvSpPr>
            <p:cNvPr id="34" name="Freeform: Shape 276"/>
            <p:cNvSpPr/>
            <p:nvPr/>
          </p:nvSpPr>
          <p:spPr>
            <a:xfrm>
              <a:off x="4701934" y="729147"/>
              <a:ext cx="367744" cy="385906"/>
            </a:xfrm>
            <a:custGeom>
              <a:avLst/>
              <a:gdLst>
                <a:gd name="connsiteX0" fmla="*/ 160794 w 367744"/>
                <a:gd name="connsiteY0" fmla="*/ 0 h 385906"/>
                <a:gd name="connsiteX1" fmla="*/ 144715 w 367744"/>
                <a:gd name="connsiteY1" fmla="*/ 0 h 385906"/>
                <a:gd name="connsiteX2" fmla="*/ 0 w 367744"/>
                <a:gd name="connsiteY2" fmla="*/ 144715 h 385906"/>
                <a:gd name="connsiteX3" fmla="*/ 0 w 367744"/>
                <a:gd name="connsiteY3" fmla="*/ 385907 h 385906"/>
                <a:gd name="connsiteX4" fmla="*/ 160794 w 367744"/>
                <a:gd name="connsiteY4" fmla="*/ 385907 h 385906"/>
                <a:gd name="connsiteX5" fmla="*/ 160794 w 367744"/>
                <a:gd name="connsiteY5" fmla="*/ 337668 h 385906"/>
                <a:gd name="connsiteX6" fmla="*/ 305509 w 367744"/>
                <a:gd name="connsiteY6" fmla="*/ 337668 h 385906"/>
                <a:gd name="connsiteX7" fmla="*/ 305509 w 367744"/>
                <a:gd name="connsiteY7" fmla="*/ 249231 h 385906"/>
                <a:gd name="connsiteX8" fmla="*/ 367745 w 367744"/>
                <a:gd name="connsiteY8" fmla="*/ 249231 h 385906"/>
                <a:gd name="connsiteX9" fmla="*/ 305493 w 367744"/>
                <a:gd name="connsiteY9" fmla="*/ 142520 h 385906"/>
                <a:gd name="connsiteX10" fmla="*/ 160794 w 367744"/>
                <a:gd name="connsiteY10" fmla="*/ 0 h 385906"/>
                <a:gd name="connsiteX11" fmla="*/ 289430 w 367744"/>
                <a:gd name="connsiteY11" fmla="*/ 233152 h 385906"/>
                <a:gd name="connsiteX12" fmla="*/ 289430 w 367744"/>
                <a:gd name="connsiteY12" fmla="*/ 321589 h 385906"/>
                <a:gd name="connsiteX13" fmla="*/ 144715 w 367744"/>
                <a:gd name="connsiteY13" fmla="*/ 321589 h 385906"/>
                <a:gd name="connsiteX14" fmla="*/ 144715 w 367744"/>
                <a:gd name="connsiteY14" fmla="*/ 369827 h 385906"/>
                <a:gd name="connsiteX15" fmla="*/ 16079 w 367744"/>
                <a:gd name="connsiteY15" fmla="*/ 369827 h 385906"/>
                <a:gd name="connsiteX16" fmla="*/ 16079 w 367744"/>
                <a:gd name="connsiteY16" fmla="*/ 144715 h 385906"/>
                <a:gd name="connsiteX17" fmla="*/ 144715 w 367744"/>
                <a:gd name="connsiteY17" fmla="*/ 16079 h 385906"/>
                <a:gd name="connsiteX18" fmla="*/ 160794 w 367744"/>
                <a:gd name="connsiteY18" fmla="*/ 16079 h 385906"/>
                <a:gd name="connsiteX19" fmla="*/ 289430 w 367744"/>
                <a:gd name="connsiteY19" fmla="*/ 144715 h 385906"/>
                <a:gd name="connsiteX20" fmla="*/ 289430 w 367744"/>
                <a:gd name="connsiteY20" fmla="*/ 146894 h 385906"/>
                <a:gd name="connsiteX21" fmla="*/ 339751 w 367744"/>
                <a:gd name="connsiteY21" fmla="*/ 233152 h 385906"/>
                <a:gd name="connsiteX22" fmla="*/ 289430 w 367744"/>
                <a:gd name="connsiteY22" fmla="*/ 233152 h 385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7744" h="385906">
                  <a:moveTo>
                    <a:pt x="160794" y="0"/>
                  </a:moveTo>
                  <a:lnTo>
                    <a:pt x="144715" y="0"/>
                  </a:lnTo>
                  <a:cubicBezTo>
                    <a:pt x="64921" y="0"/>
                    <a:pt x="0" y="64921"/>
                    <a:pt x="0" y="144715"/>
                  </a:cubicBezTo>
                  <a:lnTo>
                    <a:pt x="0" y="385907"/>
                  </a:lnTo>
                  <a:lnTo>
                    <a:pt x="160794" y="385907"/>
                  </a:lnTo>
                  <a:lnTo>
                    <a:pt x="160794" y="337668"/>
                  </a:lnTo>
                  <a:lnTo>
                    <a:pt x="305509" y="337668"/>
                  </a:lnTo>
                  <a:lnTo>
                    <a:pt x="305509" y="249231"/>
                  </a:lnTo>
                  <a:lnTo>
                    <a:pt x="367745" y="249231"/>
                  </a:lnTo>
                  <a:lnTo>
                    <a:pt x="305493" y="142520"/>
                  </a:lnTo>
                  <a:cubicBezTo>
                    <a:pt x="304311" y="63731"/>
                    <a:pt x="239857" y="0"/>
                    <a:pt x="160794" y="0"/>
                  </a:cubicBezTo>
                  <a:close/>
                  <a:moveTo>
                    <a:pt x="289430" y="233152"/>
                  </a:moveTo>
                  <a:lnTo>
                    <a:pt x="289430" y="321589"/>
                  </a:lnTo>
                  <a:lnTo>
                    <a:pt x="144715" y="321589"/>
                  </a:lnTo>
                  <a:lnTo>
                    <a:pt x="144715" y="369827"/>
                  </a:lnTo>
                  <a:lnTo>
                    <a:pt x="16079" y="369827"/>
                  </a:lnTo>
                  <a:lnTo>
                    <a:pt x="16079" y="144715"/>
                  </a:lnTo>
                  <a:cubicBezTo>
                    <a:pt x="16079" y="73789"/>
                    <a:pt x="73789" y="16079"/>
                    <a:pt x="144715" y="16079"/>
                  </a:cubicBezTo>
                  <a:lnTo>
                    <a:pt x="160794" y="16079"/>
                  </a:lnTo>
                  <a:cubicBezTo>
                    <a:pt x="231721" y="16079"/>
                    <a:pt x="289430" y="73789"/>
                    <a:pt x="289430" y="144715"/>
                  </a:cubicBezTo>
                  <a:lnTo>
                    <a:pt x="289430" y="146894"/>
                  </a:lnTo>
                  <a:lnTo>
                    <a:pt x="339751" y="233152"/>
                  </a:lnTo>
                  <a:lnTo>
                    <a:pt x="289430" y="233152"/>
                  </a:lnTo>
                  <a:close/>
                </a:path>
              </a:pathLst>
            </a:custGeom>
            <a:grpFill/>
            <a:ln w="80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Freeform: Shape 277"/>
            <p:cNvSpPr/>
            <p:nvPr/>
          </p:nvSpPr>
          <p:spPr>
            <a:xfrm>
              <a:off x="4808806" y="830335"/>
              <a:ext cx="91765" cy="180202"/>
            </a:xfrm>
            <a:custGeom>
              <a:avLst/>
              <a:gdLst>
                <a:gd name="connsiteX0" fmla="*/ 80397 w 91765"/>
                <a:gd name="connsiteY0" fmla="*/ 57251 h 180202"/>
                <a:gd name="connsiteX1" fmla="*/ 91765 w 91765"/>
                <a:gd name="connsiteY1" fmla="*/ 45883 h 180202"/>
                <a:gd name="connsiteX2" fmla="*/ 45883 w 91765"/>
                <a:gd name="connsiteY2" fmla="*/ 0 h 180202"/>
                <a:gd name="connsiteX3" fmla="*/ 0 w 91765"/>
                <a:gd name="connsiteY3" fmla="*/ 45883 h 180202"/>
                <a:gd name="connsiteX4" fmla="*/ 11368 w 91765"/>
                <a:gd name="connsiteY4" fmla="*/ 57251 h 180202"/>
                <a:gd name="connsiteX5" fmla="*/ 37843 w 91765"/>
                <a:gd name="connsiteY5" fmla="*/ 30776 h 180202"/>
                <a:gd name="connsiteX6" fmla="*/ 37843 w 91765"/>
                <a:gd name="connsiteY6" fmla="*/ 180202 h 180202"/>
                <a:gd name="connsiteX7" fmla="*/ 53922 w 91765"/>
                <a:gd name="connsiteY7" fmla="*/ 180202 h 180202"/>
                <a:gd name="connsiteX8" fmla="*/ 53922 w 91765"/>
                <a:gd name="connsiteY8" fmla="*/ 30776 h 18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65" h="180202">
                  <a:moveTo>
                    <a:pt x="80397" y="57251"/>
                  </a:moveTo>
                  <a:lnTo>
                    <a:pt x="91765" y="45883"/>
                  </a:lnTo>
                  <a:lnTo>
                    <a:pt x="45883" y="0"/>
                  </a:lnTo>
                  <a:lnTo>
                    <a:pt x="0" y="45883"/>
                  </a:lnTo>
                  <a:lnTo>
                    <a:pt x="11368" y="57251"/>
                  </a:lnTo>
                  <a:lnTo>
                    <a:pt x="37843" y="30776"/>
                  </a:lnTo>
                  <a:lnTo>
                    <a:pt x="37843" y="180202"/>
                  </a:lnTo>
                  <a:lnTo>
                    <a:pt x="53922" y="180202"/>
                  </a:lnTo>
                  <a:lnTo>
                    <a:pt x="53922" y="30776"/>
                  </a:lnTo>
                  <a:close/>
                </a:path>
              </a:pathLst>
            </a:custGeom>
            <a:grpFill/>
            <a:ln w="80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Shape 278"/>
            <p:cNvSpPr/>
            <p:nvPr/>
          </p:nvSpPr>
          <p:spPr>
            <a:xfrm>
              <a:off x="4750172" y="761306"/>
              <a:ext cx="209032" cy="202962"/>
            </a:xfrm>
            <a:custGeom>
              <a:avLst/>
              <a:gdLst>
                <a:gd name="connsiteX0" fmla="*/ 104516 w 209032"/>
                <a:gd name="connsiteY0" fmla="*/ 0 h 202962"/>
                <a:gd name="connsiteX1" fmla="*/ 0 w 209032"/>
                <a:gd name="connsiteY1" fmla="*/ 104516 h 202962"/>
                <a:gd name="connsiteX2" fmla="*/ 69672 w 209032"/>
                <a:gd name="connsiteY2" fmla="*/ 202963 h 202962"/>
                <a:gd name="connsiteX3" fmla="*/ 75043 w 209032"/>
                <a:gd name="connsiteY3" fmla="*/ 187808 h 202962"/>
                <a:gd name="connsiteX4" fmla="*/ 16079 w 209032"/>
                <a:gd name="connsiteY4" fmla="*/ 104516 h 202962"/>
                <a:gd name="connsiteX5" fmla="*/ 104516 w 209032"/>
                <a:gd name="connsiteY5" fmla="*/ 16079 h 202962"/>
                <a:gd name="connsiteX6" fmla="*/ 192953 w 209032"/>
                <a:gd name="connsiteY6" fmla="*/ 104516 h 202962"/>
                <a:gd name="connsiteX7" fmla="*/ 133990 w 209032"/>
                <a:gd name="connsiteY7" fmla="*/ 187808 h 202962"/>
                <a:gd name="connsiteX8" fmla="*/ 139361 w 209032"/>
                <a:gd name="connsiteY8" fmla="*/ 202963 h 202962"/>
                <a:gd name="connsiteX9" fmla="*/ 209033 w 209032"/>
                <a:gd name="connsiteY9" fmla="*/ 104516 h 202962"/>
                <a:gd name="connsiteX10" fmla="*/ 104516 w 209032"/>
                <a:gd name="connsiteY10" fmla="*/ 0 h 20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9032" h="202962">
                  <a:moveTo>
                    <a:pt x="104516" y="0"/>
                  </a:moveTo>
                  <a:cubicBezTo>
                    <a:pt x="46888" y="0"/>
                    <a:pt x="0" y="46888"/>
                    <a:pt x="0" y="104516"/>
                  </a:cubicBezTo>
                  <a:cubicBezTo>
                    <a:pt x="0" y="148638"/>
                    <a:pt x="28002" y="188210"/>
                    <a:pt x="69672" y="202963"/>
                  </a:cubicBezTo>
                  <a:lnTo>
                    <a:pt x="75043" y="187808"/>
                  </a:lnTo>
                  <a:cubicBezTo>
                    <a:pt x="39772" y="175322"/>
                    <a:pt x="16079" y="141853"/>
                    <a:pt x="16079" y="104516"/>
                  </a:cubicBezTo>
                  <a:cubicBezTo>
                    <a:pt x="16079" y="55755"/>
                    <a:pt x="55755" y="16079"/>
                    <a:pt x="104516" y="16079"/>
                  </a:cubicBezTo>
                  <a:cubicBezTo>
                    <a:pt x="153277" y="16079"/>
                    <a:pt x="192953" y="55755"/>
                    <a:pt x="192953" y="104516"/>
                  </a:cubicBezTo>
                  <a:cubicBezTo>
                    <a:pt x="192953" y="141853"/>
                    <a:pt x="169260" y="175322"/>
                    <a:pt x="133990" y="187808"/>
                  </a:cubicBezTo>
                  <a:lnTo>
                    <a:pt x="139361" y="202963"/>
                  </a:lnTo>
                  <a:cubicBezTo>
                    <a:pt x="181030" y="188210"/>
                    <a:pt x="209033" y="148638"/>
                    <a:pt x="209033" y="104516"/>
                  </a:cubicBezTo>
                  <a:cubicBezTo>
                    <a:pt x="209033" y="46888"/>
                    <a:pt x="162145" y="0"/>
                    <a:pt x="104516" y="0"/>
                  </a:cubicBezTo>
                  <a:close/>
                </a:path>
              </a:pathLst>
            </a:custGeom>
            <a:grpFill/>
            <a:ln w="80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7" name="组合 36"/>
          <p:cNvGrpSpPr/>
          <p:nvPr/>
        </p:nvGrpSpPr>
        <p:grpSpPr>
          <a:xfrm>
            <a:off x="3198922" y="1362731"/>
            <a:ext cx="2184989" cy="1739107"/>
            <a:chOff x="6614153" y="781020"/>
            <a:chExt cx="2168776" cy="1739107"/>
          </a:xfrm>
        </p:grpSpPr>
        <p:sp>
          <p:nvSpPr>
            <p:cNvPr id="38" name="文本框 37"/>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矩形 38"/>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40" name="组合 39"/>
          <p:cNvGrpSpPr/>
          <p:nvPr/>
        </p:nvGrpSpPr>
        <p:grpSpPr>
          <a:xfrm>
            <a:off x="5806861" y="4219709"/>
            <a:ext cx="2184989" cy="1739107"/>
            <a:chOff x="6614153" y="781020"/>
            <a:chExt cx="2168776" cy="1739107"/>
          </a:xfrm>
        </p:grpSpPr>
        <p:sp>
          <p:nvSpPr>
            <p:cNvPr id="41" name="文本框 40"/>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2" name="矩形 41"/>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43" name="组合 42"/>
          <p:cNvGrpSpPr/>
          <p:nvPr/>
        </p:nvGrpSpPr>
        <p:grpSpPr>
          <a:xfrm>
            <a:off x="8564117" y="1267750"/>
            <a:ext cx="2184989" cy="1739107"/>
            <a:chOff x="6614153" y="781020"/>
            <a:chExt cx="2168776" cy="1739107"/>
          </a:xfrm>
        </p:grpSpPr>
        <p:sp>
          <p:nvSpPr>
            <p:cNvPr id="44" name="文本框 43"/>
            <p:cNvSpPr txBox="1"/>
            <p:nvPr/>
          </p:nvSpPr>
          <p:spPr>
            <a:xfrm>
              <a:off x="6614153" y="781020"/>
              <a:ext cx="191067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2000" b="1" i="0" u="none" strike="noStrike" kern="1200" cap="none" spc="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5" name="矩形 44"/>
            <p:cNvSpPr/>
            <p:nvPr/>
          </p:nvSpPr>
          <p:spPr>
            <a:xfrm>
              <a:off x="6614153" y="1246380"/>
              <a:ext cx="2168776" cy="1273747"/>
            </a:xfrm>
            <a:prstGeom prst="rect">
              <a:avLst/>
            </a:prstGeom>
          </p:spPr>
          <p:txBody>
            <a:bodyPr wrap="square">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路旁的建筑&#10;&#10;描述已自动生成"/>
          <p:cNvPicPr/>
          <p:nvPr/>
        </p:nvPicPr>
        <p:blipFill>
          <a:blip r:embed="rId1" cstate="print">
            <a:extLst>
              <a:ext uri="{28A0092B-C50C-407E-A947-70E740481C1C}">
                <a14:useLocalDpi xmlns:a14="http://schemas.microsoft.com/office/drawing/2010/main" val="0"/>
              </a:ext>
            </a:extLst>
          </a:blip>
          <a:stretch>
            <a:fillRect/>
          </a:stretch>
        </p:blipFill>
        <p:spPr>
          <a:xfrm>
            <a:off x="1371602" y="4005395"/>
            <a:ext cx="1622769" cy="2103413"/>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文本框 3"/>
          <p:cNvSpPr txBox="1"/>
          <p:nvPr/>
        </p:nvSpPr>
        <p:spPr>
          <a:xfrm>
            <a:off x="1371601" y="2031105"/>
            <a:ext cx="6854845" cy="1082156"/>
          </a:xfrm>
          <a:prstGeom prst="rect">
            <a:avLst/>
          </a:prstGeom>
          <a:noFill/>
        </p:spPr>
        <p:txBody>
          <a:bodyPr wrap="squar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文本框 4"/>
          <p:cNvSpPr txBox="1"/>
          <p:nvPr/>
        </p:nvSpPr>
        <p:spPr>
          <a:xfrm>
            <a:off x="3965554" y="4548996"/>
            <a:ext cx="6854845" cy="133607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请在此处输入详细的内容</a:t>
            </a:r>
            <a:endParaRPr kumimoji="0" lang="zh-CN" altLang="en-US" sz="11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圆角矩形 18"/>
          <p:cNvSpPr/>
          <p:nvPr/>
        </p:nvSpPr>
        <p:spPr>
          <a:xfrm>
            <a:off x="6793174" y="1446835"/>
            <a:ext cx="1433272" cy="42634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6843708" y="1475340"/>
            <a:ext cx="32447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圆角矩形 18"/>
          <p:cNvSpPr/>
          <p:nvPr/>
        </p:nvSpPr>
        <p:spPr>
          <a:xfrm>
            <a:off x="4039814" y="3936220"/>
            <a:ext cx="1433272" cy="426343"/>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4090348" y="3964725"/>
            <a:ext cx="32447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请输入标题</a:t>
            </a:r>
            <a:endParaRPr kumimoji="0" lang="en-US" altLang="zh-CN"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10" name="直接连接符 9"/>
          <p:cNvCxnSpPr/>
          <p:nvPr/>
        </p:nvCxnSpPr>
        <p:spPr>
          <a:xfrm>
            <a:off x="1455124" y="3561080"/>
            <a:ext cx="6895056" cy="0"/>
          </a:xfrm>
          <a:prstGeom prst="line">
            <a:avLst/>
          </a:prstGeom>
          <a:ln>
            <a:prstDash val="lgDashDot"/>
          </a:ln>
        </p:spPr>
        <p:style>
          <a:lnRef idx="1">
            <a:schemeClr val="accent1"/>
          </a:lnRef>
          <a:fillRef idx="0">
            <a:schemeClr val="accent1"/>
          </a:fillRef>
          <a:effectRef idx="0">
            <a:schemeClr val="accent1"/>
          </a:effectRef>
          <a:fontRef idx="minor">
            <a:schemeClr val="tx1"/>
          </a:fontRef>
        </p:style>
      </p:cxnSp>
      <p:pic>
        <p:nvPicPr>
          <p:cNvPr id="12" name="图片 11" descr="人在玩电脑&#10;&#10;描述已自动生成"/>
          <p:cNvPicPr/>
          <p:nvPr/>
        </p:nvPicPr>
        <p:blipFill>
          <a:blip r:embed="rId2" cstate="print">
            <a:extLst>
              <a:ext uri="{28A0092B-C50C-407E-A947-70E740481C1C}">
                <a14:useLocalDpi xmlns:a14="http://schemas.microsoft.com/office/drawing/2010/main" val="0"/>
              </a:ext>
            </a:extLst>
          </a:blip>
          <a:stretch>
            <a:fillRect/>
          </a:stretch>
        </p:blipFill>
        <p:spPr>
          <a:xfrm>
            <a:off x="9114108" y="1651171"/>
            <a:ext cx="1622769" cy="2103413"/>
          </a:xfrm>
          <a:prstGeom prst="rect">
            <a:avLst/>
          </a:prstGeom>
          <a:solidFill>
            <a:srgbClr val="FFFFFF">
              <a:shade val="85000"/>
            </a:srgbClr>
          </a:solidFill>
          <a:ln w="190500" cap="sq">
            <a:solidFill>
              <a:srgbClr val="FFFFFF"/>
            </a:solidFill>
            <a:miter lim="800000"/>
            <a:headEnd/>
            <a:tailEnd/>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aoding-2"/>
          <p:cNvSpPr/>
          <p:nvPr/>
        </p:nvSpPr>
        <p:spPr>
          <a:xfrm>
            <a:off x="2409080" y="1662709"/>
            <a:ext cx="8947029" cy="11666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gaoding-3"/>
          <p:cNvSpPr/>
          <p:nvPr/>
        </p:nvSpPr>
        <p:spPr>
          <a:xfrm>
            <a:off x="2409080" y="2902229"/>
            <a:ext cx="8947029" cy="6859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gaoding-4"/>
          <p:cNvSpPr/>
          <p:nvPr/>
        </p:nvSpPr>
        <p:spPr>
          <a:xfrm>
            <a:off x="2409080" y="3627653"/>
            <a:ext cx="8947029" cy="6859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gaoding-5"/>
          <p:cNvSpPr/>
          <p:nvPr/>
        </p:nvSpPr>
        <p:spPr>
          <a:xfrm>
            <a:off x="2409080" y="4365270"/>
            <a:ext cx="8947029" cy="6518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gaoding-6"/>
          <p:cNvSpPr/>
          <p:nvPr/>
        </p:nvSpPr>
        <p:spPr>
          <a:xfrm>
            <a:off x="2409080" y="5072405"/>
            <a:ext cx="8947029" cy="68646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gaoding-7"/>
          <p:cNvSpPr/>
          <p:nvPr/>
        </p:nvSpPr>
        <p:spPr>
          <a:xfrm>
            <a:off x="497609" y="5077375"/>
            <a:ext cx="3822942" cy="686469"/>
          </a:xfrm>
          <a:custGeom>
            <a:avLst/>
            <a:gdLst>
              <a:gd name="connsiteX0" fmla="*/ 0 w 3822942"/>
              <a:gd name="connsiteY0" fmla="*/ 678684 h 686469"/>
              <a:gd name="connsiteX1" fmla="*/ 3822943 w 3822942"/>
              <a:gd name="connsiteY1" fmla="*/ 686469 h 686469"/>
              <a:gd name="connsiteX2" fmla="*/ 3525814 w 3822942"/>
              <a:gd name="connsiteY2" fmla="*/ 0 h 686469"/>
              <a:gd name="connsiteX3" fmla="*/ 311794 w 3822942"/>
              <a:gd name="connsiteY3" fmla="*/ 1657 h 686469"/>
              <a:gd name="connsiteX4" fmla="*/ 0 w 3822942"/>
              <a:gd name="connsiteY4" fmla="*/ 678684 h 686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2942" h="686469">
                <a:moveTo>
                  <a:pt x="0" y="678684"/>
                </a:moveTo>
                <a:lnTo>
                  <a:pt x="3822943" y="686469"/>
                </a:lnTo>
                <a:lnTo>
                  <a:pt x="3525814" y="0"/>
                </a:lnTo>
                <a:lnTo>
                  <a:pt x="311794" y="1657"/>
                </a:lnTo>
                <a:lnTo>
                  <a:pt x="0" y="678684"/>
                </a:lnTo>
                <a:close/>
              </a:path>
            </a:pathLst>
          </a:custGeom>
          <a:solidFill>
            <a:schemeClr val="accent1">
              <a:lumMod val="50000"/>
            </a:schemeClr>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gaoding-8"/>
          <p:cNvSpPr/>
          <p:nvPr/>
        </p:nvSpPr>
        <p:spPr>
          <a:xfrm>
            <a:off x="831552" y="4364940"/>
            <a:ext cx="3164146" cy="652165"/>
          </a:xfrm>
          <a:custGeom>
            <a:avLst/>
            <a:gdLst>
              <a:gd name="connsiteX0" fmla="*/ 2865210 w 3164146"/>
              <a:gd name="connsiteY0" fmla="*/ 4972 h 652165"/>
              <a:gd name="connsiteX1" fmla="*/ 308529 w 3164146"/>
              <a:gd name="connsiteY1" fmla="*/ 0 h 652165"/>
              <a:gd name="connsiteX2" fmla="*/ 0 w 3164146"/>
              <a:gd name="connsiteY2" fmla="*/ 652166 h 652165"/>
              <a:gd name="connsiteX3" fmla="*/ 3164147 w 3164146"/>
              <a:gd name="connsiteY3" fmla="*/ 652166 h 652165"/>
              <a:gd name="connsiteX4" fmla="*/ 2865210 w 3164146"/>
              <a:gd name="connsiteY4" fmla="*/ 4972 h 652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4146" h="652165">
                <a:moveTo>
                  <a:pt x="2865210" y="4972"/>
                </a:moveTo>
                <a:lnTo>
                  <a:pt x="308529" y="0"/>
                </a:lnTo>
                <a:lnTo>
                  <a:pt x="0" y="652166"/>
                </a:lnTo>
                <a:lnTo>
                  <a:pt x="3164147" y="652166"/>
                </a:lnTo>
                <a:lnTo>
                  <a:pt x="2865210" y="4972"/>
                </a:lnTo>
                <a:close/>
              </a:path>
            </a:pathLst>
          </a:custGeom>
          <a:solidFill>
            <a:schemeClr val="accent1">
              <a:lumMod val="75000"/>
            </a:schemeClr>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gaoding-9"/>
          <p:cNvSpPr/>
          <p:nvPr/>
        </p:nvSpPr>
        <p:spPr>
          <a:xfrm>
            <a:off x="1510186" y="2905011"/>
            <a:ext cx="1806878" cy="655984"/>
          </a:xfrm>
          <a:custGeom>
            <a:avLst/>
            <a:gdLst>
              <a:gd name="connsiteX0" fmla="*/ 1807163 w 1806878"/>
              <a:gd name="connsiteY0" fmla="*/ 656373 h 655984"/>
              <a:gd name="connsiteX1" fmla="*/ 1503254 w 1806878"/>
              <a:gd name="connsiteY1" fmla="*/ 3052 h 655984"/>
              <a:gd name="connsiteX2" fmla="*/ 300024 w 1806878"/>
              <a:gd name="connsiteY2" fmla="*/ 5061 h 655984"/>
              <a:gd name="connsiteX3" fmla="*/ 284 w 1806878"/>
              <a:gd name="connsiteY3" fmla="*/ 654163 h 655984"/>
            </a:gdLst>
            <a:ahLst/>
            <a:cxnLst>
              <a:cxn ang="0">
                <a:pos x="connsiteX0" y="connsiteY0"/>
              </a:cxn>
              <a:cxn ang="0">
                <a:pos x="connsiteX1" y="connsiteY1"/>
              </a:cxn>
              <a:cxn ang="0">
                <a:pos x="connsiteX2" y="connsiteY2"/>
              </a:cxn>
              <a:cxn ang="0">
                <a:pos x="connsiteX3" y="connsiteY3"/>
              </a:cxn>
            </a:cxnLst>
            <a:rect l="l" t="t" r="r" b="b"/>
            <a:pathLst>
              <a:path w="1806878" h="655984">
                <a:moveTo>
                  <a:pt x="1807163" y="656373"/>
                </a:moveTo>
                <a:lnTo>
                  <a:pt x="1503254" y="3052"/>
                </a:lnTo>
                <a:cubicBezTo>
                  <a:pt x="1489844" y="-3829"/>
                  <a:pt x="408358" y="4760"/>
                  <a:pt x="300024" y="5061"/>
                </a:cubicBezTo>
                <a:lnTo>
                  <a:pt x="284" y="654163"/>
                </a:lnTo>
                <a:close/>
              </a:path>
            </a:pathLst>
          </a:custGeom>
          <a:solidFill>
            <a:schemeClr val="accent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gaoding-10"/>
          <p:cNvSpPr/>
          <p:nvPr/>
        </p:nvSpPr>
        <p:spPr>
          <a:xfrm>
            <a:off x="1172024" y="3635730"/>
            <a:ext cx="2484960" cy="650910"/>
          </a:xfrm>
          <a:custGeom>
            <a:avLst/>
            <a:gdLst>
              <a:gd name="connsiteX0" fmla="*/ 2182408 w 2484960"/>
              <a:gd name="connsiteY0" fmla="*/ 0 h 650910"/>
              <a:gd name="connsiteX1" fmla="*/ 300795 w 2484960"/>
              <a:gd name="connsiteY1" fmla="*/ 0 h 650910"/>
              <a:gd name="connsiteX2" fmla="*/ 0 w 2484960"/>
              <a:gd name="connsiteY2" fmla="*/ 650358 h 650910"/>
              <a:gd name="connsiteX3" fmla="*/ 2484960 w 2484960"/>
              <a:gd name="connsiteY3" fmla="*/ 650910 h 650910"/>
              <a:gd name="connsiteX4" fmla="*/ 2182408 w 2484960"/>
              <a:gd name="connsiteY4" fmla="*/ 0 h 650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4960" h="650910">
                <a:moveTo>
                  <a:pt x="2182408" y="0"/>
                </a:moveTo>
                <a:lnTo>
                  <a:pt x="300795" y="0"/>
                </a:lnTo>
                <a:lnTo>
                  <a:pt x="0" y="650358"/>
                </a:lnTo>
                <a:lnTo>
                  <a:pt x="2484960" y="650910"/>
                </a:lnTo>
                <a:lnTo>
                  <a:pt x="2182408" y="0"/>
                </a:lnTo>
                <a:close/>
              </a:path>
            </a:pathLst>
          </a:custGeom>
          <a:solidFill>
            <a:schemeClr val="accent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gaoding-11"/>
          <p:cNvSpPr/>
          <p:nvPr/>
        </p:nvSpPr>
        <p:spPr>
          <a:xfrm>
            <a:off x="1852516" y="1662709"/>
            <a:ext cx="1122217" cy="1166615"/>
          </a:xfrm>
          <a:custGeom>
            <a:avLst/>
            <a:gdLst>
              <a:gd name="connsiteX0" fmla="*/ 1122218 w 1122217"/>
              <a:gd name="connsiteY0" fmla="*/ 1161594 h 1166615"/>
              <a:gd name="connsiteX1" fmla="*/ 555785 w 1122217"/>
              <a:gd name="connsiteY1" fmla="*/ 0 h 1166615"/>
              <a:gd name="connsiteX2" fmla="*/ 0 w 1122217"/>
              <a:gd name="connsiteY2" fmla="*/ 1166616 h 1166615"/>
              <a:gd name="connsiteX3" fmla="*/ 1122218 w 1122217"/>
              <a:gd name="connsiteY3" fmla="*/ 1161594 h 1166615"/>
            </a:gdLst>
            <a:ahLst/>
            <a:cxnLst>
              <a:cxn ang="0">
                <a:pos x="connsiteX0" y="connsiteY0"/>
              </a:cxn>
              <a:cxn ang="0">
                <a:pos x="connsiteX1" y="connsiteY1"/>
              </a:cxn>
              <a:cxn ang="0">
                <a:pos x="connsiteX2" y="connsiteY2"/>
              </a:cxn>
              <a:cxn ang="0">
                <a:pos x="connsiteX3" y="connsiteY3"/>
              </a:cxn>
            </a:cxnLst>
            <a:rect l="l" t="t" r="r" b="b"/>
            <a:pathLst>
              <a:path w="1122217" h="1166615">
                <a:moveTo>
                  <a:pt x="1122218" y="1161594"/>
                </a:moveTo>
                <a:lnTo>
                  <a:pt x="555785" y="0"/>
                </a:lnTo>
                <a:lnTo>
                  <a:pt x="0" y="1166616"/>
                </a:lnTo>
                <a:lnTo>
                  <a:pt x="1122218" y="1161594"/>
                </a:lnTo>
                <a:close/>
              </a:path>
            </a:pathLst>
          </a:custGeom>
          <a:solidFill>
            <a:schemeClr val="accent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gaoding-13"/>
          <p:cNvSpPr txBox="1"/>
          <p:nvPr/>
        </p:nvSpPr>
        <p:spPr>
          <a:xfrm>
            <a:off x="5420167" y="2050033"/>
            <a:ext cx="4867537" cy="3919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13" name="gaoding-14"/>
          <p:cNvSpPr txBox="1"/>
          <p:nvPr/>
        </p:nvSpPr>
        <p:spPr>
          <a:xfrm>
            <a:off x="3889015" y="2045961"/>
            <a:ext cx="129791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14" name="gaoding-16"/>
          <p:cNvSpPr/>
          <p:nvPr/>
        </p:nvSpPr>
        <p:spPr>
          <a:xfrm>
            <a:off x="2236975" y="4442149"/>
            <a:ext cx="353301" cy="400001"/>
          </a:xfrm>
          <a:custGeom>
            <a:avLst/>
            <a:gdLst>
              <a:gd name="connsiteX0" fmla="*/ 96737 w 353301"/>
              <a:gd name="connsiteY0" fmla="*/ 251096 h 400001"/>
              <a:gd name="connsiteX1" fmla="*/ 96737 w 353301"/>
              <a:gd name="connsiteY1" fmla="*/ 187210 h 400001"/>
              <a:gd name="connsiteX2" fmla="*/ 99750 w 353301"/>
              <a:gd name="connsiteY2" fmla="*/ 181786 h 400001"/>
              <a:gd name="connsiteX3" fmla="*/ 114817 w 353301"/>
              <a:gd name="connsiteY3" fmla="*/ 179978 h 400001"/>
              <a:gd name="connsiteX4" fmla="*/ 116023 w 353301"/>
              <a:gd name="connsiteY4" fmla="*/ 249891 h 400001"/>
              <a:gd name="connsiteX5" fmla="*/ 101558 w 353301"/>
              <a:gd name="connsiteY5" fmla="*/ 259534 h 400001"/>
              <a:gd name="connsiteX6" fmla="*/ 96536 w 353301"/>
              <a:gd name="connsiteY6" fmla="*/ 251096 h 400001"/>
              <a:gd name="connsiteX7" fmla="*/ 197989 w 353301"/>
              <a:gd name="connsiteY7" fmla="*/ 237837 h 400001"/>
              <a:gd name="connsiteX8" fmla="*/ 170165 w 353301"/>
              <a:gd name="connsiteY8" fmla="*/ 238891 h 400001"/>
              <a:gd name="connsiteX9" fmla="*/ 153440 w 353301"/>
              <a:gd name="connsiteY9" fmla="*/ 240298 h 400001"/>
              <a:gd name="connsiteX10" fmla="*/ 139578 w 353301"/>
              <a:gd name="connsiteY10" fmla="*/ 251598 h 400001"/>
              <a:gd name="connsiteX11" fmla="*/ 132044 w 353301"/>
              <a:gd name="connsiteY11" fmla="*/ 270734 h 400001"/>
              <a:gd name="connsiteX12" fmla="*/ 122000 w 353301"/>
              <a:gd name="connsiteY12" fmla="*/ 278519 h 400001"/>
              <a:gd name="connsiteX13" fmla="*/ 115119 w 353301"/>
              <a:gd name="connsiteY13" fmla="*/ 280025 h 400001"/>
              <a:gd name="connsiteX14" fmla="*/ 95481 w 353301"/>
              <a:gd name="connsiteY14" fmla="*/ 279172 h 400001"/>
              <a:gd name="connsiteX15" fmla="*/ 87144 w 353301"/>
              <a:gd name="connsiteY15" fmla="*/ 275405 h 400001"/>
              <a:gd name="connsiteX16" fmla="*/ 75391 w 353301"/>
              <a:gd name="connsiteY16" fmla="*/ 250996 h 400001"/>
              <a:gd name="connsiteX17" fmla="*/ 69415 w 353301"/>
              <a:gd name="connsiteY17" fmla="*/ 240147 h 400001"/>
              <a:gd name="connsiteX18" fmla="*/ 33303 w 353301"/>
              <a:gd name="connsiteY18" fmla="*/ 235125 h 400001"/>
              <a:gd name="connsiteX19" fmla="*/ 22254 w 353301"/>
              <a:gd name="connsiteY19" fmla="*/ 235125 h 400001"/>
              <a:gd name="connsiteX20" fmla="*/ 27276 w 353301"/>
              <a:gd name="connsiteY20" fmla="*/ 321662 h 400001"/>
              <a:gd name="connsiteX21" fmla="*/ 30691 w 353301"/>
              <a:gd name="connsiteY21" fmla="*/ 330300 h 400001"/>
              <a:gd name="connsiteX22" fmla="*/ 35714 w 353301"/>
              <a:gd name="connsiteY22" fmla="*/ 338437 h 400001"/>
              <a:gd name="connsiteX23" fmla="*/ 53945 w 353301"/>
              <a:gd name="connsiteY23" fmla="*/ 358777 h 400001"/>
              <a:gd name="connsiteX24" fmla="*/ 75793 w 353301"/>
              <a:gd name="connsiteY24" fmla="*/ 370731 h 400001"/>
              <a:gd name="connsiteX25" fmla="*/ 89504 w 353301"/>
              <a:gd name="connsiteY25" fmla="*/ 375050 h 400001"/>
              <a:gd name="connsiteX26" fmla="*/ 140985 w 353301"/>
              <a:gd name="connsiteY26" fmla="*/ 372087 h 400001"/>
              <a:gd name="connsiteX27" fmla="*/ 158663 w 353301"/>
              <a:gd name="connsiteY27" fmla="*/ 363197 h 400001"/>
              <a:gd name="connsiteX28" fmla="*/ 178753 w 353301"/>
              <a:gd name="connsiteY28" fmla="*/ 344765 h 400001"/>
              <a:gd name="connsiteX29" fmla="*/ 190506 w 353301"/>
              <a:gd name="connsiteY29" fmla="*/ 325177 h 400001"/>
              <a:gd name="connsiteX30" fmla="*/ 198040 w 353301"/>
              <a:gd name="connsiteY30" fmla="*/ 237535 h 400001"/>
              <a:gd name="connsiteX31" fmla="*/ 71423 w 353301"/>
              <a:gd name="connsiteY31" fmla="*/ 216140 h 400001"/>
              <a:gd name="connsiteX32" fmla="*/ 83276 w 353301"/>
              <a:gd name="connsiteY32" fmla="*/ 165312 h 400001"/>
              <a:gd name="connsiteX33" fmla="*/ 113662 w 353301"/>
              <a:gd name="connsiteY33" fmla="*/ 155770 h 400001"/>
              <a:gd name="connsiteX34" fmla="*/ 127223 w 353301"/>
              <a:gd name="connsiteY34" fmla="*/ 162801 h 400001"/>
              <a:gd name="connsiteX35" fmla="*/ 135560 w 353301"/>
              <a:gd name="connsiteY35" fmla="*/ 174905 h 400001"/>
              <a:gd name="connsiteX36" fmla="*/ 140131 w 353301"/>
              <a:gd name="connsiteY36" fmla="*/ 205291 h 400001"/>
              <a:gd name="connsiteX37" fmla="*/ 141336 w 353301"/>
              <a:gd name="connsiteY37" fmla="*/ 217345 h 400001"/>
              <a:gd name="connsiteX38" fmla="*/ 187291 w 353301"/>
              <a:gd name="connsiteY38" fmla="*/ 212674 h 400001"/>
              <a:gd name="connsiteX39" fmla="*/ 197989 w 353301"/>
              <a:gd name="connsiteY39" fmla="*/ 206497 h 400001"/>
              <a:gd name="connsiteX40" fmla="*/ 194775 w 353301"/>
              <a:gd name="connsiteY40" fmla="*/ 173549 h 400001"/>
              <a:gd name="connsiteX41" fmla="*/ 193218 w 353301"/>
              <a:gd name="connsiteY41" fmla="*/ 164308 h 400001"/>
              <a:gd name="connsiteX42" fmla="*/ 187744 w 353301"/>
              <a:gd name="connsiteY42" fmla="*/ 152857 h 400001"/>
              <a:gd name="connsiteX43" fmla="*/ 177699 w 353301"/>
              <a:gd name="connsiteY43" fmla="*/ 136182 h 400001"/>
              <a:gd name="connsiteX44" fmla="*/ 154294 w 353301"/>
              <a:gd name="connsiteY44" fmla="*/ 116092 h 400001"/>
              <a:gd name="connsiteX45" fmla="*/ 139227 w 353301"/>
              <a:gd name="connsiteY45" fmla="*/ 109161 h 400001"/>
              <a:gd name="connsiteX46" fmla="*/ 111955 w 353301"/>
              <a:gd name="connsiteY46" fmla="*/ 105093 h 400001"/>
              <a:gd name="connsiteX47" fmla="*/ 79460 w 353301"/>
              <a:gd name="connsiteY47" fmla="*/ 108709 h 400001"/>
              <a:gd name="connsiteX48" fmla="*/ 71423 w 353301"/>
              <a:gd name="connsiteY48" fmla="*/ 112778 h 400001"/>
              <a:gd name="connsiteX49" fmla="*/ 63689 w 353301"/>
              <a:gd name="connsiteY49" fmla="*/ 117047 h 400001"/>
              <a:gd name="connsiteX50" fmla="*/ 59470 w 353301"/>
              <a:gd name="connsiteY50" fmla="*/ 118855 h 400001"/>
              <a:gd name="connsiteX51" fmla="*/ 37924 w 353301"/>
              <a:gd name="connsiteY51" fmla="*/ 139547 h 400001"/>
              <a:gd name="connsiteX52" fmla="*/ 35362 w 353301"/>
              <a:gd name="connsiteY52" fmla="*/ 143013 h 400001"/>
              <a:gd name="connsiteX53" fmla="*/ 29335 w 353301"/>
              <a:gd name="connsiteY53" fmla="*/ 155067 h 400001"/>
              <a:gd name="connsiteX54" fmla="*/ 27728 w 353301"/>
              <a:gd name="connsiteY54" fmla="*/ 159486 h 400001"/>
              <a:gd name="connsiteX55" fmla="*/ 21550 w 353301"/>
              <a:gd name="connsiteY55" fmla="*/ 207551 h 400001"/>
              <a:gd name="connsiteX56" fmla="*/ 70972 w 353301"/>
              <a:gd name="connsiteY56" fmla="*/ 215989 h 400001"/>
              <a:gd name="connsiteX57" fmla="*/ 306 w 353301"/>
              <a:gd name="connsiteY57" fmla="*/ 177567 h 400001"/>
              <a:gd name="connsiteX58" fmla="*/ 306 w 353301"/>
              <a:gd name="connsiteY58" fmla="*/ 308955 h 400001"/>
              <a:gd name="connsiteX59" fmla="*/ 3470 w 353301"/>
              <a:gd name="connsiteY59" fmla="*/ 319000 h 400001"/>
              <a:gd name="connsiteX60" fmla="*/ 6182 w 353301"/>
              <a:gd name="connsiteY60" fmla="*/ 329547 h 400001"/>
              <a:gd name="connsiteX61" fmla="*/ 17080 w 353301"/>
              <a:gd name="connsiteY61" fmla="*/ 351244 h 400001"/>
              <a:gd name="connsiteX62" fmla="*/ 20194 w 353301"/>
              <a:gd name="connsiteY62" fmla="*/ 355312 h 400001"/>
              <a:gd name="connsiteX63" fmla="*/ 46713 w 353301"/>
              <a:gd name="connsiteY63" fmla="*/ 381881 h 400001"/>
              <a:gd name="connsiteX64" fmla="*/ 59269 w 353301"/>
              <a:gd name="connsiteY64" fmla="*/ 388611 h 400001"/>
              <a:gd name="connsiteX65" fmla="*/ 63839 w 353301"/>
              <a:gd name="connsiteY65" fmla="*/ 391222 h 400001"/>
              <a:gd name="connsiteX66" fmla="*/ 73884 w 353301"/>
              <a:gd name="connsiteY66" fmla="*/ 394437 h 400001"/>
              <a:gd name="connsiteX67" fmla="*/ 83477 w 353301"/>
              <a:gd name="connsiteY67" fmla="*/ 398153 h 400001"/>
              <a:gd name="connsiteX68" fmla="*/ 107836 w 353301"/>
              <a:gd name="connsiteY68" fmla="*/ 400363 h 400001"/>
              <a:gd name="connsiteX69" fmla="*/ 120844 w 353301"/>
              <a:gd name="connsiteY69" fmla="*/ 399309 h 400001"/>
              <a:gd name="connsiteX70" fmla="*/ 143144 w 353301"/>
              <a:gd name="connsiteY70" fmla="*/ 395040 h 400001"/>
              <a:gd name="connsiteX71" fmla="*/ 148167 w 353301"/>
              <a:gd name="connsiteY71" fmla="*/ 393985 h 400001"/>
              <a:gd name="connsiteX72" fmla="*/ 153591 w 353301"/>
              <a:gd name="connsiteY72" fmla="*/ 392177 h 400001"/>
              <a:gd name="connsiteX73" fmla="*/ 162631 w 353301"/>
              <a:gd name="connsiteY73" fmla="*/ 387958 h 400001"/>
              <a:gd name="connsiteX74" fmla="*/ 166398 w 353301"/>
              <a:gd name="connsiteY74" fmla="*/ 385748 h 400001"/>
              <a:gd name="connsiteX75" fmla="*/ 185534 w 353301"/>
              <a:gd name="connsiteY75" fmla="*/ 371082 h 400001"/>
              <a:gd name="connsiteX76" fmla="*/ 203263 w 353301"/>
              <a:gd name="connsiteY76" fmla="*/ 349034 h 400001"/>
              <a:gd name="connsiteX77" fmla="*/ 207381 w 353301"/>
              <a:gd name="connsiteY77" fmla="*/ 339943 h 400001"/>
              <a:gd name="connsiteX78" fmla="*/ 209742 w 353301"/>
              <a:gd name="connsiteY78" fmla="*/ 336277 h 400001"/>
              <a:gd name="connsiteX79" fmla="*/ 217326 w 353301"/>
              <a:gd name="connsiteY79" fmla="*/ 310110 h 400001"/>
              <a:gd name="connsiteX80" fmla="*/ 218531 w 353301"/>
              <a:gd name="connsiteY80" fmla="*/ 283591 h 400001"/>
              <a:gd name="connsiteX81" fmla="*/ 218531 w 353301"/>
              <a:gd name="connsiteY81" fmla="*/ 187110 h 400001"/>
              <a:gd name="connsiteX82" fmla="*/ 216673 w 353301"/>
              <a:gd name="connsiteY82" fmla="*/ 162450 h 400001"/>
              <a:gd name="connsiteX83" fmla="*/ 212052 w 353301"/>
              <a:gd name="connsiteY83" fmla="*/ 152656 h 400001"/>
              <a:gd name="connsiteX84" fmla="*/ 191159 w 353301"/>
              <a:gd name="connsiteY84" fmla="*/ 118051 h 400001"/>
              <a:gd name="connsiteX85" fmla="*/ 166047 w 353301"/>
              <a:gd name="connsiteY85" fmla="*/ 96455 h 400001"/>
              <a:gd name="connsiteX86" fmla="*/ 161024 w 353301"/>
              <a:gd name="connsiteY86" fmla="*/ 94245 h 400001"/>
              <a:gd name="connsiteX87" fmla="*/ 152185 w 353301"/>
              <a:gd name="connsiteY87" fmla="*/ 89825 h 400001"/>
              <a:gd name="connsiteX88" fmla="*/ 117479 w 353301"/>
              <a:gd name="connsiteY88" fmla="*/ 82291 h 400001"/>
              <a:gd name="connsiteX89" fmla="*/ 123757 w 353301"/>
              <a:gd name="connsiteY89" fmla="*/ 58435 h 400001"/>
              <a:gd name="connsiteX90" fmla="*/ 126219 w 353301"/>
              <a:gd name="connsiteY90" fmla="*/ 53663 h 400001"/>
              <a:gd name="connsiteX91" fmla="*/ 127776 w 353301"/>
              <a:gd name="connsiteY91" fmla="*/ 51554 h 400001"/>
              <a:gd name="connsiteX92" fmla="*/ 133802 w 353301"/>
              <a:gd name="connsiteY92" fmla="*/ 44322 h 400001"/>
              <a:gd name="connsiteX93" fmla="*/ 137971 w 353301"/>
              <a:gd name="connsiteY93" fmla="*/ 40103 h 400001"/>
              <a:gd name="connsiteX94" fmla="*/ 152636 w 353301"/>
              <a:gd name="connsiteY94" fmla="*/ 30610 h 400001"/>
              <a:gd name="connsiteX95" fmla="*/ 158111 w 353301"/>
              <a:gd name="connsiteY95" fmla="*/ 27647 h 400001"/>
              <a:gd name="connsiteX96" fmla="*/ 170768 w 353301"/>
              <a:gd name="connsiteY96" fmla="*/ 24633 h 400001"/>
              <a:gd name="connsiteX97" fmla="*/ 204267 w 353301"/>
              <a:gd name="connsiteY97" fmla="*/ 24633 h 400001"/>
              <a:gd name="connsiteX98" fmla="*/ 225663 w 353301"/>
              <a:gd name="connsiteY98" fmla="*/ 33322 h 400001"/>
              <a:gd name="connsiteX99" fmla="*/ 246707 w 353301"/>
              <a:gd name="connsiteY99" fmla="*/ 53412 h 400001"/>
              <a:gd name="connsiteX100" fmla="*/ 253387 w 353301"/>
              <a:gd name="connsiteY100" fmla="*/ 65968 h 400001"/>
              <a:gd name="connsiteX101" fmla="*/ 256451 w 353301"/>
              <a:gd name="connsiteY101" fmla="*/ 73753 h 400001"/>
              <a:gd name="connsiteX102" fmla="*/ 259916 w 353301"/>
              <a:gd name="connsiteY102" fmla="*/ 90829 h 400001"/>
              <a:gd name="connsiteX103" fmla="*/ 264537 w 353301"/>
              <a:gd name="connsiteY103" fmla="*/ 131963 h 400001"/>
              <a:gd name="connsiteX104" fmla="*/ 261925 w 353301"/>
              <a:gd name="connsiteY104" fmla="*/ 153409 h 400001"/>
              <a:gd name="connsiteX105" fmla="*/ 258610 w 353301"/>
              <a:gd name="connsiteY105" fmla="*/ 175458 h 400001"/>
              <a:gd name="connsiteX106" fmla="*/ 254191 w 353301"/>
              <a:gd name="connsiteY106" fmla="*/ 195096 h 400001"/>
              <a:gd name="connsiteX107" fmla="*/ 253186 w 353301"/>
              <a:gd name="connsiteY107" fmla="*/ 206145 h 400001"/>
              <a:gd name="connsiteX108" fmla="*/ 249369 w 353301"/>
              <a:gd name="connsiteY108" fmla="*/ 215587 h 400001"/>
              <a:gd name="connsiteX109" fmla="*/ 245703 w 353301"/>
              <a:gd name="connsiteY109" fmla="*/ 236029 h 400001"/>
              <a:gd name="connsiteX110" fmla="*/ 242036 w 353301"/>
              <a:gd name="connsiteY110" fmla="*/ 257675 h 400001"/>
              <a:gd name="connsiteX111" fmla="*/ 238068 w 353301"/>
              <a:gd name="connsiteY111" fmla="*/ 277765 h 400001"/>
              <a:gd name="connsiteX112" fmla="*/ 238420 w 353301"/>
              <a:gd name="connsiteY112" fmla="*/ 330401 h 400001"/>
              <a:gd name="connsiteX113" fmla="*/ 241936 w 353301"/>
              <a:gd name="connsiteY113" fmla="*/ 335423 h 400001"/>
              <a:gd name="connsiteX114" fmla="*/ 243191 w 353301"/>
              <a:gd name="connsiteY114" fmla="*/ 342605 h 400001"/>
              <a:gd name="connsiteX115" fmla="*/ 252081 w 353301"/>
              <a:gd name="connsiteY115" fmla="*/ 361439 h 400001"/>
              <a:gd name="connsiteX116" fmla="*/ 270263 w 353301"/>
              <a:gd name="connsiteY116" fmla="*/ 380625 h 400001"/>
              <a:gd name="connsiteX117" fmla="*/ 310442 w 353301"/>
              <a:gd name="connsiteY117" fmla="*/ 388762 h 400001"/>
              <a:gd name="connsiteX118" fmla="*/ 318227 w 353301"/>
              <a:gd name="connsiteY118" fmla="*/ 385648 h 400001"/>
              <a:gd name="connsiteX119" fmla="*/ 333294 w 353301"/>
              <a:gd name="connsiteY119" fmla="*/ 376909 h 400001"/>
              <a:gd name="connsiteX120" fmla="*/ 344494 w 353301"/>
              <a:gd name="connsiteY120" fmla="*/ 363951 h 400001"/>
              <a:gd name="connsiteX121" fmla="*/ 349115 w 353301"/>
              <a:gd name="connsiteY121" fmla="*/ 356568 h 400001"/>
              <a:gd name="connsiteX122" fmla="*/ 353585 w 353301"/>
              <a:gd name="connsiteY122" fmla="*/ 336930 h 400001"/>
              <a:gd name="connsiteX123" fmla="*/ 350321 w 353301"/>
              <a:gd name="connsiteY123" fmla="*/ 325730 h 400001"/>
              <a:gd name="connsiteX124" fmla="*/ 349466 w 353301"/>
              <a:gd name="connsiteY124" fmla="*/ 319401 h 400001"/>
              <a:gd name="connsiteX125" fmla="*/ 335755 w 353301"/>
              <a:gd name="connsiteY125" fmla="*/ 304334 h 400001"/>
              <a:gd name="connsiteX126" fmla="*/ 333545 w 353301"/>
              <a:gd name="connsiteY126" fmla="*/ 302928 h 400001"/>
              <a:gd name="connsiteX127" fmla="*/ 309538 w 353301"/>
              <a:gd name="connsiteY127" fmla="*/ 294289 h 400001"/>
              <a:gd name="connsiteX128" fmla="*/ 294471 w 353301"/>
              <a:gd name="connsiteY128" fmla="*/ 299563 h 400001"/>
              <a:gd name="connsiteX129" fmla="*/ 299744 w 353301"/>
              <a:gd name="connsiteY129" fmla="*/ 316287 h 400001"/>
              <a:gd name="connsiteX130" fmla="*/ 313958 w 353301"/>
              <a:gd name="connsiteY130" fmla="*/ 317794 h 400001"/>
              <a:gd name="connsiteX131" fmla="*/ 324254 w 353301"/>
              <a:gd name="connsiteY131" fmla="*/ 323168 h 400001"/>
              <a:gd name="connsiteX132" fmla="*/ 325961 w 353301"/>
              <a:gd name="connsiteY132" fmla="*/ 352750 h 400001"/>
              <a:gd name="connsiteX133" fmla="*/ 302758 w 353301"/>
              <a:gd name="connsiteY133" fmla="*/ 365708 h 400001"/>
              <a:gd name="connsiteX134" fmla="*/ 286736 w 353301"/>
              <a:gd name="connsiteY134" fmla="*/ 364302 h 400001"/>
              <a:gd name="connsiteX135" fmla="*/ 277847 w 353301"/>
              <a:gd name="connsiteY135" fmla="*/ 357472 h 400001"/>
              <a:gd name="connsiteX136" fmla="*/ 265843 w 353301"/>
              <a:gd name="connsiteY136" fmla="*/ 340546 h 400001"/>
              <a:gd name="connsiteX137" fmla="*/ 260820 w 353301"/>
              <a:gd name="connsiteY137" fmla="*/ 317794 h 400001"/>
              <a:gd name="connsiteX138" fmla="*/ 259565 w 353301"/>
              <a:gd name="connsiteY138" fmla="*/ 300919 h 400001"/>
              <a:gd name="connsiteX139" fmla="*/ 262126 w 353301"/>
              <a:gd name="connsiteY139" fmla="*/ 267218 h 400001"/>
              <a:gd name="connsiteX140" fmla="*/ 266245 w 353301"/>
              <a:gd name="connsiteY140" fmla="*/ 253256 h 400001"/>
              <a:gd name="connsiteX141" fmla="*/ 268002 w 353301"/>
              <a:gd name="connsiteY141" fmla="*/ 236983 h 400001"/>
              <a:gd name="connsiteX142" fmla="*/ 273025 w 353301"/>
              <a:gd name="connsiteY142" fmla="*/ 215487 h 400001"/>
              <a:gd name="connsiteX143" fmla="*/ 277696 w 353301"/>
              <a:gd name="connsiteY143" fmla="*/ 191228 h 400001"/>
              <a:gd name="connsiteX144" fmla="*/ 283723 w 353301"/>
              <a:gd name="connsiteY144" fmla="*/ 161094 h 400001"/>
              <a:gd name="connsiteX145" fmla="*/ 287188 w 353301"/>
              <a:gd name="connsiteY145" fmla="*/ 128297 h 400001"/>
              <a:gd name="connsiteX146" fmla="*/ 282166 w 353301"/>
              <a:gd name="connsiteY146" fmla="*/ 79228 h 400001"/>
              <a:gd name="connsiteX147" fmla="*/ 279353 w 353301"/>
              <a:gd name="connsiteY147" fmla="*/ 73602 h 400001"/>
              <a:gd name="connsiteX148" fmla="*/ 277394 w 353301"/>
              <a:gd name="connsiteY148" fmla="*/ 65968 h 400001"/>
              <a:gd name="connsiteX149" fmla="*/ 272824 w 353301"/>
              <a:gd name="connsiteY149" fmla="*/ 57229 h 400001"/>
              <a:gd name="connsiteX150" fmla="*/ 268103 w 353301"/>
              <a:gd name="connsiteY150" fmla="*/ 48741 h 400001"/>
              <a:gd name="connsiteX151" fmla="*/ 261172 w 353301"/>
              <a:gd name="connsiteY151" fmla="*/ 37591 h 400001"/>
              <a:gd name="connsiteX152" fmla="*/ 250424 w 353301"/>
              <a:gd name="connsiteY152" fmla="*/ 25387 h 400001"/>
              <a:gd name="connsiteX153" fmla="*/ 247812 w 353301"/>
              <a:gd name="connsiteY153" fmla="*/ 23227 h 400001"/>
              <a:gd name="connsiteX154" fmla="*/ 243342 w 353301"/>
              <a:gd name="connsiteY154" fmla="*/ 19209 h 400001"/>
              <a:gd name="connsiteX155" fmla="*/ 226015 w 353301"/>
              <a:gd name="connsiteY155" fmla="*/ 8863 h 400001"/>
              <a:gd name="connsiteX156" fmla="*/ 196734 w 353301"/>
              <a:gd name="connsiteY156" fmla="*/ 727 h 400001"/>
              <a:gd name="connsiteX157" fmla="*/ 155650 w 353301"/>
              <a:gd name="connsiteY157" fmla="*/ 5397 h 400001"/>
              <a:gd name="connsiteX158" fmla="*/ 146811 w 353301"/>
              <a:gd name="connsiteY158" fmla="*/ 7457 h 400001"/>
              <a:gd name="connsiteX159" fmla="*/ 140080 w 353301"/>
              <a:gd name="connsiteY159" fmla="*/ 11575 h 400001"/>
              <a:gd name="connsiteX160" fmla="*/ 127123 w 353301"/>
              <a:gd name="connsiteY160" fmla="*/ 20314 h 400001"/>
              <a:gd name="connsiteX161" fmla="*/ 117630 w 353301"/>
              <a:gd name="connsiteY161" fmla="*/ 28199 h 400001"/>
              <a:gd name="connsiteX162" fmla="*/ 117027 w 353301"/>
              <a:gd name="connsiteY162" fmla="*/ 28802 h 400001"/>
              <a:gd name="connsiteX163" fmla="*/ 99499 w 353301"/>
              <a:gd name="connsiteY163" fmla="*/ 57079 h 400001"/>
              <a:gd name="connsiteX164" fmla="*/ 94477 w 353301"/>
              <a:gd name="connsiteY164" fmla="*/ 74004 h 400001"/>
              <a:gd name="connsiteX165" fmla="*/ 82172 w 353301"/>
              <a:gd name="connsiteY165" fmla="*/ 84602 h 400001"/>
              <a:gd name="connsiteX166" fmla="*/ 74186 w 353301"/>
              <a:gd name="connsiteY166" fmla="*/ 87464 h 400001"/>
              <a:gd name="connsiteX167" fmla="*/ 59118 w 353301"/>
              <a:gd name="connsiteY167" fmla="*/ 93943 h 400001"/>
              <a:gd name="connsiteX168" fmla="*/ 52439 w 353301"/>
              <a:gd name="connsiteY168" fmla="*/ 98112 h 400001"/>
              <a:gd name="connsiteX169" fmla="*/ 28130 w 353301"/>
              <a:gd name="connsiteY169" fmla="*/ 117248 h 400001"/>
              <a:gd name="connsiteX170" fmla="*/ 23107 w 353301"/>
              <a:gd name="connsiteY170" fmla="*/ 123174 h 400001"/>
              <a:gd name="connsiteX171" fmla="*/ 10752 w 353301"/>
              <a:gd name="connsiteY171" fmla="*/ 143264 h 400001"/>
              <a:gd name="connsiteX172" fmla="*/ 6584 w 353301"/>
              <a:gd name="connsiteY172" fmla="*/ 149944 h 400001"/>
              <a:gd name="connsiteX173" fmla="*/ 4675 w 353301"/>
              <a:gd name="connsiteY173" fmla="*/ 158934 h 400001"/>
              <a:gd name="connsiteX174" fmla="*/ 1661 w 353301"/>
              <a:gd name="connsiteY174" fmla="*/ 166719 h 400001"/>
              <a:gd name="connsiteX175" fmla="*/ 306 w 353301"/>
              <a:gd name="connsiteY175" fmla="*/ 177567 h 40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Lst>
            <a:rect l="l" t="t" r="r" b="b"/>
            <a:pathLst>
              <a:path w="353301" h="400001">
                <a:moveTo>
                  <a:pt x="96737" y="251096"/>
                </a:moveTo>
                <a:lnTo>
                  <a:pt x="96737" y="187210"/>
                </a:lnTo>
                <a:cubicBezTo>
                  <a:pt x="97058" y="185101"/>
                  <a:pt x="98128" y="183172"/>
                  <a:pt x="99750" y="181786"/>
                </a:cubicBezTo>
                <a:cubicBezTo>
                  <a:pt x="104019" y="177065"/>
                  <a:pt x="109192" y="178672"/>
                  <a:pt x="114817" y="179978"/>
                </a:cubicBezTo>
                <a:cubicBezTo>
                  <a:pt x="117580" y="191731"/>
                  <a:pt x="116023" y="234823"/>
                  <a:pt x="116023" y="249891"/>
                </a:cubicBezTo>
                <a:cubicBezTo>
                  <a:pt x="116023" y="258630"/>
                  <a:pt x="110197" y="259534"/>
                  <a:pt x="101558" y="259534"/>
                </a:cubicBezTo>
                <a:cubicBezTo>
                  <a:pt x="99750" y="251598"/>
                  <a:pt x="96536" y="256420"/>
                  <a:pt x="96536" y="251096"/>
                </a:cubicBezTo>
                <a:close/>
                <a:moveTo>
                  <a:pt x="197989" y="237837"/>
                </a:moveTo>
                <a:cubicBezTo>
                  <a:pt x="197989" y="229248"/>
                  <a:pt x="173882" y="238540"/>
                  <a:pt x="170165" y="238891"/>
                </a:cubicBezTo>
                <a:cubicBezTo>
                  <a:pt x="164540" y="239444"/>
                  <a:pt x="158111" y="240147"/>
                  <a:pt x="153440" y="240298"/>
                </a:cubicBezTo>
                <a:cubicBezTo>
                  <a:pt x="132999" y="240750"/>
                  <a:pt x="141286" y="239092"/>
                  <a:pt x="139578" y="251598"/>
                </a:cubicBezTo>
                <a:cubicBezTo>
                  <a:pt x="138308" y="258399"/>
                  <a:pt x="135751" y="264893"/>
                  <a:pt x="132044" y="270734"/>
                </a:cubicBezTo>
                <a:lnTo>
                  <a:pt x="122000" y="278519"/>
                </a:lnTo>
                <a:cubicBezTo>
                  <a:pt x="120242" y="279121"/>
                  <a:pt x="116977" y="279473"/>
                  <a:pt x="115119" y="280025"/>
                </a:cubicBezTo>
                <a:cubicBezTo>
                  <a:pt x="102362" y="283842"/>
                  <a:pt x="117128" y="284043"/>
                  <a:pt x="95481" y="279172"/>
                </a:cubicBezTo>
                <a:cubicBezTo>
                  <a:pt x="90459" y="278016"/>
                  <a:pt x="91061" y="279172"/>
                  <a:pt x="87144" y="275405"/>
                </a:cubicBezTo>
                <a:cubicBezTo>
                  <a:pt x="79871" y="269358"/>
                  <a:pt x="75582" y="260453"/>
                  <a:pt x="75391" y="250996"/>
                </a:cubicBezTo>
                <a:cubicBezTo>
                  <a:pt x="74939" y="242508"/>
                  <a:pt x="77903" y="240499"/>
                  <a:pt x="69415" y="240147"/>
                </a:cubicBezTo>
                <a:cubicBezTo>
                  <a:pt x="53393" y="239394"/>
                  <a:pt x="45508" y="239645"/>
                  <a:pt x="33303" y="235125"/>
                </a:cubicBezTo>
                <a:cubicBezTo>
                  <a:pt x="29792" y="233532"/>
                  <a:pt x="25764" y="233532"/>
                  <a:pt x="22254" y="235125"/>
                </a:cubicBezTo>
                <a:cubicBezTo>
                  <a:pt x="22254" y="248886"/>
                  <a:pt x="21199" y="310160"/>
                  <a:pt x="27276" y="321662"/>
                </a:cubicBezTo>
                <a:cubicBezTo>
                  <a:pt x="29335" y="325529"/>
                  <a:pt x="29084" y="327186"/>
                  <a:pt x="30691" y="330300"/>
                </a:cubicBezTo>
                <a:cubicBezTo>
                  <a:pt x="33002" y="334619"/>
                  <a:pt x="31846" y="329898"/>
                  <a:pt x="35714" y="338437"/>
                </a:cubicBezTo>
                <a:lnTo>
                  <a:pt x="53945" y="358777"/>
                </a:lnTo>
                <a:cubicBezTo>
                  <a:pt x="60283" y="364287"/>
                  <a:pt x="67737" y="368360"/>
                  <a:pt x="75793" y="370731"/>
                </a:cubicBezTo>
                <a:cubicBezTo>
                  <a:pt x="82523" y="372941"/>
                  <a:pt x="76948" y="373744"/>
                  <a:pt x="89504" y="375050"/>
                </a:cubicBezTo>
                <a:cubicBezTo>
                  <a:pt x="103366" y="376507"/>
                  <a:pt x="130086" y="378767"/>
                  <a:pt x="140985" y="372087"/>
                </a:cubicBezTo>
                <a:cubicBezTo>
                  <a:pt x="149020" y="367064"/>
                  <a:pt x="144601" y="373041"/>
                  <a:pt x="158663" y="363197"/>
                </a:cubicBezTo>
                <a:lnTo>
                  <a:pt x="178753" y="344765"/>
                </a:lnTo>
                <a:cubicBezTo>
                  <a:pt x="183163" y="338542"/>
                  <a:pt x="187091" y="331993"/>
                  <a:pt x="190506" y="325177"/>
                </a:cubicBezTo>
                <a:cubicBezTo>
                  <a:pt x="199346" y="310964"/>
                  <a:pt x="198040" y="252452"/>
                  <a:pt x="198040" y="237535"/>
                </a:cubicBezTo>
                <a:close/>
                <a:moveTo>
                  <a:pt x="71423" y="216140"/>
                </a:moveTo>
                <a:cubicBezTo>
                  <a:pt x="81820" y="216140"/>
                  <a:pt x="66803" y="186005"/>
                  <a:pt x="83276" y="165312"/>
                </a:cubicBezTo>
                <a:cubicBezTo>
                  <a:pt x="91006" y="156985"/>
                  <a:pt x="102558" y="153359"/>
                  <a:pt x="113662" y="155770"/>
                </a:cubicBezTo>
                <a:cubicBezTo>
                  <a:pt x="118770" y="156739"/>
                  <a:pt x="123486" y="159185"/>
                  <a:pt x="127223" y="162801"/>
                </a:cubicBezTo>
                <a:cubicBezTo>
                  <a:pt x="131432" y="165639"/>
                  <a:pt x="134410" y="169963"/>
                  <a:pt x="135560" y="174905"/>
                </a:cubicBezTo>
                <a:cubicBezTo>
                  <a:pt x="141688" y="188717"/>
                  <a:pt x="140131" y="186658"/>
                  <a:pt x="140131" y="205291"/>
                </a:cubicBezTo>
                <a:cubicBezTo>
                  <a:pt x="140131" y="213829"/>
                  <a:pt x="137017" y="209158"/>
                  <a:pt x="141336" y="217345"/>
                </a:cubicBezTo>
                <a:cubicBezTo>
                  <a:pt x="156750" y="216968"/>
                  <a:pt x="172114" y="215406"/>
                  <a:pt x="187291" y="212674"/>
                </a:cubicBezTo>
                <a:cubicBezTo>
                  <a:pt x="192314" y="211167"/>
                  <a:pt x="197989" y="211921"/>
                  <a:pt x="197989" y="206497"/>
                </a:cubicBezTo>
                <a:cubicBezTo>
                  <a:pt x="198667" y="195412"/>
                  <a:pt x="197583" y="184292"/>
                  <a:pt x="194775" y="173549"/>
                </a:cubicBezTo>
                <a:cubicBezTo>
                  <a:pt x="193730" y="170581"/>
                  <a:pt x="193203" y="167457"/>
                  <a:pt x="193218" y="164308"/>
                </a:cubicBezTo>
                <a:cubicBezTo>
                  <a:pt x="192515" y="154263"/>
                  <a:pt x="190456" y="159286"/>
                  <a:pt x="187744" y="152857"/>
                </a:cubicBezTo>
                <a:cubicBezTo>
                  <a:pt x="185830" y="146549"/>
                  <a:pt x="182380" y="140818"/>
                  <a:pt x="177699" y="136182"/>
                </a:cubicBezTo>
                <a:cubicBezTo>
                  <a:pt x="171179" y="128121"/>
                  <a:pt x="163249" y="121311"/>
                  <a:pt x="154294" y="116092"/>
                </a:cubicBezTo>
                <a:cubicBezTo>
                  <a:pt x="146459" y="110769"/>
                  <a:pt x="150226" y="115038"/>
                  <a:pt x="139227" y="109161"/>
                </a:cubicBezTo>
                <a:cubicBezTo>
                  <a:pt x="130347" y="106645"/>
                  <a:pt x="121181" y="105274"/>
                  <a:pt x="111955" y="105093"/>
                </a:cubicBezTo>
                <a:cubicBezTo>
                  <a:pt x="101041" y="105420"/>
                  <a:pt x="90177" y="106630"/>
                  <a:pt x="79460" y="108709"/>
                </a:cubicBezTo>
                <a:cubicBezTo>
                  <a:pt x="76913" y="110312"/>
                  <a:pt x="74221" y="111678"/>
                  <a:pt x="71423" y="112778"/>
                </a:cubicBezTo>
                <a:cubicBezTo>
                  <a:pt x="65396" y="114937"/>
                  <a:pt x="67757" y="114787"/>
                  <a:pt x="63689" y="117047"/>
                </a:cubicBezTo>
                <a:cubicBezTo>
                  <a:pt x="61580" y="118202"/>
                  <a:pt x="61278" y="117900"/>
                  <a:pt x="59470" y="118855"/>
                </a:cubicBezTo>
                <a:cubicBezTo>
                  <a:pt x="53795" y="121768"/>
                  <a:pt x="42444" y="134876"/>
                  <a:pt x="37924" y="139547"/>
                </a:cubicBezTo>
                <a:cubicBezTo>
                  <a:pt x="35664" y="141908"/>
                  <a:pt x="37271" y="138643"/>
                  <a:pt x="35362" y="143013"/>
                </a:cubicBezTo>
                <a:lnTo>
                  <a:pt x="29335" y="155067"/>
                </a:lnTo>
                <a:cubicBezTo>
                  <a:pt x="28873" y="156568"/>
                  <a:pt x="28336" y="158040"/>
                  <a:pt x="27728" y="159486"/>
                </a:cubicBezTo>
                <a:cubicBezTo>
                  <a:pt x="21601" y="172444"/>
                  <a:pt x="21550" y="188968"/>
                  <a:pt x="21550" y="207551"/>
                </a:cubicBezTo>
                <a:cubicBezTo>
                  <a:pt x="21550" y="215989"/>
                  <a:pt x="63237" y="215989"/>
                  <a:pt x="70972" y="215989"/>
                </a:cubicBezTo>
                <a:close/>
                <a:moveTo>
                  <a:pt x="306" y="177567"/>
                </a:moveTo>
                <a:lnTo>
                  <a:pt x="306" y="308955"/>
                </a:lnTo>
                <a:cubicBezTo>
                  <a:pt x="150" y="312571"/>
                  <a:pt x="1270" y="316127"/>
                  <a:pt x="3470" y="319000"/>
                </a:cubicBezTo>
                <a:cubicBezTo>
                  <a:pt x="5880" y="323771"/>
                  <a:pt x="4625" y="325177"/>
                  <a:pt x="6182" y="329547"/>
                </a:cubicBezTo>
                <a:cubicBezTo>
                  <a:pt x="8693" y="336679"/>
                  <a:pt x="14117" y="344614"/>
                  <a:pt x="17080" y="351244"/>
                </a:cubicBezTo>
                <a:cubicBezTo>
                  <a:pt x="18889" y="355211"/>
                  <a:pt x="17683" y="352650"/>
                  <a:pt x="20194" y="355312"/>
                </a:cubicBezTo>
                <a:lnTo>
                  <a:pt x="46713" y="381881"/>
                </a:lnTo>
                <a:lnTo>
                  <a:pt x="59269" y="388611"/>
                </a:lnTo>
                <a:cubicBezTo>
                  <a:pt x="60871" y="389339"/>
                  <a:pt x="62398" y="390213"/>
                  <a:pt x="63839" y="391222"/>
                </a:cubicBezTo>
                <a:lnTo>
                  <a:pt x="73884" y="394437"/>
                </a:lnTo>
                <a:cubicBezTo>
                  <a:pt x="80665" y="395642"/>
                  <a:pt x="78254" y="396396"/>
                  <a:pt x="83477" y="398153"/>
                </a:cubicBezTo>
                <a:cubicBezTo>
                  <a:pt x="91523" y="399560"/>
                  <a:pt x="99670" y="400298"/>
                  <a:pt x="107836" y="400363"/>
                </a:cubicBezTo>
                <a:cubicBezTo>
                  <a:pt x="112196" y="400494"/>
                  <a:pt x="116560" y="400137"/>
                  <a:pt x="120844" y="399309"/>
                </a:cubicBezTo>
                <a:cubicBezTo>
                  <a:pt x="144801" y="398053"/>
                  <a:pt x="127323" y="399911"/>
                  <a:pt x="143144" y="395040"/>
                </a:cubicBezTo>
                <a:cubicBezTo>
                  <a:pt x="144796" y="394598"/>
                  <a:pt x="146474" y="394246"/>
                  <a:pt x="148167" y="393985"/>
                </a:cubicBezTo>
                <a:cubicBezTo>
                  <a:pt x="150080" y="393754"/>
                  <a:pt x="151923" y="393136"/>
                  <a:pt x="153591" y="392177"/>
                </a:cubicBezTo>
                <a:lnTo>
                  <a:pt x="162631" y="387958"/>
                </a:lnTo>
                <a:cubicBezTo>
                  <a:pt x="164053" y="387556"/>
                  <a:pt x="165353" y="386793"/>
                  <a:pt x="166398" y="385748"/>
                </a:cubicBezTo>
                <a:lnTo>
                  <a:pt x="185534" y="371082"/>
                </a:lnTo>
                <a:cubicBezTo>
                  <a:pt x="192430" y="364583"/>
                  <a:pt x="198391" y="357160"/>
                  <a:pt x="203263" y="349034"/>
                </a:cubicBezTo>
                <a:cubicBezTo>
                  <a:pt x="207080" y="343660"/>
                  <a:pt x="205021" y="345267"/>
                  <a:pt x="207381" y="339943"/>
                </a:cubicBezTo>
                <a:cubicBezTo>
                  <a:pt x="209139" y="336076"/>
                  <a:pt x="207783" y="339441"/>
                  <a:pt x="209742" y="336277"/>
                </a:cubicBezTo>
                <a:cubicBezTo>
                  <a:pt x="214217" y="328241"/>
                  <a:pt x="216809" y="319291"/>
                  <a:pt x="217326" y="310110"/>
                </a:cubicBezTo>
                <a:cubicBezTo>
                  <a:pt x="217326" y="301371"/>
                  <a:pt x="218531" y="293938"/>
                  <a:pt x="218531" y="283591"/>
                </a:cubicBezTo>
                <a:cubicBezTo>
                  <a:pt x="218531" y="251498"/>
                  <a:pt x="219536" y="219203"/>
                  <a:pt x="218531" y="187110"/>
                </a:cubicBezTo>
                <a:lnTo>
                  <a:pt x="216673" y="162450"/>
                </a:lnTo>
                <a:cubicBezTo>
                  <a:pt x="214965" y="154966"/>
                  <a:pt x="214112" y="159235"/>
                  <a:pt x="212052" y="152656"/>
                </a:cubicBezTo>
                <a:cubicBezTo>
                  <a:pt x="207331" y="137588"/>
                  <a:pt x="201254" y="130205"/>
                  <a:pt x="191159" y="118051"/>
                </a:cubicBezTo>
                <a:lnTo>
                  <a:pt x="166047" y="96455"/>
                </a:lnTo>
                <a:cubicBezTo>
                  <a:pt x="162531" y="93692"/>
                  <a:pt x="165645" y="95551"/>
                  <a:pt x="161024" y="94245"/>
                </a:cubicBezTo>
                <a:cubicBezTo>
                  <a:pt x="154344" y="92336"/>
                  <a:pt x="156655" y="91633"/>
                  <a:pt x="152185" y="89825"/>
                </a:cubicBezTo>
                <a:cubicBezTo>
                  <a:pt x="131191" y="81287"/>
                  <a:pt x="132647" y="85807"/>
                  <a:pt x="117479" y="82291"/>
                </a:cubicBezTo>
                <a:cubicBezTo>
                  <a:pt x="117479" y="69534"/>
                  <a:pt x="120342" y="68429"/>
                  <a:pt x="123757" y="58435"/>
                </a:cubicBezTo>
                <a:cubicBezTo>
                  <a:pt x="124174" y="56667"/>
                  <a:pt x="125023" y="55029"/>
                  <a:pt x="126219" y="53663"/>
                </a:cubicBezTo>
                <a:lnTo>
                  <a:pt x="127776" y="51554"/>
                </a:lnTo>
                <a:lnTo>
                  <a:pt x="133802" y="44322"/>
                </a:lnTo>
                <a:lnTo>
                  <a:pt x="137971" y="40103"/>
                </a:lnTo>
                <a:cubicBezTo>
                  <a:pt x="142195" y="36014"/>
                  <a:pt x="147177" y="32790"/>
                  <a:pt x="152636" y="30610"/>
                </a:cubicBezTo>
                <a:cubicBezTo>
                  <a:pt x="154605" y="29922"/>
                  <a:pt x="156459" y="28923"/>
                  <a:pt x="158111" y="27647"/>
                </a:cubicBezTo>
                <a:cubicBezTo>
                  <a:pt x="162089" y="25819"/>
                  <a:pt x="166393" y="24794"/>
                  <a:pt x="170768" y="24633"/>
                </a:cubicBezTo>
                <a:cubicBezTo>
                  <a:pt x="181907" y="23554"/>
                  <a:pt x="193128" y="23554"/>
                  <a:pt x="204267" y="24633"/>
                </a:cubicBezTo>
                <a:cubicBezTo>
                  <a:pt x="211881" y="26165"/>
                  <a:pt x="219139" y="29114"/>
                  <a:pt x="225663" y="33322"/>
                </a:cubicBezTo>
                <a:lnTo>
                  <a:pt x="246707" y="53412"/>
                </a:lnTo>
                <a:lnTo>
                  <a:pt x="253387" y="65968"/>
                </a:lnTo>
                <a:cubicBezTo>
                  <a:pt x="255245" y="71694"/>
                  <a:pt x="252985" y="68379"/>
                  <a:pt x="256451" y="73753"/>
                </a:cubicBezTo>
                <a:cubicBezTo>
                  <a:pt x="258806" y="79132"/>
                  <a:pt x="259991" y="84953"/>
                  <a:pt x="259916" y="90829"/>
                </a:cubicBezTo>
                <a:cubicBezTo>
                  <a:pt x="261524" y="107102"/>
                  <a:pt x="264537" y="85154"/>
                  <a:pt x="264537" y="131963"/>
                </a:cubicBezTo>
                <a:cubicBezTo>
                  <a:pt x="264567" y="139196"/>
                  <a:pt x="263693" y="146398"/>
                  <a:pt x="261925" y="153409"/>
                </a:cubicBezTo>
                <a:cubicBezTo>
                  <a:pt x="260408" y="160692"/>
                  <a:pt x="259298" y="168050"/>
                  <a:pt x="258610" y="175458"/>
                </a:cubicBezTo>
                <a:cubicBezTo>
                  <a:pt x="257505" y="183494"/>
                  <a:pt x="255396" y="186306"/>
                  <a:pt x="254191" y="195096"/>
                </a:cubicBezTo>
                <a:cubicBezTo>
                  <a:pt x="253638" y="198862"/>
                  <a:pt x="254191" y="202880"/>
                  <a:pt x="253186" y="206145"/>
                </a:cubicBezTo>
                <a:cubicBezTo>
                  <a:pt x="251750" y="209224"/>
                  <a:pt x="250474" y="212373"/>
                  <a:pt x="249369" y="215587"/>
                </a:cubicBezTo>
                <a:cubicBezTo>
                  <a:pt x="247611" y="223975"/>
                  <a:pt x="248917" y="228545"/>
                  <a:pt x="245703" y="236029"/>
                </a:cubicBezTo>
                <a:cubicBezTo>
                  <a:pt x="242488" y="243512"/>
                  <a:pt x="243543" y="249891"/>
                  <a:pt x="242036" y="257675"/>
                </a:cubicBezTo>
                <a:cubicBezTo>
                  <a:pt x="240278" y="266716"/>
                  <a:pt x="238169" y="266967"/>
                  <a:pt x="238068" y="277765"/>
                </a:cubicBezTo>
                <a:cubicBezTo>
                  <a:pt x="237968" y="288563"/>
                  <a:pt x="234051" y="319000"/>
                  <a:pt x="238420" y="330401"/>
                </a:cubicBezTo>
                <a:cubicBezTo>
                  <a:pt x="239826" y="334067"/>
                  <a:pt x="239877" y="331053"/>
                  <a:pt x="241936" y="335423"/>
                </a:cubicBezTo>
                <a:cubicBezTo>
                  <a:pt x="243995" y="339793"/>
                  <a:pt x="242338" y="338688"/>
                  <a:pt x="243191" y="342605"/>
                </a:cubicBezTo>
                <a:lnTo>
                  <a:pt x="252081" y="361439"/>
                </a:lnTo>
                <a:lnTo>
                  <a:pt x="270263" y="380625"/>
                </a:lnTo>
                <a:cubicBezTo>
                  <a:pt x="280709" y="388611"/>
                  <a:pt x="297133" y="388762"/>
                  <a:pt x="310442" y="388762"/>
                </a:cubicBezTo>
                <a:cubicBezTo>
                  <a:pt x="314862" y="388762"/>
                  <a:pt x="315214" y="387405"/>
                  <a:pt x="318227" y="385648"/>
                </a:cubicBezTo>
                <a:cubicBezTo>
                  <a:pt x="323586" y="383357"/>
                  <a:pt x="328643" y="380424"/>
                  <a:pt x="333294" y="376909"/>
                </a:cubicBezTo>
                <a:cubicBezTo>
                  <a:pt x="337945" y="373473"/>
                  <a:pt x="341767" y="369048"/>
                  <a:pt x="344494" y="363951"/>
                </a:cubicBezTo>
                <a:cubicBezTo>
                  <a:pt x="346754" y="359280"/>
                  <a:pt x="347558" y="360284"/>
                  <a:pt x="349115" y="356568"/>
                </a:cubicBezTo>
                <a:cubicBezTo>
                  <a:pt x="349466" y="355764"/>
                  <a:pt x="353585" y="337281"/>
                  <a:pt x="353585" y="336930"/>
                </a:cubicBezTo>
                <a:cubicBezTo>
                  <a:pt x="353585" y="332761"/>
                  <a:pt x="351023" y="330049"/>
                  <a:pt x="350321" y="325730"/>
                </a:cubicBezTo>
                <a:cubicBezTo>
                  <a:pt x="350225" y="323600"/>
                  <a:pt x="349939" y="321481"/>
                  <a:pt x="349466" y="319401"/>
                </a:cubicBezTo>
                <a:cubicBezTo>
                  <a:pt x="346207" y="313329"/>
                  <a:pt x="341496" y="308151"/>
                  <a:pt x="335755" y="304334"/>
                </a:cubicBezTo>
                <a:cubicBezTo>
                  <a:pt x="333294" y="302827"/>
                  <a:pt x="336157" y="304836"/>
                  <a:pt x="333545" y="302928"/>
                </a:cubicBezTo>
                <a:cubicBezTo>
                  <a:pt x="326338" y="298187"/>
                  <a:pt x="318111" y="295228"/>
                  <a:pt x="309538" y="294289"/>
                </a:cubicBezTo>
                <a:cubicBezTo>
                  <a:pt x="303918" y="293023"/>
                  <a:pt x="298072" y="295068"/>
                  <a:pt x="294471" y="299563"/>
                </a:cubicBezTo>
                <a:cubicBezTo>
                  <a:pt x="289448" y="305389"/>
                  <a:pt x="293265" y="313123"/>
                  <a:pt x="299744" y="316287"/>
                </a:cubicBezTo>
                <a:cubicBezTo>
                  <a:pt x="305319" y="318949"/>
                  <a:pt x="307278" y="317242"/>
                  <a:pt x="313958" y="317794"/>
                </a:cubicBezTo>
                <a:cubicBezTo>
                  <a:pt x="317956" y="318181"/>
                  <a:pt x="321652" y="320110"/>
                  <a:pt x="324254" y="323168"/>
                </a:cubicBezTo>
                <a:cubicBezTo>
                  <a:pt x="333796" y="332108"/>
                  <a:pt x="332491" y="342655"/>
                  <a:pt x="325961" y="352750"/>
                </a:cubicBezTo>
                <a:cubicBezTo>
                  <a:pt x="320753" y="360540"/>
                  <a:pt x="312120" y="365357"/>
                  <a:pt x="302758" y="365708"/>
                </a:cubicBezTo>
                <a:cubicBezTo>
                  <a:pt x="302256" y="365708"/>
                  <a:pt x="287690" y="364603"/>
                  <a:pt x="286736" y="364302"/>
                </a:cubicBezTo>
                <a:cubicBezTo>
                  <a:pt x="283376" y="362594"/>
                  <a:pt x="280363" y="360279"/>
                  <a:pt x="277847" y="357472"/>
                </a:cubicBezTo>
                <a:lnTo>
                  <a:pt x="265843" y="340546"/>
                </a:lnTo>
                <a:cubicBezTo>
                  <a:pt x="262603" y="333394"/>
                  <a:pt x="260891" y="325644"/>
                  <a:pt x="260820" y="317794"/>
                </a:cubicBezTo>
                <a:cubicBezTo>
                  <a:pt x="260820" y="309959"/>
                  <a:pt x="259816" y="307448"/>
                  <a:pt x="259565" y="300919"/>
                </a:cubicBezTo>
                <a:cubicBezTo>
                  <a:pt x="259761" y="289643"/>
                  <a:pt x="260614" y="278393"/>
                  <a:pt x="262126" y="267218"/>
                </a:cubicBezTo>
                <a:cubicBezTo>
                  <a:pt x="262729" y="260438"/>
                  <a:pt x="264838" y="259634"/>
                  <a:pt x="266245" y="253256"/>
                </a:cubicBezTo>
                <a:cubicBezTo>
                  <a:pt x="267651" y="246877"/>
                  <a:pt x="266546" y="242508"/>
                  <a:pt x="268002" y="236983"/>
                </a:cubicBezTo>
                <a:lnTo>
                  <a:pt x="273025" y="215487"/>
                </a:lnTo>
                <a:cubicBezTo>
                  <a:pt x="274481" y="206045"/>
                  <a:pt x="276892" y="209661"/>
                  <a:pt x="277696" y="191228"/>
                </a:cubicBezTo>
                <a:cubicBezTo>
                  <a:pt x="278198" y="179526"/>
                  <a:pt x="283672" y="173047"/>
                  <a:pt x="283723" y="161094"/>
                </a:cubicBezTo>
                <a:cubicBezTo>
                  <a:pt x="283773" y="149140"/>
                  <a:pt x="286234" y="138894"/>
                  <a:pt x="287188" y="128297"/>
                </a:cubicBezTo>
                <a:lnTo>
                  <a:pt x="282166" y="79228"/>
                </a:lnTo>
                <a:cubicBezTo>
                  <a:pt x="281011" y="74205"/>
                  <a:pt x="281412" y="77470"/>
                  <a:pt x="279353" y="73602"/>
                </a:cubicBezTo>
                <a:cubicBezTo>
                  <a:pt x="277294" y="69735"/>
                  <a:pt x="278298" y="69735"/>
                  <a:pt x="277394" y="65968"/>
                </a:cubicBezTo>
                <a:cubicBezTo>
                  <a:pt x="276038" y="60594"/>
                  <a:pt x="274280" y="62001"/>
                  <a:pt x="272824" y="57229"/>
                </a:cubicBezTo>
                <a:lnTo>
                  <a:pt x="268103" y="48741"/>
                </a:lnTo>
                <a:cubicBezTo>
                  <a:pt x="266235" y="44768"/>
                  <a:pt x="263909" y="41027"/>
                  <a:pt x="261172" y="37591"/>
                </a:cubicBezTo>
                <a:lnTo>
                  <a:pt x="250424" y="25387"/>
                </a:lnTo>
                <a:cubicBezTo>
                  <a:pt x="249635" y="24573"/>
                  <a:pt x="248761" y="23845"/>
                  <a:pt x="247812" y="23227"/>
                </a:cubicBezTo>
                <a:lnTo>
                  <a:pt x="243342" y="19209"/>
                </a:lnTo>
                <a:cubicBezTo>
                  <a:pt x="238320" y="14689"/>
                  <a:pt x="231188" y="12580"/>
                  <a:pt x="226015" y="8863"/>
                </a:cubicBezTo>
                <a:cubicBezTo>
                  <a:pt x="216849" y="4343"/>
                  <a:pt x="206919" y="1580"/>
                  <a:pt x="196734" y="727"/>
                </a:cubicBezTo>
                <a:cubicBezTo>
                  <a:pt x="170416" y="727"/>
                  <a:pt x="175237" y="-1483"/>
                  <a:pt x="155650" y="5397"/>
                </a:cubicBezTo>
                <a:cubicBezTo>
                  <a:pt x="152636" y="6502"/>
                  <a:pt x="149221" y="6402"/>
                  <a:pt x="146811" y="7457"/>
                </a:cubicBezTo>
                <a:cubicBezTo>
                  <a:pt x="142793" y="9164"/>
                  <a:pt x="145605" y="9616"/>
                  <a:pt x="140080" y="11575"/>
                </a:cubicBezTo>
                <a:cubicBezTo>
                  <a:pt x="132798" y="14086"/>
                  <a:pt x="133049" y="15493"/>
                  <a:pt x="127123" y="20314"/>
                </a:cubicBezTo>
                <a:lnTo>
                  <a:pt x="117630" y="28199"/>
                </a:lnTo>
                <a:lnTo>
                  <a:pt x="117027" y="28802"/>
                </a:lnTo>
                <a:cubicBezTo>
                  <a:pt x="109529" y="37094"/>
                  <a:pt x="103592" y="46672"/>
                  <a:pt x="99499" y="57079"/>
                </a:cubicBezTo>
                <a:cubicBezTo>
                  <a:pt x="97209" y="62518"/>
                  <a:pt x="95526" y="68193"/>
                  <a:pt x="94477" y="74004"/>
                </a:cubicBezTo>
                <a:cubicBezTo>
                  <a:pt x="93773" y="87716"/>
                  <a:pt x="94477" y="81940"/>
                  <a:pt x="82172" y="84602"/>
                </a:cubicBezTo>
                <a:cubicBezTo>
                  <a:pt x="79384" y="85169"/>
                  <a:pt x="76697" y="86133"/>
                  <a:pt x="74186" y="87464"/>
                </a:cubicBezTo>
                <a:lnTo>
                  <a:pt x="59118" y="93943"/>
                </a:lnTo>
                <a:cubicBezTo>
                  <a:pt x="53343" y="95902"/>
                  <a:pt x="56356" y="95551"/>
                  <a:pt x="52439" y="98112"/>
                </a:cubicBezTo>
                <a:cubicBezTo>
                  <a:pt x="43288" y="103034"/>
                  <a:pt x="35061" y="109508"/>
                  <a:pt x="28130" y="117248"/>
                </a:cubicBezTo>
                <a:cubicBezTo>
                  <a:pt x="26342" y="119121"/>
                  <a:pt x="24664" y="121100"/>
                  <a:pt x="23107" y="123174"/>
                </a:cubicBezTo>
                <a:lnTo>
                  <a:pt x="10752" y="143264"/>
                </a:lnTo>
                <a:cubicBezTo>
                  <a:pt x="8743" y="147684"/>
                  <a:pt x="8090" y="146629"/>
                  <a:pt x="6584" y="149944"/>
                </a:cubicBezTo>
                <a:cubicBezTo>
                  <a:pt x="5649" y="152872"/>
                  <a:pt x="5012" y="155880"/>
                  <a:pt x="4675" y="158934"/>
                </a:cubicBezTo>
                <a:cubicBezTo>
                  <a:pt x="3419" y="163956"/>
                  <a:pt x="2967" y="162249"/>
                  <a:pt x="1661" y="166719"/>
                </a:cubicBezTo>
                <a:cubicBezTo>
                  <a:pt x="632" y="170239"/>
                  <a:pt x="175" y="173901"/>
                  <a:pt x="306" y="177567"/>
                </a:cubicBezTo>
                <a:close/>
              </a:path>
            </a:pathLst>
          </a:custGeom>
          <a:solidFill>
            <a:schemeClr val="bg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gaoding-17"/>
          <p:cNvSpPr/>
          <p:nvPr/>
        </p:nvSpPr>
        <p:spPr>
          <a:xfrm>
            <a:off x="2249691" y="2205091"/>
            <a:ext cx="327866" cy="378921"/>
          </a:xfrm>
          <a:custGeom>
            <a:avLst/>
            <a:gdLst>
              <a:gd name="connsiteX0" fmla="*/ 118128 w 327866"/>
              <a:gd name="connsiteY0" fmla="*/ 215162 h 378921"/>
              <a:gd name="connsiteX1" fmla="*/ 96431 w 327866"/>
              <a:gd name="connsiteY1" fmla="*/ 232037 h 378921"/>
              <a:gd name="connsiteX2" fmla="*/ 96431 w 327866"/>
              <a:gd name="connsiteY2" fmla="*/ 286079 h 378921"/>
              <a:gd name="connsiteX3" fmla="*/ 100047 w 327866"/>
              <a:gd name="connsiteY3" fmla="*/ 289695 h 378921"/>
              <a:gd name="connsiteX4" fmla="*/ 139825 w 327866"/>
              <a:gd name="connsiteY4" fmla="*/ 289695 h 378921"/>
              <a:gd name="connsiteX5" fmla="*/ 139473 w 327866"/>
              <a:gd name="connsiteY5" fmla="*/ 290097 h 378921"/>
              <a:gd name="connsiteX6" fmla="*/ 140317 w 327866"/>
              <a:gd name="connsiteY6" fmla="*/ 290097 h 378921"/>
              <a:gd name="connsiteX7" fmla="*/ 144496 w 327866"/>
              <a:gd name="connsiteY7" fmla="*/ 285074 h 378921"/>
              <a:gd name="connsiteX8" fmla="*/ 144496 w 327866"/>
              <a:gd name="connsiteY8" fmla="*/ 235653 h 378921"/>
              <a:gd name="connsiteX9" fmla="*/ 138218 w 327866"/>
              <a:gd name="connsiteY9" fmla="*/ 222645 h 378921"/>
              <a:gd name="connsiteX10" fmla="*/ 118128 w 327866"/>
              <a:gd name="connsiteY10" fmla="*/ 215162 h 378921"/>
              <a:gd name="connsiteX11" fmla="*/ 124299 w 327866"/>
              <a:gd name="connsiteY11" fmla="*/ 197853 h 378921"/>
              <a:gd name="connsiteX12" fmla="*/ 137364 w 327866"/>
              <a:gd name="connsiteY12" fmla="*/ 199291 h 378921"/>
              <a:gd name="connsiteX13" fmla="*/ 153737 w 327866"/>
              <a:gd name="connsiteY13" fmla="*/ 214358 h 378921"/>
              <a:gd name="connsiteX14" fmla="*/ 159161 w 327866"/>
              <a:gd name="connsiteY14" fmla="*/ 219782 h 378921"/>
              <a:gd name="connsiteX15" fmla="*/ 162727 w 327866"/>
              <a:gd name="connsiteY15" fmla="*/ 227015 h 378921"/>
              <a:gd name="connsiteX16" fmla="*/ 161522 w 327866"/>
              <a:gd name="connsiteY16" fmla="*/ 306570 h 378921"/>
              <a:gd name="connsiteX17" fmla="*/ 79555 w 327866"/>
              <a:gd name="connsiteY17" fmla="*/ 305365 h 378921"/>
              <a:gd name="connsiteX18" fmla="*/ 78350 w 327866"/>
              <a:gd name="connsiteY18" fmla="*/ 228220 h 378921"/>
              <a:gd name="connsiteX19" fmla="*/ 91810 w 327866"/>
              <a:gd name="connsiteY19" fmla="*/ 210240 h 378921"/>
              <a:gd name="connsiteX20" fmla="*/ 109690 w 327866"/>
              <a:gd name="connsiteY20" fmla="*/ 198035 h 378921"/>
              <a:gd name="connsiteX21" fmla="*/ 124299 w 327866"/>
              <a:gd name="connsiteY21" fmla="*/ 197853 h 378921"/>
              <a:gd name="connsiteX22" fmla="*/ 209518 w 327866"/>
              <a:gd name="connsiteY22" fmla="*/ 134997 h 378921"/>
              <a:gd name="connsiteX23" fmla="*/ 201099 w 327866"/>
              <a:gd name="connsiteY23" fmla="*/ 135204 h 378921"/>
              <a:gd name="connsiteX24" fmla="*/ 206121 w 327866"/>
              <a:gd name="connsiteY24" fmla="*/ 146053 h 378921"/>
              <a:gd name="connsiteX25" fmla="*/ 205920 w 327866"/>
              <a:gd name="connsiteY25" fmla="*/ 146254 h 378921"/>
              <a:gd name="connsiteX26" fmla="*/ 214358 w 327866"/>
              <a:gd name="connsiteY26" fmla="*/ 141231 h 378921"/>
              <a:gd name="connsiteX27" fmla="*/ 209518 w 327866"/>
              <a:gd name="connsiteY27" fmla="*/ 134997 h 378921"/>
              <a:gd name="connsiteX28" fmla="*/ 70527 w 327866"/>
              <a:gd name="connsiteY28" fmla="*/ 134639 h 378921"/>
              <a:gd name="connsiteX29" fmla="*/ 61475 w 327866"/>
              <a:gd name="connsiteY29" fmla="*/ 138820 h 378921"/>
              <a:gd name="connsiteX30" fmla="*/ 71118 w 327866"/>
              <a:gd name="connsiteY30" fmla="*/ 147258 h 378921"/>
              <a:gd name="connsiteX31" fmla="*/ 74382 w 327866"/>
              <a:gd name="connsiteY31" fmla="*/ 140930 h 378921"/>
              <a:gd name="connsiteX32" fmla="*/ 70527 w 327866"/>
              <a:gd name="connsiteY32" fmla="*/ 134639 h 378921"/>
              <a:gd name="connsiteX33" fmla="*/ 265185 w 327866"/>
              <a:gd name="connsiteY33" fmla="*/ 96832 h 378921"/>
              <a:gd name="connsiteX34" fmla="*/ 261569 w 327866"/>
              <a:gd name="connsiteY34" fmla="*/ 100449 h 378921"/>
              <a:gd name="connsiteX35" fmla="*/ 261569 w 327866"/>
              <a:gd name="connsiteY35" fmla="*/ 355991 h 378921"/>
              <a:gd name="connsiteX36" fmla="*/ 262774 w 327866"/>
              <a:gd name="connsiteY36" fmla="*/ 362018 h 378921"/>
              <a:gd name="connsiteX37" fmla="*/ 262825 w 327866"/>
              <a:gd name="connsiteY37" fmla="*/ 361868 h 378921"/>
              <a:gd name="connsiteX38" fmla="*/ 277892 w 327866"/>
              <a:gd name="connsiteY38" fmla="*/ 352877 h 378921"/>
              <a:gd name="connsiteX39" fmla="*/ 280654 w 327866"/>
              <a:gd name="connsiteY39" fmla="*/ 350768 h 378921"/>
              <a:gd name="connsiteX40" fmla="*/ 309785 w 327866"/>
              <a:gd name="connsiteY40" fmla="*/ 360813 h 378921"/>
              <a:gd name="connsiteX41" fmla="*/ 309785 w 327866"/>
              <a:gd name="connsiteY41" fmla="*/ 100449 h 378921"/>
              <a:gd name="connsiteX42" fmla="*/ 306168 w 327866"/>
              <a:gd name="connsiteY42" fmla="*/ 96832 h 378921"/>
              <a:gd name="connsiteX43" fmla="*/ 136209 w 327866"/>
              <a:gd name="connsiteY43" fmla="*/ 18281 h 378921"/>
              <a:gd name="connsiteX44" fmla="*/ 115516 w 327866"/>
              <a:gd name="connsiteY44" fmla="*/ 20441 h 378921"/>
              <a:gd name="connsiteX45" fmla="*/ 90404 w 327866"/>
              <a:gd name="connsiteY45" fmla="*/ 38723 h 378921"/>
              <a:gd name="connsiteX46" fmla="*/ 86034 w 327866"/>
              <a:gd name="connsiteY46" fmla="*/ 45202 h 378921"/>
              <a:gd name="connsiteX47" fmla="*/ 81815 w 327866"/>
              <a:gd name="connsiteY47" fmla="*/ 51781 h 378921"/>
              <a:gd name="connsiteX48" fmla="*/ 78199 w 327866"/>
              <a:gd name="connsiteY48" fmla="*/ 70113 h 378921"/>
              <a:gd name="connsiteX49" fmla="*/ 110946 w 327866"/>
              <a:gd name="connsiteY49" fmla="*/ 78551 h 378921"/>
              <a:gd name="connsiteX50" fmla="*/ 129026 w 327866"/>
              <a:gd name="connsiteY50" fmla="*/ 82167 h 378921"/>
              <a:gd name="connsiteX51" fmla="*/ 127821 w 327866"/>
              <a:gd name="connsiteY51" fmla="*/ 188241 h 378921"/>
              <a:gd name="connsiteX52" fmla="*/ 121794 w 327866"/>
              <a:gd name="connsiteY52" fmla="*/ 189447 h 378921"/>
              <a:gd name="connsiteX53" fmla="*/ 110946 w 327866"/>
              <a:gd name="connsiteY53" fmla="*/ 177393 h 378921"/>
              <a:gd name="connsiteX54" fmla="*/ 110946 w 327866"/>
              <a:gd name="connsiteY54" fmla="*/ 111498 h 378921"/>
              <a:gd name="connsiteX55" fmla="*/ 108535 w 327866"/>
              <a:gd name="connsiteY55" fmla="*/ 97033 h 378921"/>
              <a:gd name="connsiteX56" fmla="*/ 77195 w 327866"/>
              <a:gd name="connsiteY56" fmla="*/ 111498 h 378921"/>
              <a:gd name="connsiteX57" fmla="*/ 91660 w 327866"/>
              <a:gd name="connsiteY57" fmla="*/ 140427 h 378921"/>
              <a:gd name="connsiteX58" fmla="*/ 63734 w 327866"/>
              <a:gd name="connsiteY58" fmla="*/ 163581 h 378921"/>
              <a:gd name="connsiteX59" fmla="*/ 51882 w 327866"/>
              <a:gd name="connsiteY59" fmla="*/ 158558 h 378921"/>
              <a:gd name="connsiteX60" fmla="*/ 44750 w 327866"/>
              <a:gd name="connsiteY60" fmla="*/ 133446 h 378921"/>
              <a:gd name="connsiteX61" fmla="*/ 52283 w 327866"/>
              <a:gd name="connsiteY61" fmla="*/ 122899 h 378921"/>
              <a:gd name="connsiteX62" fmla="*/ 60319 w 327866"/>
              <a:gd name="connsiteY62" fmla="*/ 114060 h 378921"/>
              <a:gd name="connsiteX63" fmla="*/ 56703 w 327866"/>
              <a:gd name="connsiteY63" fmla="*/ 97184 h 378921"/>
              <a:gd name="connsiteX64" fmla="*/ 21546 w 327866"/>
              <a:gd name="connsiteY64" fmla="*/ 97184 h 378921"/>
              <a:gd name="connsiteX65" fmla="*/ 17930 w 327866"/>
              <a:gd name="connsiteY65" fmla="*/ 100800 h 378921"/>
              <a:gd name="connsiteX66" fmla="*/ 17930 w 327866"/>
              <a:gd name="connsiteY66" fmla="*/ 356343 h 378921"/>
              <a:gd name="connsiteX67" fmla="*/ 25263 w 327866"/>
              <a:gd name="connsiteY67" fmla="*/ 362671 h 378921"/>
              <a:gd name="connsiteX68" fmla="*/ 242132 w 327866"/>
              <a:gd name="connsiteY68" fmla="*/ 362370 h 378921"/>
              <a:gd name="connsiteX69" fmla="*/ 243338 w 327866"/>
              <a:gd name="connsiteY69" fmla="*/ 347955 h 378921"/>
              <a:gd name="connsiteX70" fmla="*/ 243338 w 327866"/>
              <a:gd name="connsiteY70" fmla="*/ 97184 h 378921"/>
              <a:gd name="connsiteX71" fmla="*/ 216769 w 327866"/>
              <a:gd name="connsiteY71" fmla="*/ 111699 h 378921"/>
              <a:gd name="connsiteX72" fmla="*/ 221088 w 327866"/>
              <a:gd name="connsiteY72" fmla="*/ 121744 h 378921"/>
              <a:gd name="connsiteX73" fmla="*/ 228471 w 327866"/>
              <a:gd name="connsiteY73" fmla="*/ 130081 h 378921"/>
              <a:gd name="connsiteX74" fmla="*/ 224001 w 327866"/>
              <a:gd name="connsiteY74" fmla="*/ 158458 h 378921"/>
              <a:gd name="connsiteX75" fmla="*/ 190100 w 327866"/>
              <a:gd name="connsiteY75" fmla="*/ 157554 h 378921"/>
              <a:gd name="connsiteX76" fmla="*/ 186584 w 327866"/>
              <a:gd name="connsiteY76" fmla="*/ 128323 h 378921"/>
              <a:gd name="connsiteX77" fmla="*/ 188392 w 327866"/>
              <a:gd name="connsiteY77" fmla="*/ 125310 h 378921"/>
              <a:gd name="connsiteX78" fmla="*/ 198738 w 327866"/>
              <a:gd name="connsiteY78" fmla="*/ 113959 h 378921"/>
              <a:gd name="connsiteX79" fmla="*/ 167398 w 327866"/>
              <a:gd name="connsiteY79" fmla="*/ 97084 h 378921"/>
              <a:gd name="connsiteX80" fmla="*/ 138469 w 327866"/>
              <a:gd name="connsiteY80" fmla="*/ 92061 h 378921"/>
              <a:gd name="connsiteX81" fmla="*/ 151728 w 327866"/>
              <a:gd name="connsiteY81" fmla="*/ 78802 h 378921"/>
              <a:gd name="connsiteX82" fmla="*/ 185529 w 327866"/>
              <a:gd name="connsiteY82" fmla="*/ 78802 h 378921"/>
              <a:gd name="connsiteX83" fmla="*/ 195574 w 327866"/>
              <a:gd name="connsiteY83" fmla="*/ 60470 h 378921"/>
              <a:gd name="connsiteX84" fmla="*/ 179351 w 327866"/>
              <a:gd name="connsiteY84" fmla="*/ 33298 h 378921"/>
              <a:gd name="connsiteX85" fmla="*/ 170361 w 327866"/>
              <a:gd name="connsiteY85" fmla="*/ 27824 h 378921"/>
              <a:gd name="connsiteX86" fmla="*/ 149719 w 327866"/>
              <a:gd name="connsiteY86" fmla="*/ 19537 h 378921"/>
              <a:gd name="connsiteX87" fmla="*/ 136259 w 327866"/>
              <a:gd name="connsiteY87" fmla="*/ 18532 h 378921"/>
              <a:gd name="connsiteX88" fmla="*/ 198939 w 327866"/>
              <a:gd name="connsiteY88" fmla="*/ 301 h 378921"/>
              <a:gd name="connsiteX89" fmla="*/ 225507 w 327866"/>
              <a:gd name="connsiteY89" fmla="*/ 5072 h 378921"/>
              <a:gd name="connsiteX90" fmla="*/ 244542 w 327866"/>
              <a:gd name="connsiteY90" fmla="*/ 15117 h 378921"/>
              <a:gd name="connsiteX91" fmla="*/ 266742 w 327866"/>
              <a:gd name="connsiteY91" fmla="*/ 41133 h 378921"/>
              <a:gd name="connsiteX92" fmla="*/ 268349 w 327866"/>
              <a:gd name="connsiteY92" fmla="*/ 44297 h 378921"/>
              <a:gd name="connsiteX93" fmla="*/ 269805 w 327866"/>
              <a:gd name="connsiteY93" fmla="*/ 46507 h 378921"/>
              <a:gd name="connsiteX94" fmla="*/ 272367 w 327866"/>
              <a:gd name="connsiteY94" fmla="*/ 52333 h 378921"/>
              <a:gd name="connsiteX95" fmla="*/ 273673 w 327866"/>
              <a:gd name="connsiteY95" fmla="*/ 66697 h 378921"/>
              <a:gd name="connsiteX96" fmla="*/ 254738 w 327866"/>
              <a:gd name="connsiteY96" fmla="*/ 59164 h 378921"/>
              <a:gd name="connsiteX97" fmla="*/ 242182 w 327866"/>
              <a:gd name="connsiteY97" fmla="*/ 36764 h 378921"/>
              <a:gd name="connsiteX98" fmla="*/ 241629 w 327866"/>
              <a:gd name="connsiteY98" fmla="*/ 36111 h 378921"/>
              <a:gd name="connsiteX99" fmla="*/ 241027 w 327866"/>
              <a:gd name="connsiteY99" fmla="*/ 35458 h 378921"/>
              <a:gd name="connsiteX100" fmla="*/ 239169 w 327866"/>
              <a:gd name="connsiteY100" fmla="*/ 33750 h 378921"/>
              <a:gd name="connsiteX101" fmla="*/ 229676 w 327866"/>
              <a:gd name="connsiteY101" fmla="*/ 26367 h 378921"/>
              <a:gd name="connsiteX102" fmla="*/ 211545 w 327866"/>
              <a:gd name="connsiteY102" fmla="*/ 19135 h 378921"/>
              <a:gd name="connsiteX103" fmla="*/ 196478 w 327866"/>
              <a:gd name="connsiteY103" fmla="*/ 18482 h 378921"/>
              <a:gd name="connsiteX104" fmla="*/ 192861 w 327866"/>
              <a:gd name="connsiteY104" fmla="*/ 1606 h 378921"/>
              <a:gd name="connsiteX105" fmla="*/ 198939 w 327866"/>
              <a:gd name="connsiteY105" fmla="*/ 301 h 378921"/>
              <a:gd name="connsiteX106" fmla="*/ 129328 w 327866"/>
              <a:gd name="connsiteY106" fmla="*/ 0 h 378921"/>
              <a:gd name="connsiteX107" fmla="*/ 168051 w 327866"/>
              <a:gd name="connsiteY107" fmla="*/ 5876 h 378921"/>
              <a:gd name="connsiteX108" fmla="*/ 179402 w 327866"/>
              <a:gd name="connsiteY108" fmla="*/ 11401 h 378921"/>
              <a:gd name="connsiteX109" fmla="*/ 184424 w 327866"/>
              <a:gd name="connsiteY109" fmla="*/ 14715 h 378921"/>
              <a:gd name="connsiteX110" fmla="*/ 202605 w 327866"/>
              <a:gd name="connsiteY110" fmla="*/ 33901 h 378921"/>
              <a:gd name="connsiteX111" fmla="*/ 207226 w 327866"/>
              <a:gd name="connsiteY111" fmla="*/ 41334 h 378921"/>
              <a:gd name="connsiteX112" fmla="*/ 212248 w 327866"/>
              <a:gd name="connsiteY112" fmla="*/ 52987 h 378921"/>
              <a:gd name="connsiteX113" fmla="*/ 214961 w 327866"/>
              <a:gd name="connsiteY113" fmla="*/ 65995 h 378921"/>
              <a:gd name="connsiteX114" fmla="*/ 216317 w 327866"/>
              <a:gd name="connsiteY114" fmla="*/ 71971 h 378921"/>
              <a:gd name="connsiteX115" fmla="*/ 217974 w 327866"/>
              <a:gd name="connsiteY115" fmla="*/ 77295 h 378921"/>
              <a:gd name="connsiteX116" fmla="*/ 300141 w 327866"/>
              <a:gd name="connsiteY116" fmla="*/ 78350 h 378921"/>
              <a:gd name="connsiteX117" fmla="*/ 327866 w 327866"/>
              <a:gd name="connsiteY117" fmla="*/ 83372 h 378921"/>
              <a:gd name="connsiteX118" fmla="*/ 327866 w 327866"/>
              <a:gd name="connsiteY118" fmla="*/ 375077 h 378921"/>
              <a:gd name="connsiteX119" fmla="*/ 324250 w 327866"/>
              <a:gd name="connsiteY119" fmla="*/ 378693 h 378921"/>
              <a:gd name="connsiteX120" fmla="*/ 294516 w 327866"/>
              <a:gd name="connsiteY120" fmla="*/ 373670 h 378921"/>
              <a:gd name="connsiteX121" fmla="*/ 286882 w 327866"/>
              <a:gd name="connsiteY121" fmla="*/ 368045 h 378921"/>
              <a:gd name="connsiteX122" fmla="*/ 282914 w 327866"/>
              <a:gd name="connsiteY122" fmla="*/ 371310 h 378921"/>
              <a:gd name="connsiteX123" fmla="*/ 268801 w 327866"/>
              <a:gd name="connsiteY123" fmla="*/ 378894 h 378921"/>
              <a:gd name="connsiteX124" fmla="*/ 6026 w 327866"/>
              <a:gd name="connsiteY124" fmla="*/ 378894 h 378921"/>
              <a:gd name="connsiteX125" fmla="*/ 0 w 327866"/>
              <a:gd name="connsiteY125" fmla="*/ 377688 h 378921"/>
              <a:gd name="connsiteX126" fmla="*/ 351 w 327866"/>
              <a:gd name="connsiteY126" fmla="*/ 124205 h 378921"/>
              <a:gd name="connsiteX127" fmla="*/ 18432 w 327866"/>
              <a:gd name="connsiteY127" fmla="*/ 78400 h 378921"/>
              <a:gd name="connsiteX128" fmla="*/ 49822 w 327866"/>
              <a:gd name="connsiteY128" fmla="*/ 78400 h 378921"/>
              <a:gd name="connsiteX129" fmla="*/ 60771 w 327866"/>
              <a:gd name="connsiteY129" fmla="*/ 73629 h 378921"/>
              <a:gd name="connsiteX130" fmla="*/ 61123 w 327866"/>
              <a:gd name="connsiteY130" fmla="*/ 58561 h 378921"/>
              <a:gd name="connsiteX131" fmla="*/ 66145 w 327866"/>
              <a:gd name="connsiteY131" fmla="*/ 46708 h 378921"/>
              <a:gd name="connsiteX132" fmla="*/ 85733 w 327866"/>
              <a:gd name="connsiteY132" fmla="*/ 19286 h 378921"/>
              <a:gd name="connsiteX133" fmla="*/ 99997 w 327866"/>
              <a:gd name="connsiteY133" fmla="*/ 9241 h 378921"/>
              <a:gd name="connsiteX134" fmla="*/ 110996 w 327866"/>
              <a:gd name="connsiteY134" fmla="*/ 4520 h 378921"/>
              <a:gd name="connsiteX135" fmla="*/ 129328 w 327866"/>
              <a:gd name="connsiteY135" fmla="*/ 0 h 37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27866" h="378921">
                <a:moveTo>
                  <a:pt x="118128" y="215162"/>
                </a:moveTo>
                <a:cubicBezTo>
                  <a:pt x="106777" y="215162"/>
                  <a:pt x="96431" y="230330"/>
                  <a:pt x="96431" y="232037"/>
                </a:cubicBezTo>
                <a:lnTo>
                  <a:pt x="96431" y="286079"/>
                </a:lnTo>
                <a:cubicBezTo>
                  <a:pt x="96431" y="288841"/>
                  <a:pt x="97285" y="289695"/>
                  <a:pt x="100047" y="289695"/>
                </a:cubicBezTo>
                <a:lnTo>
                  <a:pt x="139825" y="289695"/>
                </a:lnTo>
                <a:lnTo>
                  <a:pt x="139473" y="290097"/>
                </a:lnTo>
                <a:cubicBezTo>
                  <a:pt x="139755" y="290122"/>
                  <a:pt x="140036" y="290122"/>
                  <a:pt x="140317" y="290097"/>
                </a:cubicBezTo>
                <a:cubicBezTo>
                  <a:pt x="142858" y="289866"/>
                  <a:pt x="144727" y="287616"/>
                  <a:pt x="144496" y="285074"/>
                </a:cubicBezTo>
                <a:lnTo>
                  <a:pt x="144496" y="235653"/>
                </a:lnTo>
                <a:cubicBezTo>
                  <a:pt x="144862" y="230510"/>
                  <a:pt x="142472" y="225558"/>
                  <a:pt x="138218" y="222645"/>
                </a:cubicBezTo>
                <a:cubicBezTo>
                  <a:pt x="129077" y="213655"/>
                  <a:pt x="129479" y="215162"/>
                  <a:pt x="118128" y="215162"/>
                </a:cubicBezTo>
                <a:close/>
                <a:moveTo>
                  <a:pt x="124299" y="197853"/>
                </a:moveTo>
                <a:cubicBezTo>
                  <a:pt x="129667" y="197897"/>
                  <a:pt x="134777" y="198211"/>
                  <a:pt x="137364" y="199291"/>
                </a:cubicBezTo>
                <a:cubicBezTo>
                  <a:pt x="142537" y="201451"/>
                  <a:pt x="149166" y="210139"/>
                  <a:pt x="153737" y="214358"/>
                </a:cubicBezTo>
                <a:lnTo>
                  <a:pt x="159161" y="219782"/>
                </a:lnTo>
                <a:cubicBezTo>
                  <a:pt x="162024" y="222947"/>
                  <a:pt x="162727" y="223097"/>
                  <a:pt x="162727" y="227015"/>
                </a:cubicBezTo>
                <a:cubicBezTo>
                  <a:pt x="162727" y="242986"/>
                  <a:pt x="164334" y="294667"/>
                  <a:pt x="161522" y="306570"/>
                </a:cubicBezTo>
                <a:cubicBezTo>
                  <a:pt x="142135" y="306570"/>
                  <a:pt x="94271" y="308780"/>
                  <a:pt x="79555" y="305365"/>
                </a:cubicBezTo>
                <a:cubicBezTo>
                  <a:pt x="76793" y="293512"/>
                  <a:pt x="78350" y="243940"/>
                  <a:pt x="78350" y="228220"/>
                </a:cubicBezTo>
                <a:cubicBezTo>
                  <a:pt x="78350" y="221540"/>
                  <a:pt x="87441" y="214810"/>
                  <a:pt x="91810" y="210240"/>
                </a:cubicBezTo>
                <a:cubicBezTo>
                  <a:pt x="99243" y="202555"/>
                  <a:pt x="100750" y="198035"/>
                  <a:pt x="109690" y="198035"/>
                </a:cubicBezTo>
                <a:cubicBezTo>
                  <a:pt x="113306" y="198035"/>
                  <a:pt x="118931" y="197809"/>
                  <a:pt x="124299" y="197853"/>
                </a:cubicBezTo>
                <a:close/>
                <a:moveTo>
                  <a:pt x="209518" y="134997"/>
                </a:moveTo>
                <a:cubicBezTo>
                  <a:pt x="207264" y="134426"/>
                  <a:pt x="204414" y="134928"/>
                  <a:pt x="201099" y="135204"/>
                </a:cubicBezTo>
                <a:cubicBezTo>
                  <a:pt x="201099" y="140779"/>
                  <a:pt x="200596" y="146053"/>
                  <a:pt x="206121" y="146053"/>
                </a:cubicBezTo>
                <a:lnTo>
                  <a:pt x="205920" y="146254"/>
                </a:lnTo>
                <a:cubicBezTo>
                  <a:pt x="209511" y="146525"/>
                  <a:pt x="212886" y="144516"/>
                  <a:pt x="214358" y="141231"/>
                </a:cubicBezTo>
                <a:cubicBezTo>
                  <a:pt x="213429" y="137213"/>
                  <a:pt x="211772" y="135568"/>
                  <a:pt x="209518" y="134997"/>
                </a:cubicBezTo>
                <a:close/>
                <a:moveTo>
                  <a:pt x="70527" y="134639"/>
                </a:moveTo>
                <a:cubicBezTo>
                  <a:pt x="67991" y="133534"/>
                  <a:pt x="64588" y="134175"/>
                  <a:pt x="61475" y="138820"/>
                </a:cubicBezTo>
                <a:cubicBezTo>
                  <a:pt x="62730" y="141532"/>
                  <a:pt x="61926" y="146505"/>
                  <a:pt x="71118" y="147258"/>
                </a:cubicBezTo>
                <a:cubicBezTo>
                  <a:pt x="72624" y="141633"/>
                  <a:pt x="73679" y="145601"/>
                  <a:pt x="74382" y="140930"/>
                </a:cubicBezTo>
                <a:cubicBezTo>
                  <a:pt x="74733" y="138595"/>
                  <a:pt x="73063" y="135744"/>
                  <a:pt x="70527" y="134639"/>
                </a:cubicBezTo>
                <a:close/>
                <a:moveTo>
                  <a:pt x="265185" y="96832"/>
                </a:moveTo>
                <a:cubicBezTo>
                  <a:pt x="262423" y="96832"/>
                  <a:pt x="261569" y="97686"/>
                  <a:pt x="261569" y="100449"/>
                </a:cubicBezTo>
                <a:lnTo>
                  <a:pt x="261569" y="355991"/>
                </a:lnTo>
                <a:cubicBezTo>
                  <a:pt x="261624" y="358055"/>
                  <a:pt x="262031" y="360095"/>
                  <a:pt x="262774" y="362018"/>
                </a:cubicBezTo>
                <a:lnTo>
                  <a:pt x="262825" y="361868"/>
                </a:lnTo>
                <a:cubicBezTo>
                  <a:pt x="268334" y="359778"/>
                  <a:pt x="273437" y="356735"/>
                  <a:pt x="277892" y="352877"/>
                </a:cubicBezTo>
                <a:cubicBezTo>
                  <a:pt x="279951" y="351471"/>
                  <a:pt x="279148" y="351772"/>
                  <a:pt x="280654" y="350768"/>
                </a:cubicBezTo>
                <a:cubicBezTo>
                  <a:pt x="292457" y="343033"/>
                  <a:pt x="296927" y="360511"/>
                  <a:pt x="309785" y="360813"/>
                </a:cubicBezTo>
                <a:lnTo>
                  <a:pt x="309785" y="100449"/>
                </a:lnTo>
                <a:cubicBezTo>
                  <a:pt x="309785" y="97686"/>
                  <a:pt x="308981" y="96832"/>
                  <a:pt x="306168" y="96832"/>
                </a:cubicBezTo>
                <a:close/>
                <a:moveTo>
                  <a:pt x="136209" y="18281"/>
                </a:moveTo>
                <a:cubicBezTo>
                  <a:pt x="129263" y="18452"/>
                  <a:pt x="122347" y="19175"/>
                  <a:pt x="115516" y="20441"/>
                </a:cubicBezTo>
                <a:cubicBezTo>
                  <a:pt x="106671" y="25860"/>
                  <a:pt x="98274" y="31972"/>
                  <a:pt x="90404" y="38723"/>
                </a:cubicBezTo>
                <a:cubicBezTo>
                  <a:pt x="88757" y="40747"/>
                  <a:pt x="87295" y="42916"/>
                  <a:pt x="86034" y="45202"/>
                </a:cubicBezTo>
                <a:cubicBezTo>
                  <a:pt x="84809" y="47507"/>
                  <a:pt x="83398" y="49707"/>
                  <a:pt x="81815" y="51781"/>
                </a:cubicBezTo>
                <a:cubicBezTo>
                  <a:pt x="78902" y="56050"/>
                  <a:pt x="78902" y="63634"/>
                  <a:pt x="78199" y="70113"/>
                </a:cubicBezTo>
                <a:cubicBezTo>
                  <a:pt x="77044" y="81564"/>
                  <a:pt x="78199" y="78551"/>
                  <a:pt x="110946" y="78551"/>
                </a:cubicBezTo>
                <a:cubicBezTo>
                  <a:pt x="116621" y="78551"/>
                  <a:pt x="129026" y="76291"/>
                  <a:pt x="129026" y="82167"/>
                </a:cubicBezTo>
                <a:cubicBezTo>
                  <a:pt x="129026" y="100750"/>
                  <a:pt x="130734" y="175886"/>
                  <a:pt x="127821" y="188241"/>
                </a:cubicBezTo>
                <a:cubicBezTo>
                  <a:pt x="125897" y="188989"/>
                  <a:pt x="123858" y="189396"/>
                  <a:pt x="121794" y="189447"/>
                </a:cubicBezTo>
                <a:cubicBezTo>
                  <a:pt x="115616" y="189447"/>
                  <a:pt x="110946" y="181511"/>
                  <a:pt x="110946" y="177393"/>
                </a:cubicBezTo>
                <a:lnTo>
                  <a:pt x="110946" y="111498"/>
                </a:lnTo>
                <a:cubicBezTo>
                  <a:pt x="110946" y="105170"/>
                  <a:pt x="114863" y="97033"/>
                  <a:pt x="108535" y="97033"/>
                </a:cubicBezTo>
                <a:cubicBezTo>
                  <a:pt x="71871" y="97033"/>
                  <a:pt x="77195" y="93015"/>
                  <a:pt x="77195" y="111498"/>
                </a:cubicBezTo>
                <a:cubicBezTo>
                  <a:pt x="77195" y="124958"/>
                  <a:pt x="91660" y="119634"/>
                  <a:pt x="91660" y="140427"/>
                </a:cubicBezTo>
                <a:cubicBezTo>
                  <a:pt x="91660" y="161220"/>
                  <a:pt x="79706" y="165540"/>
                  <a:pt x="63734" y="163581"/>
                </a:cubicBezTo>
                <a:cubicBezTo>
                  <a:pt x="55899" y="162677"/>
                  <a:pt x="56151" y="162727"/>
                  <a:pt x="51882" y="158558"/>
                </a:cubicBezTo>
                <a:cubicBezTo>
                  <a:pt x="44885" y="152250"/>
                  <a:pt x="42113" y="142492"/>
                  <a:pt x="44750" y="133446"/>
                </a:cubicBezTo>
                <a:cubicBezTo>
                  <a:pt x="46236" y="129298"/>
                  <a:pt x="48843" y="125646"/>
                  <a:pt x="52283" y="122899"/>
                </a:cubicBezTo>
                <a:cubicBezTo>
                  <a:pt x="55247" y="120639"/>
                  <a:pt x="60319" y="118479"/>
                  <a:pt x="60319" y="114060"/>
                </a:cubicBezTo>
                <a:cubicBezTo>
                  <a:pt x="60319" y="102307"/>
                  <a:pt x="61977" y="97184"/>
                  <a:pt x="56703" y="97184"/>
                </a:cubicBezTo>
                <a:lnTo>
                  <a:pt x="21546" y="97184"/>
                </a:lnTo>
                <a:cubicBezTo>
                  <a:pt x="18784" y="97184"/>
                  <a:pt x="17930" y="98038"/>
                  <a:pt x="17930" y="100800"/>
                </a:cubicBezTo>
                <a:lnTo>
                  <a:pt x="17930" y="356343"/>
                </a:lnTo>
                <a:cubicBezTo>
                  <a:pt x="17930" y="363424"/>
                  <a:pt x="20240" y="363173"/>
                  <a:pt x="25263" y="362671"/>
                </a:cubicBezTo>
                <a:cubicBezTo>
                  <a:pt x="40330" y="361164"/>
                  <a:pt x="225257" y="362370"/>
                  <a:pt x="242132" y="362370"/>
                </a:cubicBezTo>
                <a:cubicBezTo>
                  <a:pt x="244995" y="356493"/>
                  <a:pt x="243388" y="356493"/>
                  <a:pt x="243338" y="347955"/>
                </a:cubicBezTo>
                <a:cubicBezTo>
                  <a:pt x="243036" y="313401"/>
                  <a:pt x="244543" y="102257"/>
                  <a:pt x="243338" y="97184"/>
                </a:cubicBezTo>
                <a:cubicBezTo>
                  <a:pt x="210943" y="97184"/>
                  <a:pt x="216518" y="93719"/>
                  <a:pt x="216769" y="111699"/>
                </a:cubicBezTo>
                <a:cubicBezTo>
                  <a:pt x="216769" y="118429"/>
                  <a:pt x="216769" y="118630"/>
                  <a:pt x="221088" y="121744"/>
                </a:cubicBezTo>
                <a:cubicBezTo>
                  <a:pt x="224318" y="123733"/>
                  <a:pt x="226884" y="126636"/>
                  <a:pt x="228471" y="130081"/>
                </a:cubicBezTo>
                <a:cubicBezTo>
                  <a:pt x="232489" y="139272"/>
                  <a:pt x="231987" y="151778"/>
                  <a:pt x="224001" y="158458"/>
                </a:cubicBezTo>
                <a:cubicBezTo>
                  <a:pt x="214172" y="166986"/>
                  <a:pt x="199462" y="166594"/>
                  <a:pt x="190100" y="157554"/>
                </a:cubicBezTo>
                <a:cubicBezTo>
                  <a:pt x="179301" y="148463"/>
                  <a:pt x="180055" y="138770"/>
                  <a:pt x="186584" y="128323"/>
                </a:cubicBezTo>
                <a:cubicBezTo>
                  <a:pt x="186986" y="127670"/>
                  <a:pt x="187990" y="125862"/>
                  <a:pt x="188392" y="125310"/>
                </a:cubicBezTo>
                <a:cubicBezTo>
                  <a:pt x="191004" y="121844"/>
                  <a:pt x="198738" y="118479"/>
                  <a:pt x="198738" y="113959"/>
                </a:cubicBezTo>
                <a:cubicBezTo>
                  <a:pt x="198738" y="92764"/>
                  <a:pt x="203761" y="97084"/>
                  <a:pt x="167398" y="97084"/>
                </a:cubicBezTo>
                <a:cubicBezTo>
                  <a:pt x="159563" y="97084"/>
                  <a:pt x="138469" y="99947"/>
                  <a:pt x="138469" y="92061"/>
                </a:cubicBezTo>
                <a:cubicBezTo>
                  <a:pt x="138469" y="78300"/>
                  <a:pt x="137213" y="78601"/>
                  <a:pt x="151728" y="78802"/>
                </a:cubicBezTo>
                <a:lnTo>
                  <a:pt x="185529" y="78802"/>
                </a:lnTo>
                <a:cubicBezTo>
                  <a:pt x="191707" y="78802"/>
                  <a:pt x="206021" y="82267"/>
                  <a:pt x="195574" y="60470"/>
                </a:cubicBezTo>
                <a:cubicBezTo>
                  <a:pt x="193716" y="56653"/>
                  <a:pt x="192862" y="44247"/>
                  <a:pt x="179351" y="33298"/>
                </a:cubicBezTo>
                <a:cubicBezTo>
                  <a:pt x="176338" y="30888"/>
                  <a:pt x="173777" y="30235"/>
                  <a:pt x="170361" y="27824"/>
                </a:cubicBezTo>
                <a:cubicBezTo>
                  <a:pt x="154691" y="16724"/>
                  <a:pt x="161873" y="20742"/>
                  <a:pt x="149719" y="19537"/>
                </a:cubicBezTo>
                <a:cubicBezTo>
                  <a:pt x="145259" y="18904"/>
                  <a:pt x="140764" y="18573"/>
                  <a:pt x="136259" y="18532"/>
                </a:cubicBezTo>
                <a:close/>
                <a:moveTo>
                  <a:pt x="198939" y="301"/>
                </a:moveTo>
                <a:cubicBezTo>
                  <a:pt x="221690" y="301"/>
                  <a:pt x="211244" y="301"/>
                  <a:pt x="225507" y="5072"/>
                </a:cubicBezTo>
                <a:cubicBezTo>
                  <a:pt x="232338" y="7407"/>
                  <a:pt x="238761" y="10798"/>
                  <a:pt x="244542" y="15117"/>
                </a:cubicBezTo>
                <a:cubicBezTo>
                  <a:pt x="253025" y="22801"/>
                  <a:pt x="260489" y="31545"/>
                  <a:pt x="266742" y="41133"/>
                </a:cubicBezTo>
                <a:cubicBezTo>
                  <a:pt x="267947" y="43042"/>
                  <a:pt x="267244" y="42439"/>
                  <a:pt x="268349" y="44297"/>
                </a:cubicBezTo>
                <a:cubicBezTo>
                  <a:pt x="268791" y="45061"/>
                  <a:pt x="269278" y="45799"/>
                  <a:pt x="269805" y="46507"/>
                </a:cubicBezTo>
                <a:cubicBezTo>
                  <a:pt x="271764" y="49420"/>
                  <a:pt x="271664" y="48365"/>
                  <a:pt x="272367" y="52333"/>
                </a:cubicBezTo>
                <a:cubicBezTo>
                  <a:pt x="273271" y="57069"/>
                  <a:pt x="273708" y="61876"/>
                  <a:pt x="273673" y="66697"/>
                </a:cubicBezTo>
                <a:cubicBezTo>
                  <a:pt x="273673" y="68656"/>
                  <a:pt x="257902" y="76290"/>
                  <a:pt x="254738" y="59164"/>
                </a:cubicBezTo>
                <a:cubicBezTo>
                  <a:pt x="252227" y="46809"/>
                  <a:pt x="249364" y="45653"/>
                  <a:pt x="242182" y="36764"/>
                </a:cubicBezTo>
                <a:lnTo>
                  <a:pt x="241629" y="36111"/>
                </a:lnTo>
                <a:lnTo>
                  <a:pt x="241027" y="35458"/>
                </a:lnTo>
                <a:lnTo>
                  <a:pt x="239169" y="33750"/>
                </a:lnTo>
                <a:lnTo>
                  <a:pt x="229676" y="26367"/>
                </a:lnTo>
                <a:cubicBezTo>
                  <a:pt x="214006" y="17427"/>
                  <a:pt x="224503" y="20893"/>
                  <a:pt x="211545" y="19135"/>
                </a:cubicBezTo>
                <a:cubicBezTo>
                  <a:pt x="206542" y="18557"/>
                  <a:pt x="201510" y="18336"/>
                  <a:pt x="196478" y="18482"/>
                </a:cubicBezTo>
                <a:cubicBezTo>
                  <a:pt x="192695" y="13731"/>
                  <a:pt x="191360" y="7488"/>
                  <a:pt x="192861" y="1606"/>
                </a:cubicBezTo>
                <a:cubicBezTo>
                  <a:pt x="194810" y="863"/>
                  <a:pt x="196859" y="421"/>
                  <a:pt x="198939" y="301"/>
                </a:cubicBezTo>
                <a:close/>
                <a:moveTo>
                  <a:pt x="129328" y="0"/>
                </a:moveTo>
                <a:cubicBezTo>
                  <a:pt x="172420" y="0"/>
                  <a:pt x="150422" y="1406"/>
                  <a:pt x="168051" y="5876"/>
                </a:cubicBezTo>
                <a:cubicBezTo>
                  <a:pt x="176438" y="8035"/>
                  <a:pt x="167046" y="6378"/>
                  <a:pt x="179402" y="11401"/>
                </a:cubicBezTo>
                <a:cubicBezTo>
                  <a:pt x="183470" y="13058"/>
                  <a:pt x="181361" y="12154"/>
                  <a:pt x="184424" y="14715"/>
                </a:cubicBezTo>
                <a:cubicBezTo>
                  <a:pt x="191471" y="20099"/>
                  <a:pt x="197608" y="26578"/>
                  <a:pt x="202605" y="33901"/>
                </a:cubicBezTo>
                <a:lnTo>
                  <a:pt x="207226" y="41334"/>
                </a:lnTo>
                <a:cubicBezTo>
                  <a:pt x="209285" y="46307"/>
                  <a:pt x="211194" y="47010"/>
                  <a:pt x="212248" y="52987"/>
                </a:cubicBezTo>
                <a:cubicBezTo>
                  <a:pt x="212691" y="57406"/>
                  <a:pt x="213600" y="61766"/>
                  <a:pt x="214961" y="65995"/>
                </a:cubicBezTo>
                <a:cubicBezTo>
                  <a:pt x="215930" y="67833"/>
                  <a:pt x="216397" y="69897"/>
                  <a:pt x="216317" y="71971"/>
                </a:cubicBezTo>
                <a:cubicBezTo>
                  <a:pt x="216467" y="74231"/>
                  <a:pt x="215815" y="75688"/>
                  <a:pt x="217974" y="77295"/>
                </a:cubicBezTo>
                <a:cubicBezTo>
                  <a:pt x="221189" y="79706"/>
                  <a:pt x="291202" y="78350"/>
                  <a:pt x="300141" y="78350"/>
                </a:cubicBezTo>
                <a:cubicBezTo>
                  <a:pt x="312346" y="78350"/>
                  <a:pt x="327866" y="76040"/>
                  <a:pt x="327866" y="83372"/>
                </a:cubicBezTo>
                <a:lnTo>
                  <a:pt x="327866" y="375077"/>
                </a:lnTo>
                <a:cubicBezTo>
                  <a:pt x="327866" y="377839"/>
                  <a:pt x="327062" y="378693"/>
                  <a:pt x="324250" y="378693"/>
                </a:cubicBezTo>
                <a:cubicBezTo>
                  <a:pt x="294516" y="378693"/>
                  <a:pt x="305415" y="380551"/>
                  <a:pt x="294516" y="373670"/>
                </a:cubicBezTo>
                <a:lnTo>
                  <a:pt x="286882" y="368045"/>
                </a:lnTo>
                <a:cubicBezTo>
                  <a:pt x="284673" y="369552"/>
                  <a:pt x="284974" y="369753"/>
                  <a:pt x="282914" y="371310"/>
                </a:cubicBezTo>
                <a:cubicBezTo>
                  <a:pt x="279449" y="373871"/>
                  <a:pt x="272920" y="378894"/>
                  <a:pt x="268801" y="378894"/>
                </a:cubicBezTo>
                <a:lnTo>
                  <a:pt x="6026" y="378894"/>
                </a:lnTo>
                <a:cubicBezTo>
                  <a:pt x="3962" y="378833"/>
                  <a:pt x="1928" y="378427"/>
                  <a:pt x="0" y="377688"/>
                </a:cubicBezTo>
                <a:lnTo>
                  <a:pt x="351" y="124205"/>
                </a:lnTo>
                <a:cubicBezTo>
                  <a:pt x="351" y="70465"/>
                  <a:pt x="-3215" y="78400"/>
                  <a:pt x="18432" y="78400"/>
                </a:cubicBezTo>
                <a:cubicBezTo>
                  <a:pt x="28879" y="78400"/>
                  <a:pt x="39426" y="78400"/>
                  <a:pt x="49822" y="78400"/>
                </a:cubicBezTo>
                <a:cubicBezTo>
                  <a:pt x="57306" y="78651"/>
                  <a:pt x="60068" y="80158"/>
                  <a:pt x="60771" y="73629"/>
                </a:cubicBezTo>
                <a:cubicBezTo>
                  <a:pt x="60495" y="68606"/>
                  <a:pt x="60611" y="63569"/>
                  <a:pt x="61123" y="58561"/>
                </a:cubicBezTo>
                <a:cubicBezTo>
                  <a:pt x="62379" y="54091"/>
                  <a:pt x="63634" y="56251"/>
                  <a:pt x="66145" y="46708"/>
                </a:cubicBezTo>
                <a:cubicBezTo>
                  <a:pt x="70615" y="36257"/>
                  <a:pt x="77295" y="26900"/>
                  <a:pt x="85733" y="19286"/>
                </a:cubicBezTo>
                <a:lnTo>
                  <a:pt x="99997" y="9241"/>
                </a:lnTo>
                <a:cubicBezTo>
                  <a:pt x="106626" y="4922"/>
                  <a:pt x="102960" y="7031"/>
                  <a:pt x="110996" y="4520"/>
                </a:cubicBezTo>
                <a:cubicBezTo>
                  <a:pt x="116762" y="1853"/>
                  <a:pt x="122985" y="316"/>
                  <a:pt x="129328" y="0"/>
                </a:cubicBezTo>
                <a:close/>
              </a:path>
            </a:pathLst>
          </a:custGeom>
          <a:solidFill>
            <a:schemeClr val="bg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gaoding-18"/>
          <p:cNvSpPr/>
          <p:nvPr/>
        </p:nvSpPr>
        <p:spPr>
          <a:xfrm>
            <a:off x="2183305" y="5143217"/>
            <a:ext cx="451550" cy="434498"/>
          </a:xfrm>
          <a:custGeom>
            <a:avLst/>
            <a:gdLst>
              <a:gd name="connsiteX0" fmla="*/ 44264 w 451550"/>
              <a:gd name="connsiteY0" fmla="*/ 341190 h 434498"/>
              <a:gd name="connsiteX1" fmla="*/ 30609 w 451550"/>
              <a:gd name="connsiteY1" fmla="*/ 341968 h 434498"/>
              <a:gd name="connsiteX2" fmla="*/ 24080 w 451550"/>
              <a:gd name="connsiteY2" fmla="*/ 348447 h 434498"/>
              <a:gd name="connsiteX3" fmla="*/ 25637 w 451550"/>
              <a:gd name="connsiteY3" fmla="*/ 354173 h 434498"/>
              <a:gd name="connsiteX4" fmla="*/ 29454 w 451550"/>
              <a:gd name="connsiteY4" fmla="*/ 364820 h 434498"/>
              <a:gd name="connsiteX5" fmla="*/ 31814 w 451550"/>
              <a:gd name="connsiteY5" fmla="*/ 376924 h 434498"/>
              <a:gd name="connsiteX6" fmla="*/ 41156 w 451550"/>
              <a:gd name="connsiteY6" fmla="*/ 353670 h 434498"/>
              <a:gd name="connsiteX7" fmla="*/ 44264 w 451550"/>
              <a:gd name="connsiteY7" fmla="*/ 341190 h 434498"/>
              <a:gd name="connsiteX8" fmla="*/ 222265 w 451550"/>
              <a:gd name="connsiteY8" fmla="*/ 329914 h 434498"/>
              <a:gd name="connsiteX9" fmla="*/ 318697 w 451550"/>
              <a:gd name="connsiteY9" fmla="*/ 329914 h 434498"/>
              <a:gd name="connsiteX10" fmla="*/ 328340 w 451550"/>
              <a:gd name="connsiteY10" fmla="*/ 332324 h 434498"/>
              <a:gd name="connsiteX11" fmla="*/ 321107 w 451550"/>
              <a:gd name="connsiteY11" fmla="*/ 350405 h 434498"/>
              <a:gd name="connsiteX12" fmla="*/ 222265 w 451550"/>
              <a:gd name="connsiteY12" fmla="*/ 350405 h 434498"/>
              <a:gd name="connsiteX13" fmla="*/ 216239 w 451550"/>
              <a:gd name="connsiteY13" fmla="*/ 338351 h 434498"/>
              <a:gd name="connsiteX14" fmla="*/ 222265 w 451550"/>
              <a:gd name="connsiteY14" fmla="*/ 329914 h 434498"/>
              <a:gd name="connsiteX15" fmla="*/ 277293 w 451550"/>
              <a:gd name="connsiteY15" fmla="*/ 292076 h 434498"/>
              <a:gd name="connsiteX16" fmla="*/ 328541 w 451550"/>
              <a:gd name="connsiteY16" fmla="*/ 293752 h 434498"/>
              <a:gd name="connsiteX17" fmla="*/ 323518 w 451550"/>
              <a:gd name="connsiteY17" fmla="*/ 311833 h 434498"/>
              <a:gd name="connsiteX18" fmla="*/ 222265 w 451550"/>
              <a:gd name="connsiteY18" fmla="*/ 311833 h 434498"/>
              <a:gd name="connsiteX19" fmla="*/ 216239 w 451550"/>
              <a:gd name="connsiteY19" fmla="*/ 299779 h 434498"/>
              <a:gd name="connsiteX20" fmla="*/ 221261 w 451550"/>
              <a:gd name="connsiteY20" fmla="*/ 292547 h 434498"/>
              <a:gd name="connsiteX21" fmla="*/ 277293 w 451550"/>
              <a:gd name="connsiteY21" fmla="*/ 292076 h 434498"/>
              <a:gd name="connsiteX22" fmla="*/ 188515 w 451550"/>
              <a:gd name="connsiteY22" fmla="*/ 282502 h 434498"/>
              <a:gd name="connsiteX23" fmla="*/ 202980 w 451550"/>
              <a:gd name="connsiteY23" fmla="*/ 292145 h 434498"/>
              <a:gd name="connsiteX24" fmla="*/ 198560 w 451550"/>
              <a:gd name="connsiteY24" fmla="*/ 302190 h 434498"/>
              <a:gd name="connsiteX25" fmla="*/ 194693 w 451550"/>
              <a:gd name="connsiteY25" fmla="*/ 312837 h 434498"/>
              <a:gd name="connsiteX26" fmla="*/ 192031 w 451550"/>
              <a:gd name="connsiteY26" fmla="*/ 317357 h 434498"/>
              <a:gd name="connsiteX27" fmla="*/ 189670 w 451550"/>
              <a:gd name="connsiteY27" fmla="*/ 322380 h 434498"/>
              <a:gd name="connsiteX28" fmla="*/ 165512 w 451550"/>
              <a:gd name="connsiteY28" fmla="*/ 315399 h 434498"/>
              <a:gd name="connsiteX29" fmla="*/ 159586 w 451550"/>
              <a:gd name="connsiteY29" fmla="*/ 309221 h 434498"/>
              <a:gd name="connsiteX30" fmla="*/ 168023 w 451550"/>
              <a:gd name="connsiteY30" fmla="*/ 294756 h 434498"/>
              <a:gd name="connsiteX31" fmla="*/ 176461 w 451550"/>
              <a:gd name="connsiteY31" fmla="*/ 299779 h 434498"/>
              <a:gd name="connsiteX32" fmla="*/ 188515 w 451550"/>
              <a:gd name="connsiteY32" fmla="*/ 282502 h 434498"/>
              <a:gd name="connsiteX33" fmla="*/ 221060 w 451550"/>
              <a:gd name="connsiteY33" fmla="*/ 253975 h 434498"/>
              <a:gd name="connsiteX34" fmla="*/ 321107 w 451550"/>
              <a:gd name="connsiteY34" fmla="*/ 253975 h 434498"/>
              <a:gd name="connsiteX35" fmla="*/ 328340 w 451550"/>
              <a:gd name="connsiteY35" fmla="*/ 272055 h 434498"/>
              <a:gd name="connsiteX36" fmla="*/ 217444 w 451550"/>
              <a:gd name="connsiteY36" fmla="*/ 272055 h 434498"/>
              <a:gd name="connsiteX37" fmla="*/ 216239 w 451550"/>
              <a:gd name="connsiteY37" fmla="*/ 261207 h 434498"/>
              <a:gd name="connsiteX38" fmla="*/ 221060 w 451550"/>
              <a:gd name="connsiteY38" fmla="*/ 253975 h 434498"/>
              <a:gd name="connsiteX39" fmla="*/ 187072 w 451550"/>
              <a:gd name="connsiteY39" fmla="*/ 237400 h 434498"/>
              <a:gd name="connsiteX40" fmla="*/ 201775 w 451550"/>
              <a:gd name="connsiteY40" fmla="*/ 239710 h 434498"/>
              <a:gd name="connsiteX41" fmla="*/ 202126 w 451550"/>
              <a:gd name="connsiteY41" fmla="*/ 250910 h 434498"/>
              <a:gd name="connsiteX42" fmla="*/ 191429 w 451550"/>
              <a:gd name="connsiteY42" fmla="*/ 272707 h 434498"/>
              <a:gd name="connsiteX43" fmla="*/ 184899 w 451550"/>
              <a:gd name="connsiteY43" fmla="*/ 279488 h 434498"/>
              <a:gd name="connsiteX44" fmla="*/ 171188 w 451550"/>
              <a:gd name="connsiteY44" fmla="*/ 275118 h 434498"/>
              <a:gd name="connsiteX45" fmla="*/ 158381 w 451550"/>
              <a:gd name="connsiteY45" fmla="*/ 258996 h 434498"/>
              <a:gd name="connsiteX46" fmla="*/ 167722 w 451550"/>
              <a:gd name="connsiteY46" fmla="*/ 250056 h 434498"/>
              <a:gd name="connsiteX47" fmla="*/ 178872 w 451550"/>
              <a:gd name="connsiteY47" fmla="*/ 254175 h 434498"/>
              <a:gd name="connsiteX48" fmla="*/ 182840 w 451550"/>
              <a:gd name="connsiteY48" fmla="*/ 244732 h 434498"/>
              <a:gd name="connsiteX49" fmla="*/ 187072 w 451550"/>
              <a:gd name="connsiteY49" fmla="*/ 237400 h 434498"/>
              <a:gd name="connsiteX50" fmla="*/ 217696 w 451550"/>
              <a:gd name="connsiteY50" fmla="*/ 129618 h 434498"/>
              <a:gd name="connsiteX51" fmla="*/ 207249 w 451550"/>
              <a:gd name="connsiteY51" fmla="*/ 133586 h 434498"/>
              <a:gd name="connsiteX52" fmla="*/ 202227 w 451550"/>
              <a:gd name="connsiteY52" fmla="*/ 167939 h 434498"/>
              <a:gd name="connsiteX53" fmla="*/ 214030 w 451550"/>
              <a:gd name="connsiteY53" fmla="*/ 182655 h 434498"/>
              <a:gd name="connsiteX54" fmla="*/ 219052 w 451550"/>
              <a:gd name="connsiteY54" fmla="*/ 187075 h 434498"/>
              <a:gd name="connsiteX55" fmla="*/ 222065 w 451550"/>
              <a:gd name="connsiteY55" fmla="*/ 188883 h 434498"/>
              <a:gd name="connsiteX56" fmla="*/ 239192 w 451550"/>
              <a:gd name="connsiteY56" fmla="*/ 200887 h 434498"/>
              <a:gd name="connsiteX57" fmla="*/ 239945 w 451550"/>
              <a:gd name="connsiteY57" fmla="*/ 201389 h 434498"/>
              <a:gd name="connsiteX58" fmla="*/ 252803 w 451550"/>
              <a:gd name="connsiteY58" fmla="*/ 200133 h 434498"/>
              <a:gd name="connsiteX59" fmla="*/ 267267 w 451550"/>
              <a:gd name="connsiteY59" fmla="*/ 190490 h 434498"/>
              <a:gd name="connsiteX60" fmla="*/ 273947 w 451550"/>
              <a:gd name="connsiteY60" fmla="*/ 185066 h 434498"/>
              <a:gd name="connsiteX61" fmla="*/ 286905 w 451550"/>
              <a:gd name="connsiteY61" fmla="*/ 173916 h 434498"/>
              <a:gd name="connsiteX62" fmla="*/ 293384 w 451550"/>
              <a:gd name="connsiteY62" fmla="*/ 144283 h 434498"/>
              <a:gd name="connsiteX63" fmla="*/ 259985 w 451550"/>
              <a:gd name="connsiteY63" fmla="*/ 136197 h 434498"/>
              <a:gd name="connsiteX64" fmla="*/ 256419 w 451550"/>
              <a:gd name="connsiteY64" fmla="*/ 143480 h 434498"/>
              <a:gd name="connsiteX65" fmla="*/ 243963 w 451550"/>
              <a:gd name="connsiteY65" fmla="*/ 151516 h 434498"/>
              <a:gd name="connsiteX66" fmla="*/ 237535 w 451550"/>
              <a:gd name="connsiteY66" fmla="*/ 145941 h 434498"/>
              <a:gd name="connsiteX67" fmla="*/ 233064 w 451550"/>
              <a:gd name="connsiteY67" fmla="*/ 138307 h 434498"/>
              <a:gd name="connsiteX68" fmla="*/ 217445 w 451550"/>
              <a:gd name="connsiteY68" fmla="*/ 129819 h 434498"/>
              <a:gd name="connsiteX69" fmla="*/ 220856 w 451550"/>
              <a:gd name="connsiteY69" fmla="*/ 110673 h 434498"/>
              <a:gd name="connsiteX70" fmla="*/ 235475 w 451550"/>
              <a:gd name="connsiteY70" fmla="*/ 115404 h 434498"/>
              <a:gd name="connsiteX71" fmla="*/ 238489 w 451550"/>
              <a:gd name="connsiteY71" fmla="*/ 117212 h 434498"/>
              <a:gd name="connsiteX72" fmla="*/ 239242 w 451550"/>
              <a:gd name="connsiteY72" fmla="*/ 117715 h 434498"/>
              <a:gd name="connsiteX73" fmla="*/ 241904 w 451550"/>
              <a:gd name="connsiteY73" fmla="*/ 119874 h 434498"/>
              <a:gd name="connsiteX74" fmla="*/ 249990 w 451550"/>
              <a:gd name="connsiteY74" fmla="*/ 121381 h 434498"/>
              <a:gd name="connsiteX75" fmla="*/ 257172 w 451550"/>
              <a:gd name="connsiteY75" fmla="*/ 115304 h 434498"/>
              <a:gd name="connsiteX76" fmla="*/ 278116 w 451550"/>
              <a:gd name="connsiteY76" fmla="*/ 111336 h 434498"/>
              <a:gd name="connsiteX77" fmla="*/ 288462 w 451550"/>
              <a:gd name="connsiteY77" fmla="*/ 114249 h 434498"/>
              <a:gd name="connsiteX78" fmla="*/ 304032 w 451550"/>
              <a:gd name="connsiteY78" fmla="*/ 125248 h 434498"/>
              <a:gd name="connsiteX79" fmla="*/ 312670 w 451550"/>
              <a:gd name="connsiteY79" fmla="*/ 141873 h 434498"/>
              <a:gd name="connsiteX80" fmla="*/ 295544 w 451550"/>
              <a:gd name="connsiteY80" fmla="*/ 193403 h 434498"/>
              <a:gd name="connsiteX81" fmla="*/ 266213 w 451550"/>
              <a:gd name="connsiteY81" fmla="*/ 214748 h 434498"/>
              <a:gd name="connsiteX82" fmla="*/ 261190 w 451550"/>
              <a:gd name="connsiteY82" fmla="*/ 218164 h 434498"/>
              <a:gd name="connsiteX83" fmla="*/ 256670 w 451550"/>
              <a:gd name="connsiteY83" fmla="*/ 222031 h 434498"/>
              <a:gd name="connsiteX84" fmla="*/ 243963 w 451550"/>
              <a:gd name="connsiteY84" fmla="*/ 228661 h 434498"/>
              <a:gd name="connsiteX85" fmla="*/ 235927 w 451550"/>
              <a:gd name="connsiteY85" fmla="*/ 222282 h 434498"/>
              <a:gd name="connsiteX86" fmla="*/ 219002 w 451550"/>
              <a:gd name="connsiteY86" fmla="*/ 210279 h 434498"/>
              <a:gd name="connsiteX87" fmla="*/ 188867 w 451550"/>
              <a:gd name="connsiteY87" fmla="*/ 183710 h 434498"/>
              <a:gd name="connsiteX88" fmla="*/ 177767 w 451550"/>
              <a:gd name="connsiteY88" fmla="*/ 152621 h 434498"/>
              <a:gd name="connsiteX89" fmla="*/ 183543 w 451550"/>
              <a:gd name="connsiteY89" fmla="*/ 130873 h 434498"/>
              <a:gd name="connsiteX90" fmla="*/ 220856 w 451550"/>
              <a:gd name="connsiteY90" fmla="*/ 110673 h 434498"/>
              <a:gd name="connsiteX91" fmla="*/ 24864 w 451550"/>
              <a:gd name="connsiteY91" fmla="*/ 95786 h 434498"/>
              <a:gd name="connsiteX92" fmla="*/ 19760 w 451550"/>
              <a:gd name="connsiteY92" fmla="*/ 99685 h 434498"/>
              <a:gd name="connsiteX93" fmla="*/ 19760 w 451550"/>
              <a:gd name="connsiteY93" fmla="*/ 317860 h 434498"/>
              <a:gd name="connsiteX94" fmla="*/ 30609 w 451550"/>
              <a:gd name="connsiteY94" fmla="*/ 321476 h 434498"/>
              <a:gd name="connsiteX95" fmla="*/ 46279 w 451550"/>
              <a:gd name="connsiteY95" fmla="*/ 317860 h 434498"/>
              <a:gd name="connsiteX96" fmla="*/ 46279 w 451550"/>
              <a:gd name="connsiteY96" fmla="*/ 97274 h 434498"/>
              <a:gd name="connsiteX97" fmla="*/ 40252 w 451550"/>
              <a:gd name="connsiteY97" fmla="*/ 96069 h 434498"/>
              <a:gd name="connsiteX98" fmla="*/ 24864 w 451550"/>
              <a:gd name="connsiteY98" fmla="*/ 95786 h 434498"/>
              <a:gd name="connsiteX99" fmla="*/ 409101 w 451550"/>
              <a:gd name="connsiteY99" fmla="*/ 61665 h 434498"/>
              <a:gd name="connsiteX100" fmla="*/ 426579 w 451550"/>
              <a:gd name="connsiteY100" fmla="*/ 68093 h 434498"/>
              <a:gd name="connsiteX101" fmla="*/ 433610 w 451550"/>
              <a:gd name="connsiteY101" fmla="*/ 73116 h 434498"/>
              <a:gd name="connsiteX102" fmla="*/ 439838 w 451550"/>
              <a:gd name="connsiteY102" fmla="*/ 78942 h 434498"/>
              <a:gd name="connsiteX103" fmla="*/ 451290 w 451550"/>
              <a:gd name="connsiteY103" fmla="*/ 103652 h 434498"/>
              <a:gd name="connsiteX104" fmla="*/ 447673 w 451550"/>
              <a:gd name="connsiteY104" fmla="*/ 127760 h 434498"/>
              <a:gd name="connsiteX105" fmla="*/ 434414 w 451550"/>
              <a:gd name="connsiteY105" fmla="*/ 126555 h 434498"/>
              <a:gd name="connsiteX106" fmla="*/ 403074 w 451550"/>
              <a:gd name="connsiteY106" fmla="*/ 126555 h 434498"/>
              <a:gd name="connsiteX107" fmla="*/ 387404 w 451550"/>
              <a:gd name="connsiteY107" fmla="*/ 121532 h 434498"/>
              <a:gd name="connsiteX108" fmla="*/ 394536 w 451550"/>
              <a:gd name="connsiteY108" fmla="*/ 106917 h 434498"/>
              <a:gd name="connsiteX109" fmla="*/ 407895 w 451550"/>
              <a:gd name="connsiteY109" fmla="*/ 106917 h 434498"/>
              <a:gd name="connsiteX110" fmla="*/ 432003 w 451550"/>
              <a:gd name="connsiteY110" fmla="*/ 103301 h 434498"/>
              <a:gd name="connsiteX111" fmla="*/ 411311 w 451550"/>
              <a:gd name="connsiteY111" fmla="*/ 81805 h 434498"/>
              <a:gd name="connsiteX112" fmla="*/ 401868 w 451550"/>
              <a:gd name="connsiteY112" fmla="*/ 79193 h 434498"/>
              <a:gd name="connsiteX113" fmla="*/ 400663 w 451550"/>
              <a:gd name="connsiteY113" fmla="*/ 65934 h 434498"/>
              <a:gd name="connsiteX114" fmla="*/ 409101 w 451550"/>
              <a:gd name="connsiteY114" fmla="*/ 61665 h 434498"/>
              <a:gd name="connsiteX115" fmla="*/ 161997 w 451550"/>
              <a:gd name="connsiteY115" fmla="*/ 61112 h 434498"/>
              <a:gd name="connsiteX116" fmla="*/ 358576 w 451550"/>
              <a:gd name="connsiteY116" fmla="*/ 61112 h 434498"/>
              <a:gd name="connsiteX117" fmla="*/ 367013 w 451550"/>
              <a:gd name="connsiteY117" fmla="*/ 62317 h 434498"/>
              <a:gd name="connsiteX118" fmla="*/ 368872 w 451550"/>
              <a:gd name="connsiteY118" fmla="*/ 76279 h 434498"/>
              <a:gd name="connsiteX119" fmla="*/ 397148 w 451550"/>
              <a:gd name="connsiteY119" fmla="*/ 81603 h 434498"/>
              <a:gd name="connsiteX120" fmla="*/ 383788 w 451550"/>
              <a:gd name="connsiteY120" fmla="*/ 89940 h 434498"/>
              <a:gd name="connsiteX121" fmla="*/ 374246 w 451550"/>
              <a:gd name="connsiteY121" fmla="*/ 114098 h 434498"/>
              <a:gd name="connsiteX122" fmla="*/ 374246 w 451550"/>
              <a:gd name="connsiteY122" fmla="*/ 169597 h 434498"/>
              <a:gd name="connsiteX123" fmla="*/ 374246 w 451550"/>
              <a:gd name="connsiteY123" fmla="*/ 279287 h 434498"/>
              <a:gd name="connsiteX124" fmla="*/ 374246 w 451550"/>
              <a:gd name="connsiteY124" fmla="*/ 390183 h 434498"/>
              <a:gd name="connsiteX125" fmla="*/ 371182 w 451550"/>
              <a:gd name="connsiteY125" fmla="*/ 405250 h 434498"/>
              <a:gd name="connsiteX126" fmla="*/ 370127 w 451550"/>
              <a:gd name="connsiteY126" fmla="*/ 406556 h 434498"/>
              <a:gd name="connsiteX127" fmla="*/ 361438 w 451550"/>
              <a:gd name="connsiteY127" fmla="*/ 419564 h 434498"/>
              <a:gd name="connsiteX128" fmla="*/ 344212 w 451550"/>
              <a:gd name="connsiteY128" fmla="*/ 430111 h 434498"/>
              <a:gd name="connsiteX129" fmla="*/ 323569 w 451550"/>
              <a:gd name="connsiteY129" fmla="*/ 420317 h 434498"/>
              <a:gd name="connsiteX130" fmla="*/ 350339 w 451550"/>
              <a:gd name="connsiteY130" fmla="*/ 401282 h 434498"/>
              <a:gd name="connsiteX131" fmla="*/ 354909 w 451550"/>
              <a:gd name="connsiteY131" fmla="*/ 379334 h 434498"/>
              <a:gd name="connsiteX132" fmla="*/ 354909 w 451550"/>
              <a:gd name="connsiteY132" fmla="*/ 116559 h 434498"/>
              <a:gd name="connsiteX133" fmla="*/ 365758 w 451550"/>
              <a:gd name="connsiteY133" fmla="*/ 80398 h 434498"/>
              <a:gd name="connsiteX134" fmla="*/ 159837 w 451550"/>
              <a:gd name="connsiteY134" fmla="*/ 80649 h 434498"/>
              <a:gd name="connsiteX135" fmla="*/ 147934 w 451550"/>
              <a:gd name="connsiteY135" fmla="*/ 86776 h 434498"/>
              <a:gd name="connsiteX136" fmla="*/ 136483 w 451550"/>
              <a:gd name="connsiteY136" fmla="*/ 109126 h 434498"/>
              <a:gd name="connsiteX137" fmla="*/ 135478 w 451550"/>
              <a:gd name="connsiteY137" fmla="*/ 124997 h 434498"/>
              <a:gd name="connsiteX138" fmla="*/ 135478 w 451550"/>
              <a:gd name="connsiteY138" fmla="*/ 373408 h 434498"/>
              <a:gd name="connsiteX139" fmla="*/ 152354 w 451550"/>
              <a:gd name="connsiteY139" fmla="*/ 377024 h 434498"/>
              <a:gd name="connsiteX140" fmla="*/ 295996 w 451550"/>
              <a:gd name="connsiteY140" fmla="*/ 377024 h 434498"/>
              <a:gd name="connsiteX141" fmla="*/ 302927 w 451550"/>
              <a:gd name="connsiteY141" fmla="*/ 401433 h 434498"/>
              <a:gd name="connsiteX142" fmla="*/ 321309 w 451550"/>
              <a:gd name="connsiteY142" fmla="*/ 414391 h 434498"/>
              <a:gd name="connsiteX143" fmla="*/ 315935 w 451550"/>
              <a:gd name="connsiteY143" fmla="*/ 417405 h 434498"/>
              <a:gd name="connsiteX144" fmla="*/ 309255 w 451550"/>
              <a:gd name="connsiteY144" fmla="*/ 418007 h 434498"/>
              <a:gd name="connsiteX145" fmla="*/ 287307 w 451550"/>
              <a:gd name="connsiteY145" fmla="*/ 413487 h 434498"/>
              <a:gd name="connsiteX146" fmla="*/ 285097 w 451550"/>
              <a:gd name="connsiteY146" fmla="*/ 410825 h 434498"/>
              <a:gd name="connsiteX147" fmla="*/ 279120 w 451550"/>
              <a:gd name="connsiteY147" fmla="*/ 396310 h 434498"/>
              <a:gd name="connsiteX148" fmla="*/ 98312 w 451550"/>
              <a:gd name="connsiteY148" fmla="*/ 395858 h 434498"/>
              <a:gd name="connsiteX149" fmla="*/ 94043 w 451550"/>
              <a:gd name="connsiteY149" fmla="*/ 401383 h 434498"/>
              <a:gd name="connsiteX150" fmla="*/ 110818 w 451550"/>
              <a:gd name="connsiteY150" fmla="*/ 413788 h 434498"/>
              <a:gd name="connsiteX151" fmla="*/ 119808 w 451550"/>
              <a:gd name="connsiteY151" fmla="*/ 430061 h 434498"/>
              <a:gd name="connsiteX152" fmla="*/ 81537 w 451550"/>
              <a:gd name="connsiteY152" fmla="*/ 416551 h 434498"/>
              <a:gd name="connsiteX153" fmla="*/ 76063 w 451550"/>
              <a:gd name="connsiteY153" fmla="*/ 407561 h 434498"/>
              <a:gd name="connsiteX154" fmla="*/ 72547 w 451550"/>
              <a:gd name="connsiteY154" fmla="*/ 391790 h 434498"/>
              <a:gd name="connsiteX155" fmla="*/ 69182 w 451550"/>
              <a:gd name="connsiteY155" fmla="*/ 381745 h 434498"/>
              <a:gd name="connsiteX156" fmla="*/ 115639 w 451550"/>
              <a:gd name="connsiteY156" fmla="*/ 376371 h 434498"/>
              <a:gd name="connsiteX157" fmla="*/ 117397 w 451550"/>
              <a:gd name="connsiteY157" fmla="*/ 351610 h 434498"/>
              <a:gd name="connsiteX158" fmla="*/ 117397 w 451550"/>
              <a:gd name="connsiteY158" fmla="*/ 119071 h 434498"/>
              <a:gd name="connsiteX159" fmla="*/ 121164 w 451550"/>
              <a:gd name="connsiteY159" fmla="*/ 88936 h 434498"/>
              <a:gd name="connsiteX160" fmla="*/ 135478 w 451550"/>
              <a:gd name="connsiteY160" fmla="*/ 71910 h 434498"/>
              <a:gd name="connsiteX161" fmla="*/ 161997 w 451550"/>
              <a:gd name="connsiteY161" fmla="*/ 61112 h 434498"/>
              <a:gd name="connsiteX162" fmla="*/ 32247 w 451550"/>
              <a:gd name="connsiteY162" fmla="*/ 57609 h 434498"/>
              <a:gd name="connsiteX163" fmla="*/ 20966 w 451550"/>
              <a:gd name="connsiteY163" fmla="*/ 58701 h 434498"/>
              <a:gd name="connsiteX164" fmla="*/ 19760 w 451550"/>
              <a:gd name="connsiteY164" fmla="*/ 73166 h 434498"/>
              <a:gd name="connsiteX165" fmla="*/ 30609 w 451550"/>
              <a:gd name="connsiteY165" fmla="*/ 76782 h 434498"/>
              <a:gd name="connsiteX166" fmla="*/ 46279 w 451550"/>
              <a:gd name="connsiteY166" fmla="*/ 76782 h 434498"/>
              <a:gd name="connsiteX167" fmla="*/ 45074 w 451550"/>
              <a:gd name="connsiteY167" fmla="*/ 58701 h 434498"/>
              <a:gd name="connsiteX168" fmla="*/ 32247 w 451550"/>
              <a:gd name="connsiteY168" fmla="*/ 57609 h 434498"/>
              <a:gd name="connsiteX169" fmla="*/ 34225 w 451550"/>
              <a:gd name="connsiteY169" fmla="*/ 20129 h 434498"/>
              <a:gd name="connsiteX170" fmla="*/ 26993 w 451550"/>
              <a:gd name="connsiteY170" fmla="*/ 37005 h 434498"/>
              <a:gd name="connsiteX171" fmla="*/ 36636 w 451550"/>
              <a:gd name="connsiteY171" fmla="*/ 39415 h 434498"/>
              <a:gd name="connsiteX172" fmla="*/ 36636 w 451550"/>
              <a:gd name="connsiteY172" fmla="*/ 39265 h 434498"/>
              <a:gd name="connsiteX173" fmla="*/ 40051 w 451550"/>
              <a:gd name="connsiteY173" fmla="*/ 30174 h 434498"/>
              <a:gd name="connsiteX174" fmla="*/ 34225 w 451550"/>
              <a:gd name="connsiteY174" fmla="*/ 20129 h 434498"/>
              <a:gd name="connsiteX175" fmla="*/ 33649 w 451550"/>
              <a:gd name="connsiteY175" fmla="*/ 0 h 434498"/>
              <a:gd name="connsiteX176" fmla="*/ 50900 w 451550"/>
              <a:gd name="connsiteY176" fmla="*/ 7071 h 434498"/>
              <a:gd name="connsiteX177" fmla="*/ 53110 w 451550"/>
              <a:gd name="connsiteY177" fmla="*/ 9682 h 434498"/>
              <a:gd name="connsiteX178" fmla="*/ 53612 w 451550"/>
              <a:gd name="connsiteY178" fmla="*/ 10385 h 434498"/>
              <a:gd name="connsiteX179" fmla="*/ 58283 w 451550"/>
              <a:gd name="connsiteY179" fmla="*/ 31028 h 434498"/>
              <a:gd name="connsiteX180" fmla="*/ 63657 w 451550"/>
              <a:gd name="connsiteY180" fmla="*/ 52172 h 434498"/>
              <a:gd name="connsiteX181" fmla="*/ 65515 w 451550"/>
              <a:gd name="connsiteY181" fmla="*/ 75627 h 434498"/>
              <a:gd name="connsiteX182" fmla="*/ 79980 w 451550"/>
              <a:gd name="connsiteY182" fmla="*/ 53930 h 434498"/>
              <a:gd name="connsiteX183" fmla="*/ 96906 w 451550"/>
              <a:gd name="connsiteY183" fmla="*/ 68345 h 434498"/>
              <a:gd name="connsiteX184" fmla="*/ 96906 w 451550"/>
              <a:gd name="connsiteY184" fmla="*/ 140668 h 434498"/>
              <a:gd name="connsiteX185" fmla="*/ 93289 w 451550"/>
              <a:gd name="connsiteY185" fmla="*/ 173214 h 434498"/>
              <a:gd name="connsiteX186" fmla="*/ 78824 w 451550"/>
              <a:gd name="connsiteY186" fmla="*/ 156338 h 434498"/>
              <a:gd name="connsiteX187" fmla="*/ 77619 w 451550"/>
              <a:gd name="connsiteY187" fmla="*/ 96069 h 434498"/>
              <a:gd name="connsiteX188" fmla="*/ 65565 w 451550"/>
              <a:gd name="connsiteY188" fmla="*/ 98479 h 434498"/>
              <a:gd name="connsiteX189" fmla="*/ 65565 w 451550"/>
              <a:gd name="connsiteY189" fmla="*/ 326197 h 434498"/>
              <a:gd name="connsiteX190" fmla="*/ 58684 w 451550"/>
              <a:gd name="connsiteY190" fmla="*/ 365071 h 434498"/>
              <a:gd name="connsiteX191" fmla="*/ 53059 w 451550"/>
              <a:gd name="connsiteY191" fmla="*/ 382349 h 434498"/>
              <a:gd name="connsiteX192" fmla="*/ 47384 w 451550"/>
              <a:gd name="connsiteY192" fmla="*/ 399626 h 434498"/>
              <a:gd name="connsiteX193" fmla="*/ 43517 w 451550"/>
              <a:gd name="connsiteY193" fmla="*/ 407762 h 434498"/>
              <a:gd name="connsiteX194" fmla="*/ 42613 w 451550"/>
              <a:gd name="connsiteY194" fmla="*/ 417807 h 434498"/>
              <a:gd name="connsiteX195" fmla="*/ 38595 w 451550"/>
              <a:gd name="connsiteY195" fmla="*/ 424638 h 434498"/>
              <a:gd name="connsiteX196" fmla="*/ 35431 w 451550"/>
              <a:gd name="connsiteY196" fmla="*/ 432372 h 434498"/>
              <a:gd name="connsiteX197" fmla="*/ 29353 w 451550"/>
              <a:gd name="connsiteY197" fmla="*/ 428856 h 434498"/>
              <a:gd name="connsiteX198" fmla="*/ 23628 w 451550"/>
              <a:gd name="connsiteY198" fmla="*/ 417656 h 434498"/>
              <a:gd name="connsiteX199" fmla="*/ 21569 w 451550"/>
              <a:gd name="connsiteY199" fmla="*/ 402840 h 434498"/>
              <a:gd name="connsiteX200" fmla="*/ 14688 w 451550"/>
              <a:gd name="connsiteY200" fmla="*/ 384408 h 434498"/>
              <a:gd name="connsiteX201" fmla="*/ 10871 w 451550"/>
              <a:gd name="connsiteY201" fmla="*/ 371349 h 434498"/>
              <a:gd name="connsiteX202" fmla="*/ 6552 w 451550"/>
              <a:gd name="connsiteY202" fmla="*/ 358793 h 434498"/>
              <a:gd name="connsiteX203" fmla="*/ 1830 w 451550"/>
              <a:gd name="connsiteY203" fmla="*/ 346639 h 434498"/>
              <a:gd name="connsiteX204" fmla="*/ 474 w 451550"/>
              <a:gd name="connsiteY204" fmla="*/ 67139 h 434498"/>
              <a:gd name="connsiteX205" fmla="*/ 6702 w 451550"/>
              <a:gd name="connsiteY205" fmla="*/ 46748 h 434498"/>
              <a:gd name="connsiteX206" fmla="*/ 7958 w 451550"/>
              <a:gd name="connsiteY206" fmla="*/ 21636 h 434498"/>
              <a:gd name="connsiteX207" fmla="*/ 12327 w 451550"/>
              <a:gd name="connsiteY207" fmla="*/ 12746 h 434498"/>
              <a:gd name="connsiteX208" fmla="*/ 16451 w 451550"/>
              <a:gd name="connsiteY208" fmla="*/ 7201 h 434498"/>
              <a:gd name="connsiteX209" fmla="*/ 33649 w 451550"/>
              <a:gd name="connsiteY209" fmla="*/ 0 h 43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Lst>
            <a:rect l="l" t="t" r="r" b="b"/>
            <a:pathLst>
              <a:path w="451550" h="434498">
                <a:moveTo>
                  <a:pt x="44264" y="341190"/>
                </a:moveTo>
                <a:cubicBezTo>
                  <a:pt x="42851" y="340474"/>
                  <a:pt x="38645" y="341968"/>
                  <a:pt x="30609" y="341968"/>
                </a:cubicBezTo>
                <a:cubicBezTo>
                  <a:pt x="21368" y="341968"/>
                  <a:pt x="19057" y="337749"/>
                  <a:pt x="24080" y="348447"/>
                </a:cubicBezTo>
                <a:cubicBezTo>
                  <a:pt x="24944" y="350245"/>
                  <a:pt x="25471" y="352184"/>
                  <a:pt x="25637" y="354173"/>
                </a:cubicBezTo>
                <a:cubicBezTo>
                  <a:pt x="26179" y="357945"/>
                  <a:pt x="27475" y="361566"/>
                  <a:pt x="29454" y="364820"/>
                </a:cubicBezTo>
                <a:cubicBezTo>
                  <a:pt x="30508" y="368798"/>
                  <a:pt x="31297" y="372841"/>
                  <a:pt x="31814" y="376924"/>
                </a:cubicBezTo>
                <a:lnTo>
                  <a:pt x="41156" y="353670"/>
                </a:lnTo>
                <a:cubicBezTo>
                  <a:pt x="44295" y="344831"/>
                  <a:pt x="45676" y="341905"/>
                  <a:pt x="44264" y="341190"/>
                </a:cubicBezTo>
                <a:close/>
                <a:moveTo>
                  <a:pt x="222265" y="329914"/>
                </a:moveTo>
                <a:lnTo>
                  <a:pt x="318697" y="329914"/>
                </a:lnTo>
                <a:cubicBezTo>
                  <a:pt x="322067" y="329864"/>
                  <a:pt x="325392" y="330697"/>
                  <a:pt x="328340" y="332324"/>
                </a:cubicBezTo>
                <a:cubicBezTo>
                  <a:pt x="329796" y="338351"/>
                  <a:pt x="331956" y="350405"/>
                  <a:pt x="321107" y="350405"/>
                </a:cubicBezTo>
                <a:lnTo>
                  <a:pt x="222265" y="350405"/>
                </a:lnTo>
                <a:cubicBezTo>
                  <a:pt x="216942" y="350405"/>
                  <a:pt x="216239" y="343374"/>
                  <a:pt x="216239" y="338351"/>
                </a:cubicBezTo>
                <a:cubicBezTo>
                  <a:pt x="216239" y="334534"/>
                  <a:pt x="218398" y="329914"/>
                  <a:pt x="222265" y="329914"/>
                </a:cubicBezTo>
                <a:close/>
                <a:moveTo>
                  <a:pt x="277293" y="292076"/>
                </a:moveTo>
                <a:cubicBezTo>
                  <a:pt x="300227" y="292019"/>
                  <a:pt x="322363" y="292321"/>
                  <a:pt x="328541" y="293752"/>
                </a:cubicBezTo>
                <a:cubicBezTo>
                  <a:pt x="329646" y="299327"/>
                  <a:pt x="331303" y="311833"/>
                  <a:pt x="323518" y="311833"/>
                </a:cubicBezTo>
                <a:lnTo>
                  <a:pt x="222265" y="311833"/>
                </a:lnTo>
                <a:cubicBezTo>
                  <a:pt x="216942" y="311833"/>
                  <a:pt x="216239" y="304801"/>
                  <a:pt x="216239" y="299779"/>
                </a:cubicBezTo>
                <a:cubicBezTo>
                  <a:pt x="216239" y="296062"/>
                  <a:pt x="217394" y="292547"/>
                  <a:pt x="221261" y="292547"/>
                </a:cubicBezTo>
                <a:cubicBezTo>
                  <a:pt x="230628" y="292547"/>
                  <a:pt x="254359" y="292133"/>
                  <a:pt x="277293" y="292076"/>
                </a:cubicBezTo>
                <a:close/>
                <a:moveTo>
                  <a:pt x="188515" y="282502"/>
                </a:moveTo>
                <a:cubicBezTo>
                  <a:pt x="194341" y="282502"/>
                  <a:pt x="202980" y="282100"/>
                  <a:pt x="202980" y="292145"/>
                </a:cubicBezTo>
                <a:cubicBezTo>
                  <a:pt x="202980" y="297418"/>
                  <a:pt x="200569" y="298071"/>
                  <a:pt x="198560" y="302190"/>
                </a:cubicBezTo>
                <a:cubicBezTo>
                  <a:pt x="196551" y="306308"/>
                  <a:pt x="196953" y="308920"/>
                  <a:pt x="194693" y="312837"/>
                </a:cubicBezTo>
                <a:cubicBezTo>
                  <a:pt x="193648" y="314249"/>
                  <a:pt x="192759" y="315760"/>
                  <a:pt x="192031" y="317357"/>
                </a:cubicBezTo>
                <a:cubicBezTo>
                  <a:pt x="191438" y="319115"/>
                  <a:pt x="190650" y="320803"/>
                  <a:pt x="189670" y="322380"/>
                </a:cubicBezTo>
                <a:cubicBezTo>
                  <a:pt x="181182" y="333731"/>
                  <a:pt x="172845" y="322581"/>
                  <a:pt x="165512" y="315399"/>
                </a:cubicBezTo>
                <a:cubicBezTo>
                  <a:pt x="163553" y="313490"/>
                  <a:pt x="159586" y="310728"/>
                  <a:pt x="159586" y="309221"/>
                </a:cubicBezTo>
                <a:cubicBezTo>
                  <a:pt x="159586" y="298523"/>
                  <a:pt x="166266" y="301487"/>
                  <a:pt x="168023" y="294756"/>
                </a:cubicBezTo>
                <a:cubicBezTo>
                  <a:pt x="176461" y="295158"/>
                  <a:pt x="171439" y="296012"/>
                  <a:pt x="176461" y="299779"/>
                </a:cubicBezTo>
                <a:cubicBezTo>
                  <a:pt x="186305" y="293199"/>
                  <a:pt x="180831" y="282903"/>
                  <a:pt x="188515" y="282502"/>
                </a:cubicBezTo>
                <a:close/>
                <a:moveTo>
                  <a:pt x="221060" y="253975"/>
                </a:moveTo>
                <a:lnTo>
                  <a:pt x="321107" y="253975"/>
                </a:lnTo>
                <a:cubicBezTo>
                  <a:pt x="333362" y="253975"/>
                  <a:pt x="328842" y="265978"/>
                  <a:pt x="328340" y="272055"/>
                </a:cubicBezTo>
                <a:cubicBezTo>
                  <a:pt x="318295" y="274416"/>
                  <a:pt x="227489" y="274416"/>
                  <a:pt x="217444" y="272055"/>
                </a:cubicBezTo>
                <a:cubicBezTo>
                  <a:pt x="217344" y="266581"/>
                  <a:pt x="216239" y="267234"/>
                  <a:pt x="216239" y="261207"/>
                </a:cubicBezTo>
                <a:cubicBezTo>
                  <a:pt x="216239" y="257490"/>
                  <a:pt x="217394" y="254175"/>
                  <a:pt x="221060" y="253975"/>
                </a:cubicBezTo>
                <a:close/>
                <a:moveTo>
                  <a:pt x="187072" y="237400"/>
                </a:moveTo>
                <a:cubicBezTo>
                  <a:pt x="189093" y="236709"/>
                  <a:pt x="192860" y="237626"/>
                  <a:pt x="201775" y="239710"/>
                </a:cubicBezTo>
                <a:cubicBezTo>
                  <a:pt x="203402" y="243241"/>
                  <a:pt x="203533" y="247284"/>
                  <a:pt x="202126" y="250910"/>
                </a:cubicBezTo>
                <a:lnTo>
                  <a:pt x="191429" y="272707"/>
                </a:lnTo>
                <a:cubicBezTo>
                  <a:pt x="189922" y="276173"/>
                  <a:pt x="189018" y="279488"/>
                  <a:pt x="184899" y="279488"/>
                </a:cubicBezTo>
                <a:cubicBezTo>
                  <a:pt x="169932" y="279488"/>
                  <a:pt x="175758" y="279839"/>
                  <a:pt x="171188" y="275118"/>
                </a:cubicBezTo>
                <a:cubicBezTo>
                  <a:pt x="165111" y="269041"/>
                  <a:pt x="160641" y="267384"/>
                  <a:pt x="158381" y="258996"/>
                </a:cubicBezTo>
                <a:cubicBezTo>
                  <a:pt x="160751" y="255330"/>
                  <a:pt x="163956" y="252266"/>
                  <a:pt x="167722" y="250056"/>
                </a:cubicBezTo>
                <a:cubicBezTo>
                  <a:pt x="174905" y="247495"/>
                  <a:pt x="170686" y="253471"/>
                  <a:pt x="178872" y="254175"/>
                </a:cubicBezTo>
                <a:cubicBezTo>
                  <a:pt x="179324" y="249152"/>
                  <a:pt x="180831" y="249152"/>
                  <a:pt x="182840" y="244732"/>
                </a:cubicBezTo>
                <a:cubicBezTo>
                  <a:pt x="184774" y="240388"/>
                  <a:pt x="185050" y="238091"/>
                  <a:pt x="187072" y="237400"/>
                </a:cubicBezTo>
                <a:close/>
                <a:moveTo>
                  <a:pt x="217696" y="129618"/>
                </a:moveTo>
                <a:cubicBezTo>
                  <a:pt x="213834" y="129553"/>
                  <a:pt x="210092" y="130974"/>
                  <a:pt x="207249" y="133586"/>
                </a:cubicBezTo>
                <a:cubicBezTo>
                  <a:pt x="191378" y="146544"/>
                  <a:pt x="200167" y="160707"/>
                  <a:pt x="202227" y="167939"/>
                </a:cubicBezTo>
                <a:cubicBezTo>
                  <a:pt x="204286" y="175171"/>
                  <a:pt x="206998" y="177181"/>
                  <a:pt x="214030" y="182655"/>
                </a:cubicBezTo>
                <a:cubicBezTo>
                  <a:pt x="215988" y="184312"/>
                  <a:pt x="216440" y="185267"/>
                  <a:pt x="219052" y="187075"/>
                </a:cubicBezTo>
                <a:cubicBezTo>
                  <a:pt x="221663" y="188883"/>
                  <a:pt x="219655" y="187477"/>
                  <a:pt x="222065" y="188883"/>
                </a:cubicBezTo>
                <a:lnTo>
                  <a:pt x="239192" y="200887"/>
                </a:lnTo>
                <a:lnTo>
                  <a:pt x="239945" y="201389"/>
                </a:lnTo>
                <a:cubicBezTo>
                  <a:pt x="247077" y="206411"/>
                  <a:pt x="243461" y="206060"/>
                  <a:pt x="252803" y="200133"/>
                </a:cubicBezTo>
                <a:lnTo>
                  <a:pt x="267267" y="190490"/>
                </a:lnTo>
                <a:cubicBezTo>
                  <a:pt x="269628" y="188632"/>
                  <a:pt x="271888" y="186623"/>
                  <a:pt x="273947" y="185066"/>
                </a:cubicBezTo>
                <a:cubicBezTo>
                  <a:pt x="279000" y="182293"/>
                  <a:pt x="283410" y="178496"/>
                  <a:pt x="286905" y="173916"/>
                </a:cubicBezTo>
                <a:cubicBezTo>
                  <a:pt x="294288" y="163067"/>
                  <a:pt x="293384" y="156438"/>
                  <a:pt x="293384" y="144283"/>
                </a:cubicBezTo>
                <a:cubicBezTo>
                  <a:pt x="293384" y="138357"/>
                  <a:pt x="273646" y="121632"/>
                  <a:pt x="259985" y="136197"/>
                </a:cubicBezTo>
                <a:cubicBezTo>
                  <a:pt x="257423" y="138909"/>
                  <a:pt x="257875" y="139813"/>
                  <a:pt x="256419" y="143480"/>
                </a:cubicBezTo>
                <a:cubicBezTo>
                  <a:pt x="254631" y="148718"/>
                  <a:pt x="249473" y="152043"/>
                  <a:pt x="243963" y="151516"/>
                </a:cubicBezTo>
                <a:cubicBezTo>
                  <a:pt x="241402" y="151516"/>
                  <a:pt x="239041" y="147799"/>
                  <a:pt x="237535" y="145941"/>
                </a:cubicBezTo>
                <a:cubicBezTo>
                  <a:pt x="233064" y="140316"/>
                  <a:pt x="235124" y="141421"/>
                  <a:pt x="233064" y="138307"/>
                </a:cubicBezTo>
                <a:cubicBezTo>
                  <a:pt x="229001" y="133746"/>
                  <a:pt x="223482" y="130748"/>
                  <a:pt x="217445" y="129819"/>
                </a:cubicBezTo>
                <a:close/>
                <a:moveTo>
                  <a:pt x="220856" y="110673"/>
                </a:moveTo>
                <a:cubicBezTo>
                  <a:pt x="225958" y="111000"/>
                  <a:pt x="230968" y="112478"/>
                  <a:pt x="235475" y="115404"/>
                </a:cubicBezTo>
                <a:lnTo>
                  <a:pt x="238489" y="117212"/>
                </a:lnTo>
                <a:lnTo>
                  <a:pt x="239242" y="117715"/>
                </a:lnTo>
                <a:cubicBezTo>
                  <a:pt x="240347" y="118468"/>
                  <a:pt x="241201" y="119422"/>
                  <a:pt x="241904" y="119874"/>
                </a:cubicBezTo>
                <a:cubicBezTo>
                  <a:pt x="245520" y="122185"/>
                  <a:pt x="244516" y="121381"/>
                  <a:pt x="249990" y="121381"/>
                </a:cubicBezTo>
                <a:cubicBezTo>
                  <a:pt x="251497" y="115907"/>
                  <a:pt x="252501" y="117463"/>
                  <a:pt x="257172" y="115304"/>
                </a:cubicBezTo>
                <a:cubicBezTo>
                  <a:pt x="263360" y="111286"/>
                  <a:pt x="270883" y="109859"/>
                  <a:pt x="278116" y="111336"/>
                </a:cubicBezTo>
                <a:cubicBezTo>
                  <a:pt x="286604" y="112441"/>
                  <a:pt x="282686" y="110532"/>
                  <a:pt x="288462" y="114249"/>
                </a:cubicBezTo>
                <a:cubicBezTo>
                  <a:pt x="294238" y="117006"/>
                  <a:pt x="299501" y="120728"/>
                  <a:pt x="304032" y="125248"/>
                </a:cubicBezTo>
                <a:cubicBezTo>
                  <a:pt x="307954" y="130180"/>
                  <a:pt x="310887" y="135826"/>
                  <a:pt x="312670" y="141873"/>
                </a:cubicBezTo>
                <a:cubicBezTo>
                  <a:pt x="312670" y="161360"/>
                  <a:pt x="314177" y="176477"/>
                  <a:pt x="295544" y="193403"/>
                </a:cubicBezTo>
                <a:lnTo>
                  <a:pt x="266213" y="214748"/>
                </a:lnTo>
                <a:lnTo>
                  <a:pt x="261190" y="218164"/>
                </a:lnTo>
                <a:cubicBezTo>
                  <a:pt x="257122" y="220826"/>
                  <a:pt x="259834" y="218766"/>
                  <a:pt x="256670" y="222031"/>
                </a:cubicBezTo>
                <a:cubicBezTo>
                  <a:pt x="250241" y="228661"/>
                  <a:pt x="249739" y="228661"/>
                  <a:pt x="243963" y="228661"/>
                </a:cubicBezTo>
                <a:cubicBezTo>
                  <a:pt x="240598" y="228661"/>
                  <a:pt x="238037" y="224442"/>
                  <a:pt x="235927" y="222282"/>
                </a:cubicBezTo>
                <a:lnTo>
                  <a:pt x="219002" y="210279"/>
                </a:lnTo>
                <a:cubicBezTo>
                  <a:pt x="207801" y="201640"/>
                  <a:pt x="195697" y="196969"/>
                  <a:pt x="188867" y="183710"/>
                </a:cubicBezTo>
                <a:cubicBezTo>
                  <a:pt x="184447" y="175171"/>
                  <a:pt x="178320" y="173012"/>
                  <a:pt x="177767" y="152621"/>
                </a:cubicBezTo>
                <a:cubicBezTo>
                  <a:pt x="177396" y="144946"/>
                  <a:pt x="179415" y="137352"/>
                  <a:pt x="183543" y="130873"/>
                </a:cubicBezTo>
                <a:cubicBezTo>
                  <a:pt x="189420" y="119083"/>
                  <a:pt x="205551" y="109694"/>
                  <a:pt x="220856" y="110673"/>
                </a:cubicBezTo>
                <a:close/>
                <a:moveTo>
                  <a:pt x="24864" y="95786"/>
                </a:moveTo>
                <a:cubicBezTo>
                  <a:pt x="21455" y="95993"/>
                  <a:pt x="19760" y="96897"/>
                  <a:pt x="19760" y="99685"/>
                </a:cubicBezTo>
                <a:lnTo>
                  <a:pt x="19760" y="317860"/>
                </a:lnTo>
                <a:cubicBezTo>
                  <a:pt x="19760" y="324691"/>
                  <a:pt x="25587" y="321476"/>
                  <a:pt x="30609" y="321476"/>
                </a:cubicBezTo>
                <a:cubicBezTo>
                  <a:pt x="43065" y="321476"/>
                  <a:pt x="44973" y="324289"/>
                  <a:pt x="46279" y="317860"/>
                </a:cubicBezTo>
                <a:lnTo>
                  <a:pt x="46279" y="97274"/>
                </a:lnTo>
                <a:cubicBezTo>
                  <a:pt x="44360" y="96500"/>
                  <a:pt x="42316" y="96094"/>
                  <a:pt x="40252" y="96069"/>
                </a:cubicBezTo>
                <a:cubicBezTo>
                  <a:pt x="33396" y="96069"/>
                  <a:pt x="28273" y="95579"/>
                  <a:pt x="24864" y="95786"/>
                </a:cubicBezTo>
                <a:close/>
                <a:moveTo>
                  <a:pt x="409101" y="61665"/>
                </a:moveTo>
                <a:cubicBezTo>
                  <a:pt x="415253" y="62779"/>
                  <a:pt x="421170" y="64954"/>
                  <a:pt x="426579" y="68093"/>
                </a:cubicBezTo>
                <a:cubicBezTo>
                  <a:pt x="429592" y="69851"/>
                  <a:pt x="429894" y="70856"/>
                  <a:pt x="433610" y="73116"/>
                </a:cubicBezTo>
                <a:cubicBezTo>
                  <a:pt x="436252" y="74346"/>
                  <a:pt x="438432" y="76385"/>
                  <a:pt x="439838" y="78942"/>
                </a:cubicBezTo>
                <a:cubicBezTo>
                  <a:pt x="445011" y="87078"/>
                  <a:pt x="451290" y="92301"/>
                  <a:pt x="451290" y="103652"/>
                </a:cubicBezTo>
                <a:cubicBezTo>
                  <a:pt x="451290" y="125349"/>
                  <a:pt x="452997" y="119774"/>
                  <a:pt x="447673" y="127760"/>
                </a:cubicBezTo>
                <a:cubicBezTo>
                  <a:pt x="441596" y="127760"/>
                  <a:pt x="441144" y="126555"/>
                  <a:pt x="434414" y="126555"/>
                </a:cubicBezTo>
                <a:lnTo>
                  <a:pt x="403074" y="126555"/>
                </a:lnTo>
                <a:cubicBezTo>
                  <a:pt x="397449" y="126555"/>
                  <a:pt x="387404" y="129668"/>
                  <a:pt x="387404" y="121532"/>
                </a:cubicBezTo>
                <a:cubicBezTo>
                  <a:pt x="387404" y="111939"/>
                  <a:pt x="386098" y="107319"/>
                  <a:pt x="394536" y="106917"/>
                </a:cubicBezTo>
                <a:cubicBezTo>
                  <a:pt x="398503" y="106615"/>
                  <a:pt x="403777" y="106917"/>
                  <a:pt x="407895" y="106917"/>
                </a:cubicBezTo>
                <a:cubicBezTo>
                  <a:pt x="419698" y="106917"/>
                  <a:pt x="432003" y="109177"/>
                  <a:pt x="432003" y="103301"/>
                </a:cubicBezTo>
                <a:cubicBezTo>
                  <a:pt x="432003" y="94361"/>
                  <a:pt x="420150" y="85622"/>
                  <a:pt x="411311" y="81805"/>
                </a:cubicBezTo>
                <a:cubicBezTo>
                  <a:pt x="408242" y="80670"/>
                  <a:pt x="405083" y="79796"/>
                  <a:pt x="401868" y="79193"/>
                </a:cubicBezTo>
                <a:lnTo>
                  <a:pt x="400663" y="65934"/>
                </a:lnTo>
                <a:cubicBezTo>
                  <a:pt x="400663" y="63322"/>
                  <a:pt x="406439" y="61313"/>
                  <a:pt x="409101" y="61665"/>
                </a:cubicBezTo>
                <a:close/>
                <a:moveTo>
                  <a:pt x="161997" y="61112"/>
                </a:moveTo>
                <a:lnTo>
                  <a:pt x="358576" y="61112"/>
                </a:lnTo>
                <a:cubicBezTo>
                  <a:pt x="361408" y="61338"/>
                  <a:pt x="364231" y="61739"/>
                  <a:pt x="367013" y="62317"/>
                </a:cubicBezTo>
                <a:cubicBezTo>
                  <a:pt x="367415" y="63974"/>
                  <a:pt x="368872" y="75928"/>
                  <a:pt x="368872" y="76279"/>
                </a:cubicBezTo>
                <a:cubicBezTo>
                  <a:pt x="371383" y="80548"/>
                  <a:pt x="390267" y="72161"/>
                  <a:pt x="397148" y="81603"/>
                </a:cubicBezTo>
                <a:cubicBezTo>
                  <a:pt x="392377" y="88132"/>
                  <a:pt x="390719" y="82105"/>
                  <a:pt x="383788" y="89940"/>
                </a:cubicBezTo>
                <a:lnTo>
                  <a:pt x="374246" y="114098"/>
                </a:lnTo>
                <a:cubicBezTo>
                  <a:pt x="373442" y="131778"/>
                  <a:pt x="374246" y="151666"/>
                  <a:pt x="374246" y="169597"/>
                </a:cubicBezTo>
                <a:lnTo>
                  <a:pt x="374246" y="279287"/>
                </a:lnTo>
                <a:cubicBezTo>
                  <a:pt x="374246" y="314846"/>
                  <a:pt x="376004" y="355026"/>
                  <a:pt x="374246" y="390183"/>
                </a:cubicBezTo>
                <a:cubicBezTo>
                  <a:pt x="374221" y="395356"/>
                  <a:pt x="373181" y="400474"/>
                  <a:pt x="371182" y="405250"/>
                </a:cubicBezTo>
                <a:cubicBezTo>
                  <a:pt x="370981" y="405552"/>
                  <a:pt x="370127" y="406556"/>
                  <a:pt x="370127" y="406556"/>
                </a:cubicBezTo>
                <a:lnTo>
                  <a:pt x="361438" y="419564"/>
                </a:lnTo>
                <a:cubicBezTo>
                  <a:pt x="356391" y="424109"/>
                  <a:pt x="350555" y="427685"/>
                  <a:pt x="344212" y="430111"/>
                </a:cubicBezTo>
                <a:cubicBezTo>
                  <a:pt x="339189" y="431618"/>
                  <a:pt x="323569" y="443371"/>
                  <a:pt x="323569" y="420317"/>
                </a:cubicBezTo>
                <a:cubicBezTo>
                  <a:pt x="323569" y="413336"/>
                  <a:pt x="341449" y="415898"/>
                  <a:pt x="350339" y="401282"/>
                </a:cubicBezTo>
                <a:cubicBezTo>
                  <a:pt x="356617" y="391037"/>
                  <a:pt x="354909" y="393648"/>
                  <a:pt x="354909" y="379334"/>
                </a:cubicBezTo>
                <a:lnTo>
                  <a:pt x="354909" y="116559"/>
                </a:lnTo>
                <a:cubicBezTo>
                  <a:pt x="354759" y="88383"/>
                  <a:pt x="364000" y="88082"/>
                  <a:pt x="365758" y="80398"/>
                </a:cubicBezTo>
                <a:cubicBezTo>
                  <a:pt x="347426" y="80398"/>
                  <a:pt x="168727" y="79142"/>
                  <a:pt x="159837" y="80649"/>
                </a:cubicBezTo>
                <a:lnTo>
                  <a:pt x="147934" y="86776"/>
                </a:lnTo>
                <a:cubicBezTo>
                  <a:pt x="140240" y="91502"/>
                  <a:pt x="135825" y="100121"/>
                  <a:pt x="136483" y="109126"/>
                </a:cubicBezTo>
                <a:cubicBezTo>
                  <a:pt x="135840" y="114395"/>
                  <a:pt x="135503" y="119693"/>
                  <a:pt x="135478" y="124997"/>
                </a:cubicBezTo>
                <a:lnTo>
                  <a:pt x="135478" y="373408"/>
                </a:lnTo>
                <a:cubicBezTo>
                  <a:pt x="135478" y="379184"/>
                  <a:pt x="146879" y="377024"/>
                  <a:pt x="152354" y="377024"/>
                </a:cubicBezTo>
                <a:lnTo>
                  <a:pt x="295996" y="377024"/>
                </a:lnTo>
                <a:cubicBezTo>
                  <a:pt x="297442" y="385381"/>
                  <a:pt x="299768" y="393563"/>
                  <a:pt x="302927" y="401433"/>
                </a:cubicBezTo>
                <a:cubicBezTo>
                  <a:pt x="309958" y="413487"/>
                  <a:pt x="316839" y="408214"/>
                  <a:pt x="321309" y="414391"/>
                </a:cubicBezTo>
                <a:cubicBezTo>
                  <a:pt x="318748" y="417907"/>
                  <a:pt x="321610" y="416099"/>
                  <a:pt x="315935" y="417405"/>
                </a:cubicBezTo>
                <a:cubicBezTo>
                  <a:pt x="313755" y="417967"/>
                  <a:pt x="311500" y="418168"/>
                  <a:pt x="309255" y="418007"/>
                </a:cubicBezTo>
                <a:cubicBezTo>
                  <a:pt x="285800" y="418007"/>
                  <a:pt x="291777" y="419213"/>
                  <a:pt x="287307" y="413487"/>
                </a:cubicBezTo>
                <a:lnTo>
                  <a:pt x="285097" y="410825"/>
                </a:lnTo>
                <a:cubicBezTo>
                  <a:pt x="280878" y="404748"/>
                  <a:pt x="284595" y="404447"/>
                  <a:pt x="279120" y="396310"/>
                </a:cubicBezTo>
                <a:cubicBezTo>
                  <a:pt x="258327" y="396310"/>
                  <a:pt x="111420" y="397415"/>
                  <a:pt x="98312" y="395858"/>
                </a:cubicBezTo>
                <a:cubicBezTo>
                  <a:pt x="94043" y="395306"/>
                  <a:pt x="88719" y="394703"/>
                  <a:pt x="94043" y="401383"/>
                </a:cubicBezTo>
                <a:cubicBezTo>
                  <a:pt x="98081" y="407289"/>
                  <a:pt x="103987" y="411659"/>
                  <a:pt x="110818" y="413788"/>
                </a:cubicBezTo>
                <a:cubicBezTo>
                  <a:pt x="120411" y="418158"/>
                  <a:pt x="119808" y="410825"/>
                  <a:pt x="119808" y="430061"/>
                </a:cubicBezTo>
                <a:cubicBezTo>
                  <a:pt x="119808" y="441362"/>
                  <a:pt x="92134" y="428956"/>
                  <a:pt x="81537" y="416551"/>
                </a:cubicBezTo>
                <a:cubicBezTo>
                  <a:pt x="77168" y="411428"/>
                  <a:pt x="79779" y="412231"/>
                  <a:pt x="76063" y="407561"/>
                </a:cubicBezTo>
                <a:cubicBezTo>
                  <a:pt x="69835" y="399726"/>
                  <a:pt x="74254" y="400328"/>
                  <a:pt x="72547" y="391790"/>
                </a:cubicBezTo>
                <a:cubicBezTo>
                  <a:pt x="71693" y="387571"/>
                  <a:pt x="69182" y="386768"/>
                  <a:pt x="69182" y="381745"/>
                </a:cubicBezTo>
                <a:cubicBezTo>
                  <a:pt x="69182" y="371097"/>
                  <a:pt x="108457" y="380791"/>
                  <a:pt x="115639" y="376371"/>
                </a:cubicBezTo>
                <a:cubicBezTo>
                  <a:pt x="119657" y="373910"/>
                  <a:pt x="117397" y="357135"/>
                  <a:pt x="117397" y="351610"/>
                </a:cubicBezTo>
                <a:lnTo>
                  <a:pt x="117397" y="119071"/>
                </a:lnTo>
                <a:cubicBezTo>
                  <a:pt x="117397" y="104656"/>
                  <a:pt x="115790" y="96922"/>
                  <a:pt x="121164" y="88936"/>
                </a:cubicBezTo>
                <a:cubicBezTo>
                  <a:pt x="126538" y="80950"/>
                  <a:pt x="129150" y="75476"/>
                  <a:pt x="135478" y="71910"/>
                </a:cubicBezTo>
                <a:cubicBezTo>
                  <a:pt x="143514" y="67390"/>
                  <a:pt x="150897" y="61112"/>
                  <a:pt x="161997" y="61112"/>
                </a:cubicBezTo>
                <a:close/>
                <a:moveTo>
                  <a:pt x="32247" y="57609"/>
                </a:moveTo>
                <a:cubicBezTo>
                  <a:pt x="29089" y="57973"/>
                  <a:pt x="26189" y="58701"/>
                  <a:pt x="20966" y="58701"/>
                </a:cubicBezTo>
                <a:cubicBezTo>
                  <a:pt x="20097" y="63473"/>
                  <a:pt x="19695" y="68320"/>
                  <a:pt x="19760" y="73166"/>
                </a:cubicBezTo>
                <a:cubicBezTo>
                  <a:pt x="19760" y="79997"/>
                  <a:pt x="25587" y="76782"/>
                  <a:pt x="30609" y="76782"/>
                </a:cubicBezTo>
                <a:cubicBezTo>
                  <a:pt x="39248" y="76782"/>
                  <a:pt x="40553" y="78138"/>
                  <a:pt x="46279" y="76782"/>
                </a:cubicBezTo>
                <a:cubicBezTo>
                  <a:pt x="46681" y="70730"/>
                  <a:pt x="46279" y="64648"/>
                  <a:pt x="45074" y="58701"/>
                </a:cubicBezTo>
                <a:cubicBezTo>
                  <a:pt x="38821" y="57245"/>
                  <a:pt x="35405" y="57245"/>
                  <a:pt x="32247" y="57609"/>
                </a:cubicBezTo>
                <a:close/>
                <a:moveTo>
                  <a:pt x="34225" y="20129"/>
                </a:moveTo>
                <a:cubicBezTo>
                  <a:pt x="27796" y="20129"/>
                  <a:pt x="27947" y="25704"/>
                  <a:pt x="26993" y="37005"/>
                </a:cubicBezTo>
                <a:cubicBezTo>
                  <a:pt x="29941" y="38632"/>
                  <a:pt x="33266" y="39466"/>
                  <a:pt x="36636" y="39415"/>
                </a:cubicBezTo>
                <a:lnTo>
                  <a:pt x="36636" y="39265"/>
                </a:lnTo>
                <a:cubicBezTo>
                  <a:pt x="40503" y="39265"/>
                  <a:pt x="40051" y="32786"/>
                  <a:pt x="40051" y="30174"/>
                </a:cubicBezTo>
                <a:cubicBezTo>
                  <a:pt x="39951" y="26106"/>
                  <a:pt x="39248" y="20129"/>
                  <a:pt x="34225" y="20129"/>
                </a:cubicBezTo>
                <a:close/>
                <a:moveTo>
                  <a:pt x="33649" y="0"/>
                </a:moveTo>
                <a:cubicBezTo>
                  <a:pt x="39883" y="-24"/>
                  <a:pt x="46126" y="2332"/>
                  <a:pt x="50900" y="7071"/>
                </a:cubicBezTo>
                <a:lnTo>
                  <a:pt x="53110" y="9682"/>
                </a:lnTo>
                <a:lnTo>
                  <a:pt x="53612" y="10385"/>
                </a:lnTo>
                <a:cubicBezTo>
                  <a:pt x="59187" y="18421"/>
                  <a:pt x="58283" y="17618"/>
                  <a:pt x="58283" y="31028"/>
                </a:cubicBezTo>
                <a:cubicBezTo>
                  <a:pt x="58182" y="53277"/>
                  <a:pt x="60643" y="44789"/>
                  <a:pt x="63657" y="52172"/>
                </a:cubicBezTo>
                <a:cubicBezTo>
                  <a:pt x="65274" y="59877"/>
                  <a:pt x="65902" y="67762"/>
                  <a:pt x="65515" y="75627"/>
                </a:cubicBezTo>
                <a:cubicBezTo>
                  <a:pt x="84249" y="84567"/>
                  <a:pt x="77016" y="66788"/>
                  <a:pt x="79980" y="53930"/>
                </a:cubicBezTo>
                <a:cubicBezTo>
                  <a:pt x="99316" y="52323"/>
                  <a:pt x="97709" y="55236"/>
                  <a:pt x="96906" y="68345"/>
                </a:cubicBezTo>
                <a:lnTo>
                  <a:pt x="96906" y="140668"/>
                </a:lnTo>
                <a:cubicBezTo>
                  <a:pt x="96906" y="151818"/>
                  <a:pt x="99366" y="173214"/>
                  <a:pt x="93289" y="173214"/>
                </a:cubicBezTo>
                <a:cubicBezTo>
                  <a:pt x="75711" y="173214"/>
                  <a:pt x="78824" y="174871"/>
                  <a:pt x="78824" y="156338"/>
                </a:cubicBezTo>
                <a:cubicBezTo>
                  <a:pt x="78875" y="141572"/>
                  <a:pt x="79980" y="106113"/>
                  <a:pt x="77619" y="96069"/>
                </a:cubicBezTo>
                <a:cubicBezTo>
                  <a:pt x="73456" y="95767"/>
                  <a:pt x="69292" y="96601"/>
                  <a:pt x="65565" y="98479"/>
                </a:cubicBezTo>
                <a:lnTo>
                  <a:pt x="65565" y="326197"/>
                </a:lnTo>
                <a:cubicBezTo>
                  <a:pt x="65615" y="361053"/>
                  <a:pt x="61949" y="348748"/>
                  <a:pt x="58684" y="365071"/>
                </a:cubicBezTo>
                <a:cubicBezTo>
                  <a:pt x="56274" y="377326"/>
                  <a:pt x="56223" y="365523"/>
                  <a:pt x="53059" y="382349"/>
                </a:cubicBezTo>
                <a:cubicBezTo>
                  <a:pt x="50950" y="393498"/>
                  <a:pt x="51050" y="381294"/>
                  <a:pt x="47384" y="399626"/>
                </a:cubicBezTo>
                <a:cubicBezTo>
                  <a:pt x="46128" y="405803"/>
                  <a:pt x="45124" y="403543"/>
                  <a:pt x="43517" y="407762"/>
                </a:cubicBezTo>
                <a:cubicBezTo>
                  <a:pt x="41910" y="411981"/>
                  <a:pt x="43165" y="413438"/>
                  <a:pt x="42613" y="417807"/>
                </a:cubicBezTo>
                <a:cubicBezTo>
                  <a:pt x="41859" y="423482"/>
                  <a:pt x="41006" y="421725"/>
                  <a:pt x="38595" y="424638"/>
                </a:cubicBezTo>
                <a:cubicBezTo>
                  <a:pt x="36852" y="426878"/>
                  <a:pt x="35757" y="429555"/>
                  <a:pt x="35431" y="432372"/>
                </a:cubicBezTo>
                <a:cubicBezTo>
                  <a:pt x="29102" y="432222"/>
                  <a:pt x="31212" y="433578"/>
                  <a:pt x="29353" y="428856"/>
                </a:cubicBezTo>
                <a:cubicBezTo>
                  <a:pt x="24381" y="416099"/>
                  <a:pt x="25185" y="424788"/>
                  <a:pt x="23628" y="417656"/>
                </a:cubicBezTo>
                <a:cubicBezTo>
                  <a:pt x="22573" y="412885"/>
                  <a:pt x="24733" y="408566"/>
                  <a:pt x="21569" y="402840"/>
                </a:cubicBezTo>
                <a:cubicBezTo>
                  <a:pt x="14236" y="389430"/>
                  <a:pt x="20313" y="393950"/>
                  <a:pt x="14688" y="384408"/>
                </a:cubicBezTo>
                <a:cubicBezTo>
                  <a:pt x="11423" y="378783"/>
                  <a:pt x="13382" y="377175"/>
                  <a:pt x="10871" y="371349"/>
                </a:cubicBezTo>
                <a:cubicBezTo>
                  <a:pt x="7405" y="363364"/>
                  <a:pt x="8912" y="370747"/>
                  <a:pt x="6552" y="358793"/>
                </a:cubicBezTo>
                <a:cubicBezTo>
                  <a:pt x="4844" y="350155"/>
                  <a:pt x="3237" y="354625"/>
                  <a:pt x="1830" y="346639"/>
                </a:cubicBezTo>
                <a:cubicBezTo>
                  <a:pt x="-1233" y="329261"/>
                  <a:pt x="474" y="103954"/>
                  <a:pt x="474" y="67139"/>
                </a:cubicBezTo>
                <a:cubicBezTo>
                  <a:pt x="474" y="51771"/>
                  <a:pt x="4593" y="52926"/>
                  <a:pt x="6702" y="46748"/>
                </a:cubicBezTo>
                <a:cubicBezTo>
                  <a:pt x="8811" y="40570"/>
                  <a:pt x="6200" y="29722"/>
                  <a:pt x="7958" y="21636"/>
                </a:cubicBezTo>
                <a:lnTo>
                  <a:pt x="12327" y="12746"/>
                </a:lnTo>
                <a:cubicBezTo>
                  <a:pt x="13432" y="10712"/>
                  <a:pt x="14819" y="8844"/>
                  <a:pt x="16451" y="7201"/>
                </a:cubicBezTo>
                <a:cubicBezTo>
                  <a:pt x="21189" y="2425"/>
                  <a:pt x="27415" y="23"/>
                  <a:pt x="33649" y="0"/>
                </a:cubicBezTo>
                <a:close/>
              </a:path>
            </a:pathLst>
          </a:custGeom>
          <a:solidFill>
            <a:schemeClr val="bg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gaoding-19"/>
          <p:cNvSpPr/>
          <p:nvPr/>
        </p:nvSpPr>
        <p:spPr>
          <a:xfrm>
            <a:off x="2211853" y="3730134"/>
            <a:ext cx="405303" cy="368529"/>
          </a:xfrm>
          <a:custGeom>
            <a:avLst/>
            <a:gdLst>
              <a:gd name="connsiteX0" fmla="*/ 163284 w 405303"/>
              <a:gd name="connsiteY0" fmla="*/ 231954 h 368529"/>
              <a:gd name="connsiteX1" fmla="*/ 210030 w 405303"/>
              <a:gd name="connsiteY1" fmla="*/ 233649 h 368529"/>
              <a:gd name="connsiteX2" fmla="*/ 201592 w 405303"/>
              <a:gd name="connsiteY2" fmla="*/ 250525 h 368529"/>
              <a:gd name="connsiteX3" fmla="*/ 114804 w 405303"/>
              <a:gd name="connsiteY3" fmla="*/ 250525 h 368529"/>
              <a:gd name="connsiteX4" fmla="*/ 106367 w 405303"/>
              <a:gd name="connsiteY4" fmla="*/ 240882 h 368529"/>
              <a:gd name="connsiteX5" fmla="*/ 112394 w 405303"/>
              <a:gd name="connsiteY5" fmla="*/ 232444 h 368529"/>
              <a:gd name="connsiteX6" fmla="*/ 163284 w 405303"/>
              <a:gd name="connsiteY6" fmla="*/ 231954 h 368529"/>
              <a:gd name="connsiteX7" fmla="*/ 164226 w 405303"/>
              <a:gd name="connsiteY7" fmla="*/ 186841 h 368529"/>
              <a:gd name="connsiteX8" fmla="*/ 204004 w 405303"/>
              <a:gd name="connsiteY8" fmla="*/ 186841 h 368529"/>
              <a:gd name="connsiteX9" fmla="*/ 202799 w 405303"/>
              <a:gd name="connsiteY9" fmla="*/ 204921 h 368529"/>
              <a:gd name="connsiteX10" fmla="*/ 156994 w 405303"/>
              <a:gd name="connsiteY10" fmla="*/ 191662 h 368529"/>
              <a:gd name="connsiteX11" fmla="*/ 164226 w 405303"/>
              <a:gd name="connsiteY11" fmla="*/ 186841 h 368529"/>
              <a:gd name="connsiteX12" fmla="*/ 117065 w 405303"/>
              <a:gd name="connsiteY12" fmla="*/ 186483 h 368529"/>
              <a:gd name="connsiteX13" fmla="*/ 136502 w 405303"/>
              <a:gd name="connsiteY13" fmla="*/ 186840 h 368529"/>
              <a:gd name="connsiteX14" fmla="*/ 135296 w 405303"/>
              <a:gd name="connsiteY14" fmla="*/ 204921 h 368529"/>
              <a:gd name="connsiteX15" fmla="*/ 106367 w 405303"/>
              <a:gd name="connsiteY15" fmla="*/ 191662 h 368529"/>
              <a:gd name="connsiteX16" fmla="*/ 117065 w 405303"/>
              <a:gd name="connsiteY16" fmla="*/ 186483 h 368529"/>
              <a:gd name="connsiteX17" fmla="*/ 112394 w 405303"/>
              <a:gd name="connsiteY17" fmla="*/ 138625 h 368529"/>
              <a:gd name="connsiteX18" fmla="*/ 248603 w 405303"/>
              <a:gd name="connsiteY18" fmla="*/ 138625 h 368529"/>
              <a:gd name="connsiteX19" fmla="*/ 247398 w 405303"/>
              <a:gd name="connsiteY19" fmla="*/ 156705 h 368529"/>
              <a:gd name="connsiteX20" fmla="*/ 113600 w 405303"/>
              <a:gd name="connsiteY20" fmla="*/ 156705 h 368529"/>
              <a:gd name="connsiteX21" fmla="*/ 106367 w 405303"/>
              <a:gd name="connsiteY21" fmla="*/ 147062 h 368529"/>
              <a:gd name="connsiteX22" fmla="*/ 112394 w 405303"/>
              <a:gd name="connsiteY22" fmla="*/ 138625 h 368529"/>
              <a:gd name="connsiteX23" fmla="*/ 398071 w 405303"/>
              <a:gd name="connsiteY23" fmla="*/ 125115 h 368529"/>
              <a:gd name="connsiteX24" fmla="*/ 405303 w 405303"/>
              <a:gd name="connsiteY24" fmla="*/ 132347 h 368529"/>
              <a:gd name="connsiteX25" fmla="*/ 400583 w 405303"/>
              <a:gd name="connsiteY25" fmla="*/ 142040 h 368529"/>
              <a:gd name="connsiteX26" fmla="*/ 399980 w 405303"/>
              <a:gd name="connsiteY26" fmla="*/ 142693 h 368529"/>
              <a:gd name="connsiteX27" fmla="*/ 396263 w 405303"/>
              <a:gd name="connsiteY27" fmla="*/ 146209 h 368529"/>
              <a:gd name="connsiteX28" fmla="*/ 393300 w 405303"/>
              <a:gd name="connsiteY28" fmla="*/ 149222 h 368529"/>
              <a:gd name="connsiteX29" fmla="*/ 380041 w 405303"/>
              <a:gd name="connsiteY29" fmla="*/ 162532 h 368529"/>
              <a:gd name="connsiteX30" fmla="*/ 374566 w 405303"/>
              <a:gd name="connsiteY30" fmla="*/ 167856 h 368529"/>
              <a:gd name="connsiteX31" fmla="*/ 369242 w 405303"/>
              <a:gd name="connsiteY31" fmla="*/ 173380 h 368529"/>
              <a:gd name="connsiteX32" fmla="*/ 363115 w 405303"/>
              <a:gd name="connsiteY32" fmla="*/ 178403 h 368529"/>
              <a:gd name="connsiteX33" fmla="*/ 354275 w 405303"/>
              <a:gd name="connsiteY33" fmla="*/ 163335 h 368529"/>
              <a:gd name="connsiteX34" fmla="*/ 385415 w 405303"/>
              <a:gd name="connsiteY34" fmla="*/ 131744 h 368529"/>
              <a:gd name="connsiteX35" fmla="*/ 393350 w 405303"/>
              <a:gd name="connsiteY35" fmla="*/ 126420 h 368529"/>
              <a:gd name="connsiteX36" fmla="*/ 398071 w 405303"/>
              <a:gd name="connsiteY36" fmla="*/ 125115 h 368529"/>
              <a:gd name="connsiteX37" fmla="*/ 358293 w 405303"/>
              <a:gd name="connsiteY37" fmla="*/ 115923 h 368529"/>
              <a:gd name="connsiteX38" fmla="*/ 319419 w 405303"/>
              <a:gd name="connsiteY38" fmla="*/ 154194 h 368529"/>
              <a:gd name="connsiteX39" fmla="*/ 306311 w 405303"/>
              <a:gd name="connsiteY39" fmla="*/ 166399 h 368529"/>
              <a:gd name="connsiteX40" fmla="*/ 305758 w 405303"/>
              <a:gd name="connsiteY40" fmla="*/ 167001 h 368529"/>
              <a:gd name="connsiteX41" fmla="*/ 267387 w 405303"/>
              <a:gd name="connsiteY41" fmla="*/ 204569 h 368529"/>
              <a:gd name="connsiteX42" fmla="*/ 258607 w 405303"/>
              <a:gd name="connsiteY42" fmla="*/ 220151 h 368529"/>
              <a:gd name="connsiteX43" fmla="*/ 258045 w 405303"/>
              <a:gd name="connsiteY43" fmla="*/ 220390 h 368529"/>
              <a:gd name="connsiteX44" fmla="*/ 258246 w 405303"/>
              <a:gd name="connsiteY44" fmla="*/ 220792 h 368529"/>
              <a:gd name="connsiteX45" fmla="*/ 258607 w 405303"/>
              <a:gd name="connsiteY45" fmla="*/ 220151 h 368529"/>
              <a:gd name="connsiteX46" fmla="*/ 272755 w 405303"/>
              <a:gd name="connsiteY46" fmla="*/ 214137 h 368529"/>
              <a:gd name="connsiteX47" fmla="*/ 288481 w 405303"/>
              <a:gd name="connsiteY47" fmla="*/ 197789 h 368529"/>
              <a:gd name="connsiteX48" fmla="*/ 301740 w 405303"/>
              <a:gd name="connsiteY48" fmla="*/ 184480 h 368529"/>
              <a:gd name="connsiteX49" fmla="*/ 318364 w 405303"/>
              <a:gd name="connsiteY49" fmla="*/ 168558 h 368529"/>
              <a:gd name="connsiteX50" fmla="*/ 321328 w 405303"/>
              <a:gd name="connsiteY50" fmla="*/ 165545 h 368529"/>
              <a:gd name="connsiteX51" fmla="*/ 328359 w 405303"/>
              <a:gd name="connsiteY51" fmla="*/ 159518 h 368529"/>
              <a:gd name="connsiteX52" fmla="*/ 341719 w 405303"/>
              <a:gd name="connsiteY52" fmla="*/ 146359 h 368529"/>
              <a:gd name="connsiteX53" fmla="*/ 365525 w 405303"/>
              <a:gd name="connsiteY53" fmla="*/ 118334 h 368529"/>
              <a:gd name="connsiteX54" fmla="*/ 358293 w 405303"/>
              <a:gd name="connsiteY54" fmla="*/ 115923 h 368529"/>
              <a:gd name="connsiteX55" fmla="*/ 373762 w 405303"/>
              <a:gd name="connsiteY55" fmla="*/ 100253 h 368529"/>
              <a:gd name="connsiteX56" fmla="*/ 380995 w 405303"/>
              <a:gd name="connsiteY56" fmla="*/ 106280 h 368529"/>
              <a:gd name="connsiteX57" fmla="*/ 373762 w 405303"/>
              <a:gd name="connsiteY57" fmla="*/ 100253 h 368529"/>
              <a:gd name="connsiteX58" fmla="*/ 190142 w 405303"/>
              <a:gd name="connsiteY58" fmla="*/ 92820 h 368529"/>
              <a:gd name="connsiteX59" fmla="*/ 275524 w 405303"/>
              <a:gd name="connsiteY59" fmla="*/ 92820 h 368529"/>
              <a:gd name="connsiteX60" fmla="*/ 283961 w 405303"/>
              <a:gd name="connsiteY60" fmla="*/ 94025 h 368529"/>
              <a:gd name="connsiteX61" fmla="*/ 278939 w 405303"/>
              <a:gd name="connsiteY61" fmla="*/ 110900 h 368529"/>
              <a:gd name="connsiteX62" fmla="*/ 183512 w 405303"/>
              <a:gd name="connsiteY62" fmla="*/ 110900 h 368529"/>
              <a:gd name="connsiteX63" fmla="*/ 177485 w 405303"/>
              <a:gd name="connsiteY63" fmla="*/ 97641 h 368529"/>
              <a:gd name="connsiteX64" fmla="*/ 190142 w 405303"/>
              <a:gd name="connsiteY64" fmla="*/ 92820 h 368529"/>
              <a:gd name="connsiteX65" fmla="*/ 123211 w 405303"/>
              <a:gd name="connsiteY65" fmla="*/ 92461 h 368529"/>
              <a:gd name="connsiteX66" fmla="*/ 148756 w 405303"/>
              <a:gd name="connsiteY66" fmla="*/ 92819 h 368529"/>
              <a:gd name="connsiteX67" fmla="*/ 157194 w 405303"/>
              <a:gd name="connsiteY67" fmla="*/ 94025 h 368529"/>
              <a:gd name="connsiteX68" fmla="*/ 152172 w 405303"/>
              <a:gd name="connsiteY68" fmla="*/ 110900 h 368529"/>
              <a:gd name="connsiteX69" fmla="*/ 106367 w 405303"/>
              <a:gd name="connsiteY69" fmla="*/ 98846 h 368529"/>
              <a:gd name="connsiteX70" fmla="*/ 123211 w 405303"/>
              <a:gd name="connsiteY70" fmla="*/ 92461 h 368529"/>
              <a:gd name="connsiteX71" fmla="*/ 374541 w 405303"/>
              <a:gd name="connsiteY71" fmla="*/ 75957 h 368529"/>
              <a:gd name="connsiteX72" fmla="*/ 387524 w 405303"/>
              <a:gd name="connsiteY72" fmla="*/ 84332 h 368529"/>
              <a:gd name="connsiteX73" fmla="*/ 397569 w 405303"/>
              <a:gd name="connsiteY73" fmla="*/ 94377 h 368529"/>
              <a:gd name="connsiteX74" fmla="*/ 405303 w 405303"/>
              <a:gd name="connsiteY74" fmla="*/ 99851 h 368529"/>
              <a:gd name="connsiteX75" fmla="*/ 398925 w 405303"/>
              <a:gd name="connsiteY75" fmla="*/ 113964 h 368529"/>
              <a:gd name="connsiteX76" fmla="*/ 371000 w 405303"/>
              <a:gd name="connsiteY76" fmla="*/ 141437 h 368529"/>
              <a:gd name="connsiteX77" fmla="*/ 368489 w 405303"/>
              <a:gd name="connsiteY77" fmla="*/ 143747 h 368529"/>
              <a:gd name="connsiteX78" fmla="*/ 363115 w 405303"/>
              <a:gd name="connsiteY78" fmla="*/ 149222 h 368529"/>
              <a:gd name="connsiteX79" fmla="*/ 287477 w 405303"/>
              <a:gd name="connsiteY79" fmla="*/ 224308 h 368529"/>
              <a:gd name="connsiteX80" fmla="*/ 269546 w 405303"/>
              <a:gd name="connsiteY80" fmla="*/ 236462 h 368529"/>
              <a:gd name="connsiteX81" fmla="*/ 262565 w 405303"/>
              <a:gd name="connsiteY81" fmla="*/ 239174 h 368529"/>
              <a:gd name="connsiteX82" fmla="*/ 253474 w 405303"/>
              <a:gd name="connsiteY82" fmla="*/ 240882 h 368529"/>
              <a:gd name="connsiteX83" fmla="*/ 230673 w 405303"/>
              <a:gd name="connsiteY83" fmla="*/ 246808 h 368529"/>
              <a:gd name="connsiteX84" fmla="*/ 226906 w 405303"/>
              <a:gd name="connsiteY84" fmla="*/ 240882 h 368529"/>
              <a:gd name="connsiteX85" fmla="*/ 229367 w 405303"/>
              <a:gd name="connsiteY85" fmla="*/ 237567 h 368529"/>
              <a:gd name="connsiteX86" fmla="*/ 238508 w 405303"/>
              <a:gd name="connsiteY86" fmla="*/ 222500 h 368529"/>
              <a:gd name="connsiteX87" fmla="*/ 245991 w 405303"/>
              <a:gd name="connsiteY87" fmla="*/ 201054 h 368529"/>
              <a:gd name="connsiteX88" fmla="*/ 352367 w 405303"/>
              <a:gd name="connsiteY88" fmla="*/ 95231 h 368529"/>
              <a:gd name="connsiteX89" fmla="*/ 374541 w 405303"/>
              <a:gd name="connsiteY89" fmla="*/ 75957 h 368529"/>
              <a:gd name="connsiteX90" fmla="*/ 278737 w 405303"/>
              <a:gd name="connsiteY90" fmla="*/ 29938 h 368529"/>
              <a:gd name="connsiteX91" fmla="*/ 279943 w 405303"/>
              <a:gd name="connsiteY91" fmla="*/ 63840 h 368529"/>
              <a:gd name="connsiteX92" fmla="*/ 310077 w 405303"/>
              <a:gd name="connsiteY92" fmla="*/ 63840 h 368529"/>
              <a:gd name="connsiteX93" fmla="*/ 304251 w 405303"/>
              <a:gd name="connsiteY93" fmla="*/ 53795 h 368529"/>
              <a:gd name="connsiteX94" fmla="*/ 290339 w 405303"/>
              <a:gd name="connsiteY94" fmla="*/ 39983 h 368529"/>
              <a:gd name="connsiteX95" fmla="*/ 282353 w 405303"/>
              <a:gd name="connsiteY95" fmla="*/ 29938 h 368529"/>
              <a:gd name="connsiteX96" fmla="*/ 65182 w 405303"/>
              <a:gd name="connsiteY96" fmla="*/ 4 h 368529"/>
              <a:gd name="connsiteX97" fmla="*/ 271505 w 405303"/>
              <a:gd name="connsiteY97" fmla="*/ 4 h 368529"/>
              <a:gd name="connsiteX98" fmla="*/ 278637 w 405303"/>
              <a:gd name="connsiteY98" fmla="*/ 3721 h 368529"/>
              <a:gd name="connsiteX99" fmla="*/ 332678 w 405303"/>
              <a:gd name="connsiteY99" fmla="*/ 58164 h 368529"/>
              <a:gd name="connsiteX100" fmla="*/ 343828 w 405303"/>
              <a:gd name="connsiteY100" fmla="*/ 84382 h 368529"/>
              <a:gd name="connsiteX101" fmla="*/ 342623 w 405303"/>
              <a:gd name="connsiteY101" fmla="*/ 98846 h 368529"/>
              <a:gd name="connsiteX102" fmla="*/ 324693 w 405303"/>
              <a:gd name="connsiteY102" fmla="*/ 81820 h 368529"/>
              <a:gd name="connsiteX103" fmla="*/ 301640 w 405303"/>
              <a:gd name="connsiteY103" fmla="*/ 80765 h 368529"/>
              <a:gd name="connsiteX104" fmla="*/ 260656 w 405303"/>
              <a:gd name="connsiteY104" fmla="*/ 31344 h 368529"/>
              <a:gd name="connsiteX105" fmla="*/ 257040 w 405303"/>
              <a:gd name="connsiteY105" fmla="*/ 18085 h 368529"/>
              <a:gd name="connsiteX106" fmla="*/ 83464 w 405303"/>
              <a:gd name="connsiteY106" fmla="*/ 18085 h 368529"/>
              <a:gd name="connsiteX107" fmla="*/ 76232 w 405303"/>
              <a:gd name="connsiteY107" fmla="*/ 20496 h 368529"/>
              <a:gd name="connsiteX108" fmla="*/ 77437 w 405303"/>
              <a:gd name="connsiteY108" fmla="*/ 31344 h 368529"/>
              <a:gd name="connsiteX109" fmla="*/ 77437 w 405303"/>
              <a:gd name="connsiteY109" fmla="*/ 274381 h 368529"/>
              <a:gd name="connsiteX110" fmla="*/ 78643 w 405303"/>
              <a:gd name="connsiteY110" fmla="*/ 290051 h 368529"/>
              <a:gd name="connsiteX111" fmla="*/ 84670 w 405303"/>
              <a:gd name="connsiteY111" fmla="*/ 291256 h 368529"/>
              <a:gd name="connsiteX112" fmla="*/ 252821 w 405303"/>
              <a:gd name="connsiteY112" fmla="*/ 290654 h 368529"/>
              <a:gd name="connsiteX113" fmla="*/ 263268 w 405303"/>
              <a:gd name="connsiteY113" fmla="*/ 310392 h 368529"/>
              <a:gd name="connsiteX114" fmla="*/ 267889 w 405303"/>
              <a:gd name="connsiteY114" fmla="*/ 321391 h 368529"/>
              <a:gd name="connsiteX115" fmla="*/ 260656 w 405303"/>
              <a:gd name="connsiteY115" fmla="*/ 344294 h 368529"/>
              <a:gd name="connsiteX116" fmla="*/ 248552 w 405303"/>
              <a:gd name="connsiteY116" fmla="*/ 320236 h 368529"/>
              <a:gd name="connsiteX117" fmla="*/ 242174 w 405303"/>
              <a:gd name="connsiteY117" fmla="*/ 308534 h 368529"/>
              <a:gd name="connsiteX118" fmla="*/ 48508 w 405303"/>
              <a:gd name="connsiteY118" fmla="*/ 308132 h 368529"/>
              <a:gd name="connsiteX119" fmla="*/ 21738 w 405303"/>
              <a:gd name="connsiteY119" fmla="*/ 318177 h 368529"/>
              <a:gd name="connsiteX120" fmla="*/ 30929 w 405303"/>
              <a:gd name="connsiteY120" fmla="*/ 333244 h 368529"/>
              <a:gd name="connsiteX121" fmla="*/ 49211 w 405303"/>
              <a:gd name="connsiteY121" fmla="*/ 346353 h 368529"/>
              <a:gd name="connsiteX122" fmla="*/ 111188 w 405303"/>
              <a:gd name="connsiteY122" fmla="*/ 348211 h 368529"/>
              <a:gd name="connsiteX123" fmla="*/ 283659 w 405303"/>
              <a:gd name="connsiteY123" fmla="*/ 348211 h 368529"/>
              <a:gd name="connsiteX124" fmla="*/ 300936 w 405303"/>
              <a:gd name="connsiteY124" fmla="*/ 341431 h 368529"/>
              <a:gd name="connsiteX125" fmla="*/ 323236 w 405303"/>
              <a:gd name="connsiteY125" fmla="*/ 313104 h 368529"/>
              <a:gd name="connsiteX126" fmla="*/ 324542 w 405303"/>
              <a:gd name="connsiteY126" fmla="*/ 310744 h 368529"/>
              <a:gd name="connsiteX127" fmla="*/ 325747 w 405303"/>
              <a:gd name="connsiteY127" fmla="*/ 216773 h 368529"/>
              <a:gd name="connsiteX128" fmla="*/ 332980 w 405303"/>
              <a:gd name="connsiteY128" fmla="*/ 192666 h 368529"/>
              <a:gd name="connsiteX129" fmla="*/ 343828 w 405303"/>
              <a:gd name="connsiteY129" fmla="*/ 210747 h 368529"/>
              <a:gd name="connsiteX130" fmla="*/ 344481 w 405303"/>
              <a:gd name="connsiteY130" fmla="*/ 302105 h 368529"/>
              <a:gd name="connsiteX131" fmla="*/ 340865 w 405303"/>
              <a:gd name="connsiteY131" fmla="*/ 317825 h 368529"/>
              <a:gd name="connsiteX132" fmla="*/ 331373 w 405303"/>
              <a:gd name="connsiteY132" fmla="*/ 338417 h 368529"/>
              <a:gd name="connsiteX133" fmla="*/ 316305 w 405303"/>
              <a:gd name="connsiteY133" fmla="*/ 353485 h 368529"/>
              <a:gd name="connsiteX134" fmla="*/ 289686 w 405303"/>
              <a:gd name="connsiteY134" fmla="*/ 366644 h 368529"/>
              <a:gd name="connsiteX135" fmla="*/ 262063 w 405303"/>
              <a:gd name="connsiteY135" fmla="*/ 367949 h 368529"/>
              <a:gd name="connsiteX136" fmla="*/ 48006 w 405303"/>
              <a:gd name="connsiteY136" fmla="*/ 365036 h 368529"/>
              <a:gd name="connsiteX137" fmla="*/ 36002 w 405303"/>
              <a:gd name="connsiteY137" fmla="*/ 360014 h 368529"/>
              <a:gd name="connsiteX138" fmla="*/ 10890 w 405303"/>
              <a:gd name="connsiteY138" fmla="*/ 335504 h 368529"/>
              <a:gd name="connsiteX139" fmla="*/ 10437 w 405303"/>
              <a:gd name="connsiteY139" fmla="*/ 334801 h 368529"/>
              <a:gd name="connsiteX140" fmla="*/ 9885 w 405303"/>
              <a:gd name="connsiteY140" fmla="*/ 334098 h 368529"/>
              <a:gd name="connsiteX141" fmla="*/ 6420 w 405303"/>
              <a:gd name="connsiteY141" fmla="*/ 329076 h 368529"/>
              <a:gd name="connsiteX142" fmla="*/ 292 w 405303"/>
              <a:gd name="connsiteY142" fmla="*/ 309890 h 368529"/>
              <a:gd name="connsiteX143" fmla="*/ 1498 w 405303"/>
              <a:gd name="connsiteY143" fmla="*/ 291809 h 368529"/>
              <a:gd name="connsiteX144" fmla="*/ 7374 w 405303"/>
              <a:gd name="connsiteY144" fmla="*/ 291106 h 368529"/>
              <a:gd name="connsiteX145" fmla="*/ 48508 w 405303"/>
              <a:gd name="connsiteY145" fmla="*/ 291709 h 368529"/>
              <a:gd name="connsiteX146" fmla="*/ 59356 w 405303"/>
              <a:gd name="connsiteY146" fmla="*/ 290503 h 368529"/>
              <a:gd name="connsiteX147" fmla="*/ 59356 w 405303"/>
              <a:gd name="connsiteY147" fmla="*/ 10853 h 368529"/>
              <a:gd name="connsiteX148" fmla="*/ 65182 w 405303"/>
              <a:gd name="connsiteY148" fmla="*/ 4 h 36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405303" h="368529">
                <a:moveTo>
                  <a:pt x="163284" y="231954"/>
                </a:moveTo>
                <a:cubicBezTo>
                  <a:pt x="183914" y="231892"/>
                  <a:pt x="203853" y="232193"/>
                  <a:pt x="210030" y="233649"/>
                </a:cubicBezTo>
                <a:cubicBezTo>
                  <a:pt x="212792" y="245502"/>
                  <a:pt x="212792" y="250525"/>
                  <a:pt x="201592" y="250525"/>
                </a:cubicBezTo>
                <a:lnTo>
                  <a:pt x="114804" y="250525"/>
                </a:lnTo>
                <a:cubicBezTo>
                  <a:pt x="105965" y="250525"/>
                  <a:pt x="106367" y="244849"/>
                  <a:pt x="106367" y="240882"/>
                </a:cubicBezTo>
                <a:cubicBezTo>
                  <a:pt x="106367" y="237014"/>
                  <a:pt x="108526" y="232645"/>
                  <a:pt x="112394" y="232444"/>
                </a:cubicBezTo>
                <a:cubicBezTo>
                  <a:pt x="121334" y="232444"/>
                  <a:pt x="142655" y="232017"/>
                  <a:pt x="163284" y="231954"/>
                </a:cubicBezTo>
                <a:close/>
                <a:moveTo>
                  <a:pt x="164226" y="186841"/>
                </a:moveTo>
                <a:lnTo>
                  <a:pt x="204004" y="186841"/>
                </a:lnTo>
                <a:cubicBezTo>
                  <a:pt x="217363" y="186841"/>
                  <a:pt x="210232" y="204921"/>
                  <a:pt x="202799" y="204921"/>
                </a:cubicBezTo>
                <a:cubicBezTo>
                  <a:pt x="165934" y="204921"/>
                  <a:pt x="156994" y="209391"/>
                  <a:pt x="156994" y="191662"/>
                </a:cubicBezTo>
                <a:cubicBezTo>
                  <a:pt x="156994" y="187945"/>
                  <a:pt x="160610" y="186841"/>
                  <a:pt x="164226" y="186841"/>
                </a:cubicBezTo>
                <a:close/>
                <a:moveTo>
                  <a:pt x="117065" y="186483"/>
                </a:moveTo>
                <a:cubicBezTo>
                  <a:pt x="123142" y="186200"/>
                  <a:pt x="130676" y="186840"/>
                  <a:pt x="136502" y="186840"/>
                </a:cubicBezTo>
                <a:cubicBezTo>
                  <a:pt x="144387" y="186840"/>
                  <a:pt x="142428" y="204921"/>
                  <a:pt x="135296" y="204921"/>
                </a:cubicBezTo>
                <a:cubicBezTo>
                  <a:pt x="111088" y="204921"/>
                  <a:pt x="106367" y="207181"/>
                  <a:pt x="106367" y="191662"/>
                </a:cubicBezTo>
                <a:cubicBezTo>
                  <a:pt x="106367" y="187971"/>
                  <a:pt x="110988" y="186765"/>
                  <a:pt x="117065" y="186483"/>
                </a:cubicBezTo>
                <a:close/>
                <a:moveTo>
                  <a:pt x="112394" y="138625"/>
                </a:moveTo>
                <a:lnTo>
                  <a:pt x="248603" y="138625"/>
                </a:lnTo>
                <a:cubicBezTo>
                  <a:pt x="255634" y="138625"/>
                  <a:pt x="261109" y="156705"/>
                  <a:pt x="247398" y="156705"/>
                </a:cubicBezTo>
                <a:lnTo>
                  <a:pt x="113600" y="156705"/>
                </a:lnTo>
                <a:cubicBezTo>
                  <a:pt x="105312" y="156705"/>
                  <a:pt x="106367" y="152085"/>
                  <a:pt x="106367" y="147062"/>
                </a:cubicBezTo>
                <a:cubicBezTo>
                  <a:pt x="106367" y="142994"/>
                  <a:pt x="108527" y="138625"/>
                  <a:pt x="112394" y="138625"/>
                </a:cubicBezTo>
                <a:close/>
                <a:moveTo>
                  <a:pt x="398071" y="125115"/>
                </a:moveTo>
                <a:cubicBezTo>
                  <a:pt x="401838" y="130689"/>
                  <a:pt x="401738" y="131393"/>
                  <a:pt x="405303" y="132347"/>
                </a:cubicBezTo>
                <a:cubicBezTo>
                  <a:pt x="405303" y="139730"/>
                  <a:pt x="404500" y="137972"/>
                  <a:pt x="400583" y="142040"/>
                </a:cubicBezTo>
                <a:lnTo>
                  <a:pt x="399980" y="142693"/>
                </a:lnTo>
                <a:lnTo>
                  <a:pt x="396263" y="146209"/>
                </a:lnTo>
                <a:cubicBezTo>
                  <a:pt x="394305" y="148067"/>
                  <a:pt x="394857" y="147665"/>
                  <a:pt x="393300" y="149222"/>
                </a:cubicBezTo>
                <a:lnTo>
                  <a:pt x="380041" y="162532"/>
                </a:lnTo>
                <a:cubicBezTo>
                  <a:pt x="378233" y="164189"/>
                  <a:pt x="376776" y="165595"/>
                  <a:pt x="374566" y="167856"/>
                </a:cubicBezTo>
                <a:cubicBezTo>
                  <a:pt x="372356" y="170116"/>
                  <a:pt x="371251" y="171472"/>
                  <a:pt x="369242" y="173380"/>
                </a:cubicBezTo>
                <a:cubicBezTo>
                  <a:pt x="362864" y="179608"/>
                  <a:pt x="367233" y="178403"/>
                  <a:pt x="363115" y="178403"/>
                </a:cubicBezTo>
                <a:cubicBezTo>
                  <a:pt x="362512" y="178403"/>
                  <a:pt x="349303" y="173380"/>
                  <a:pt x="354275" y="163335"/>
                </a:cubicBezTo>
                <a:lnTo>
                  <a:pt x="385415" y="131744"/>
                </a:lnTo>
                <a:cubicBezTo>
                  <a:pt x="388729" y="128379"/>
                  <a:pt x="388328" y="127977"/>
                  <a:pt x="393350" y="126420"/>
                </a:cubicBezTo>
                <a:cubicBezTo>
                  <a:pt x="394892" y="125876"/>
                  <a:pt x="396469" y="125439"/>
                  <a:pt x="398071" y="125115"/>
                </a:cubicBezTo>
                <a:close/>
                <a:moveTo>
                  <a:pt x="358293" y="115923"/>
                </a:moveTo>
                <a:lnTo>
                  <a:pt x="319419" y="154194"/>
                </a:lnTo>
                <a:cubicBezTo>
                  <a:pt x="314799" y="158815"/>
                  <a:pt x="310680" y="162029"/>
                  <a:pt x="306311" y="166399"/>
                </a:cubicBezTo>
                <a:lnTo>
                  <a:pt x="305758" y="167001"/>
                </a:lnTo>
                <a:lnTo>
                  <a:pt x="267387" y="204569"/>
                </a:lnTo>
                <a:lnTo>
                  <a:pt x="258607" y="220151"/>
                </a:lnTo>
                <a:lnTo>
                  <a:pt x="258045" y="220390"/>
                </a:lnTo>
                <a:lnTo>
                  <a:pt x="258246" y="220792"/>
                </a:lnTo>
                <a:lnTo>
                  <a:pt x="258607" y="220151"/>
                </a:lnTo>
                <a:lnTo>
                  <a:pt x="272755" y="214137"/>
                </a:lnTo>
                <a:cubicBezTo>
                  <a:pt x="277168" y="210170"/>
                  <a:pt x="281751" y="204519"/>
                  <a:pt x="288481" y="197789"/>
                </a:cubicBezTo>
                <a:cubicBezTo>
                  <a:pt x="293202" y="193068"/>
                  <a:pt x="297019" y="189150"/>
                  <a:pt x="301740" y="184480"/>
                </a:cubicBezTo>
                <a:lnTo>
                  <a:pt x="318364" y="168558"/>
                </a:lnTo>
                <a:cubicBezTo>
                  <a:pt x="319921" y="166951"/>
                  <a:pt x="319369" y="167403"/>
                  <a:pt x="321328" y="165545"/>
                </a:cubicBezTo>
                <a:lnTo>
                  <a:pt x="328359" y="159518"/>
                </a:lnTo>
                <a:cubicBezTo>
                  <a:pt x="333231" y="155098"/>
                  <a:pt x="337048" y="151080"/>
                  <a:pt x="341719" y="146359"/>
                </a:cubicBezTo>
                <a:cubicBezTo>
                  <a:pt x="347746" y="140382"/>
                  <a:pt x="364872" y="126269"/>
                  <a:pt x="365525" y="118334"/>
                </a:cubicBezTo>
                <a:cubicBezTo>
                  <a:pt x="363436" y="116775"/>
                  <a:pt x="360900" y="115930"/>
                  <a:pt x="358293" y="115923"/>
                </a:cubicBezTo>
                <a:close/>
                <a:moveTo>
                  <a:pt x="373762" y="100253"/>
                </a:moveTo>
                <a:cubicBezTo>
                  <a:pt x="374466" y="105476"/>
                  <a:pt x="375068" y="105778"/>
                  <a:pt x="380995" y="106280"/>
                </a:cubicBezTo>
                <a:cubicBezTo>
                  <a:pt x="380593" y="100906"/>
                  <a:pt x="378785" y="100705"/>
                  <a:pt x="373762" y="100253"/>
                </a:cubicBezTo>
                <a:close/>
                <a:moveTo>
                  <a:pt x="190142" y="92820"/>
                </a:moveTo>
                <a:lnTo>
                  <a:pt x="275524" y="92820"/>
                </a:lnTo>
                <a:cubicBezTo>
                  <a:pt x="278356" y="93045"/>
                  <a:pt x="281179" y="93448"/>
                  <a:pt x="283961" y="94025"/>
                </a:cubicBezTo>
                <a:cubicBezTo>
                  <a:pt x="284916" y="98997"/>
                  <a:pt x="286573" y="110900"/>
                  <a:pt x="278939" y="110900"/>
                </a:cubicBezTo>
                <a:lnTo>
                  <a:pt x="183512" y="110900"/>
                </a:lnTo>
                <a:cubicBezTo>
                  <a:pt x="176330" y="110900"/>
                  <a:pt x="177485" y="101307"/>
                  <a:pt x="177485" y="97641"/>
                </a:cubicBezTo>
                <a:cubicBezTo>
                  <a:pt x="177485" y="93071"/>
                  <a:pt x="184818" y="92820"/>
                  <a:pt x="190142" y="92820"/>
                </a:cubicBezTo>
                <a:close/>
                <a:moveTo>
                  <a:pt x="123211" y="92461"/>
                </a:moveTo>
                <a:cubicBezTo>
                  <a:pt x="132358" y="92078"/>
                  <a:pt x="142955" y="92819"/>
                  <a:pt x="148756" y="92819"/>
                </a:cubicBezTo>
                <a:cubicBezTo>
                  <a:pt x="151589" y="93045"/>
                  <a:pt x="154411" y="93448"/>
                  <a:pt x="157194" y="94025"/>
                </a:cubicBezTo>
                <a:cubicBezTo>
                  <a:pt x="157194" y="99047"/>
                  <a:pt x="159705" y="110900"/>
                  <a:pt x="152172" y="110900"/>
                </a:cubicBezTo>
                <a:cubicBezTo>
                  <a:pt x="118822" y="110900"/>
                  <a:pt x="106367" y="115471"/>
                  <a:pt x="106367" y="98846"/>
                </a:cubicBezTo>
                <a:cubicBezTo>
                  <a:pt x="106367" y="94351"/>
                  <a:pt x="114064" y="92844"/>
                  <a:pt x="123211" y="92461"/>
                </a:cubicBezTo>
                <a:close/>
                <a:moveTo>
                  <a:pt x="374541" y="75957"/>
                </a:moveTo>
                <a:cubicBezTo>
                  <a:pt x="379287" y="75329"/>
                  <a:pt x="382502" y="79309"/>
                  <a:pt x="387524" y="84332"/>
                </a:cubicBezTo>
                <a:lnTo>
                  <a:pt x="397569" y="94377"/>
                </a:lnTo>
                <a:cubicBezTo>
                  <a:pt x="400884" y="97440"/>
                  <a:pt x="400281" y="98696"/>
                  <a:pt x="405303" y="99851"/>
                </a:cubicBezTo>
                <a:cubicBezTo>
                  <a:pt x="405303" y="108590"/>
                  <a:pt x="403947" y="109796"/>
                  <a:pt x="398925" y="113964"/>
                </a:cubicBezTo>
                <a:lnTo>
                  <a:pt x="371000" y="141437"/>
                </a:lnTo>
                <a:cubicBezTo>
                  <a:pt x="369142" y="143295"/>
                  <a:pt x="369995" y="142341"/>
                  <a:pt x="368489" y="143747"/>
                </a:cubicBezTo>
                <a:cubicBezTo>
                  <a:pt x="365626" y="146359"/>
                  <a:pt x="365676" y="146861"/>
                  <a:pt x="363115" y="149222"/>
                </a:cubicBezTo>
                <a:cubicBezTo>
                  <a:pt x="340916" y="169663"/>
                  <a:pt x="308973" y="202862"/>
                  <a:pt x="287477" y="224308"/>
                </a:cubicBezTo>
                <a:cubicBezTo>
                  <a:pt x="273414" y="238370"/>
                  <a:pt x="281450" y="231440"/>
                  <a:pt x="269546" y="236462"/>
                </a:cubicBezTo>
                <a:cubicBezTo>
                  <a:pt x="267357" y="237686"/>
                  <a:pt x="265006" y="238599"/>
                  <a:pt x="262565" y="239174"/>
                </a:cubicBezTo>
                <a:cubicBezTo>
                  <a:pt x="257693" y="240179"/>
                  <a:pt x="257593" y="239023"/>
                  <a:pt x="253474" y="240882"/>
                </a:cubicBezTo>
                <a:cubicBezTo>
                  <a:pt x="240466" y="246808"/>
                  <a:pt x="240466" y="259063"/>
                  <a:pt x="230673" y="246808"/>
                </a:cubicBezTo>
                <a:cubicBezTo>
                  <a:pt x="228915" y="244649"/>
                  <a:pt x="226906" y="243694"/>
                  <a:pt x="226906" y="240882"/>
                </a:cubicBezTo>
                <a:cubicBezTo>
                  <a:pt x="226906" y="237115"/>
                  <a:pt x="227609" y="239224"/>
                  <a:pt x="229367" y="237567"/>
                </a:cubicBezTo>
                <a:cubicBezTo>
                  <a:pt x="237704" y="228878"/>
                  <a:pt x="235996" y="234955"/>
                  <a:pt x="238508" y="222500"/>
                </a:cubicBezTo>
                <a:lnTo>
                  <a:pt x="245991" y="201054"/>
                </a:lnTo>
                <a:lnTo>
                  <a:pt x="352367" y="95231"/>
                </a:lnTo>
                <a:cubicBezTo>
                  <a:pt x="363517" y="81821"/>
                  <a:pt x="369795" y="76585"/>
                  <a:pt x="374541" y="75957"/>
                </a:cubicBezTo>
                <a:close/>
                <a:moveTo>
                  <a:pt x="278737" y="29938"/>
                </a:moveTo>
                <a:lnTo>
                  <a:pt x="279943" y="63840"/>
                </a:lnTo>
                <a:lnTo>
                  <a:pt x="310077" y="63840"/>
                </a:lnTo>
                <a:cubicBezTo>
                  <a:pt x="309977" y="58064"/>
                  <a:pt x="311484" y="60575"/>
                  <a:pt x="304251" y="53795"/>
                </a:cubicBezTo>
                <a:lnTo>
                  <a:pt x="290339" y="39983"/>
                </a:lnTo>
                <a:cubicBezTo>
                  <a:pt x="286868" y="37366"/>
                  <a:pt x="284121" y="33910"/>
                  <a:pt x="282353" y="29938"/>
                </a:cubicBezTo>
                <a:close/>
                <a:moveTo>
                  <a:pt x="65182" y="4"/>
                </a:moveTo>
                <a:lnTo>
                  <a:pt x="271505" y="4"/>
                </a:lnTo>
                <a:cubicBezTo>
                  <a:pt x="276628" y="4"/>
                  <a:pt x="276477" y="1310"/>
                  <a:pt x="278637" y="3721"/>
                </a:cubicBezTo>
                <a:lnTo>
                  <a:pt x="332678" y="58164"/>
                </a:lnTo>
                <a:cubicBezTo>
                  <a:pt x="347394" y="72729"/>
                  <a:pt x="343828" y="71172"/>
                  <a:pt x="343828" y="84382"/>
                </a:cubicBezTo>
                <a:cubicBezTo>
                  <a:pt x="343828" y="92769"/>
                  <a:pt x="346691" y="81569"/>
                  <a:pt x="342623" y="98846"/>
                </a:cubicBezTo>
                <a:cubicBezTo>
                  <a:pt x="316506" y="104923"/>
                  <a:pt x="330268" y="87495"/>
                  <a:pt x="324693" y="81820"/>
                </a:cubicBezTo>
                <a:cubicBezTo>
                  <a:pt x="321730" y="78706"/>
                  <a:pt x="307014" y="80765"/>
                  <a:pt x="301640" y="80765"/>
                </a:cubicBezTo>
                <a:cubicBezTo>
                  <a:pt x="253273" y="80765"/>
                  <a:pt x="260656" y="89354"/>
                  <a:pt x="260656" y="31344"/>
                </a:cubicBezTo>
                <a:cubicBezTo>
                  <a:pt x="260656" y="25769"/>
                  <a:pt x="264373" y="18085"/>
                  <a:pt x="257040" y="18085"/>
                </a:cubicBezTo>
                <a:lnTo>
                  <a:pt x="83464" y="18085"/>
                </a:lnTo>
                <a:cubicBezTo>
                  <a:pt x="80863" y="18110"/>
                  <a:pt x="78331" y="18953"/>
                  <a:pt x="76232" y="20496"/>
                </a:cubicBezTo>
                <a:cubicBezTo>
                  <a:pt x="76382" y="25920"/>
                  <a:pt x="77437" y="25267"/>
                  <a:pt x="77437" y="31344"/>
                </a:cubicBezTo>
                <a:lnTo>
                  <a:pt x="77437" y="274381"/>
                </a:lnTo>
                <a:cubicBezTo>
                  <a:pt x="77437" y="283371"/>
                  <a:pt x="74775" y="281915"/>
                  <a:pt x="78643" y="290051"/>
                </a:cubicBezTo>
                <a:cubicBezTo>
                  <a:pt x="80571" y="290789"/>
                  <a:pt x="82605" y="291197"/>
                  <a:pt x="84670" y="291256"/>
                </a:cubicBezTo>
                <a:lnTo>
                  <a:pt x="252821" y="290654"/>
                </a:lnTo>
                <a:cubicBezTo>
                  <a:pt x="265830" y="292060"/>
                  <a:pt x="260255" y="293366"/>
                  <a:pt x="263268" y="310392"/>
                </a:cubicBezTo>
                <a:lnTo>
                  <a:pt x="267889" y="321391"/>
                </a:lnTo>
                <a:cubicBezTo>
                  <a:pt x="269094" y="324505"/>
                  <a:pt x="286522" y="344294"/>
                  <a:pt x="260656" y="344294"/>
                </a:cubicBezTo>
                <a:cubicBezTo>
                  <a:pt x="258597" y="336207"/>
                  <a:pt x="250210" y="332190"/>
                  <a:pt x="248552" y="320236"/>
                </a:cubicBezTo>
                <a:cubicBezTo>
                  <a:pt x="248025" y="315656"/>
                  <a:pt x="245735" y="311460"/>
                  <a:pt x="242174" y="308534"/>
                </a:cubicBezTo>
                <a:cubicBezTo>
                  <a:pt x="239713" y="306927"/>
                  <a:pt x="72164" y="308132"/>
                  <a:pt x="48508" y="308132"/>
                </a:cubicBezTo>
                <a:cubicBezTo>
                  <a:pt x="24852" y="308132"/>
                  <a:pt x="13752" y="304214"/>
                  <a:pt x="21738" y="318177"/>
                </a:cubicBezTo>
                <a:cubicBezTo>
                  <a:pt x="26158" y="326062"/>
                  <a:pt x="23848" y="324907"/>
                  <a:pt x="30929" y="333244"/>
                </a:cubicBezTo>
                <a:lnTo>
                  <a:pt x="49211" y="346353"/>
                </a:lnTo>
                <a:cubicBezTo>
                  <a:pt x="56745" y="349869"/>
                  <a:pt x="98532" y="348211"/>
                  <a:pt x="111188" y="348211"/>
                </a:cubicBezTo>
                <a:cubicBezTo>
                  <a:pt x="166435" y="348211"/>
                  <a:pt x="229216" y="349115"/>
                  <a:pt x="283659" y="348211"/>
                </a:cubicBezTo>
                <a:cubicBezTo>
                  <a:pt x="292599" y="348060"/>
                  <a:pt x="290188" y="346905"/>
                  <a:pt x="300936" y="341431"/>
                </a:cubicBezTo>
                <a:cubicBezTo>
                  <a:pt x="313744" y="334902"/>
                  <a:pt x="318565" y="323149"/>
                  <a:pt x="323236" y="313104"/>
                </a:cubicBezTo>
                <a:cubicBezTo>
                  <a:pt x="324542" y="310392"/>
                  <a:pt x="323286" y="313556"/>
                  <a:pt x="324542" y="310744"/>
                </a:cubicBezTo>
                <a:cubicBezTo>
                  <a:pt x="327555" y="303963"/>
                  <a:pt x="325747" y="234503"/>
                  <a:pt x="325747" y="216773"/>
                </a:cubicBezTo>
                <a:cubicBezTo>
                  <a:pt x="325747" y="207030"/>
                  <a:pt x="323236" y="192666"/>
                  <a:pt x="332980" y="192666"/>
                </a:cubicBezTo>
                <a:cubicBezTo>
                  <a:pt x="348851" y="192666"/>
                  <a:pt x="343828" y="205473"/>
                  <a:pt x="343828" y="210747"/>
                </a:cubicBezTo>
                <a:lnTo>
                  <a:pt x="344481" y="302105"/>
                </a:lnTo>
                <a:lnTo>
                  <a:pt x="340865" y="317825"/>
                </a:lnTo>
                <a:cubicBezTo>
                  <a:pt x="338911" y="325185"/>
                  <a:pt x="335697" y="332151"/>
                  <a:pt x="331373" y="338417"/>
                </a:cubicBezTo>
                <a:lnTo>
                  <a:pt x="316305" y="353485"/>
                </a:lnTo>
                <a:cubicBezTo>
                  <a:pt x="308093" y="359097"/>
                  <a:pt x="299133" y="363527"/>
                  <a:pt x="289686" y="366644"/>
                </a:cubicBezTo>
                <a:lnTo>
                  <a:pt x="262063" y="367949"/>
                </a:lnTo>
                <a:cubicBezTo>
                  <a:pt x="239713" y="367949"/>
                  <a:pt x="56895" y="370461"/>
                  <a:pt x="48006" y="365036"/>
                </a:cubicBezTo>
                <a:cubicBezTo>
                  <a:pt x="37308" y="358306"/>
                  <a:pt x="41928" y="363982"/>
                  <a:pt x="36002" y="360014"/>
                </a:cubicBezTo>
                <a:lnTo>
                  <a:pt x="10890" y="335504"/>
                </a:lnTo>
                <a:lnTo>
                  <a:pt x="10437" y="334801"/>
                </a:lnTo>
                <a:lnTo>
                  <a:pt x="9885" y="334098"/>
                </a:lnTo>
                <a:cubicBezTo>
                  <a:pt x="6821" y="330181"/>
                  <a:pt x="8629" y="335705"/>
                  <a:pt x="6420" y="329076"/>
                </a:cubicBezTo>
                <a:cubicBezTo>
                  <a:pt x="3306" y="319633"/>
                  <a:pt x="292" y="315465"/>
                  <a:pt x="292" y="309890"/>
                </a:cubicBezTo>
                <a:cubicBezTo>
                  <a:pt x="-346" y="303838"/>
                  <a:pt x="61" y="297722"/>
                  <a:pt x="1498" y="291809"/>
                </a:cubicBezTo>
                <a:cubicBezTo>
                  <a:pt x="5767" y="291457"/>
                  <a:pt x="4210" y="291106"/>
                  <a:pt x="7374" y="291106"/>
                </a:cubicBezTo>
                <a:lnTo>
                  <a:pt x="48508" y="291709"/>
                </a:lnTo>
                <a:cubicBezTo>
                  <a:pt x="54334" y="291709"/>
                  <a:pt x="53932" y="290503"/>
                  <a:pt x="59356" y="290503"/>
                </a:cubicBezTo>
                <a:lnTo>
                  <a:pt x="59356" y="10853"/>
                </a:lnTo>
                <a:cubicBezTo>
                  <a:pt x="59356" y="5981"/>
                  <a:pt x="60662" y="-197"/>
                  <a:pt x="65182" y="4"/>
                </a:cubicBezTo>
                <a:close/>
              </a:path>
            </a:pathLst>
          </a:custGeom>
          <a:solidFill>
            <a:schemeClr val="bg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gaoding-20"/>
          <p:cNvSpPr/>
          <p:nvPr/>
        </p:nvSpPr>
        <p:spPr>
          <a:xfrm>
            <a:off x="2219419" y="2994852"/>
            <a:ext cx="388413" cy="408563"/>
          </a:xfrm>
          <a:custGeom>
            <a:avLst/>
            <a:gdLst>
              <a:gd name="connsiteX0" fmla="*/ 314628 w 388413"/>
              <a:gd name="connsiteY0" fmla="*/ 369394 h 408563"/>
              <a:gd name="connsiteX1" fmla="*/ 307169 w 388413"/>
              <a:gd name="connsiteY1" fmla="*/ 371233 h 408563"/>
              <a:gd name="connsiteX2" fmla="*/ 303837 w 388413"/>
              <a:gd name="connsiteY2" fmla="*/ 379552 h 408563"/>
              <a:gd name="connsiteX3" fmla="*/ 303779 w 388413"/>
              <a:gd name="connsiteY3" fmla="*/ 379395 h 408563"/>
              <a:gd name="connsiteX4" fmla="*/ 303779 w 388413"/>
              <a:gd name="connsiteY4" fmla="*/ 379696 h 408563"/>
              <a:gd name="connsiteX5" fmla="*/ 303837 w 388413"/>
              <a:gd name="connsiteY5" fmla="*/ 379552 h 408563"/>
              <a:gd name="connsiteX6" fmla="*/ 306692 w 388413"/>
              <a:gd name="connsiteY6" fmla="*/ 387331 h 408563"/>
              <a:gd name="connsiteX7" fmla="*/ 321257 w 388413"/>
              <a:gd name="connsiteY7" fmla="*/ 387331 h 408563"/>
              <a:gd name="connsiteX8" fmla="*/ 325476 w 388413"/>
              <a:gd name="connsiteY8" fmla="*/ 377286 h 408563"/>
              <a:gd name="connsiteX9" fmla="*/ 314628 w 388413"/>
              <a:gd name="connsiteY9" fmla="*/ 369394 h 408563"/>
              <a:gd name="connsiteX10" fmla="*/ 156721 w 388413"/>
              <a:gd name="connsiteY10" fmla="*/ 369049 h 408563"/>
              <a:gd name="connsiteX11" fmla="*/ 150695 w 388413"/>
              <a:gd name="connsiteY11" fmla="*/ 383514 h 408563"/>
              <a:gd name="connsiteX12" fmla="*/ 150695 w 388413"/>
              <a:gd name="connsiteY12" fmla="*/ 383765 h 408563"/>
              <a:gd name="connsiteX13" fmla="*/ 153035 w 388413"/>
              <a:gd name="connsiteY13" fmla="*/ 388007 h 408563"/>
              <a:gd name="connsiteX14" fmla="*/ 168072 w 388413"/>
              <a:gd name="connsiteY14" fmla="*/ 388787 h 408563"/>
              <a:gd name="connsiteX15" fmla="*/ 171186 w 388413"/>
              <a:gd name="connsiteY15" fmla="*/ 382308 h 408563"/>
              <a:gd name="connsiteX16" fmla="*/ 164707 w 388413"/>
              <a:gd name="connsiteY16" fmla="*/ 370706 h 408563"/>
              <a:gd name="connsiteX17" fmla="*/ 161191 w 388413"/>
              <a:gd name="connsiteY17" fmla="*/ 369401 h 408563"/>
              <a:gd name="connsiteX18" fmla="*/ 156721 w 388413"/>
              <a:gd name="connsiteY18" fmla="*/ 369049 h 408563"/>
              <a:gd name="connsiteX19" fmla="*/ 314803 w 388413"/>
              <a:gd name="connsiteY19" fmla="*/ 352556 h 408563"/>
              <a:gd name="connsiteX20" fmla="*/ 332005 w 388413"/>
              <a:gd name="connsiteY20" fmla="*/ 358602 h 408563"/>
              <a:gd name="connsiteX21" fmla="*/ 332608 w 388413"/>
              <a:gd name="connsiteY21" fmla="*/ 359205 h 408563"/>
              <a:gd name="connsiteX22" fmla="*/ 343557 w 388413"/>
              <a:gd name="connsiteY22" fmla="*/ 378391 h 408563"/>
              <a:gd name="connsiteX23" fmla="*/ 335822 w 388413"/>
              <a:gd name="connsiteY23" fmla="*/ 398480 h 408563"/>
              <a:gd name="connsiteX24" fmla="*/ 308249 w 388413"/>
              <a:gd name="connsiteY24" fmla="*/ 406617 h 408563"/>
              <a:gd name="connsiteX25" fmla="*/ 298656 w 388413"/>
              <a:gd name="connsiteY25" fmla="*/ 402950 h 408563"/>
              <a:gd name="connsiteX26" fmla="*/ 286903 w 388413"/>
              <a:gd name="connsiteY26" fmla="*/ 372464 h 408563"/>
              <a:gd name="connsiteX27" fmla="*/ 290972 w 388413"/>
              <a:gd name="connsiteY27" fmla="*/ 364328 h 408563"/>
              <a:gd name="connsiteX28" fmla="*/ 291524 w 388413"/>
              <a:gd name="connsiteY28" fmla="*/ 363675 h 408563"/>
              <a:gd name="connsiteX29" fmla="*/ 298053 w 388413"/>
              <a:gd name="connsiteY29" fmla="*/ 356945 h 408563"/>
              <a:gd name="connsiteX30" fmla="*/ 314803 w 388413"/>
              <a:gd name="connsiteY30" fmla="*/ 352556 h 408563"/>
              <a:gd name="connsiteX31" fmla="*/ 160765 w 388413"/>
              <a:gd name="connsiteY31" fmla="*/ 352149 h 408563"/>
              <a:gd name="connsiteX32" fmla="*/ 179674 w 388413"/>
              <a:gd name="connsiteY32" fmla="*/ 359305 h 408563"/>
              <a:gd name="connsiteX33" fmla="*/ 189166 w 388413"/>
              <a:gd name="connsiteY33" fmla="*/ 375076 h 408563"/>
              <a:gd name="connsiteX34" fmla="*/ 187308 w 388413"/>
              <a:gd name="connsiteY34" fmla="*/ 392454 h 408563"/>
              <a:gd name="connsiteX35" fmla="*/ 185550 w 388413"/>
              <a:gd name="connsiteY35" fmla="*/ 394362 h 408563"/>
              <a:gd name="connsiteX36" fmla="*/ 184998 w 388413"/>
              <a:gd name="connsiteY36" fmla="*/ 395015 h 408563"/>
              <a:gd name="connsiteX37" fmla="*/ 178067 w 388413"/>
              <a:gd name="connsiteY37" fmla="*/ 402499 h 408563"/>
              <a:gd name="connsiteX38" fmla="*/ 141001 w 388413"/>
              <a:gd name="connsiteY38" fmla="*/ 400389 h 408563"/>
              <a:gd name="connsiteX39" fmla="*/ 135978 w 388413"/>
              <a:gd name="connsiteY39" fmla="*/ 392203 h 408563"/>
              <a:gd name="connsiteX40" fmla="*/ 132613 w 388413"/>
              <a:gd name="connsiteY40" fmla="*/ 377487 h 408563"/>
              <a:gd name="connsiteX41" fmla="*/ 132613 w 388413"/>
              <a:gd name="connsiteY41" fmla="*/ 377286 h 408563"/>
              <a:gd name="connsiteX42" fmla="*/ 142307 w 388413"/>
              <a:gd name="connsiteY42" fmla="*/ 359305 h 408563"/>
              <a:gd name="connsiteX43" fmla="*/ 160765 w 388413"/>
              <a:gd name="connsiteY43" fmla="*/ 352149 h 408563"/>
              <a:gd name="connsiteX44" fmla="*/ 46604 w 388413"/>
              <a:gd name="connsiteY44" fmla="*/ 270829 h 408563"/>
              <a:gd name="connsiteX45" fmla="*/ 82188 w 388413"/>
              <a:gd name="connsiteY45" fmla="*/ 271212 h 408563"/>
              <a:gd name="connsiteX46" fmla="*/ 85804 w 388413"/>
              <a:gd name="connsiteY46" fmla="*/ 289293 h 408563"/>
              <a:gd name="connsiteX47" fmla="*/ 20512 w 388413"/>
              <a:gd name="connsiteY47" fmla="*/ 289293 h 408563"/>
              <a:gd name="connsiteX48" fmla="*/ 20170 w 388413"/>
              <a:gd name="connsiteY48" fmla="*/ 289270 h 408563"/>
              <a:gd name="connsiteX49" fmla="*/ 12074 w 388413"/>
              <a:gd name="connsiteY49" fmla="*/ 279650 h 408563"/>
              <a:gd name="connsiteX50" fmla="*/ 15238 w 388413"/>
              <a:gd name="connsiteY50" fmla="*/ 272970 h 408563"/>
              <a:gd name="connsiteX51" fmla="*/ 46604 w 388413"/>
              <a:gd name="connsiteY51" fmla="*/ 270829 h 408563"/>
              <a:gd name="connsiteX52" fmla="*/ 253087 w 388413"/>
              <a:gd name="connsiteY52" fmla="*/ 210789 h 408563"/>
              <a:gd name="connsiteX53" fmla="*/ 243510 w 388413"/>
              <a:gd name="connsiteY53" fmla="*/ 231434 h 408563"/>
              <a:gd name="connsiteX54" fmla="*/ 278667 w 388413"/>
              <a:gd name="connsiteY54" fmla="*/ 230228 h 408563"/>
              <a:gd name="connsiteX55" fmla="*/ 277461 w 388413"/>
              <a:gd name="connsiteY55" fmla="*/ 220585 h 408563"/>
              <a:gd name="connsiteX56" fmla="*/ 277260 w 388413"/>
              <a:gd name="connsiteY56" fmla="*/ 220585 h 408563"/>
              <a:gd name="connsiteX57" fmla="*/ 277260 w 388413"/>
              <a:gd name="connsiteY57" fmla="*/ 212147 h 408563"/>
              <a:gd name="connsiteX58" fmla="*/ 271234 w 388413"/>
              <a:gd name="connsiteY58" fmla="*/ 210942 h 408563"/>
              <a:gd name="connsiteX59" fmla="*/ 253087 w 388413"/>
              <a:gd name="connsiteY59" fmla="*/ 210789 h 408563"/>
              <a:gd name="connsiteX60" fmla="*/ 211655 w 388413"/>
              <a:gd name="connsiteY60" fmla="*/ 210614 h 408563"/>
              <a:gd name="connsiteX61" fmla="*/ 190673 w 388413"/>
              <a:gd name="connsiteY61" fmla="*/ 210942 h 408563"/>
              <a:gd name="connsiteX62" fmla="*/ 189468 w 388413"/>
              <a:gd name="connsiteY62" fmla="*/ 226612 h 408563"/>
              <a:gd name="connsiteX63" fmla="*/ 190673 w 388413"/>
              <a:gd name="connsiteY63" fmla="*/ 232639 h 408563"/>
              <a:gd name="connsiteX64" fmla="*/ 225830 w 388413"/>
              <a:gd name="connsiteY64" fmla="*/ 219330 h 408563"/>
              <a:gd name="connsiteX65" fmla="*/ 211655 w 388413"/>
              <a:gd name="connsiteY65" fmla="*/ 210614 h 408563"/>
              <a:gd name="connsiteX66" fmla="*/ 7052 w 388413"/>
              <a:gd name="connsiteY66" fmla="*/ 192862 h 408563"/>
              <a:gd name="connsiteX67" fmla="*/ 12075 w 388413"/>
              <a:gd name="connsiteY67" fmla="*/ 210943 h 408563"/>
              <a:gd name="connsiteX68" fmla="*/ 21 w 388413"/>
              <a:gd name="connsiteY68" fmla="*/ 197683 h 408563"/>
              <a:gd name="connsiteX69" fmla="*/ 7052 w 388413"/>
              <a:gd name="connsiteY69" fmla="*/ 192862 h 408563"/>
              <a:gd name="connsiteX70" fmla="*/ 50930 w 388413"/>
              <a:gd name="connsiteY70" fmla="*/ 192429 h 408563"/>
              <a:gd name="connsiteX71" fmla="*/ 77166 w 388413"/>
              <a:gd name="connsiteY71" fmla="*/ 195273 h 408563"/>
              <a:gd name="connsiteX72" fmla="*/ 68728 w 388413"/>
              <a:gd name="connsiteY72" fmla="*/ 210943 h 408563"/>
              <a:gd name="connsiteX73" fmla="*/ 27745 w 388413"/>
              <a:gd name="connsiteY73" fmla="*/ 194067 h 408563"/>
              <a:gd name="connsiteX74" fmla="*/ 50930 w 388413"/>
              <a:gd name="connsiteY74" fmla="*/ 192429 h 408563"/>
              <a:gd name="connsiteX75" fmla="*/ 231807 w 388413"/>
              <a:gd name="connsiteY75" fmla="*/ 172420 h 408563"/>
              <a:gd name="connsiteX76" fmla="*/ 247477 w 388413"/>
              <a:gd name="connsiteY76" fmla="*/ 192911 h 408563"/>
              <a:gd name="connsiteX77" fmla="*/ 277612 w 388413"/>
              <a:gd name="connsiteY77" fmla="*/ 183268 h 408563"/>
              <a:gd name="connsiteX78" fmla="*/ 284844 w 388413"/>
              <a:gd name="connsiteY78" fmla="*/ 172420 h 408563"/>
              <a:gd name="connsiteX79" fmla="*/ 295693 w 388413"/>
              <a:gd name="connsiteY79" fmla="*/ 192911 h 408563"/>
              <a:gd name="connsiteX80" fmla="*/ 334265 w 388413"/>
              <a:gd name="connsiteY80" fmla="*/ 194117 h 408563"/>
              <a:gd name="connsiteX81" fmla="*/ 331854 w 388413"/>
              <a:gd name="connsiteY81" fmla="*/ 210992 h 408563"/>
              <a:gd name="connsiteX82" fmla="*/ 311363 w 388413"/>
              <a:gd name="connsiteY82" fmla="*/ 210992 h 408563"/>
              <a:gd name="connsiteX83" fmla="*/ 295693 w 388413"/>
              <a:gd name="connsiteY83" fmla="*/ 214608 h 408563"/>
              <a:gd name="connsiteX84" fmla="*/ 320805 w 388413"/>
              <a:gd name="connsiteY84" fmla="*/ 232689 h 408563"/>
              <a:gd name="connsiteX85" fmla="*/ 295693 w 388413"/>
              <a:gd name="connsiteY85" fmla="*/ 250770 h 408563"/>
              <a:gd name="connsiteX86" fmla="*/ 295693 w 388413"/>
              <a:gd name="connsiteY86" fmla="*/ 264029 h 408563"/>
              <a:gd name="connsiteX87" fmla="*/ 280626 w 388413"/>
              <a:gd name="connsiteY87" fmla="*/ 267244 h 408563"/>
              <a:gd name="connsiteX88" fmla="*/ 274197 w 388413"/>
              <a:gd name="connsiteY88" fmla="*/ 250770 h 408563"/>
              <a:gd name="connsiteX89" fmla="*/ 244062 w 388413"/>
              <a:gd name="connsiteY89" fmla="*/ 266440 h 408563"/>
              <a:gd name="connsiteX90" fmla="*/ 225981 w 388413"/>
              <a:gd name="connsiteY90" fmla="*/ 250770 h 408563"/>
              <a:gd name="connsiteX91" fmla="*/ 196951 w 388413"/>
              <a:gd name="connsiteY91" fmla="*/ 250770 h 408563"/>
              <a:gd name="connsiteX92" fmla="*/ 189820 w 388413"/>
              <a:gd name="connsiteY92" fmla="*/ 259308 h 408563"/>
              <a:gd name="connsiteX93" fmla="*/ 184797 w 388413"/>
              <a:gd name="connsiteY93" fmla="*/ 270207 h 408563"/>
              <a:gd name="connsiteX94" fmla="*/ 171538 w 388413"/>
              <a:gd name="connsiteY94" fmla="*/ 250921 h 408563"/>
              <a:gd name="connsiteX95" fmla="*/ 159484 w 388413"/>
              <a:gd name="connsiteY95" fmla="*/ 250921 h 408563"/>
              <a:gd name="connsiteX96" fmla="*/ 154462 w 388413"/>
              <a:gd name="connsiteY96" fmla="*/ 232840 h 408563"/>
              <a:gd name="connsiteX97" fmla="*/ 171437 w 388413"/>
              <a:gd name="connsiteY97" fmla="*/ 230630 h 408563"/>
              <a:gd name="connsiteX98" fmla="*/ 171437 w 388413"/>
              <a:gd name="connsiteY98" fmla="*/ 214759 h 408563"/>
              <a:gd name="connsiteX99" fmla="*/ 140047 w 388413"/>
              <a:gd name="connsiteY99" fmla="*/ 209737 h 408563"/>
              <a:gd name="connsiteX100" fmla="*/ 171387 w 388413"/>
              <a:gd name="connsiteY100" fmla="*/ 192861 h 408563"/>
              <a:gd name="connsiteX101" fmla="*/ 171387 w 388413"/>
              <a:gd name="connsiteY101" fmla="*/ 182013 h 408563"/>
              <a:gd name="connsiteX102" fmla="*/ 171186 w 388413"/>
              <a:gd name="connsiteY102" fmla="*/ 182013 h 408563"/>
              <a:gd name="connsiteX103" fmla="*/ 188212 w 388413"/>
              <a:gd name="connsiteY103" fmla="*/ 173374 h 408563"/>
              <a:gd name="connsiteX104" fmla="*/ 189317 w 388413"/>
              <a:gd name="connsiteY104" fmla="*/ 187939 h 408563"/>
              <a:gd name="connsiteX105" fmla="*/ 200266 w 388413"/>
              <a:gd name="connsiteY105" fmla="*/ 192962 h 408563"/>
              <a:gd name="connsiteX106" fmla="*/ 226785 w 388413"/>
              <a:gd name="connsiteY106" fmla="*/ 191706 h 408563"/>
              <a:gd name="connsiteX107" fmla="*/ 231807 w 388413"/>
              <a:gd name="connsiteY107" fmla="*/ 172420 h 408563"/>
              <a:gd name="connsiteX108" fmla="*/ 115989 w 388413"/>
              <a:gd name="connsiteY108" fmla="*/ 146906 h 408563"/>
              <a:gd name="connsiteX109" fmla="*/ 363094 w 388413"/>
              <a:gd name="connsiteY109" fmla="*/ 146906 h 408563"/>
              <a:gd name="connsiteX110" fmla="*/ 380371 w 388413"/>
              <a:gd name="connsiteY110" fmla="*/ 152531 h 408563"/>
              <a:gd name="connsiteX111" fmla="*/ 384791 w 388413"/>
              <a:gd name="connsiteY111" fmla="*/ 178246 h 408563"/>
              <a:gd name="connsiteX112" fmla="*/ 382230 w 388413"/>
              <a:gd name="connsiteY112" fmla="*/ 188894 h 408563"/>
              <a:gd name="connsiteX113" fmla="*/ 378111 w 388413"/>
              <a:gd name="connsiteY113" fmla="*/ 198035 h 408563"/>
              <a:gd name="connsiteX114" fmla="*/ 368970 w 388413"/>
              <a:gd name="connsiteY114" fmla="*/ 226261 h 408563"/>
              <a:gd name="connsiteX115" fmla="*/ 366258 w 388413"/>
              <a:gd name="connsiteY115" fmla="*/ 236808 h 408563"/>
              <a:gd name="connsiteX116" fmla="*/ 362491 w 388413"/>
              <a:gd name="connsiteY116" fmla="*/ 245095 h 408563"/>
              <a:gd name="connsiteX117" fmla="*/ 359829 w 388413"/>
              <a:gd name="connsiteY117" fmla="*/ 255693 h 408563"/>
              <a:gd name="connsiteX118" fmla="*/ 356012 w 388413"/>
              <a:gd name="connsiteY118" fmla="*/ 265185 h 408563"/>
              <a:gd name="connsiteX119" fmla="*/ 335922 w 388413"/>
              <a:gd name="connsiteY119" fmla="*/ 295320 h 408563"/>
              <a:gd name="connsiteX120" fmla="*/ 327385 w 388413"/>
              <a:gd name="connsiteY120" fmla="*/ 300342 h 408563"/>
              <a:gd name="connsiteX121" fmla="*/ 164205 w 388413"/>
              <a:gd name="connsiteY121" fmla="*/ 302301 h 408563"/>
              <a:gd name="connsiteX122" fmla="*/ 159182 w 388413"/>
              <a:gd name="connsiteY122" fmla="*/ 315862 h 408563"/>
              <a:gd name="connsiteX123" fmla="*/ 161543 w 388413"/>
              <a:gd name="connsiteY123" fmla="*/ 320884 h 408563"/>
              <a:gd name="connsiteX124" fmla="*/ 168976 w 388413"/>
              <a:gd name="connsiteY124" fmla="*/ 331532 h 408563"/>
              <a:gd name="connsiteX125" fmla="*/ 328087 w 388413"/>
              <a:gd name="connsiteY125" fmla="*/ 332737 h 408563"/>
              <a:gd name="connsiteX126" fmla="*/ 254559 w 388413"/>
              <a:gd name="connsiteY126" fmla="*/ 349612 h 408563"/>
              <a:gd name="connsiteX127" fmla="*/ 163602 w 388413"/>
              <a:gd name="connsiteY127" fmla="*/ 346549 h 408563"/>
              <a:gd name="connsiteX128" fmla="*/ 156420 w 388413"/>
              <a:gd name="connsiteY128" fmla="*/ 342882 h 408563"/>
              <a:gd name="connsiteX129" fmla="*/ 145371 w 388413"/>
              <a:gd name="connsiteY129" fmla="*/ 327463 h 408563"/>
              <a:gd name="connsiteX130" fmla="*/ 143111 w 388413"/>
              <a:gd name="connsiteY130" fmla="*/ 320030 h 408563"/>
              <a:gd name="connsiteX131" fmla="*/ 139695 w 388413"/>
              <a:gd name="connsiteY131" fmla="*/ 315008 h 408563"/>
              <a:gd name="connsiteX132" fmla="*/ 134221 w 388413"/>
              <a:gd name="connsiteY132" fmla="*/ 301146 h 408563"/>
              <a:gd name="connsiteX133" fmla="*/ 132162 w 388413"/>
              <a:gd name="connsiteY133" fmla="*/ 293311 h 408563"/>
              <a:gd name="connsiteX134" fmla="*/ 128897 w 388413"/>
              <a:gd name="connsiteY134" fmla="*/ 288288 h 408563"/>
              <a:gd name="connsiteX135" fmla="*/ 126436 w 388413"/>
              <a:gd name="connsiteY135" fmla="*/ 281106 h 408563"/>
              <a:gd name="connsiteX136" fmla="*/ 121765 w 388413"/>
              <a:gd name="connsiteY136" fmla="*/ 260464 h 408563"/>
              <a:gd name="connsiteX137" fmla="*/ 132614 w 388413"/>
              <a:gd name="connsiteY137" fmla="*/ 259258 h 408563"/>
              <a:gd name="connsiteX138" fmla="*/ 150695 w 388413"/>
              <a:gd name="connsiteY138" fmla="*/ 285777 h 408563"/>
              <a:gd name="connsiteX139" fmla="*/ 311011 w 388413"/>
              <a:gd name="connsiteY139" fmla="*/ 285777 h 408563"/>
              <a:gd name="connsiteX140" fmla="*/ 335119 w 388413"/>
              <a:gd name="connsiteY140" fmla="*/ 272468 h 408563"/>
              <a:gd name="connsiteX141" fmla="*/ 337881 w 388413"/>
              <a:gd name="connsiteY141" fmla="*/ 263176 h 408563"/>
              <a:gd name="connsiteX142" fmla="*/ 341849 w 388413"/>
              <a:gd name="connsiteY142" fmla="*/ 253935 h 408563"/>
              <a:gd name="connsiteX143" fmla="*/ 344360 w 388413"/>
              <a:gd name="connsiteY143" fmla="*/ 244342 h 408563"/>
              <a:gd name="connsiteX144" fmla="*/ 353551 w 388413"/>
              <a:gd name="connsiteY144" fmla="*/ 216216 h 408563"/>
              <a:gd name="connsiteX145" fmla="*/ 357218 w 388413"/>
              <a:gd name="connsiteY145" fmla="*/ 207778 h 408563"/>
              <a:gd name="connsiteX146" fmla="*/ 359528 w 388413"/>
              <a:gd name="connsiteY146" fmla="*/ 198085 h 408563"/>
              <a:gd name="connsiteX147" fmla="*/ 363345 w 388413"/>
              <a:gd name="connsiteY147" fmla="*/ 189798 h 408563"/>
              <a:gd name="connsiteX148" fmla="*/ 365505 w 388413"/>
              <a:gd name="connsiteY148" fmla="*/ 178698 h 408563"/>
              <a:gd name="connsiteX149" fmla="*/ 369523 w 388413"/>
              <a:gd name="connsiteY149" fmla="*/ 170813 h 408563"/>
              <a:gd name="connsiteX150" fmla="*/ 365254 w 388413"/>
              <a:gd name="connsiteY150" fmla="*/ 163932 h 408563"/>
              <a:gd name="connsiteX151" fmla="*/ 120560 w 388413"/>
              <a:gd name="connsiteY151" fmla="*/ 163932 h 408563"/>
              <a:gd name="connsiteX152" fmla="*/ 106095 w 388413"/>
              <a:gd name="connsiteY152" fmla="*/ 149468 h 408563"/>
              <a:gd name="connsiteX153" fmla="*/ 115989 w 388413"/>
              <a:gd name="connsiteY153" fmla="*/ 146906 h 408563"/>
              <a:gd name="connsiteX154" fmla="*/ 9664 w 388413"/>
              <a:gd name="connsiteY154" fmla="*/ 121040 h 408563"/>
              <a:gd name="connsiteX155" fmla="*/ 67673 w 388413"/>
              <a:gd name="connsiteY155" fmla="*/ 121040 h 408563"/>
              <a:gd name="connsiteX156" fmla="*/ 78873 w 388413"/>
              <a:gd name="connsiteY156" fmla="*/ 131537 h 408563"/>
              <a:gd name="connsiteX157" fmla="*/ 80430 w 388413"/>
              <a:gd name="connsiteY157" fmla="*/ 136007 h 408563"/>
              <a:gd name="connsiteX158" fmla="*/ 85452 w 388413"/>
              <a:gd name="connsiteY158" fmla="*/ 146504 h 408563"/>
              <a:gd name="connsiteX159" fmla="*/ 94342 w 388413"/>
              <a:gd name="connsiteY159" fmla="*/ 165338 h 408563"/>
              <a:gd name="connsiteX160" fmla="*/ 98662 w 388413"/>
              <a:gd name="connsiteY160" fmla="*/ 175383 h 408563"/>
              <a:gd name="connsiteX161" fmla="*/ 101625 w 388413"/>
              <a:gd name="connsiteY161" fmla="*/ 183318 h 408563"/>
              <a:gd name="connsiteX162" fmla="*/ 107049 w 388413"/>
              <a:gd name="connsiteY162" fmla="*/ 194719 h 408563"/>
              <a:gd name="connsiteX163" fmla="*/ 112072 w 388413"/>
              <a:gd name="connsiteY163" fmla="*/ 204212 h 408563"/>
              <a:gd name="connsiteX164" fmla="*/ 114884 w 388413"/>
              <a:gd name="connsiteY164" fmla="*/ 212198 h 408563"/>
              <a:gd name="connsiteX165" fmla="*/ 122117 w 388413"/>
              <a:gd name="connsiteY165" fmla="*/ 226712 h 408563"/>
              <a:gd name="connsiteX166" fmla="*/ 125381 w 388413"/>
              <a:gd name="connsiteY166" fmla="*/ 233041 h 408563"/>
              <a:gd name="connsiteX167" fmla="*/ 143914 w 388413"/>
              <a:gd name="connsiteY167" fmla="*/ 238666 h 408563"/>
              <a:gd name="connsiteX168" fmla="*/ 135024 w 388413"/>
              <a:gd name="connsiteY168" fmla="*/ 251122 h 408563"/>
              <a:gd name="connsiteX169" fmla="*/ 34977 w 388413"/>
              <a:gd name="connsiteY169" fmla="*/ 249916 h 408563"/>
              <a:gd name="connsiteX170" fmla="*/ 43364 w 388413"/>
              <a:gd name="connsiteY170" fmla="*/ 232990 h 408563"/>
              <a:gd name="connsiteX171" fmla="*/ 95347 w 388413"/>
              <a:gd name="connsiteY171" fmla="*/ 232990 h 408563"/>
              <a:gd name="connsiteX172" fmla="*/ 99767 w 388413"/>
              <a:gd name="connsiteY172" fmla="*/ 221238 h 408563"/>
              <a:gd name="connsiteX173" fmla="*/ 98210 w 388413"/>
              <a:gd name="connsiteY173" fmla="*/ 214357 h 408563"/>
              <a:gd name="connsiteX174" fmla="*/ 94242 w 388413"/>
              <a:gd name="connsiteY174" fmla="*/ 208632 h 408563"/>
              <a:gd name="connsiteX175" fmla="*/ 92183 w 388413"/>
              <a:gd name="connsiteY175" fmla="*/ 202253 h 408563"/>
              <a:gd name="connsiteX176" fmla="*/ 88717 w 388413"/>
              <a:gd name="connsiteY176" fmla="*/ 197231 h 408563"/>
              <a:gd name="connsiteX177" fmla="*/ 86809 w 388413"/>
              <a:gd name="connsiteY177" fmla="*/ 190701 h 408563"/>
              <a:gd name="connsiteX178" fmla="*/ 83444 w 388413"/>
              <a:gd name="connsiteY178" fmla="*/ 184423 h 408563"/>
              <a:gd name="connsiteX179" fmla="*/ 80932 w 388413"/>
              <a:gd name="connsiteY179" fmla="*/ 178497 h 408563"/>
              <a:gd name="connsiteX180" fmla="*/ 76161 w 388413"/>
              <a:gd name="connsiteY180" fmla="*/ 166443 h 408563"/>
              <a:gd name="connsiteX181" fmla="*/ 72545 w 388413"/>
              <a:gd name="connsiteY181" fmla="*/ 160366 h 408563"/>
              <a:gd name="connsiteX182" fmla="*/ 70787 w 388413"/>
              <a:gd name="connsiteY182" fmla="*/ 153736 h 408563"/>
              <a:gd name="connsiteX183" fmla="*/ 67321 w 388413"/>
              <a:gd name="connsiteY183" fmla="*/ 148714 h 408563"/>
              <a:gd name="connsiteX184" fmla="*/ 65162 w 388413"/>
              <a:gd name="connsiteY184" fmla="*/ 142436 h 408563"/>
              <a:gd name="connsiteX185" fmla="*/ 1226 w 388413"/>
              <a:gd name="connsiteY185" fmla="*/ 137413 h 408563"/>
              <a:gd name="connsiteX186" fmla="*/ 21 w 388413"/>
              <a:gd name="connsiteY186" fmla="*/ 125359 h 408563"/>
              <a:gd name="connsiteX187" fmla="*/ 9664 w 388413"/>
              <a:gd name="connsiteY187" fmla="*/ 121040 h 408563"/>
              <a:gd name="connsiteX188" fmla="*/ 216990 w 388413"/>
              <a:gd name="connsiteY188" fmla="*/ 39577 h 408563"/>
              <a:gd name="connsiteX189" fmla="*/ 343556 w 388413"/>
              <a:gd name="connsiteY189" fmla="*/ 39577 h 408563"/>
              <a:gd name="connsiteX190" fmla="*/ 355610 w 388413"/>
              <a:gd name="connsiteY190" fmla="*/ 49220 h 408563"/>
              <a:gd name="connsiteX191" fmla="*/ 355610 w 388413"/>
              <a:gd name="connsiteY191" fmla="*/ 129981 h 408563"/>
              <a:gd name="connsiteX192" fmla="*/ 337529 w 388413"/>
              <a:gd name="connsiteY192" fmla="*/ 135003 h 408563"/>
              <a:gd name="connsiteX193" fmla="*/ 337529 w 388413"/>
              <a:gd name="connsiteY193" fmla="*/ 73528 h 408563"/>
              <a:gd name="connsiteX194" fmla="*/ 333913 w 388413"/>
              <a:gd name="connsiteY194" fmla="*/ 57858 h 408563"/>
              <a:gd name="connsiteX195" fmla="*/ 223017 w 388413"/>
              <a:gd name="connsiteY195" fmla="*/ 57858 h 408563"/>
              <a:gd name="connsiteX196" fmla="*/ 231455 w 388413"/>
              <a:gd name="connsiteY196" fmla="*/ 80761 h 408563"/>
              <a:gd name="connsiteX197" fmla="*/ 283287 w 388413"/>
              <a:gd name="connsiteY197" fmla="*/ 86788 h 408563"/>
              <a:gd name="connsiteX198" fmla="*/ 282082 w 388413"/>
              <a:gd name="connsiteY198" fmla="*/ 136209 h 408563"/>
              <a:gd name="connsiteX199" fmla="*/ 266412 w 388413"/>
              <a:gd name="connsiteY199" fmla="*/ 137414 h 408563"/>
              <a:gd name="connsiteX200" fmla="*/ 264001 w 388413"/>
              <a:gd name="connsiteY200" fmla="*/ 97636 h 408563"/>
              <a:gd name="connsiteX201" fmla="*/ 167570 w 388413"/>
              <a:gd name="connsiteY201" fmla="*/ 97636 h 408563"/>
              <a:gd name="connsiteX202" fmla="*/ 150895 w 388413"/>
              <a:gd name="connsiteY202" fmla="*/ 100248 h 408563"/>
              <a:gd name="connsiteX203" fmla="*/ 149489 w 388413"/>
              <a:gd name="connsiteY203" fmla="*/ 136209 h 408563"/>
              <a:gd name="connsiteX204" fmla="*/ 133819 w 388413"/>
              <a:gd name="connsiteY204" fmla="*/ 137414 h 408563"/>
              <a:gd name="connsiteX205" fmla="*/ 132613 w 388413"/>
              <a:gd name="connsiteY205" fmla="*/ 131387 h 408563"/>
              <a:gd name="connsiteX206" fmla="*/ 147078 w 388413"/>
              <a:gd name="connsiteY206" fmla="*/ 80761 h 408563"/>
              <a:gd name="connsiteX207" fmla="*/ 203731 w 388413"/>
              <a:gd name="connsiteY207" fmla="*/ 80761 h 408563"/>
              <a:gd name="connsiteX208" fmla="*/ 204937 w 388413"/>
              <a:gd name="connsiteY208" fmla="*/ 44599 h 408563"/>
              <a:gd name="connsiteX209" fmla="*/ 216990 w 388413"/>
              <a:gd name="connsiteY209" fmla="*/ 39577 h 408563"/>
              <a:gd name="connsiteX210" fmla="*/ 165159 w 388413"/>
              <a:gd name="connsiteY210" fmla="*/ 0 h 408563"/>
              <a:gd name="connsiteX211" fmla="*/ 302975 w 388413"/>
              <a:gd name="connsiteY211" fmla="*/ 0 h 408563"/>
              <a:gd name="connsiteX212" fmla="*/ 316234 w 388413"/>
              <a:gd name="connsiteY212" fmla="*/ 6026 h 408563"/>
              <a:gd name="connsiteX213" fmla="*/ 299359 w 388413"/>
              <a:gd name="connsiteY213" fmla="*/ 30134 h 408563"/>
              <a:gd name="connsiteX214" fmla="*/ 294336 w 388413"/>
              <a:gd name="connsiteY214" fmla="*/ 18080 h 408563"/>
              <a:gd name="connsiteX215" fmla="*/ 177413 w 388413"/>
              <a:gd name="connsiteY215" fmla="*/ 19286 h 408563"/>
              <a:gd name="connsiteX216" fmla="*/ 175505 w 388413"/>
              <a:gd name="connsiteY216" fmla="*/ 69159 h 408563"/>
              <a:gd name="connsiteX217" fmla="*/ 161743 w 388413"/>
              <a:gd name="connsiteY217" fmla="*/ 72323 h 408563"/>
              <a:gd name="connsiteX218" fmla="*/ 159333 w 388413"/>
              <a:gd name="connsiteY218" fmla="*/ 61474 h 408563"/>
              <a:gd name="connsiteX219" fmla="*/ 159333 w 388413"/>
              <a:gd name="connsiteY219" fmla="*/ 10848 h 408563"/>
              <a:gd name="connsiteX220" fmla="*/ 165159 w 388413"/>
              <a:gd name="connsiteY220" fmla="*/ 0 h 408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Lst>
            <a:rect l="l" t="t" r="r" b="b"/>
            <a:pathLst>
              <a:path w="388413" h="408563">
                <a:moveTo>
                  <a:pt x="314628" y="369394"/>
                </a:moveTo>
                <a:cubicBezTo>
                  <a:pt x="311916" y="369134"/>
                  <a:pt x="309204" y="369631"/>
                  <a:pt x="307169" y="371233"/>
                </a:cubicBezTo>
                <a:lnTo>
                  <a:pt x="303837" y="379552"/>
                </a:lnTo>
                <a:lnTo>
                  <a:pt x="303779" y="379395"/>
                </a:lnTo>
                <a:lnTo>
                  <a:pt x="303779" y="379696"/>
                </a:lnTo>
                <a:lnTo>
                  <a:pt x="303837" y="379552"/>
                </a:lnTo>
                <a:lnTo>
                  <a:pt x="306692" y="387331"/>
                </a:lnTo>
                <a:cubicBezTo>
                  <a:pt x="313070" y="395869"/>
                  <a:pt x="318896" y="389189"/>
                  <a:pt x="321257" y="387331"/>
                </a:cubicBezTo>
                <a:cubicBezTo>
                  <a:pt x="325827" y="383915"/>
                  <a:pt x="325476" y="386075"/>
                  <a:pt x="325476" y="377286"/>
                </a:cubicBezTo>
                <a:cubicBezTo>
                  <a:pt x="325476" y="373469"/>
                  <a:pt x="320052" y="369916"/>
                  <a:pt x="314628" y="369394"/>
                </a:cubicBezTo>
                <a:close/>
                <a:moveTo>
                  <a:pt x="156721" y="369049"/>
                </a:moveTo>
                <a:cubicBezTo>
                  <a:pt x="153858" y="376985"/>
                  <a:pt x="150695" y="368446"/>
                  <a:pt x="150695" y="383514"/>
                </a:cubicBezTo>
                <a:lnTo>
                  <a:pt x="150695" y="383765"/>
                </a:lnTo>
                <a:cubicBezTo>
                  <a:pt x="151136" y="385340"/>
                  <a:pt x="151940" y="386792"/>
                  <a:pt x="153035" y="388007"/>
                </a:cubicBezTo>
                <a:cubicBezTo>
                  <a:pt x="156973" y="392375"/>
                  <a:pt x="163703" y="392724"/>
                  <a:pt x="168072" y="388787"/>
                </a:cubicBezTo>
                <a:cubicBezTo>
                  <a:pt x="170583" y="386979"/>
                  <a:pt x="171186" y="386276"/>
                  <a:pt x="171186" y="382308"/>
                </a:cubicBezTo>
                <a:cubicBezTo>
                  <a:pt x="171186" y="372364"/>
                  <a:pt x="172040" y="373871"/>
                  <a:pt x="164707" y="370706"/>
                </a:cubicBezTo>
                <a:lnTo>
                  <a:pt x="161191" y="369401"/>
                </a:lnTo>
                <a:cubicBezTo>
                  <a:pt x="159730" y="369056"/>
                  <a:pt x="158223" y="368937"/>
                  <a:pt x="156721" y="369049"/>
                </a:cubicBezTo>
                <a:close/>
                <a:moveTo>
                  <a:pt x="314803" y="352556"/>
                </a:moveTo>
                <a:cubicBezTo>
                  <a:pt x="321207" y="352650"/>
                  <a:pt x="327686" y="354484"/>
                  <a:pt x="332005" y="358602"/>
                </a:cubicBezTo>
                <a:cubicBezTo>
                  <a:pt x="332216" y="358790"/>
                  <a:pt x="332422" y="358991"/>
                  <a:pt x="332608" y="359205"/>
                </a:cubicBezTo>
                <a:cubicBezTo>
                  <a:pt x="336776" y="363323"/>
                  <a:pt x="343557" y="371861"/>
                  <a:pt x="343557" y="378391"/>
                </a:cubicBezTo>
                <a:cubicBezTo>
                  <a:pt x="342557" y="385593"/>
                  <a:pt x="339910" y="392467"/>
                  <a:pt x="335822" y="398480"/>
                </a:cubicBezTo>
                <a:cubicBezTo>
                  <a:pt x="326380" y="407320"/>
                  <a:pt x="319901" y="409379"/>
                  <a:pt x="308249" y="406617"/>
                </a:cubicBezTo>
                <a:cubicBezTo>
                  <a:pt x="301719" y="405110"/>
                  <a:pt x="303678" y="406968"/>
                  <a:pt x="298656" y="402950"/>
                </a:cubicBezTo>
                <a:cubicBezTo>
                  <a:pt x="284241" y="390947"/>
                  <a:pt x="286903" y="391399"/>
                  <a:pt x="286903" y="372464"/>
                </a:cubicBezTo>
                <a:cubicBezTo>
                  <a:pt x="286903" y="367542"/>
                  <a:pt x="289063" y="366688"/>
                  <a:pt x="290972" y="364328"/>
                </a:cubicBezTo>
                <a:lnTo>
                  <a:pt x="291524" y="363675"/>
                </a:lnTo>
                <a:cubicBezTo>
                  <a:pt x="294638" y="359808"/>
                  <a:pt x="293483" y="360159"/>
                  <a:pt x="298053" y="356945"/>
                </a:cubicBezTo>
                <a:cubicBezTo>
                  <a:pt x="302071" y="354107"/>
                  <a:pt x="308399" y="352462"/>
                  <a:pt x="314803" y="352556"/>
                </a:cubicBezTo>
                <a:close/>
                <a:moveTo>
                  <a:pt x="160765" y="352149"/>
                </a:moveTo>
                <a:cubicBezTo>
                  <a:pt x="166967" y="352274"/>
                  <a:pt x="173245" y="354785"/>
                  <a:pt x="179674" y="359305"/>
                </a:cubicBezTo>
                <a:cubicBezTo>
                  <a:pt x="184822" y="363081"/>
                  <a:pt x="188237" y="368761"/>
                  <a:pt x="189166" y="375076"/>
                </a:cubicBezTo>
                <a:cubicBezTo>
                  <a:pt x="189166" y="384016"/>
                  <a:pt x="190372" y="388235"/>
                  <a:pt x="187308" y="392454"/>
                </a:cubicBezTo>
                <a:cubicBezTo>
                  <a:pt x="186354" y="393810"/>
                  <a:pt x="187157" y="392454"/>
                  <a:pt x="185550" y="394362"/>
                </a:cubicBezTo>
                <a:lnTo>
                  <a:pt x="184998" y="395015"/>
                </a:lnTo>
                <a:cubicBezTo>
                  <a:pt x="181030" y="400088"/>
                  <a:pt x="183893" y="398330"/>
                  <a:pt x="178067" y="402499"/>
                </a:cubicBezTo>
                <a:cubicBezTo>
                  <a:pt x="164506" y="412292"/>
                  <a:pt x="153005" y="409229"/>
                  <a:pt x="141001" y="400389"/>
                </a:cubicBezTo>
                <a:cubicBezTo>
                  <a:pt x="138389" y="398380"/>
                  <a:pt x="137736" y="395467"/>
                  <a:pt x="135978" y="392203"/>
                </a:cubicBezTo>
                <a:cubicBezTo>
                  <a:pt x="132011" y="384970"/>
                  <a:pt x="132613" y="387532"/>
                  <a:pt x="132613" y="377487"/>
                </a:cubicBezTo>
                <a:lnTo>
                  <a:pt x="132613" y="377286"/>
                </a:lnTo>
                <a:cubicBezTo>
                  <a:pt x="132980" y="370140"/>
                  <a:pt x="136536" y="363538"/>
                  <a:pt x="142307" y="359305"/>
                </a:cubicBezTo>
                <a:cubicBezTo>
                  <a:pt x="148435" y="354283"/>
                  <a:pt x="154562" y="352023"/>
                  <a:pt x="160765" y="352149"/>
                </a:cubicBezTo>
                <a:close/>
                <a:moveTo>
                  <a:pt x="46604" y="270829"/>
                </a:moveTo>
                <a:cubicBezTo>
                  <a:pt x="61533" y="270810"/>
                  <a:pt x="77166" y="271212"/>
                  <a:pt x="82188" y="271212"/>
                </a:cubicBezTo>
                <a:cubicBezTo>
                  <a:pt x="93739" y="271212"/>
                  <a:pt x="92785" y="289293"/>
                  <a:pt x="85804" y="289293"/>
                </a:cubicBezTo>
                <a:lnTo>
                  <a:pt x="20512" y="289293"/>
                </a:lnTo>
                <a:cubicBezTo>
                  <a:pt x="20396" y="289287"/>
                  <a:pt x="20281" y="289280"/>
                  <a:pt x="20170" y="289270"/>
                </a:cubicBezTo>
                <a:cubicBezTo>
                  <a:pt x="15278" y="288848"/>
                  <a:pt x="11652" y="284541"/>
                  <a:pt x="12074" y="279650"/>
                </a:cubicBezTo>
                <a:cubicBezTo>
                  <a:pt x="12169" y="277084"/>
                  <a:pt x="13315" y="274671"/>
                  <a:pt x="15238" y="272970"/>
                </a:cubicBezTo>
                <a:cubicBezTo>
                  <a:pt x="17448" y="271288"/>
                  <a:pt x="31675" y="270848"/>
                  <a:pt x="46604" y="270829"/>
                </a:cubicBezTo>
                <a:close/>
                <a:moveTo>
                  <a:pt x="253087" y="210789"/>
                </a:moveTo>
                <a:cubicBezTo>
                  <a:pt x="240685" y="210961"/>
                  <a:pt x="243510" y="213541"/>
                  <a:pt x="243510" y="231434"/>
                </a:cubicBezTo>
                <a:cubicBezTo>
                  <a:pt x="252449" y="233443"/>
                  <a:pt x="270932" y="234347"/>
                  <a:pt x="278667" y="230228"/>
                </a:cubicBezTo>
                <a:cubicBezTo>
                  <a:pt x="277979" y="227056"/>
                  <a:pt x="277577" y="223829"/>
                  <a:pt x="277461" y="220585"/>
                </a:cubicBezTo>
                <a:lnTo>
                  <a:pt x="277260" y="220585"/>
                </a:lnTo>
                <a:cubicBezTo>
                  <a:pt x="277260" y="214257"/>
                  <a:pt x="278968" y="219430"/>
                  <a:pt x="277260" y="212147"/>
                </a:cubicBezTo>
                <a:cubicBezTo>
                  <a:pt x="275342" y="211376"/>
                  <a:pt x="273298" y="210967"/>
                  <a:pt x="271234" y="210942"/>
                </a:cubicBezTo>
                <a:cubicBezTo>
                  <a:pt x="263047" y="210942"/>
                  <a:pt x="257221" y="210732"/>
                  <a:pt x="253087" y="210789"/>
                </a:cubicBezTo>
                <a:close/>
                <a:moveTo>
                  <a:pt x="211655" y="210614"/>
                </a:moveTo>
                <a:cubicBezTo>
                  <a:pt x="206638" y="210738"/>
                  <a:pt x="199852" y="210942"/>
                  <a:pt x="190673" y="210942"/>
                </a:cubicBezTo>
                <a:cubicBezTo>
                  <a:pt x="189287" y="216042"/>
                  <a:pt x="188875" y="221360"/>
                  <a:pt x="189468" y="226612"/>
                </a:cubicBezTo>
                <a:cubicBezTo>
                  <a:pt x="189523" y="228675"/>
                  <a:pt x="189930" y="230713"/>
                  <a:pt x="190673" y="232639"/>
                </a:cubicBezTo>
                <a:cubicBezTo>
                  <a:pt x="232761" y="232639"/>
                  <a:pt x="225830" y="236707"/>
                  <a:pt x="225830" y="219330"/>
                </a:cubicBezTo>
                <a:cubicBezTo>
                  <a:pt x="225830" y="210590"/>
                  <a:pt x="226706" y="210242"/>
                  <a:pt x="211655" y="210614"/>
                </a:cubicBezTo>
                <a:close/>
                <a:moveTo>
                  <a:pt x="7052" y="192862"/>
                </a:moveTo>
                <a:cubicBezTo>
                  <a:pt x="24681" y="192862"/>
                  <a:pt x="18001" y="210943"/>
                  <a:pt x="12075" y="210943"/>
                </a:cubicBezTo>
                <a:cubicBezTo>
                  <a:pt x="-1034" y="210943"/>
                  <a:pt x="21" y="211495"/>
                  <a:pt x="21" y="197683"/>
                </a:cubicBezTo>
                <a:cubicBezTo>
                  <a:pt x="21" y="192661"/>
                  <a:pt x="4491" y="192661"/>
                  <a:pt x="7052" y="192862"/>
                </a:cubicBezTo>
                <a:close/>
                <a:moveTo>
                  <a:pt x="50930" y="192429"/>
                </a:moveTo>
                <a:cubicBezTo>
                  <a:pt x="61622" y="192435"/>
                  <a:pt x="72822" y="193189"/>
                  <a:pt x="77166" y="195273"/>
                </a:cubicBezTo>
                <a:cubicBezTo>
                  <a:pt x="78773" y="201500"/>
                  <a:pt x="79225" y="210943"/>
                  <a:pt x="68728" y="210943"/>
                </a:cubicBezTo>
                <a:cubicBezTo>
                  <a:pt x="30959" y="210943"/>
                  <a:pt x="22722" y="216116"/>
                  <a:pt x="27745" y="194067"/>
                </a:cubicBezTo>
                <a:cubicBezTo>
                  <a:pt x="30055" y="193163"/>
                  <a:pt x="40238" y="192422"/>
                  <a:pt x="50930" y="192429"/>
                </a:cubicBezTo>
                <a:close/>
                <a:moveTo>
                  <a:pt x="231807" y="172420"/>
                </a:moveTo>
                <a:cubicBezTo>
                  <a:pt x="254459" y="172420"/>
                  <a:pt x="236779" y="192911"/>
                  <a:pt x="247477" y="192911"/>
                </a:cubicBezTo>
                <a:cubicBezTo>
                  <a:pt x="287657" y="192911"/>
                  <a:pt x="277612" y="194669"/>
                  <a:pt x="277612" y="183268"/>
                </a:cubicBezTo>
                <a:cubicBezTo>
                  <a:pt x="277612" y="178597"/>
                  <a:pt x="280425" y="172420"/>
                  <a:pt x="284844" y="172420"/>
                </a:cubicBezTo>
                <a:cubicBezTo>
                  <a:pt x="296949" y="172420"/>
                  <a:pt x="295693" y="171666"/>
                  <a:pt x="295693" y="192911"/>
                </a:cubicBezTo>
                <a:cubicBezTo>
                  <a:pt x="307395" y="192911"/>
                  <a:pt x="323417" y="191555"/>
                  <a:pt x="334265" y="194117"/>
                </a:cubicBezTo>
                <a:cubicBezTo>
                  <a:pt x="336877" y="205970"/>
                  <a:pt x="335571" y="205518"/>
                  <a:pt x="331854" y="210992"/>
                </a:cubicBezTo>
                <a:lnTo>
                  <a:pt x="311363" y="210992"/>
                </a:lnTo>
                <a:cubicBezTo>
                  <a:pt x="305336" y="210942"/>
                  <a:pt x="295693" y="209034"/>
                  <a:pt x="295693" y="214608"/>
                </a:cubicBezTo>
                <a:cubicBezTo>
                  <a:pt x="295693" y="237059"/>
                  <a:pt x="291072" y="232689"/>
                  <a:pt x="320805" y="232689"/>
                </a:cubicBezTo>
                <a:cubicBezTo>
                  <a:pt x="326380" y="255793"/>
                  <a:pt x="318645" y="250770"/>
                  <a:pt x="295693" y="250770"/>
                </a:cubicBezTo>
                <a:lnTo>
                  <a:pt x="295693" y="264029"/>
                </a:lnTo>
                <a:cubicBezTo>
                  <a:pt x="295693" y="269906"/>
                  <a:pt x="286954" y="272618"/>
                  <a:pt x="280626" y="267244"/>
                </a:cubicBezTo>
                <a:cubicBezTo>
                  <a:pt x="272991" y="260815"/>
                  <a:pt x="283740" y="250770"/>
                  <a:pt x="274197" y="250770"/>
                </a:cubicBezTo>
                <a:cubicBezTo>
                  <a:pt x="238588" y="250770"/>
                  <a:pt x="244062" y="247506"/>
                  <a:pt x="244062" y="266440"/>
                </a:cubicBezTo>
                <a:cubicBezTo>
                  <a:pt x="220959" y="278745"/>
                  <a:pt x="227940" y="259007"/>
                  <a:pt x="225981" y="250770"/>
                </a:cubicBezTo>
                <a:cubicBezTo>
                  <a:pt x="216313" y="250127"/>
                  <a:pt x="206619" y="250127"/>
                  <a:pt x="196951" y="250770"/>
                </a:cubicBezTo>
                <a:cubicBezTo>
                  <a:pt x="189066" y="250820"/>
                  <a:pt x="189820" y="251574"/>
                  <a:pt x="189820" y="259308"/>
                </a:cubicBezTo>
                <a:cubicBezTo>
                  <a:pt x="189820" y="264883"/>
                  <a:pt x="190372" y="270207"/>
                  <a:pt x="184797" y="270207"/>
                </a:cubicBezTo>
                <a:cubicBezTo>
                  <a:pt x="168926" y="270207"/>
                  <a:pt x="171538" y="262824"/>
                  <a:pt x="171538" y="250921"/>
                </a:cubicBezTo>
                <a:lnTo>
                  <a:pt x="159484" y="250921"/>
                </a:lnTo>
                <a:cubicBezTo>
                  <a:pt x="153557" y="250921"/>
                  <a:pt x="150845" y="240424"/>
                  <a:pt x="154462" y="232840"/>
                </a:cubicBezTo>
                <a:cubicBezTo>
                  <a:pt x="159986" y="232840"/>
                  <a:pt x="169278" y="234296"/>
                  <a:pt x="171437" y="230630"/>
                </a:cubicBezTo>
                <a:cubicBezTo>
                  <a:pt x="172201" y="225368"/>
                  <a:pt x="172201" y="220022"/>
                  <a:pt x="171437" y="214759"/>
                </a:cubicBezTo>
                <a:cubicBezTo>
                  <a:pt x="169830" y="206673"/>
                  <a:pt x="156571" y="213554"/>
                  <a:pt x="140047" y="209737"/>
                </a:cubicBezTo>
                <a:cubicBezTo>
                  <a:pt x="135075" y="188241"/>
                  <a:pt x="143764" y="192861"/>
                  <a:pt x="171387" y="192861"/>
                </a:cubicBezTo>
                <a:cubicBezTo>
                  <a:pt x="172994" y="185980"/>
                  <a:pt x="171387" y="191254"/>
                  <a:pt x="171387" y="182013"/>
                </a:cubicBezTo>
                <a:lnTo>
                  <a:pt x="171186" y="182013"/>
                </a:lnTo>
                <a:cubicBezTo>
                  <a:pt x="171186" y="170109"/>
                  <a:pt x="182236" y="172219"/>
                  <a:pt x="188212" y="173374"/>
                </a:cubicBezTo>
                <a:cubicBezTo>
                  <a:pt x="189036" y="178184"/>
                  <a:pt x="189403" y="183060"/>
                  <a:pt x="189317" y="187939"/>
                </a:cubicBezTo>
                <a:cubicBezTo>
                  <a:pt x="190221" y="194720"/>
                  <a:pt x="192783" y="192962"/>
                  <a:pt x="200266" y="192962"/>
                </a:cubicBezTo>
                <a:cubicBezTo>
                  <a:pt x="212220" y="192761"/>
                  <a:pt x="221762" y="194519"/>
                  <a:pt x="226785" y="191706"/>
                </a:cubicBezTo>
                <a:cubicBezTo>
                  <a:pt x="226785" y="190149"/>
                  <a:pt x="222717" y="172420"/>
                  <a:pt x="231807" y="172420"/>
                </a:cubicBezTo>
                <a:close/>
                <a:moveTo>
                  <a:pt x="115989" y="146906"/>
                </a:moveTo>
                <a:lnTo>
                  <a:pt x="363094" y="146906"/>
                </a:lnTo>
                <a:cubicBezTo>
                  <a:pt x="369372" y="146395"/>
                  <a:pt x="375595" y="148421"/>
                  <a:pt x="380371" y="152531"/>
                </a:cubicBezTo>
                <a:cubicBezTo>
                  <a:pt x="393681" y="165891"/>
                  <a:pt x="386951" y="172822"/>
                  <a:pt x="384791" y="178246"/>
                </a:cubicBezTo>
                <a:cubicBezTo>
                  <a:pt x="383184" y="182214"/>
                  <a:pt x="383937" y="184826"/>
                  <a:pt x="382230" y="188894"/>
                </a:cubicBezTo>
                <a:cubicBezTo>
                  <a:pt x="380422" y="191727"/>
                  <a:pt x="379035" y="194805"/>
                  <a:pt x="378111" y="198035"/>
                </a:cubicBezTo>
                <a:lnTo>
                  <a:pt x="368970" y="226261"/>
                </a:lnTo>
                <a:cubicBezTo>
                  <a:pt x="366258" y="231283"/>
                  <a:pt x="367664" y="231083"/>
                  <a:pt x="366258" y="236808"/>
                </a:cubicBezTo>
                <a:cubicBezTo>
                  <a:pt x="364852" y="242534"/>
                  <a:pt x="364099" y="240073"/>
                  <a:pt x="362491" y="245095"/>
                </a:cubicBezTo>
                <a:cubicBezTo>
                  <a:pt x="361186" y="248962"/>
                  <a:pt x="361386" y="252127"/>
                  <a:pt x="359829" y="255693"/>
                </a:cubicBezTo>
                <a:cubicBezTo>
                  <a:pt x="357821" y="260163"/>
                  <a:pt x="357067" y="258907"/>
                  <a:pt x="356012" y="265185"/>
                </a:cubicBezTo>
                <a:cubicBezTo>
                  <a:pt x="354023" y="277675"/>
                  <a:pt x="346686" y="288678"/>
                  <a:pt x="335922" y="295320"/>
                </a:cubicBezTo>
                <a:cubicBezTo>
                  <a:pt x="331151" y="298233"/>
                  <a:pt x="332407" y="298886"/>
                  <a:pt x="327385" y="300342"/>
                </a:cubicBezTo>
                <a:cubicBezTo>
                  <a:pt x="311865" y="304661"/>
                  <a:pt x="195545" y="302301"/>
                  <a:pt x="164205" y="302301"/>
                </a:cubicBezTo>
                <a:cubicBezTo>
                  <a:pt x="159182" y="302251"/>
                  <a:pt x="151096" y="300141"/>
                  <a:pt x="159182" y="315862"/>
                </a:cubicBezTo>
                <a:cubicBezTo>
                  <a:pt x="160237" y="318172"/>
                  <a:pt x="160589" y="318674"/>
                  <a:pt x="161543" y="320884"/>
                </a:cubicBezTo>
                <a:lnTo>
                  <a:pt x="168976" y="331532"/>
                </a:lnTo>
                <a:cubicBezTo>
                  <a:pt x="192481" y="331532"/>
                  <a:pt x="315381" y="329774"/>
                  <a:pt x="328087" y="332737"/>
                </a:cubicBezTo>
                <a:cubicBezTo>
                  <a:pt x="328087" y="356041"/>
                  <a:pt x="335822" y="349612"/>
                  <a:pt x="254559" y="349612"/>
                </a:cubicBezTo>
                <a:cubicBezTo>
                  <a:pt x="235273" y="349612"/>
                  <a:pt x="178921" y="352375"/>
                  <a:pt x="163602" y="346549"/>
                </a:cubicBezTo>
                <a:lnTo>
                  <a:pt x="156420" y="342882"/>
                </a:lnTo>
                <a:lnTo>
                  <a:pt x="145371" y="327463"/>
                </a:lnTo>
                <a:cubicBezTo>
                  <a:pt x="143111" y="323044"/>
                  <a:pt x="144768" y="325053"/>
                  <a:pt x="143111" y="320030"/>
                </a:cubicBezTo>
                <a:cubicBezTo>
                  <a:pt x="141453" y="315008"/>
                  <a:pt x="141302" y="317368"/>
                  <a:pt x="139695" y="315008"/>
                </a:cubicBezTo>
                <a:lnTo>
                  <a:pt x="134221" y="301146"/>
                </a:lnTo>
                <a:cubicBezTo>
                  <a:pt x="133307" y="298599"/>
                  <a:pt x="132619" y="295978"/>
                  <a:pt x="132162" y="293311"/>
                </a:cubicBezTo>
                <a:cubicBezTo>
                  <a:pt x="130002" y="286028"/>
                  <a:pt x="132111" y="292507"/>
                  <a:pt x="128897" y="288288"/>
                </a:cubicBezTo>
                <a:cubicBezTo>
                  <a:pt x="125683" y="284069"/>
                  <a:pt x="127491" y="286129"/>
                  <a:pt x="126436" y="281106"/>
                </a:cubicBezTo>
                <a:cubicBezTo>
                  <a:pt x="124829" y="273070"/>
                  <a:pt x="119003" y="272317"/>
                  <a:pt x="121765" y="260464"/>
                </a:cubicBezTo>
                <a:lnTo>
                  <a:pt x="132614" y="259258"/>
                </a:lnTo>
                <a:cubicBezTo>
                  <a:pt x="141754" y="259258"/>
                  <a:pt x="142156" y="285777"/>
                  <a:pt x="150695" y="285777"/>
                </a:cubicBezTo>
                <a:lnTo>
                  <a:pt x="311011" y="285777"/>
                </a:lnTo>
                <a:cubicBezTo>
                  <a:pt x="320830" y="285887"/>
                  <a:pt x="329981" y="280833"/>
                  <a:pt x="335119" y="272468"/>
                </a:cubicBezTo>
                <a:cubicBezTo>
                  <a:pt x="336239" y="269432"/>
                  <a:pt x="337158" y="266329"/>
                  <a:pt x="337881" y="263176"/>
                </a:cubicBezTo>
                <a:cubicBezTo>
                  <a:pt x="339574" y="260268"/>
                  <a:pt x="340905" y="257165"/>
                  <a:pt x="341849" y="253935"/>
                </a:cubicBezTo>
                <a:cubicBezTo>
                  <a:pt x="343155" y="248058"/>
                  <a:pt x="341849" y="249364"/>
                  <a:pt x="344360" y="244342"/>
                </a:cubicBezTo>
                <a:lnTo>
                  <a:pt x="353551" y="216216"/>
                </a:lnTo>
                <a:cubicBezTo>
                  <a:pt x="354516" y="213298"/>
                  <a:pt x="355741" y="210474"/>
                  <a:pt x="357218" y="207778"/>
                </a:cubicBezTo>
                <a:cubicBezTo>
                  <a:pt x="358574" y="204263"/>
                  <a:pt x="358474" y="201751"/>
                  <a:pt x="359528" y="198085"/>
                </a:cubicBezTo>
                <a:cubicBezTo>
                  <a:pt x="360884" y="193314"/>
                  <a:pt x="361839" y="194820"/>
                  <a:pt x="363345" y="189798"/>
                </a:cubicBezTo>
                <a:cubicBezTo>
                  <a:pt x="364500" y="185880"/>
                  <a:pt x="364299" y="182465"/>
                  <a:pt x="365505" y="178698"/>
                </a:cubicBezTo>
                <a:cubicBezTo>
                  <a:pt x="366710" y="174931"/>
                  <a:pt x="368920" y="173626"/>
                  <a:pt x="369523" y="170813"/>
                </a:cubicBezTo>
                <a:cubicBezTo>
                  <a:pt x="370276" y="167046"/>
                  <a:pt x="368820" y="165087"/>
                  <a:pt x="365254" y="163932"/>
                </a:cubicBezTo>
                <a:lnTo>
                  <a:pt x="120560" y="163932"/>
                </a:lnTo>
                <a:cubicBezTo>
                  <a:pt x="102981" y="163932"/>
                  <a:pt x="103734" y="159513"/>
                  <a:pt x="106095" y="149468"/>
                </a:cubicBezTo>
                <a:cubicBezTo>
                  <a:pt x="109109" y="147751"/>
                  <a:pt x="112524" y="146867"/>
                  <a:pt x="115989" y="146906"/>
                </a:cubicBezTo>
                <a:close/>
                <a:moveTo>
                  <a:pt x="9664" y="121040"/>
                </a:moveTo>
                <a:lnTo>
                  <a:pt x="67673" y="121040"/>
                </a:lnTo>
                <a:cubicBezTo>
                  <a:pt x="73851" y="121040"/>
                  <a:pt x="76814" y="126163"/>
                  <a:pt x="78873" y="131537"/>
                </a:cubicBezTo>
                <a:cubicBezTo>
                  <a:pt x="79476" y="133194"/>
                  <a:pt x="79727" y="134500"/>
                  <a:pt x="80430" y="136007"/>
                </a:cubicBezTo>
                <a:cubicBezTo>
                  <a:pt x="82740" y="141130"/>
                  <a:pt x="81836" y="136459"/>
                  <a:pt x="85452" y="146504"/>
                </a:cubicBezTo>
                <a:lnTo>
                  <a:pt x="94342" y="165338"/>
                </a:lnTo>
                <a:cubicBezTo>
                  <a:pt x="96351" y="168804"/>
                  <a:pt x="95698" y="170411"/>
                  <a:pt x="98662" y="175383"/>
                </a:cubicBezTo>
                <a:cubicBezTo>
                  <a:pt x="101625" y="180355"/>
                  <a:pt x="99967" y="177593"/>
                  <a:pt x="101625" y="183318"/>
                </a:cubicBezTo>
                <a:cubicBezTo>
                  <a:pt x="103634" y="190350"/>
                  <a:pt x="103734" y="184373"/>
                  <a:pt x="107049" y="194719"/>
                </a:cubicBezTo>
                <a:cubicBezTo>
                  <a:pt x="109812" y="203258"/>
                  <a:pt x="110012" y="197180"/>
                  <a:pt x="112072" y="204212"/>
                </a:cubicBezTo>
                <a:cubicBezTo>
                  <a:pt x="113428" y="208832"/>
                  <a:pt x="112273" y="207979"/>
                  <a:pt x="114884" y="212198"/>
                </a:cubicBezTo>
                <a:lnTo>
                  <a:pt x="122117" y="226712"/>
                </a:lnTo>
                <a:cubicBezTo>
                  <a:pt x="123046" y="228901"/>
                  <a:pt x="124136" y="231017"/>
                  <a:pt x="125381" y="233041"/>
                </a:cubicBezTo>
                <a:cubicBezTo>
                  <a:pt x="134924" y="233041"/>
                  <a:pt x="142156" y="230479"/>
                  <a:pt x="143914" y="238666"/>
                </a:cubicBezTo>
                <a:cubicBezTo>
                  <a:pt x="145069" y="244391"/>
                  <a:pt x="143010" y="251122"/>
                  <a:pt x="135024" y="251122"/>
                </a:cubicBezTo>
                <a:cubicBezTo>
                  <a:pt x="116943" y="251122"/>
                  <a:pt x="47432" y="252829"/>
                  <a:pt x="34977" y="249916"/>
                </a:cubicBezTo>
                <a:cubicBezTo>
                  <a:pt x="29653" y="238766"/>
                  <a:pt x="31060" y="232990"/>
                  <a:pt x="43364" y="232990"/>
                </a:cubicBezTo>
                <a:lnTo>
                  <a:pt x="95347" y="232990"/>
                </a:lnTo>
                <a:cubicBezTo>
                  <a:pt x="113227" y="233292"/>
                  <a:pt x="101826" y="226512"/>
                  <a:pt x="99767" y="221238"/>
                </a:cubicBezTo>
                <a:cubicBezTo>
                  <a:pt x="98210" y="217823"/>
                  <a:pt x="99516" y="217521"/>
                  <a:pt x="98210" y="214357"/>
                </a:cubicBezTo>
                <a:cubicBezTo>
                  <a:pt x="96904" y="211193"/>
                  <a:pt x="95899" y="212147"/>
                  <a:pt x="94242" y="208632"/>
                </a:cubicBezTo>
                <a:cubicBezTo>
                  <a:pt x="93238" y="206422"/>
                  <a:pt x="93137" y="204212"/>
                  <a:pt x="92183" y="202253"/>
                </a:cubicBezTo>
                <a:cubicBezTo>
                  <a:pt x="90676" y="199189"/>
                  <a:pt x="89722" y="199491"/>
                  <a:pt x="88717" y="197231"/>
                </a:cubicBezTo>
                <a:cubicBezTo>
                  <a:pt x="87713" y="194970"/>
                  <a:pt x="87863" y="193414"/>
                  <a:pt x="86809" y="190701"/>
                </a:cubicBezTo>
                <a:cubicBezTo>
                  <a:pt x="85754" y="187989"/>
                  <a:pt x="84498" y="186834"/>
                  <a:pt x="83444" y="184423"/>
                </a:cubicBezTo>
                <a:cubicBezTo>
                  <a:pt x="82771" y="182383"/>
                  <a:pt x="81927" y="180401"/>
                  <a:pt x="80932" y="178497"/>
                </a:cubicBezTo>
                <a:cubicBezTo>
                  <a:pt x="74253" y="167548"/>
                  <a:pt x="78873" y="173675"/>
                  <a:pt x="76161" y="166443"/>
                </a:cubicBezTo>
                <a:cubicBezTo>
                  <a:pt x="74453" y="161923"/>
                  <a:pt x="74253" y="164183"/>
                  <a:pt x="72545" y="160366"/>
                </a:cubicBezTo>
                <a:cubicBezTo>
                  <a:pt x="71390" y="157704"/>
                  <a:pt x="71641" y="155846"/>
                  <a:pt x="70787" y="153736"/>
                </a:cubicBezTo>
                <a:lnTo>
                  <a:pt x="67321" y="148714"/>
                </a:lnTo>
                <a:cubicBezTo>
                  <a:pt x="65765" y="145801"/>
                  <a:pt x="66719" y="145198"/>
                  <a:pt x="65162" y="142436"/>
                </a:cubicBezTo>
                <a:cubicBezTo>
                  <a:pt x="60390" y="133646"/>
                  <a:pt x="20512" y="141883"/>
                  <a:pt x="1226" y="137413"/>
                </a:cubicBezTo>
                <a:lnTo>
                  <a:pt x="21" y="125359"/>
                </a:lnTo>
                <a:cubicBezTo>
                  <a:pt x="21" y="121140"/>
                  <a:pt x="5395" y="120538"/>
                  <a:pt x="9664" y="121040"/>
                </a:cubicBezTo>
                <a:close/>
                <a:moveTo>
                  <a:pt x="216990" y="39577"/>
                </a:moveTo>
                <a:lnTo>
                  <a:pt x="343556" y="39577"/>
                </a:lnTo>
                <a:cubicBezTo>
                  <a:pt x="350588" y="39577"/>
                  <a:pt x="355610" y="42038"/>
                  <a:pt x="355610" y="49220"/>
                </a:cubicBezTo>
                <a:lnTo>
                  <a:pt x="355610" y="129981"/>
                </a:lnTo>
                <a:cubicBezTo>
                  <a:pt x="355610" y="140026"/>
                  <a:pt x="346620" y="141080"/>
                  <a:pt x="337529" y="135003"/>
                </a:cubicBezTo>
                <a:lnTo>
                  <a:pt x="337529" y="73528"/>
                </a:lnTo>
                <a:cubicBezTo>
                  <a:pt x="337580" y="67501"/>
                  <a:pt x="339538" y="57858"/>
                  <a:pt x="333913" y="57858"/>
                </a:cubicBezTo>
                <a:lnTo>
                  <a:pt x="223017" y="57858"/>
                </a:lnTo>
                <a:cubicBezTo>
                  <a:pt x="223017" y="86587"/>
                  <a:pt x="221812" y="80761"/>
                  <a:pt x="231455" y="80761"/>
                </a:cubicBezTo>
                <a:cubicBezTo>
                  <a:pt x="243961" y="80761"/>
                  <a:pt x="283287" y="77345"/>
                  <a:pt x="283287" y="86788"/>
                </a:cubicBezTo>
                <a:cubicBezTo>
                  <a:pt x="283287" y="99645"/>
                  <a:pt x="284693" y="125008"/>
                  <a:pt x="282082" y="136209"/>
                </a:cubicBezTo>
                <a:cubicBezTo>
                  <a:pt x="277330" y="139023"/>
                  <a:pt x="271539" y="139468"/>
                  <a:pt x="266412" y="137414"/>
                </a:cubicBezTo>
                <a:cubicBezTo>
                  <a:pt x="263700" y="125712"/>
                  <a:pt x="266763" y="109338"/>
                  <a:pt x="264001" y="97636"/>
                </a:cubicBezTo>
                <a:lnTo>
                  <a:pt x="167570" y="97636"/>
                </a:lnTo>
                <a:cubicBezTo>
                  <a:pt x="156269" y="97636"/>
                  <a:pt x="152553" y="95778"/>
                  <a:pt x="150895" y="100248"/>
                </a:cubicBezTo>
                <a:cubicBezTo>
                  <a:pt x="148685" y="106425"/>
                  <a:pt x="151397" y="128072"/>
                  <a:pt x="149489" y="136209"/>
                </a:cubicBezTo>
                <a:cubicBezTo>
                  <a:pt x="144737" y="139023"/>
                  <a:pt x="138946" y="139468"/>
                  <a:pt x="133819" y="137414"/>
                </a:cubicBezTo>
                <a:cubicBezTo>
                  <a:pt x="133075" y="135488"/>
                  <a:pt x="132668" y="133450"/>
                  <a:pt x="132613" y="131387"/>
                </a:cubicBezTo>
                <a:cubicBezTo>
                  <a:pt x="132613" y="75387"/>
                  <a:pt x="128495" y="80761"/>
                  <a:pt x="147078" y="80761"/>
                </a:cubicBezTo>
                <a:lnTo>
                  <a:pt x="203731" y="80761"/>
                </a:lnTo>
                <a:cubicBezTo>
                  <a:pt x="206042" y="70967"/>
                  <a:pt x="204937" y="56352"/>
                  <a:pt x="204937" y="44599"/>
                </a:cubicBezTo>
                <a:cubicBezTo>
                  <a:pt x="209155" y="41987"/>
                  <a:pt x="209557" y="39777"/>
                  <a:pt x="216990" y="39577"/>
                </a:cubicBezTo>
                <a:close/>
                <a:moveTo>
                  <a:pt x="165159" y="0"/>
                </a:moveTo>
                <a:lnTo>
                  <a:pt x="302975" y="0"/>
                </a:lnTo>
                <a:cubicBezTo>
                  <a:pt x="308500" y="0"/>
                  <a:pt x="316234" y="703"/>
                  <a:pt x="316234" y="6026"/>
                </a:cubicBezTo>
                <a:cubicBezTo>
                  <a:pt x="316234" y="28226"/>
                  <a:pt x="320553" y="35157"/>
                  <a:pt x="299359" y="30134"/>
                </a:cubicBezTo>
                <a:cubicBezTo>
                  <a:pt x="298003" y="25011"/>
                  <a:pt x="299359" y="18080"/>
                  <a:pt x="294336" y="18080"/>
                </a:cubicBezTo>
                <a:cubicBezTo>
                  <a:pt x="274698" y="18080"/>
                  <a:pt x="189970" y="16373"/>
                  <a:pt x="177413" y="19286"/>
                </a:cubicBezTo>
                <a:cubicBezTo>
                  <a:pt x="177413" y="26619"/>
                  <a:pt x="178920" y="64940"/>
                  <a:pt x="175505" y="69159"/>
                </a:cubicBezTo>
                <a:cubicBezTo>
                  <a:pt x="172090" y="73378"/>
                  <a:pt x="168524" y="72323"/>
                  <a:pt x="161743" y="72323"/>
                </a:cubicBezTo>
                <a:cubicBezTo>
                  <a:pt x="160372" y="68857"/>
                  <a:pt x="159559" y="65196"/>
                  <a:pt x="159333" y="61474"/>
                </a:cubicBezTo>
                <a:lnTo>
                  <a:pt x="159333" y="10848"/>
                </a:lnTo>
                <a:cubicBezTo>
                  <a:pt x="159333" y="5976"/>
                  <a:pt x="160438" y="0"/>
                  <a:pt x="165159" y="0"/>
                </a:cubicBezTo>
                <a:close/>
              </a:path>
            </a:pathLst>
          </a:custGeom>
          <a:solidFill>
            <a:schemeClr val="bg1"/>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gaoding-21"/>
          <p:cNvSpPr/>
          <p:nvPr/>
        </p:nvSpPr>
        <p:spPr>
          <a:xfrm>
            <a:off x="2424468" y="1689912"/>
            <a:ext cx="1898986" cy="4073932"/>
          </a:xfrm>
          <a:custGeom>
            <a:avLst/>
            <a:gdLst>
              <a:gd name="connsiteX0" fmla="*/ 1601857 w 1898986"/>
              <a:gd name="connsiteY0" fmla="*/ 3387463 h 4073932"/>
              <a:gd name="connsiteX1" fmla="*/ 1898986 w 1898986"/>
              <a:gd name="connsiteY1" fmla="*/ 4073932 h 4073932"/>
              <a:gd name="connsiteX2" fmla="*/ 1721158 w 1898986"/>
              <a:gd name="connsiteY2" fmla="*/ 4073570 h 4073932"/>
              <a:gd name="connsiteX3" fmla="*/ 1677017 w 1898986"/>
              <a:gd name="connsiteY3" fmla="*/ 3972457 h 4073932"/>
              <a:gd name="connsiteX4" fmla="*/ 1492049 w 1898986"/>
              <a:gd name="connsiteY4" fmla="*/ 3547711 h 4073932"/>
              <a:gd name="connsiteX5" fmla="*/ 1422487 w 1898986"/>
              <a:gd name="connsiteY5" fmla="*/ 3387556 h 4073932"/>
              <a:gd name="connsiteX6" fmla="*/ 1116401 w 1898986"/>
              <a:gd name="connsiteY6" fmla="*/ 2679691 h 4073932"/>
              <a:gd name="connsiteX7" fmla="*/ 1275196 w 1898986"/>
              <a:gd name="connsiteY7" fmla="*/ 2680000 h 4073932"/>
              <a:gd name="connsiteX8" fmla="*/ 1574133 w 1898986"/>
              <a:gd name="connsiteY8" fmla="*/ 3327194 h 4073932"/>
              <a:gd name="connsiteX9" fmla="*/ 1396308 w 1898986"/>
              <a:gd name="connsiteY9" fmla="*/ 3327194 h 4073932"/>
              <a:gd name="connsiteX10" fmla="*/ 1347235 w 1898986"/>
              <a:gd name="connsiteY10" fmla="*/ 3214037 h 4073932"/>
              <a:gd name="connsiteX11" fmla="*/ 1190352 w 1898986"/>
              <a:gd name="connsiteY11" fmla="*/ 2851341 h 4073932"/>
              <a:gd name="connsiteX12" fmla="*/ 801670 w 1898986"/>
              <a:gd name="connsiteY12" fmla="*/ 1945818 h 4073932"/>
              <a:gd name="connsiteX13" fmla="*/ 932866 w 1898986"/>
              <a:gd name="connsiteY13" fmla="*/ 1945818 h 4073932"/>
              <a:gd name="connsiteX14" fmla="*/ 1235418 w 1898986"/>
              <a:gd name="connsiteY14" fmla="*/ 2596728 h 4073932"/>
              <a:gd name="connsiteX15" fmla="*/ 1080644 w 1898986"/>
              <a:gd name="connsiteY15" fmla="*/ 2596694 h 4073932"/>
              <a:gd name="connsiteX16" fmla="*/ 1025796 w 1898986"/>
              <a:gd name="connsiteY16" fmla="*/ 2469384 h 4073932"/>
              <a:gd name="connsiteX17" fmla="*/ 857967 w 1898986"/>
              <a:gd name="connsiteY17" fmla="*/ 2077926 h 4073932"/>
              <a:gd name="connsiteX18" fmla="*/ 492535 w 1898986"/>
              <a:gd name="connsiteY18" fmla="*/ 1215855 h 4073932"/>
              <a:gd name="connsiteX19" fmla="*/ 515147 w 1898986"/>
              <a:gd name="connsiteY19" fmla="*/ 1215968 h 4073932"/>
              <a:gd name="connsiteX20" fmla="*/ 591874 w 1898986"/>
              <a:gd name="connsiteY20" fmla="*/ 1218151 h 4073932"/>
              <a:gd name="connsiteX21" fmla="*/ 895783 w 1898986"/>
              <a:gd name="connsiteY21" fmla="*/ 1871472 h 4073932"/>
              <a:gd name="connsiteX22" fmla="*/ 769922 w 1898986"/>
              <a:gd name="connsiteY22" fmla="*/ 1871318 h 4073932"/>
              <a:gd name="connsiteX23" fmla="*/ 691260 w 1898986"/>
              <a:gd name="connsiteY23" fmla="*/ 1686727 h 4073932"/>
              <a:gd name="connsiteX24" fmla="*/ 530076 w 1898986"/>
              <a:gd name="connsiteY24" fmla="*/ 1305547 h 4073932"/>
              <a:gd name="connsiteX25" fmla="*/ 0 w 1898986"/>
              <a:gd name="connsiteY25" fmla="*/ 0 h 4073932"/>
              <a:gd name="connsiteX26" fmla="*/ 553168 w 1898986"/>
              <a:gd name="connsiteY26" fmla="*/ 1134391 h 4073932"/>
              <a:gd name="connsiteX27" fmla="*/ 458615 w 1898986"/>
              <a:gd name="connsiteY27" fmla="*/ 1134814 h 4073932"/>
              <a:gd name="connsiteX28" fmla="*/ 378811 w 1898986"/>
              <a:gd name="connsiteY28" fmla="*/ 944146 h 4073932"/>
              <a:gd name="connsiteX29" fmla="*/ 28510 w 1898986"/>
              <a:gd name="connsiteY29" fmla="*/ 76221 h 4073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98986" h="4073932">
                <a:moveTo>
                  <a:pt x="1601857" y="3387463"/>
                </a:moveTo>
                <a:lnTo>
                  <a:pt x="1898986" y="4073932"/>
                </a:lnTo>
                <a:lnTo>
                  <a:pt x="1721158" y="4073570"/>
                </a:lnTo>
                <a:lnTo>
                  <a:pt x="1677017" y="3972457"/>
                </a:lnTo>
                <a:cubicBezTo>
                  <a:pt x="1623186" y="3849078"/>
                  <a:pt x="1560705" y="3705666"/>
                  <a:pt x="1492049" y="3547711"/>
                </a:cubicBezTo>
                <a:lnTo>
                  <a:pt x="1422487" y="3387556"/>
                </a:lnTo>
                <a:close/>
                <a:moveTo>
                  <a:pt x="1116401" y="2679691"/>
                </a:moveTo>
                <a:lnTo>
                  <a:pt x="1275196" y="2680000"/>
                </a:lnTo>
                <a:lnTo>
                  <a:pt x="1574133" y="3327194"/>
                </a:lnTo>
                <a:lnTo>
                  <a:pt x="1396308" y="3327194"/>
                </a:lnTo>
                <a:lnTo>
                  <a:pt x="1347235" y="3214037"/>
                </a:lnTo>
                <a:cubicBezTo>
                  <a:pt x="1296708" y="3097433"/>
                  <a:pt x="1244169" y="2975992"/>
                  <a:pt x="1190352" y="2851341"/>
                </a:cubicBezTo>
                <a:close/>
                <a:moveTo>
                  <a:pt x="801670" y="1945818"/>
                </a:moveTo>
                <a:lnTo>
                  <a:pt x="932866" y="1945818"/>
                </a:lnTo>
                <a:lnTo>
                  <a:pt x="1235418" y="2596728"/>
                </a:lnTo>
                <a:lnTo>
                  <a:pt x="1080644" y="2596694"/>
                </a:lnTo>
                <a:lnTo>
                  <a:pt x="1025796" y="2469384"/>
                </a:lnTo>
                <a:cubicBezTo>
                  <a:pt x="970154" y="2339940"/>
                  <a:pt x="913967" y="2208911"/>
                  <a:pt x="857967" y="2077926"/>
                </a:cubicBezTo>
                <a:close/>
                <a:moveTo>
                  <a:pt x="492535" y="1215855"/>
                </a:moveTo>
                <a:lnTo>
                  <a:pt x="515147" y="1215968"/>
                </a:lnTo>
                <a:cubicBezTo>
                  <a:pt x="561608" y="1216379"/>
                  <a:pt x="589779" y="1217076"/>
                  <a:pt x="591874" y="1218151"/>
                </a:cubicBezTo>
                <a:lnTo>
                  <a:pt x="895783" y="1871472"/>
                </a:lnTo>
                <a:lnTo>
                  <a:pt x="769922" y="1871318"/>
                </a:lnTo>
                <a:lnTo>
                  <a:pt x="691260" y="1686727"/>
                </a:lnTo>
                <a:cubicBezTo>
                  <a:pt x="636368" y="1557455"/>
                  <a:pt x="582395" y="1429852"/>
                  <a:pt x="530076" y="1305547"/>
                </a:cubicBezTo>
                <a:close/>
                <a:moveTo>
                  <a:pt x="0" y="0"/>
                </a:moveTo>
                <a:lnTo>
                  <a:pt x="553168" y="1134391"/>
                </a:lnTo>
                <a:lnTo>
                  <a:pt x="458615" y="1134814"/>
                </a:lnTo>
                <a:lnTo>
                  <a:pt x="378811" y="944146"/>
                </a:lnTo>
                <a:cubicBezTo>
                  <a:pt x="233971" y="595888"/>
                  <a:pt x="110608" y="291939"/>
                  <a:pt x="28510" y="76221"/>
                </a:cubicBezTo>
                <a:close/>
              </a:path>
            </a:pathLst>
          </a:custGeom>
          <a:solidFill>
            <a:schemeClr val="accent1">
              <a:lumMod val="60000"/>
              <a:lumOff val="40000"/>
              <a:alpha val="50000"/>
            </a:schemeClr>
          </a:solidFill>
          <a:ln w="501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gaoding-13"/>
          <p:cNvSpPr txBox="1"/>
          <p:nvPr/>
        </p:nvSpPr>
        <p:spPr>
          <a:xfrm>
            <a:off x="5557449" y="3048149"/>
            <a:ext cx="4867537" cy="3919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1" name="gaoding-14"/>
          <p:cNvSpPr txBox="1"/>
          <p:nvPr/>
        </p:nvSpPr>
        <p:spPr>
          <a:xfrm>
            <a:off x="4026297" y="3044077"/>
            <a:ext cx="129791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22" name="gaoding-13"/>
          <p:cNvSpPr txBox="1"/>
          <p:nvPr/>
        </p:nvSpPr>
        <p:spPr>
          <a:xfrm>
            <a:off x="5851703" y="3770763"/>
            <a:ext cx="4867537" cy="3919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3" name="gaoding-14"/>
          <p:cNvSpPr txBox="1"/>
          <p:nvPr/>
        </p:nvSpPr>
        <p:spPr>
          <a:xfrm>
            <a:off x="4320551" y="3766691"/>
            <a:ext cx="129791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24" name="gaoding-13"/>
          <p:cNvSpPr txBox="1"/>
          <p:nvPr/>
        </p:nvSpPr>
        <p:spPr>
          <a:xfrm>
            <a:off x="6145957" y="4493377"/>
            <a:ext cx="4867537" cy="3919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5" name="gaoding-14"/>
          <p:cNvSpPr txBox="1"/>
          <p:nvPr/>
        </p:nvSpPr>
        <p:spPr>
          <a:xfrm>
            <a:off x="4614805" y="4489305"/>
            <a:ext cx="129791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26" name="gaoding-13"/>
          <p:cNvSpPr txBox="1"/>
          <p:nvPr/>
        </p:nvSpPr>
        <p:spPr>
          <a:xfrm>
            <a:off x="6440211" y="5215991"/>
            <a:ext cx="4867537" cy="39196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7" name="gaoding-14"/>
          <p:cNvSpPr txBox="1"/>
          <p:nvPr/>
        </p:nvSpPr>
        <p:spPr>
          <a:xfrm>
            <a:off x="4909059" y="5211919"/>
            <a:ext cx="129791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2000" b="1"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961570" y="2044005"/>
            <a:ext cx="4616650" cy="1384995"/>
            <a:chOff x="2008240" y="1971973"/>
            <a:chExt cx="4616650" cy="1384995"/>
          </a:xfrm>
        </p:grpSpPr>
        <p:sp>
          <p:nvSpPr>
            <p:cNvPr id="3" name="文本框 2"/>
            <p:cNvSpPr txBox="1"/>
            <p:nvPr/>
          </p:nvSpPr>
          <p:spPr>
            <a:xfrm>
              <a:off x="2008241" y="1971973"/>
              <a:ext cx="4616649" cy="1107996"/>
            </a:xfrm>
            <a:prstGeom prst="rect">
              <a:avLst/>
            </a:prstGeom>
            <a:noFill/>
          </p:spPr>
          <p:txBody>
            <a:bodyPr wrap="none" lIns="0" tIns="0" rIns="0" bIns="0" rtlCol="0" anchor="t">
              <a:spAutoFit/>
            </a:bodyPr>
            <a:lstStyle/>
            <a:p>
              <a:pPr algn="ctr"/>
              <a:r>
                <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过渡页标题</a:t>
              </a:r>
              <a:endParaRPr kumimoji="1" lang="zh-CN" altLang="en-US" sz="72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文本框 3"/>
            <p:cNvSpPr txBox="1"/>
            <p:nvPr/>
          </p:nvSpPr>
          <p:spPr>
            <a:xfrm>
              <a:off x="2008240" y="3079969"/>
              <a:ext cx="4616649" cy="276999"/>
            </a:xfrm>
            <a:prstGeom prst="rect">
              <a:avLst/>
            </a:prstGeom>
            <a:noFill/>
          </p:spPr>
          <p:txBody>
            <a:bodyPr wrap="square" lIns="0" tIns="0" rIns="0" bIns="0" rtlCol="0" anchor="t">
              <a:spAutoFit/>
            </a:bodyPr>
            <a:lstStyle/>
            <a:p>
              <a:pPr algn="dist"/>
              <a:r>
                <a:rPr kumimoji="1" lang="en-US" altLang="zh-CN"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Transition Page Title</a:t>
              </a:r>
              <a:endParaRPr kumimoji="1" lang="zh-CN" altLang="en-US"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 name="文本框 4"/>
          <p:cNvSpPr txBox="1"/>
          <p:nvPr/>
        </p:nvSpPr>
        <p:spPr>
          <a:xfrm>
            <a:off x="2101092" y="1070113"/>
            <a:ext cx="3484928" cy="3677930"/>
          </a:xfrm>
          <a:prstGeom prst="rect">
            <a:avLst/>
          </a:prstGeom>
          <a:noFill/>
        </p:spPr>
        <p:txBody>
          <a:bodyPr wrap="none" lIns="0" tIns="0" rIns="0" bIns="0" rtlCol="0" anchor="t">
            <a:spAutoFit/>
          </a:bodyPr>
          <a:lstStyle/>
          <a:p>
            <a:pPr algn="l"/>
            <a:r>
              <a:rPr lang="en-US" altLang="zh-CN"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06</a:t>
            </a:r>
            <a:endParaRPr lang="zh-CN" altLang="en-US" sz="239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矩形 5"/>
          <p:cNvSpPr/>
          <p:nvPr/>
        </p:nvSpPr>
        <p:spPr>
          <a:xfrm>
            <a:off x="1049482" y="2381918"/>
            <a:ext cx="1801368" cy="6949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文本框 6"/>
          <p:cNvSpPr txBox="1"/>
          <p:nvPr/>
        </p:nvSpPr>
        <p:spPr>
          <a:xfrm>
            <a:off x="1525802" y="2498559"/>
            <a:ext cx="1359283" cy="369332"/>
          </a:xfrm>
          <a:prstGeom prst="rect">
            <a:avLst/>
          </a:prstGeom>
          <a:noFill/>
        </p:spPr>
        <p:txBody>
          <a:bodyPr wrap="none" lIns="0" tIns="0" rIns="0" bIns="0" rtlCol="0" anchor="t">
            <a:spAutoFit/>
          </a:bodyPr>
          <a:lstStyle/>
          <a:p>
            <a:pPr algn="l"/>
            <a:r>
              <a:rPr lang="en-US" altLang="zh-CN"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PART SIX </a:t>
            </a:r>
            <a:endParaRPr lang="zh-CN" altLang="en-US" sz="2400"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0"/>
          <p:cNvSpPr/>
          <p:nvPr/>
        </p:nvSpPr>
        <p:spPr bwMode="auto">
          <a:xfrm>
            <a:off x="2212829" y="3162249"/>
            <a:ext cx="1330621" cy="1400486"/>
          </a:xfrm>
          <a:custGeom>
            <a:avLst/>
            <a:gdLst>
              <a:gd name="T0" fmla="*/ 229 w 419"/>
              <a:gd name="T1" fmla="*/ 0 h 441"/>
              <a:gd name="T2" fmla="*/ 419 w 419"/>
              <a:gd name="T3" fmla="*/ 441 h 441"/>
              <a:gd name="T4" fmla="*/ 191 w 419"/>
              <a:gd name="T5" fmla="*/ 441 h 441"/>
              <a:gd name="T6" fmla="*/ 0 w 419"/>
              <a:gd name="T7" fmla="*/ 0 h 441"/>
              <a:gd name="T8" fmla="*/ 229 w 419"/>
              <a:gd name="T9" fmla="*/ 0 h 441"/>
            </a:gdLst>
            <a:ahLst/>
            <a:cxnLst>
              <a:cxn ang="0">
                <a:pos x="T0" y="T1"/>
              </a:cxn>
              <a:cxn ang="0">
                <a:pos x="T2" y="T3"/>
              </a:cxn>
              <a:cxn ang="0">
                <a:pos x="T4" y="T5"/>
              </a:cxn>
              <a:cxn ang="0">
                <a:pos x="T6" y="T7"/>
              </a:cxn>
              <a:cxn ang="0">
                <a:pos x="T8" y="T9"/>
              </a:cxn>
            </a:cxnLst>
            <a:rect l="0" t="0" r="r" b="b"/>
            <a:pathLst>
              <a:path w="419" h="441">
                <a:moveTo>
                  <a:pt x="229" y="0"/>
                </a:moveTo>
                <a:lnTo>
                  <a:pt x="419" y="441"/>
                </a:lnTo>
                <a:lnTo>
                  <a:pt x="191" y="441"/>
                </a:lnTo>
                <a:lnTo>
                  <a:pt x="0" y="0"/>
                </a:lnTo>
                <a:lnTo>
                  <a:pt x="22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Freeform 16"/>
          <p:cNvSpPr/>
          <p:nvPr/>
        </p:nvSpPr>
        <p:spPr bwMode="auto">
          <a:xfrm>
            <a:off x="2819387" y="2717650"/>
            <a:ext cx="1517987" cy="1845085"/>
          </a:xfrm>
          <a:custGeom>
            <a:avLst/>
            <a:gdLst>
              <a:gd name="T0" fmla="*/ 250 w 478"/>
              <a:gd name="T1" fmla="*/ 0 h 581"/>
              <a:gd name="T2" fmla="*/ 0 w 478"/>
              <a:gd name="T3" fmla="*/ 581 h 581"/>
              <a:gd name="T4" fmla="*/ 228 w 478"/>
              <a:gd name="T5" fmla="*/ 581 h 581"/>
              <a:gd name="T6" fmla="*/ 478 w 478"/>
              <a:gd name="T7" fmla="*/ 0 h 581"/>
              <a:gd name="T8" fmla="*/ 250 w 478"/>
              <a:gd name="T9" fmla="*/ 0 h 581"/>
            </a:gdLst>
            <a:ahLst/>
            <a:cxnLst>
              <a:cxn ang="0">
                <a:pos x="T0" y="T1"/>
              </a:cxn>
              <a:cxn ang="0">
                <a:pos x="T2" y="T3"/>
              </a:cxn>
              <a:cxn ang="0">
                <a:pos x="T4" y="T5"/>
              </a:cxn>
              <a:cxn ang="0">
                <a:pos x="T6" y="T7"/>
              </a:cxn>
              <a:cxn ang="0">
                <a:pos x="T8" y="T9"/>
              </a:cxn>
            </a:cxnLst>
            <a:rect l="0" t="0" r="r" b="b"/>
            <a:pathLst>
              <a:path w="478" h="581">
                <a:moveTo>
                  <a:pt x="250" y="0"/>
                </a:moveTo>
                <a:lnTo>
                  <a:pt x="0" y="581"/>
                </a:lnTo>
                <a:lnTo>
                  <a:pt x="228" y="581"/>
                </a:lnTo>
                <a:lnTo>
                  <a:pt x="478" y="0"/>
                </a:lnTo>
                <a:lnTo>
                  <a:pt x="2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Freeform 18"/>
          <p:cNvSpPr/>
          <p:nvPr/>
        </p:nvSpPr>
        <p:spPr bwMode="auto">
          <a:xfrm>
            <a:off x="2819387" y="2717650"/>
            <a:ext cx="1517987" cy="1845085"/>
          </a:xfrm>
          <a:custGeom>
            <a:avLst/>
            <a:gdLst>
              <a:gd name="T0" fmla="*/ 478 w 478"/>
              <a:gd name="T1" fmla="*/ 0 h 581"/>
              <a:gd name="T2" fmla="*/ 250 w 478"/>
              <a:gd name="T3" fmla="*/ 0 h 581"/>
              <a:gd name="T4" fmla="*/ 114 w 478"/>
              <a:gd name="T5" fmla="*/ 314 h 581"/>
              <a:gd name="T6" fmla="*/ 0 w 478"/>
              <a:gd name="T7" fmla="*/ 581 h 581"/>
              <a:gd name="T8" fmla="*/ 228 w 478"/>
              <a:gd name="T9" fmla="*/ 581 h 581"/>
              <a:gd name="T10" fmla="*/ 478 w 478"/>
              <a:gd name="T11" fmla="*/ 0 h 581"/>
            </a:gdLst>
            <a:ahLst/>
            <a:cxnLst>
              <a:cxn ang="0">
                <a:pos x="T0" y="T1"/>
              </a:cxn>
              <a:cxn ang="0">
                <a:pos x="T2" y="T3"/>
              </a:cxn>
              <a:cxn ang="0">
                <a:pos x="T4" y="T5"/>
              </a:cxn>
              <a:cxn ang="0">
                <a:pos x="T6" y="T7"/>
              </a:cxn>
              <a:cxn ang="0">
                <a:pos x="T8" y="T9"/>
              </a:cxn>
              <a:cxn ang="0">
                <a:pos x="T10" y="T11"/>
              </a:cxn>
            </a:cxnLst>
            <a:rect l="0" t="0" r="r" b="b"/>
            <a:pathLst>
              <a:path w="478" h="581">
                <a:moveTo>
                  <a:pt x="478" y="0"/>
                </a:moveTo>
                <a:lnTo>
                  <a:pt x="250" y="0"/>
                </a:lnTo>
                <a:lnTo>
                  <a:pt x="114" y="314"/>
                </a:lnTo>
                <a:lnTo>
                  <a:pt x="0" y="581"/>
                </a:lnTo>
                <a:lnTo>
                  <a:pt x="228" y="581"/>
                </a:lnTo>
                <a:lnTo>
                  <a:pt x="4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Freeform 20"/>
          <p:cNvSpPr/>
          <p:nvPr/>
        </p:nvSpPr>
        <p:spPr bwMode="auto">
          <a:xfrm>
            <a:off x="1422077" y="3162249"/>
            <a:ext cx="1517987" cy="1848259"/>
          </a:xfrm>
          <a:custGeom>
            <a:avLst/>
            <a:gdLst>
              <a:gd name="T0" fmla="*/ 249 w 478"/>
              <a:gd name="T1" fmla="*/ 0 h 582"/>
              <a:gd name="T2" fmla="*/ 0 w 478"/>
              <a:gd name="T3" fmla="*/ 582 h 582"/>
              <a:gd name="T4" fmla="*/ 230 w 478"/>
              <a:gd name="T5" fmla="*/ 582 h 582"/>
              <a:gd name="T6" fmla="*/ 478 w 478"/>
              <a:gd name="T7" fmla="*/ 0 h 582"/>
              <a:gd name="T8" fmla="*/ 249 w 478"/>
              <a:gd name="T9" fmla="*/ 0 h 582"/>
            </a:gdLst>
            <a:ahLst/>
            <a:cxnLst>
              <a:cxn ang="0">
                <a:pos x="T0" y="T1"/>
              </a:cxn>
              <a:cxn ang="0">
                <a:pos x="T2" y="T3"/>
              </a:cxn>
              <a:cxn ang="0">
                <a:pos x="T4" y="T5"/>
              </a:cxn>
              <a:cxn ang="0">
                <a:pos x="T6" y="T7"/>
              </a:cxn>
              <a:cxn ang="0">
                <a:pos x="T8" y="T9"/>
              </a:cxn>
            </a:cxnLst>
            <a:rect l="0" t="0" r="r" b="b"/>
            <a:pathLst>
              <a:path w="478" h="582">
                <a:moveTo>
                  <a:pt x="249" y="0"/>
                </a:moveTo>
                <a:lnTo>
                  <a:pt x="0" y="582"/>
                </a:lnTo>
                <a:lnTo>
                  <a:pt x="230" y="582"/>
                </a:lnTo>
                <a:lnTo>
                  <a:pt x="478" y="0"/>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Freeform 22"/>
          <p:cNvSpPr/>
          <p:nvPr/>
        </p:nvSpPr>
        <p:spPr bwMode="auto">
          <a:xfrm>
            <a:off x="1422077" y="3162249"/>
            <a:ext cx="1517987" cy="1848259"/>
          </a:xfrm>
          <a:custGeom>
            <a:avLst/>
            <a:gdLst>
              <a:gd name="T0" fmla="*/ 478 w 478"/>
              <a:gd name="T1" fmla="*/ 0 h 582"/>
              <a:gd name="T2" fmla="*/ 249 w 478"/>
              <a:gd name="T3" fmla="*/ 0 h 582"/>
              <a:gd name="T4" fmla="*/ 0 w 478"/>
              <a:gd name="T5" fmla="*/ 582 h 582"/>
              <a:gd name="T6" fmla="*/ 230 w 478"/>
              <a:gd name="T7" fmla="*/ 582 h 582"/>
              <a:gd name="T8" fmla="*/ 478 w 478"/>
              <a:gd name="T9" fmla="*/ 0 h 582"/>
            </a:gdLst>
            <a:ahLst/>
            <a:cxnLst>
              <a:cxn ang="0">
                <a:pos x="T0" y="T1"/>
              </a:cxn>
              <a:cxn ang="0">
                <a:pos x="T2" y="T3"/>
              </a:cxn>
              <a:cxn ang="0">
                <a:pos x="T4" y="T5"/>
              </a:cxn>
              <a:cxn ang="0">
                <a:pos x="T6" y="T7"/>
              </a:cxn>
              <a:cxn ang="0">
                <a:pos x="T8" y="T9"/>
              </a:cxn>
            </a:cxnLst>
            <a:rect l="0" t="0" r="r" b="b"/>
            <a:pathLst>
              <a:path w="478" h="582">
                <a:moveTo>
                  <a:pt x="478" y="0"/>
                </a:moveTo>
                <a:lnTo>
                  <a:pt x="249" y="0"/>
                </a:lnTo>
                <a:lnTo>
                  <a:pt x="0" y="582"/>
                </a:lnTo>
                <a:lnTo>
                  <a:pt x="230" y="582"/>
                </a:lnTo>
                <a:lnTo>
                  <a:pt x="47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9"/>
          <p:cNvSpPr/>
          <p:nvPr/>
        </p:nvSpPr>
        <p:spPr bwMode="auto">
          <a:xfrm>
            <a:off x="2011131" y="3362318"/>
            <a:ext cx="1330621" cy="1400486"/>
          </a:xfrm>
          <a:custGeom>
            <a:avLst/>
            <a:gdLst>
              <a:gd name="T0" fmla="*/ 229 w 419"/>
              <a:gd name="T1" fmla="*/ 0 h 441"/>
              <a:gd name="T2" fmla="*/ 419 w 419"/>
              <a:gd name="T3" fmla="*/ 441 h 441"/>
              <a:gd name="T4" fmla="*/ 191 w 419"/>
              <a:gd name="T5" fmla="*/ 441 h 441"/>
              <a:gd name="T6" fmla="*/ 0 w 419"/>
              <a:gd name="T7" fmla="*/ 0 h 441"/>
              <a:gd name="T8" fmla="*/ 229 w 419"/>
              <a:gd name="T9" fmla="*/ 0 h 441"/>
            </a:gdLst>
            <a:ahLst/>
            <a:cxnLst>
              <a:cxn ang="0">
                <a:pos x="T0" y="T1"/>
              </a:cxn>
              <a:cxn ang="0">
                <a:pos x="T2" y="T3"/>
              </a:cxn>
              <a:cxn ang="0">
                <a:pos x="T4" y="T5"/>
              </a:cxn>
              <a:cxn ang="0">
                <a:pos x="T6" y="T7"/>
              </a:cxn>
              <a:cxn ang="0">
                <a:pos x="T8" y="T9"/>
              </a:cxn>
            </a:cxnLst>
            <a:rect l="0" t="0" r="r" b="b"/>
            <a:pathLst>
              <a:path w="419" h="441">
                <a:moveTo>
                  <a:pt x="229" y="0"/>
                </a:moveTo>
                <a:lnTo>
                  <a:pt x="419" y="441"/>
                </a:lnTo>
                <a:lnTo>
                  <a:pt x="191" y="441"/>
                </a:lnTo>
                <a:lnTo>
                  <a:pt x="0" y="0"/>
                </a:lnTo>
                <a:lnTo>
                  <a:pt x="229" y="0"/>
                </a:lnTo>
                <a:close/>
              </a:path>
            </a:pathLst>
          </a:custGeom>
          <a:gradFill flip="none" rotWithShape="1">
            <a:gsLst>
              <a:gs pos="44000">
                <a:schemeClr val="accent1"/>
              </a:gs>
              <a:gs pos="100000">
                <a:schemeClr val="accent1">
                  <a:lumMod val="60000"/>
                  <a:lumOff val="40000"/>
                </a:schemeClr>
              </a:gs>
            </a:gsLst>
            <a:lin ang="2700000" scaled="1"/>
            <a:tileRect/>
          </a:gradFill>
          <a:ln>
            <a:noFill/>
          </a:ln>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21"/>
          <p:cNvSpPr/>
          <p:nvPr/>
        </p:nvSpPr>
        <p:spPr bwMode="auto">
          <a:xfrm>
            <a:off x="1220379" y="3362318"/>
            <a:ext cx="1517987" cy="1848259"/>
          </a:xfrm>
          <a:custGeom>
            <a:avLst/>
            <a:gdLst>
              <a:gd name="T0" fmla="*/ 478 w 478"/>
              <a:gd name="T1" fmla="*/ 0 h 582"/>
              <a:gd name="T2" fmla="*/ 249 w 478"/>
              <a:gd name="T3" fmla="*/ 0 h 582"/>
              <a:gd name="T4" fmla="*/ 0 w 478"/>
              <a:gd name="T5" fmla="*/ 582 h 582"/>
              <a:gd name="T6" fmla="*/ 230 w 478"/>
              <a:gd name="T7" fmla="*/ 582 h 582"/>
              <a:gd name="T8" fmla="*/ 478 w 478"/>
              <a:gd name="T9" fmla="*/ 0 h 582"/>
            </a:gdLst>
            <a:ahLst/>
            <a:cxnLst>
              <a:cxn ang="0">
                <a:pos x="T0" y="T1"/>
              </a:cxn>
              <a:cxn ang="0">
                <a:pos x="T2" y="T3"/>
              </a:cxn>
              <a:cxn ang="0">
                <a:pos x="T4" y="T5"/>
              </a:cxn>
              <a:cxn ang="0">
                <a:pos x="T6" y="T7"/>
              </a:cxn>
              <a:cxn ang="0">
                <a:pos x="T8" y="T9"/>
              </a:cxn>
            </a:cxnLst>
            <a:rect l="0" t="0" r="r" b="b"/>
            <a:pathLst>
              <a:path w="478" h="582">
                <a:moveTo>
                  <a:pt x="478" y="0"/>
                </a:moveTo>
                <a:lnTo>
                  <a:pt x="249" y="0"/>
                </a:lnTo>
                <a:lnTo>
                  <a:pt x="0" y="582"/>
                </a:lnTo>
                <a:lnTo>
                  <a:pt x="230" y="582"/>
                </a:lnTo>
                <a:lnTo>
                  <a:pt x="478" y="0"/>
                </a:lnTo>
                <a:close/>
              </a:path>
            </a:pathLst>
          </a:custGeom>
          <a:gradFill flip="none" rotWithShape="1">
            <a:gsLst>
              <a:gs pos="100000">
                <a:schemeClr val="accent1"/>
              </a:gs>
              <a:gs pos="31000">
                <a:schemeClr val="accent1"/>
              </a:gs>
              <a:gs pos="0">
                <a:schemeClr val="accent1">
                  <a:lumMod val="40000"/>
                  <a:lumOff val="60000"/>
                </a:schemeClr>
              </a:gs>
            </a:gsLst>
            <a:lin ang="5400000" scaled="1"/>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Freeform 7"/>
          <p:cNvSpPr/>
          <p:nvPr/>
        </p:nvSpPr>
        <p:spPr bwMode="auto">
          <a:xfrm>
            <a:off x="3411615" y="2917719"/>
            <a:ext cx="1330621" cy="1397310"/>
          </a:xfrm>
          <a:custGeom>
            <a:avLst/>
            <a:gdLst>
              <a:gd name="T0" fmla="*/ 228 w 419"/>
              <a:gd name="T1" fmla="*/ 0 h 440"/>
              <a:gd name="T2" fmla="*/ 419 w 419"/>
              <a:gd name="T3" fmla="*/ 440 h 440"/>
              <a:gd name="T4" fmla="*/ 190 w 419"/>
              <a:gd name="T5" fmla="*/ 440 h 440"/>
              <a:gd name="T6" fmla="*/ 0 w 419"/>
              <a:gd name="T7" fmla="*/ 0 h 440"/>
              <a:gd name="T8" fmla="*/ 228 w 419"/>
              <a:gd name="T9" fmla="*/ 0 h 440"/>
            </a:gdLst>
            <a:ahLst/>
            <a:cxnLst>
              <a:cxn ang="0">
                <a:pos x="T0" y="T1"/>
              </a:cxn>
              <a:cxn ang="0">
                <a:pos x="T2" y="T3"/>
              </a:cxn>
              <a:cxn ang="0">
                <a:pos x="T4" y="T5"/>
              </a:cxn>
              <a:cxn ang="0">
                <a:pos x="T6" y="T7"/>
              </a:cxn>
              <a:cxn ang="0">
                <a:pos x="T8" y="T9"/>
              </a:cxn>
            </a:cxnLst>
            <a:rect l="0" t="0" r="r" b="b"/>
            <a:pathLst>
              <a:path w="419" h="440">
                <a:moveTo>
                  <a:pt x="228" y="0"/>
                </a:moveTo>
                <a:lnTo>
                  <a:pt x="419" y="440"/>
                </a:lnTo>
                <a:lnTo>
                  <a:pt x="190" y="440"/>
                </a:lnTo>
                <a:lnTo>
                  <a:pt x="0" y="0"/>
                </a:lnTo>
                <a:lnTo>
                  <a:pt x="228" y="0"/>
                </a:lnTo>
                <a:close/>
              </a:path>
            </a:pathLst>
          </a:custGeom>
          <a:gradFill flip="none" rotWithShape="1">
            <a:gsLst>
              <a:gs pos="44000">
                <a:schemeClr val="accent1"/>
              </a:gs>
              <a:gs pos="100000">
                <a:schemeClr val="accent1">
                  <a:lumMod val="60000"/>
                  <a:lumOff val="40000"/>
                </a:schemeClr>
              </a:gs>
            </a:gsLst>
            <a:lin ang="2700000" scaled="1"/>
            <a:tileRect/>
          </a:gradFill>
          <a:ln>
            <a:noFill/>
          </a:ln>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Freeform 17"/>
          <p:cNvSpPr/>
          <p:nvPr/>
        </p:nvSpPr>
        <p:spPr bwMode="auto">
          <a:xfrm>
            <a:off x="2617689" y="2917719"/>
            <a:ext cx="1517987" cy="1845085"/>
          </a:xfrm>
          <a:custGeom>
            <a:avLst/>
            <a:gdLst>
              <a:gd name="T0" fmla="*/ 478 w 478"/>
              <a:gd name="T1" fmla="*/ 0 h 581"/>
              <a:gd name="T2" fmla="*/ 250 w 478"/>
              <a:gd name="T3" fmla="*/ 0 h 581"/>
              <a:gd name="T4" fmla="*/ 114 w 478"/>
              <a:gd name="T5" fmla="*/ 314 h 581"/>
              <a:gd name="T6" fmla="*/ 0 w 478"/>
              <a:gd name="T7" fmla="*/ 581 h 581"/>
              <a:gd name="T8" fmla="*/ 228 w 478"/>
              <a:gd name="T9" fmla="*/ 581 h 581"/>
              <a:gd name="T10" fmla="*/ 478 w 478"/>
              <a:gd name="T11" fmla="*/ 0 h 581"/>
            </a:gdLst>
            <a:ahLst/>
            <a:cxnLst>
              <a:cxn ang="0">
                <a:pos x="T0" y="T1"/>
              </a:cxn>
              <a:cxn ang="0">
                <a:pos x="T2" y="T3"/>
              </a:cxn>
              <a:cxn ang="0">
                <a:pos x="T4" y="T5"/>
              </a:cxn>
              <a:cxn ang="0">
                <a:pos x="T6" y="T7"/>
              </a:cxn>
              <a:cxn ang="0">
                <a:pos x="T8" y="T9"/>
              </a:cxn>
              <a:cxn ang="0">
                <a:pos x="T10" y="T11"/>
              </a:cxn>
            </a:cxnLst>
            <a:rect l="0" t="0" r="r" b="b"/>
            <a:pathLst>
              <a:path w="478" h="581">
                <a:moveTo>
                  <a:pt x="478" y="0"/>
                </a:moveTo>
                <a:lnTo>
                  <a:pt x="250" y="0"/>
                </a:lnTo>
                <a:lnTo>
                  <a:pt x="114" y="314"/>
                </a:lnTo>
                <a:lnTo>
                  <a:pt x="0" y="581"/>
                </a:lnTo>
                <a:lnTo>
                  <a:pt x="228" y="581"/>
                </a:lnTo>
                <a:lnTo>
                  <a:pt x="478" y="0"/>
                </a:lnTo>
                <a:close/>
              </a:path>
            </a:pathLst>
          </a:custGeom>
          <a:gradFill flip="none" rotWithShape="1">
            <a:gsLst>
              <a:gs pos="100000">
                <a:schemeClr val="accent1"/>
              </a:gs>
              <a:gs pos="31000">
                <a:schemeClr val="accent1"/>
              </a:gs>
              <a:gs pos="0">
                <a:schemeClr val="accent1">
                  <a:lumMod val="40000"/>
                  <a:lumOff val="60000"/>
                </a:schemeClr>
              </a:gs>
            </a:gsLst>
            <a:lin ang="5400000" scaled="1"/>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Freeform 5"/>
          <p:cNvSpPr/>
          <p:nvPr/>
        </p:nvSpPr>
        <p:spPr bwMode="auto">
          <a:xfrm>
            <a:off x="4808924" y="2469945"/>
            <a:ext cx="1330621" cy="1400486"/>
          </a:xfrm>
          <a:custGeom>
            <a:avLst/>
            <a:gdLst>
              <a:gd name="T0" fmla="*/ 229 w 419"/>
              <a:gd name="T1" fmla="*/ 0 h 441"/>
              <a:gd name="T2" fmla="*/ 419 w 419"/>
              <a:gd name="T3" fmla="*/ 441 h 441"/>
              <a:gd name="T4" fmla="*/ 191 w 419"/>
              <a:gd name="T5" fmla="*/ 441 h 441"/>
              <a:gd name="T6" fmla="*/ 0 w 419"/>
              <a:gd name="T7" fmla="*/ 0 h 441"/>
              <a:gd name="T8" fmla="*/ 105 w 419"/>
              <a:gd name="T9" fmla="*/ 0 h 441"/>
              <a:gd name="T10" fmla="*/ 229 w 419"/>
              <a:gd name="T11" fmla="*/ 0 h 441"/>
            </a:gdLst>
            <a:ahLst/>
            <a:cxnLst>
              <a:cxn ang="0">
                <a:pos x="T0" y="T1"/>
              </a:cxn>
              <a:cxn ang="0">
                <a:pos x="T2" y="T3"/>
              </a:cxn>
              <a:cxn ang="0">
                <a:pos x="T4" y="T5"/>
              </a:cxn>
              <a:cxn ang="0">
                <a:pos x="T6" y="T7"/>
              </a:cxn>
              <a:cxn ang="0">
                <a:pos x="T8" y="T9"/>
              </a:cxn>
              <a:cxn ang="0">
                <a:pos x="T10" y="T11"/>
              </a:cxn>
            </a:cxnLst>
            <a:rect l="0" t="0" r="r" b="b"/>
            <a:pathLst>
              <a:path w="419" h="441">
                <a:moveTo>
                  <a:pt x="229" y="0"/>
                </a:moveTo>
                <a:lnTo>
                  <a:pt x="419" y="441"/>
                </a:lnTo>
                <a:lnTo>
                  <a:pt x="191" y="441"/>
                </a:lnTo>
                <a:lnTo>
                  <a:pt x="0" y="0"/>
                </a:lnTo>
                <a:lnTo>
                  <a:pt x="105" y="0"/>
                </a:lnTo>
                <a:lnTo>
                  <a:pt x="229" y="0"/>
                </a:lnTo>
                <a:close/>
              </a:path>
            </a:pathLst>
          </a:custGeom>
          <a:gradFill flip="none" rotWithShape="1">
            <a:gsLst>
              <a:gs pos="44000">
                <a:schemeClr val="accent1"/>
              </a:gs>
              <a:gs pos="100000">
                <a:schemeClr val="accent1">
                  <a:lumMod val="60000"/>
                  <a:lumOff val="40000"/>
                </a:schemeClr>
              </a:gs>
            </a:gsLst>
            <a:lin ang="2700000" scaled="1"/>
            <a:tileRect/>
          </a:gradFill>
          <a:ln>
            <a:noFill/>
          </a:ln>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3"/>
          <p:cNvSpPr/>
          <p:nvPr/>
        </p:nvSpPr>
        <p:spPr bwMode="auto">
          <a:xfrm>
            <a:off x="4008648" y="2469945"/>
            <a:ext cx="1517987" cy="1845085"/>
          </a:xfrm>
          <a:custGeom>
            <a:avLst/>
            <a:gdLst>
              <a:gd name="T0" fmla="*/ 478 w 478"/>
              <a:gd name="T1" fmla="*/ 0 h 581"/>
              <a:gd name="T2" fmla="*/ 250 w 478"/>
              <a:gd name="T3" fmla="*/ 0 h 581"/>
              <a:gd name="T4" fmla="*/ 117 w 478"/>
              <a:gd name="T5" fmla="*/ 312 h 581"/>
              <a:gd name="T6" fmla="*/ 2 w 478"/>
              <a:gd name="T7" fmla="*/ 579 h 581"/>
              <a:gd name="T8" fmla="*/ 0 w 478"/>
              <a:gd name="T9" fmla="*/ 581 h 581"/>
              <a:gd name="T10" fmla="*/ 231 w 478"/>
              <a:gd name="T11" fmla="*/ 581 h 581"/>
              <a:gd name="T12" fmla="*/ 478 w 478"/>
              <a:gd name="T13" fmla="*/ 0 h 581"/>
            </a:gdLst>
            <a:ahLst/>
            <a:cxnLst>
              <a:cxn ang="0">
                <a:pos x="T0" y="T1"/>
              </a:cxn>
              <a:cxn ang="0">
                <a:pos x="T2" y="T3"/>
              </a:cxn>
              <a:cxn ang="0">
                <a:pos x="T4" y="T5"/>
              </a:cxn>
              <a:cxn ang="0">
                <a:pos x="T6" y="T7"/>
              </a:cxn>
              <a:cxn ang="0">
                <a:pos x="T8" y="T9"/>
              </a:cxn>
              <a:cxn ang="0">
                <a:pos x="T10" y="T11"/>
              </a:cxn>
              <a:cxn ang="0">
                <a:pos x="T12" y="T13"/>
              </a:cxn>
            </a:cxnLst>
            <a:rect l="0" t="0" r="r" b="b"/>
            <a:pathLst>
              <a:path w="478" h="581">
                <a:moveTo>
                  <a:pt x="478" y="0"/>
                </a:moveTo>
                <a:lnTo>
                  <a:pt x="250" y="0"/>
                </a:lnTo>
                <a:lnTo>
                  <a:pt x="117" y="312"/>
                </a:lnTo>
                <a:lnTo>
                  <a:pt x="2" y="579"/>
                </a:lnTo>
                <a:lnTo>
                  <a:pt x="0" y="581"/>
                </a:lnTo>
                <a:lnTo>
                  <a:pt x="231" y="581"/>
                </a:lnTo>
                <a:lnTo>
                  <a:pt x="478" y="0"/>
                </a:lnTo>
                <a:close/>
              </a:path>
            </a:pathLst>
          </a:custGeom>
          <a:gradFill flip="none" rotWithShape="1">
            <a:gsLst>
              <a:gs pos="100000">
                <a:schemeClr val="accent1"/>
              </a:gs>
              <a:gs pos="31000">
                <a:schemeClr val="accent1"/>
              </a:gs>
              <a:gs pos="0">
                <a:schemeClr val="accent1">
                  <a:lumMod val="40000"/>
                  <a:lumOff val="60000"/>
                </a:schemeClr>
              </a:gs>
            </a:gsLst>
            <a:lin ang="5400000" scaled="1"/>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Freeform 25"/>
          <p:cNvSpPr/>
          <p:nvPr/>
        </p:nvSpPr>
        <p:spPr bwMode="auto">
          <a:xfrm>
            <a:off x="5415486" y="1113919"/>
            <a:ext cx="1927654" cy="2756512"/>
          </a:xfrm>
          <a:custGeom>
            <a:avLst/>
            <a:gdLst>
              <a:gd name="T0" fmla="*/ 492 w 607"/>
              <a:gd name="T1" fmla="*/ 0 h 868"/>
              <a:gd name="T2" fmla="*/ 154 w 607"/>
              <a:gd name="T3" fmla="*/ 258 h 868"/>
              <a:gd name="T4" fmla="*/ 266 w 607"/>
              <a:gd name="T5" fmla="*/ 258 h 868"/>
              <a:gd name="T6" fmla="*/ 114 w 607"/>
              <a:gd name="T7" fmla="*/ 603 h 868"/>
              <a:gd name="T8" fmla="*/ 0 w 607"/>
              <a:gd name="T9" fmla="*/ 868 h 868"/>
              <a:gd name="T10" fmla="*/ 228 w 607"/>
              <a:gd name="T11" fmla="*/ 868 h 868"/>
              <a:gd name="T12" fmla="*/ 495 w 607"/>
              <a:gd name="T13" fmla="*/ 258 h 868"/>
              <a:gd name="T14" fmla="*/ 607 w 607"/>
              <a:gd name="T15" fmla="*/ 258 h 868"/>
              <a:gd name="T16" fmla="*/ 492 w 607"/>
              <a:gd name="T17"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7" h="868">
                <a:moveTo>
                  <a:pt x="492" y="0"/>
                </a:moveTo>
                <a:lnTo>
                  <a:pt x="154" y="258"/>
                </a:lnTo>
                <a:lnTo>
                  <a:pt x="266" y="258"/>
                </a:lnTo>
                <a:lnTo>
                  <a:pt x="114" y="603"/>
                </a:lnTo>
                <a:lnTo>
                  <a:pt x="0" y="868"/>
                </a:lnTo>
                <a:lnTo>
                  <a:pt x="228" y="868"/>
                </a:lnTo>
                <a:lnTo>
                  <a:pt x="495" y="258"/>
                </a:lnTo>
                <a:lnTo>
                  <a:pt x="607" y="258"/>
                </a:lnTo>
                <a:lnTo>
                  <a:pt x="492" y="0"/>
                </a:lnTo>
                <a:close/>
              </a:path>
            </a:pathLst>
          </a:custGeom>
          <a:gradFill flip="none" rotWithShape="1">
            <a:gsLst>
              <a:gs pos="100000">
                <a:schemeClr val="accent1"/>
              </a:gs>
              <a:gs pos="31000">
                <a:schemeClr val="accent1"/>
              </a:gs>
              <a:gs pos="0">
                <a:schemeClr val="accent1">
                  <a:lumMod val="40000"/>
                  <a:lumOff val="60000"/>
                </a:schemeClr>
              </a:gs>
            </a:gsLst>
            <a:lin ang="5400000" scaled="1"/>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TextBox 65"/>
          <p:cNvSpPr txBox="1"/>
          <p:nvPr/>
        </p:nvSpPr>
        <p:spPr>
          <a:xfrm>
            <a:off x="1434379" y="4610828"/>
            <a:ext cx="546946" cy="481982"/>
          </a:xfrm>
          <a:prstGeom prst="rect">
            <a:avLst/>
          </a:prstGeom>
          <a:noFill/>
        </p:spPr>
        <p:txBody>
          <a:bodyPr wrap="square" lIns="0" tIns="36000" rIns="0" bIns="36000" rtlCol="0">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1</a:t>
            </a:r>
            <a:endParaRPr kumimoji="0" lang="en-US"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TextBox 65"/>
          <p:cNvSpPr txBox="1"/>
          <p:nvPr/>
        </p:nvSpPr>
        <p:spPr>
          <a:xfrm>
            <a:off x="2852897" y="4163683"/>
            <a:ext cx="546946" cy="481982"/>
          </a:xfrm>
          <a:prstGeom prst="rect">
            <a:avLst/>
          </a:prstGeom>
          <a:noFill/>
        </p:spPr>
        <p:txBody>
          <a:bodyPr wrap="square" lIns="0" tIns="36000" rIns="0" bIns="36000" rtlCol="0">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2</a:t>
            </a:r>
            <a:endParaRPr kumimoji="0" lang="en-US"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TextBox 65"/>
          <p:cNvSpPr txBox="1"/>
          <p:nvPr/>
        </p:nvSpPr>
        <p:spPr>
          <a:xfrm>
            <a:off x="4263891" y="3762313"/>
            <a:ext cx="546946" cy="481982"/>
          </a:xfrm>
          <a:prstGeom prst="rect">
            <a:avLst/>
          </a:prstGeom>
          <a:noFill/>
        </p:spPr>
        <p:txBody>
          <a:bodyPr wrap="square" lIns="0" tIns="36000" rIns="0" bIns="36000" rtlCol="0">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3</a:t>
            </a:r>
            <a:endParaRPr kumimoji="0" lang="en-US"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TextBox 65"/>
          <p:cNvSpPr txBox="1"/>
          <p:nvPr/>
        </p:nvSpPr>
        <p:spPr>
          <a:xfrm>
            <a:off x="5639339" y="3290138"/>
            <a:ext cx="546946" cy="481982"/>
          </a:xfrm>
          <a:prstGeom prst="rect">
            <a:avLst/>
          </a:prstGeom>
          <a:noFill/>
        </p:spPr>
        <p:txBody>
          <a:bodyPr wrap="square" lIns="0" tIns="36000" rIns="0" bIns="36000" rtlCol="0">
            <a:spAutoFit/>
          </a:bodyPr>
          <a:lstStyle/>
          <a:p>
            <a:pPr marL="0" marR="0" lvl="0" indent="0" algn="ctr" defTabSz="914400" rtl="0" eaLnBrk="1" fontAlgn="auto" latinLnBrk="0" hangingPunct="1">
              <a:lnSpc>
                <a:spcPct val="120000"/>
              </a:lnSpc>
              <a:spcBef>
                <a:spcPts val="60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4</a:t>
            </a:r>
            <a:endParaRPr kumimoji="0" lang="en-US" sz="24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8" name="组合 17"/>
          <p:cNvGrpSpPr/>
          <p:nvPr/>
        </p:nvGrpSpPr>
        <p:grpSpPr>
          <a:xfrm>
            <a:off x="1796687" y="5492805"/>
            <a:ext cx="3493526" cy="1037513"/>
            <a:chOff x="1893359" y="1819324"/>
            <a:chExt cx="3493526" cy="1037513"/>
          </a:xfrm>
        </p:grpSpPr>
        <p:sp>
          <p:nvSpPr>
            <p:cNvPr id="19" name="文本框 18"/>
            <p:cNvSpPr txBox="1"/>
            <p:nvPr/>
          </p:nvSpPr>
          <p:spPr>
            <a:xfrm>
              <a:off x="1893359" y="1819324"/>
              <a:ext cx="2470308" cy="323165"/>
            </a:xfrm>
            <a:prstGeom prst="rect">
              <a:avLst/>
            </a:prstGeom>
            <a:noFill/>
          </p:spPr>
          <p:txBody>
            <a:bodyPr wrap="square" lIns="0" t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0" name="矩形 19"/>
            <p:cNvSpPr/>
            <p:nvPr/>
          </p:nvSpPr>
          <p:spPr>
            <a:xfrm>
              <a:off x="1893359" y="2161005"/>
              <a:ext cx="3493526" cy="695832"/>
            </a:xfrm>
            <a:prstGeom prst="rect">
              <a:avLst/>
            </a:prstGeom>
            <a:noFill/>
          </p:spPr>
          <p:txBody>
            <a:bodyPr wrap="square" lIns="0" t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1" name="组合 20"/>
          <p:cNvGrpSpPr/>
          <p:nvPr/>
        </p:nvGrpSpPr>
        <p:grpSpPr>
          <a:xfrm>
            <a:off x="4632550" y="4660617"/>
            <a:ext cx="3493526" cy="1037513"/>
            <a:chOff x="1893359" y="1819324"/>
            <a:chExt cx="3493526" cy="1037513"/>
          </a:xfrm>
        </p:grpSpPr>
        <p:sp>
          <p:nvSpPr>
            <p:cNvPr id="22" name="文本框 21"/>
            <p:cNvSpPr txBox="1"/>
            <p:nvPr/>
          </p:nvSpPr>
          <p:spPr>
            <a:xfrm>
              <a:off x="1893359" y="1819324"/>
              <a:ext cx="2470308" cy="323165"/>
            </a:xfrm>
            <a:prstGeom prst="rect">
              <a:avLst/>
            </a:prstGeom>
            <a:noFill/>
          </p:spPr>
          <p:txBody>
            <a:bodyPr wrap="square" lIns="0" t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3" name="矩形 22"/>
            <p:cNvSpPr/>
            <p:nvPr/>
          </p:nvSpPr>
          <p:spPr>
            <a:xfrm>
              <a:off x="1893359" y="2161005"/>
              <a:ext cx="3493526" cy="695832"/>
            </a:xfrm>
            <a:prstGeom prst="rect">
              <a:avLst/>
            </a:prstGeom>
            <a:noFill/>
          </p:spPr>
          <p:txBody>
            <a:bodyPr wrap="square" lIns="0" t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4" name="组合 23"/>
          <p:cNvGrpSpPr/>
          <p:nvPr/>
        </p:nvGrpSpPr>
        <p:grpSpPr>
          <a:xfrm>
            <a:off x="7468413" y="3828429"/>
            <a:ext cx="3493526" cy="1037513"/>
            <a:chOff x="1893359" y="1819324"/>
            <a:chExt cx="3493526" cy="1037513"/>
          </a:xfrm>
        </p:grpSpPr>
        <p:sp>
          <p:nvSpPr>
            <p:cNvPr id="25" name="文本框 24"/>
            <p:cNvSpPr txBox="1"/>
            <p:nvPr/>
          </p:nvSpPr>
          <p:spPr>
            <a:xfrm>
              <a:off x="1893359" y="1819324"/>
              <a:ext cx="2470308" cy="323165"/>
            </a:xfrm>
            <a:prstGeom prst="rect">
              <a:avLst/>
            </a:prstGeom>
            <a:noFill/>
          </p:spPr>
          <p:txBody>
            <a:bodyPr wrap="square" lIns="0" t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矩形 25"/>
            <p:cNvSpPr/>
            <p:nvPr/>
          </p:nvSpPr>
          <p:spPr>
            <a:xfrm>
              <a:off x="1893359" y="2161005"/>
              <a:ext cx="3493526" cy="695832"/>
            </a:xfrm>
            <a:prstGeom prst="rect">
              <a:avLst/>
            </a:prstGeom>
            <a:noFill/>
          </p:spPr>
          <p:txBody>
            <a:bodyPr wrap="square" lIns="0" t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7" name="组合 26"/>
          <p:cNvGrpSpPr/>
          <p:nvPr/>
        </p:nvGrpSpPr>
        <p:grpSpPr>
          <a:xfrm>
            <a:off x="7455844" y="2262902"/>
            <a:ext cx="3493526" cy="1037513"/>
            <a:chOff x="1893359" y="1819324"/>
            <a:chExt cx="3493526" cy="1037513"/>
          </a:xfrm>
        </p:grpSpPr>
        <p:sp>
          <p:nvSpPr>
            <p:cNvPr id="28" name="文本框 27"/>
            <p:cNvSpPr txBox="1"/>
            <p:nvPr/>
          </p:nvSpPr>
          <p:spPr>
            <a:xfrm>
              <a:off x="1893359" y="1819324"/>
              <a:ext cx="2470308" cy="323165"/>
            </a:xfrm>
            <a:prstGeom prst="rect">
              <a:avLst/>
            </a:prstGeom>
            <a:noFill/>
          </p:spPr>
          <p:txBody>
            <a:bodyPr wrap="square" lIns="0" t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矩形 28"/>
            <p:cNvSpPr/>
            <p:nvPr/>
          </p:nvSpPr>
          <p:spPr>
            <a:xfrm>
              <a:off x="1893359" y="2161005"/>
              <a:ext cx="3493526" cy="695832"/>
            </a:xfrm>
            <a:prstGeom prst="rect">
              <a:avLst/>
            </a:prstGeom>
            <a:noFill/>
          </p:spPr>
          <p:txBody>
            <a:bodyPr wrap="square" lIns="0" t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aoding-3"/>
          <p:cNvSpPr/>
          <p:nvPr/>
        </p:nvSpPr>
        <p:spPr>
          <a:xfrm>
            <a:off x="1435777" y="2445195"/>
            <a:ext cx="2488776" cy="2488774"/>
          </a:xfrm>
          <a:custGeom>
            <a:avLst/>
            <a:gdLst>
              <a:gd name="connsiteX0" fmla="*/ 2351135 w 2351134"/>
              <a:gd name="connsiteY0" fmla="*/ 1175567 h 2351134"/>
              <a:gd name="connsiteX1" fmla="*/ 1175568 w 2351134"/>
              <a:gd name="connsiteY1" fmla="*/ 2351135 h 2351134"/>
              <a:gd name="connsiteX2" fmla="*/ 0 w 2351134"/>
              <a:gd name="connsiteY2" fmla="*/ 1175567 h 2351134"/>
              <a:gd name="connsiteX3" fmla="*/ 1175568 w 2351134"/>
              <a:gd name="connsiteY3" fmla="*/ 0 h 2351134"/>
              <a:gd name="connsiteX4" fmla="*/ 2351135 w 2351134"/>
              <a:gd name="connsiteY4" fmla="*/ 1175567 h 2351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134" h="2351134">
                <a:moveTo>
                  <a:pt x="2351135" y="1175567"/>
                </a:moveTo>
                <a:cubicBezTo>
                  <a:pt x="2351135" y="1824815"/>
                  <a:pt x="1824816" y="2351135"/>
                  <a:pt x="1175568" y="2351135"/>
                </a:cubicBezTo>
                <a:cubicBezTo>
                  <a:pt x="526320" y="2351135"/>
                  <a:pt x="0" y="1824815"/>
                  <a:pt x="0" y="1175567"/>
                </a:cubicBezTo>
                <a:cubicBezTo>
                  <a:pt x="0" y="526319"/>
                  <a:pt x="526320" y="0"/>
                  <a:pt x="1175568" y="0"/>
                </a:cubicBezTo>
                <a:cubicBezTo>
                  <a:pt x="1824816" y="0"/>
                  <a:pt x="2351135" y="526319"/>
                  <a:pt x="2351135" y="1175567"/>
                </a:cubicBezTo>
                <a:close/>
              </a:path>
            </a:pathLst>
          </a:custGeom>
          <a:solidFill>
            <a:srgbClr val="FFFFFF"/>
          </a:solidFill>
          <a:ln w="17650" cap="flat">
            <a:noFill/>
            <a:prstDash val="solid"/>
            <a:miter/>
          </a:ln>
          <a:effectLst>
            <a:outerShdw blurRad="698500" sx="99000" sy="99000" algn="ctr" rotWithShape="0">
              <a:schemeClr val="accent1">
                <a:alpha val="20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gaoding-4"/>
          <p:cNvSpPr/>
          <p:nvPr/>
        </p:nvSpPr>
        <p:spPr>
          <a:xfrm>
            <a:off x="4865745" y="1427197"/>
            <a:ext cx="1053475" cy="1053475"/>
          </a:xfrm>
          <a:custGeom>
            <a:avLst/>
            <a:gdLst>
              <a:gd name="connsiteX0" fmla="*/ 919977 w 919977"/>
              <a:gd name="connsiteY0" fmla="*/ 459989 h 919977"/>
              <a:gd name="connsiteX1" fmla="*/ 459989 w 919977"/>
              <a:gd name="connsiteY1" fmla="*/ 919977 h 919977"/>
              <a:gd name="connsiteX2" fmla="*/ 0 w 919977"/>
              <a:gd name="connsiteY2" fmla="*/ 459989 h 919977"/>
              <a:gd name="connsiteX3" fmla="*/ 459989 w 919977"/>
              <a:gd name="connsiteY3" fmla="*/ 0 h 919977"/>
              <a:gd name="connsiteX4" fmla="*/ 919977 w 919977"/>
              <a:gd name="connsiteY4" fmla="*/ 459989 h 919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77" h="919977">
                <a:moveTo>
                  <a:pt x="919977" y="459989"/>
                </a:moveTo>
                <a:cubicBezTo>
                  <a:pt x="919977" y="714033"/>
                  <a:pt x="714033" y="919977"/>
                  <a:pt x="459989" y="919977"/>
                </a:cubicBezTo>
                <a:cubicBezTo>
                  <a:pt x="205944" y="919977"/>
                  <a:pt x="0" y="714033"/>
                  <a:pt x="0" y="459989"/>
                </a:cubicBezTo>
                <a:cubicBezTo>
                  <a:pt x="0" y="205944"/>
                  <a:pt x="205944" y="0"/>
                  <a:pt x="459989" y="0"/>
                </a:cubicBezTo>
                <a:cubicBezTo>
                  <a:pt x="714033" y="0"/>
                  <a:pt x="919977" y="205944"/>
                  <a:pt x="919977" y="459989"/>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01</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gaoding-5"/>
          <p:cNvSpPr/>
          <p:nvPr/>
        </p:nvSpPr>
        <p:spPr>
          <a:xfrm rot="16746489">
            <a:off x="4350342" y="2205526"/>
            <a:ext cx="384330" cy="384330"/>
          </a:xfrm>
          <a:custGeom>
            <a:avLst/>
            <a:gdLst>
              <a:gd name="connsiteX0" fmla="*/ 335627 w 335627"/>
              <a:gd name="connsiteY0" fmla="*/ 167814 h 335627"/>
              <a:gd name="connsiteX1" fmla="*/ 167814 w 335627"/>
              <a:gd name="connsiteY1" fmla="*/ 335627 h 335627"/>
              <a:gd name="connsiteX2" fmla="*/ 0 w 335627"/>
              <a:gd name="connsiteY2" fmla="*/ 167814 h 335627"/>
              <a:gd name="connsiteX3" fmla="*/ 167814 w 335627"/>
              <a:gd name="connsiteY3" fmla="*/ 0 h 335627"/>
              <a:gd name="connsiteX4" fmla="*/ 335627 w 335627"/>
              <a:gd name="connsiteY4" fmla="*/ 167814 h 335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627" h="335627">
                <a:moveTo>
                  <a:pt x="335627" y="167814"/>
                </a:moveTo>
                <a:cubicBezTo>
                  <a:pt x="335627" y="260494"/>
                  <a:pt x="260494" y="335627"/>
                  <a:pt x="167814" y="335627"/>
                </a:cubicBezTo>
                <a:cubicBezTo>
                  <a:pt x="75133" y="335627"/>
                  <a:pt x="0" y="260494"/>
                  <a:pt x="0" y="167814"/>
                </a:cubicBezTo>
                <a:cubicBezTo>
                  <a:pt x="0" y="75133"/>
                  <a:pt x="75133" y="0"/>
                  <a:pt x="167814" y="0"/>
                </a:cubicBezTo>
                <a:cubicBezTo>
                  <a:pt x="260494" y="0"/>
                  <a:pt x="335627" y="75133"/>
                  <a:pt x="335627" y="167814"/>
                </a:cubicBezTo>
                <a:close/>
              </a:path>
            </a:pathLst>
          </a:custGeom>
          <a:solidFill>
            <a:schemeClr val="accent1"/>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gaoding-6"/>
          <p:cNvSpPr/>
          <p:nvPr/>
        </p:nvSpPr>
        <p:spPr>
          <a:xfrm>
            <a:off x="4319822" y="2175134"/>
            <a:ext cx="445009" cy="445009"/>
          </a:xfrm>
          <a:custGeom>
            <a:avLst/>
            <a:gdLst>
              <a:gd name="connsiteX0" fmla="*/ 194309 w 388617"/>
              <a:gd name="connsiteY0" fmla="*/ 388617 h 388617"/>
              <a:gd name="connsiteX1" fmla="*/ 0 w 388617"/>
              <a:gd name="connsiteY1" fmla="*/ 194309 h 388617"/>
              <a:gd name="connsiteX2" fmla="*/ 194309 w 388617"/>
              <a:gd name="connsiteY2" fmla="*/ 0 h 388617"/>
              <a:gd name="connsiteX3" fmla="*/ 388617 w 388617"/>
              <a:gd name="connsiteY3" fmla="*/ 194309 h 388617"/>
              <a:gd name="connsiteX4" fmla="*/ 194309 w 388617"/>
              <a:gd name="connsiteY4" fmla="*/ 388617 h 388617"/>
              <a:gd name="connsiteX5" fmla="*/ 194309 w 388617"/>
              <a:gd name="connsiteY5" fmla="*/ 52993 h 388617"/>
              <a:gd name="connsiteX6" fmla="*/ 52993 w 388617"/>
              <a:gd name="connsiteY6" fmla="*/ 194309 h 388617"/>
              <a:gd name="connsiteX7" fmla="*/ 194309 w 388617"/>
              <a:gd name="connsiteY7" fmla="*/ 335624 h 388617"/>
              <a:gd name="connsiteX8" fmla="*/ 335624 w 388617"/>
              <a:gd name="connsiteY8" fmla="*/ 194309 h 388617"/>
              <a:gd name="connsiteX9" fmla="*/ 194309 w 388617"/>
              <a:gd name="connsiteY9" fmla="*/ 52993 h 38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7" h="388617">
                <a:moveTo>
                  <a:pt x="194309" y="388617"/>
                </a:moveTo>
                <a:cubicBezTo>
                  <a:pt x="87085" y="388617"/>
                  <a:pt x="0" y="301355"/>
                  <a:pt x="0" y="194309"/>
                </a:cubicBezTo>
                <a:cubicBezTo>
                  <a:pt x="0" y="87086"/>
                  <a:pt x="87262" y="0"/>
                  <a:pt x="194309" y="0"/>
                </a:cubicBezTo>
                <a:cubicBezTo>
                  <a:pt x="301532" y="0"/>
                  <a:pt x="388617" y="87262"/>
                  <a:pt x="388617" y="194309"/>
                </a:cubicBezTo>
                <a:cubicBezTo>
                  <a:pt x="388617" y="301532"/>
                  <a:pt x="301532" y="388617"/>
                  <a:pt x="194309" y="388617"/>
                </a:cubicBezTo>
                <a:close/>
                <a:moveTo>
                  <a:pt x="194309" y="52993"/>
                </a:moveTo>
                <a:cubicBezTo>
                  <a:pt x="116409" y="52993"/>
                  <a:pt x="52993" y="116409"/>
                  <a:pt x="52993" y="194309"/>
                </a:cubicBezTo>
                <a:cubicBezTo>
                  <a:pt x="52993" y="272209"/>
                  <a:pt x="116409" y="335624"/>
                  <a:pt x="194309" y="335624"/>
                </a:cubicBezTo>
                <a:cubicBezTo>
                  <a:pt x="272209" y="335624"/>
                  <a:pt x="335624" y="272209"/>
                  <a:pt x="335624" y="194309"/>
                </a:cubicBezTo>
                <a:cubicBezTo>
                  <a:pt x="335624" y="116409"/>
                  <a:pt x="272209" y="52993"/>
                  <a:pt x="194309" y="52993"/>
                </a:cubicBezTo>
                <a:close/>
              </a:path>
            </a:pathLst>
          </a:custGeom>
          <a:solidFill>
            <a:srgbClr val="FFFFFF"/>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gaoding-7"/>
          <p:cNvSpPr/>
          <p:nvPr/>
        </p:nvSpPr>
        <p:spPr>
          <a:xfrm>
            <a:off x="4865609" y="4810278"/>
            <a:ext cx="1053437" cy="1053437"/>
          </a:xfrm>
          <a:custGeom>
            <a:avLst/>
            <a:gdLst>
              <a:gd name="connsiteX0" fmla="*/ 919944 w 919944"/>
              <a:gd name="connsiteY0" fmla="*/ 459972 h 919944"/>
              <a:gd name="connsiteX1" fmla="*/ 459972 w 919944"/>
              <a:gd name="connsiteY1" fmla="*/ 919944 h 919944"/>
              <a:gd name="connsiteX2" fmla="*/ 0 w 919944"/>
              <a:gd name="connsiteY2" fmla="*/ 459972 h 919944"/>
              <a:gd name="connsiteX3" fmla="*/ 459972 w 919944"/>
              <a:gd name="connsiteY3" fmla="*/ 0 h 919944"/>
              <a:gd name="connsiteX4" fmla="*/ 919944 w 919944"/>
              <a:gd name="connsiteY4" fmla="*/ 459972 h 919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44" h="919944">
                <a:moveTo>
                  <a:pt x="919944" y="459972"/>
                </a:moveTo>
                <a:cubicBezTo>
                  <a:pt x="919944" y="714008"/>
                  <a:pt x="714008" y="919944"/>
                  <a:pt x="459972" y="919944"/>
                </a:cubicBezTo>
                <a:cubicBezTo>
                  <a:pt x="205936" y="919944"/>
                  <a:pt x="0" y="714008"/>
                  <a:pt x="0" y="459972"/>
                </a:cubicBezTo>
                <a:cubicBezTo>
                  <a:pt x="0" y="205936"/>
                  <a:pt x="205937" y="0"/>
                  <a:pt x="459972" y="0"/>
                </a:cubicBezTo>
                <a:cubicBezTo>
                  <a:pt x="714008" y="0"/>
                  <a:pt x="919944" y="205937"/>
                  <a:pt x="919944" y="459972"/>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03</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gaoding-8"/>
          <p:cNvSpPr/>
          <p:nvPr/>
        </p:nvSpPr>
        <p:spPr>
          <a:xfrm rot="20258145">
            <a:off x="4339125" y="4678228"/>
            <a:ext cx="384333" cy="384332"/>
          </a:xfrm>
          <a:custGeom>
            <a:avLst/>
            <a:gdLst>
              <a:gd name="connsiteX0" fmla="*/ 335630 w 335630"/>
              <a:gd name="connsiteY0" fmla="*/ 167815 h 335629"/>
              <a:gd name="connsiteX1" fmla="*/ 167815 w 335630"/>
              <a:gd name="connsiteY1" fmla="*/ 335630 h 335629"/>
              <a:gd name="connsiteX2" fmla="*/ 0 w 335630"/>
              <a:gd name="connsiteY2" fmla="*/ 167815 h 335629"/>
              <a:gd name="connsiteX3" fmla="*/ 167815 w 335630"/>
              <a:gd name="connsiteY3" fmla="*/ 0 h 335629"/>
              <a:gd name="connsiteX4" fmla="*/ 335630 w 335630"/>
              <a:gd name="connsiteY4" fmla="*/ 167815 h 33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630" h="335629">
                <a:moveTo>
                  <a:pt x="335630" y="167815"/>
                </a:moveTo>
                <a:cubicBezTo>
                  <a:pt x="335630" y="260497"/>
                  <a:pt x="260497" y="335630"/>
                  <a:pt x="167815" y="335630"/>
                </a:cubicBezTo>
                <a:cubicBezTo>
                  <a:pt x="75133" y="335630"/>
                  <a:pt x="0" y="260497"/>
                  <a:pt x="0" y="167815"/>
                </a:cubicBezTo>
                <a:cubicBezTo>
                  <a:pt x="0" y="75133"/>
                  <a:pt x="75133" y="0"/>
                  <a:pt x="167815" y="0"/>
                </a:cubicBezTo>
                <a:cubicBezTo>
                  <a:pt x="260497" y="0"/>
                  <a:pt x="335630" y="75133"/>
                  <a:pt x="335630" y="167815"/>
                </a:cubicBezTo>
                <a:close/>
              </a:path>
            </a:pathLst>
          </a:custGeom>
          <a:solidFill>
            <a:schemeClr val="accent1"/>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gaoding-9"/>
          <p:cNvSpPr/>
          <p:nvPr/>
        </p:nvSpPr>
        <p:spPr>
          <a:xfrm>
            <a:off x="4308698" y="4647971"/>
            <a:ext cx="445009" cy="445009"/>
          </a:xfrm>
          <a:custGeom>
            <a:avLst/>
            <a:gdLst>
              <a:gd name="connsiteX0" fmla="*/ 194309 w 388617"/>
              <a:gd name="connsiteY0" fmla="*/ 388617 h 388617"/>
              <a:gd name="connsiteX1" fmla="*/ 0 w 388617"/>
              <a:gd name="connsiteY1" fmla="*/ 194309 h 388617"/>
              <a:gd name="connsiteX2" fmla="*/ 194309 w 388617"/>
              <a:gd name="connsiteY2" fmla="*/ 0 h 388617"/>
              <a:gd name="connsiteX3" fmla="*/ 388617 w 388617"/>
              <a:gd name="connsiteY3" fmla="*/ 194309 h 388617"/>
              <a:gd name="connsiteX4" fmla="*/ 194309 w 388617"/>
              <a:gd name="connsiteY4" fmla="*/ 388617 h 388617"/>
              <a:gd name="connsiteX5" fmla="*/ 194309 w 388617"/>
              <a:gd name="connsiteY5" fmla="*/ 52993 h 388617"/>
              <a:gd name="connsiteX6" fmla="*/ 52993 w 388617"/>
              <a:gd name="connsiteY6" fmla="*/ 194309 h 388617"/>
              <a:gd name="connsiteX7" fmla="*/ 194309 w 388617"/>
              <a:gd name="connsiteY7" fmla="*/ 335624 h 388617"/>
              <a:gd name="connsiteX8" fmla="*/ 335624 w 388617"/>
              <a:gd name="connsiteY8" fmla="*/ 194309 h 388617"/>
              <a:gd name="connsiteX9" fmla="*/ 194309 w 388617"/>
              <a:gd name="connsiteY9" fmla="*/ 52993 h 38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7" h="388617">
                <a:moveTo>
                  <a:pt x="194309" y="388617"/>
                </a:moveTo>
                <a:cubicBezTo>
                  <a:pt x="87086" y="388617"/>
                  <a:pt x="0" y="301355"/>
                  <a:pt x="0" y="194309"/>
                </a:cubicBezTo>
                <a:cubicBezTo>
                  <a:pt x="0" y="87085"/>
                  <a:pt x="87262" y="0"/>
                  <a:pt x="194309" y="0"/>
                </a:cubicBezTo>
                <a:cubicBezTo>
                  <a:pt x="301532" y="0"/>
                  <a:pt x="388617" y="87262"/>
                  <a:pt x="388617" y="194309"/>
                </a:cubicBezTo>
                <a:cubicBezTo>
                  <a:pt x="388617" y="301532"/>
                  <a:pt x="301355" y="388617"/>
                  <a:pt x="194309" y="388617"/>
                </a:cubicBezTo>
                <a:close/>
                <a:moveTo>
                  <a:pt x="194309" y="52993"/>
                </a:moveTo>
                <a:cubicBezTo>
                  <a:pt x="116409" y="52993"/>
                  <a:pt x="52993" y="116408"/>
                  <a:pt x="52993" y="194309"/>
                </a:cubicBezTo>
                <a:cubicBezTo>
                  <a:pt x="52993" y="272209"/>
                  <a:pt x="116409" y="335624"/>
                  <a:pt x="194309" y="335624"/>
                </a:cubicBezTo>
                <a:cubicBezTo>
                  <a:pt x="272209" y="335624"/>
                  <a:pt x="335624" y="272209"/>
                  <a:pt x="335624" y="194309"/>
                </a:cubicBezTo>
                <a:cubicBezTo>
                  <a:pt x="335624" y="116408"/>
                  <a:pt x="272209" y="52993"/>
                  <a:pt x="194309" y="52993"/>
                </a:cubicBezTo>
                <a:close/>
              </a:path>
            </a:pathLst>
          </a:custGeom>
          <a:solidFill>
            <a:srgbClr val="FFFFFF"/>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gaoding-10"/>
          <p:cNvSpPr/>
          <p:nvPr/>
        </p:nvSpPr>
        <p:spPr>
          <a:xfrm>
            <a:off x="5593292" y="3026836"/>
            <a:ext cx="1053483" cy="1053482"/>
          </a:xfrm>
          <a:custGeom>
            <a:avLst/>
            <a:gdLst>
              <a:gd name="connsiteX0" fmla="*/ 919984 w 919984"/>
              <a:gd name="connsiteY0" fmla="*/ 459992 h 919983"/>
              <a:gd name="connsiteX1" fmla="*/ 459992 w 919984"/>
              <a:gd name="connsiteY1" fmla="*/ 919984 h 919983"/>
              <a:gd name="connsiteX2" fmla="*/ 0 w 919984"/>
              <a:gd name="connsiteY2" fmla="*/ 459992 h 919983"/>
              <a:gd name="connsiteX3" fmla="*/ 459992 w 919984"/>
              <a:gd name="connsiteY3" fmla="*/ 0 h 919983"/>
              <a:gd name="connsiteX4" fmla="*/ 919984 w 919984"/>
              <a:gd name="connsiteY4" fmla="*/ 459992 h 919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984" h="919983">
                <a:moveTo>
                  <a:pt x="919984" y="459992"/>
                </a:moveTo>
                <a:cubicBezTo>
                  <a:pt x="919984" y="714039"/>
                  <a:pt x="714038" y="919984"/>
                  <a:pt x="459992" y="919984"/>
                </a:cubicBezTo>
                <a:cubicBezTo>
                  <a:pt x="205945" y="919984"/>
                  <a:pt x="0" y="714039"/>
                  <a:pt x="0" y="459992"/>
                </a:cubicBezTo>
                <a:cubicBezTo>
                  <a:pt x="0" y="205946"/>
                  <a:pt x="205946" y="0"/>
                  <a:pt x="459992" y="0"/>
                </a:cubicBezTo>
                <a:cubicBezTo>
                  <a:pt x="714039" y="0"/>
                  <a:pt x="919984" y="205946"/>
                  <a:pt x="919984" y="459992"/>
                </a:cubicBezTo>
                <a:close/>
              </a:path>
            </a:pathLst>
          </a:custGeom>
          <a:solidFill>
            <a:schemeClr val="accent1"/>
          </a:solidFill>
          <a:ln w="38100" cap="sq" cmpd="sng">
            <a:solidFill>
              <a:schemeClr val="bg1"/>
            </a:solidFill>
            <a:prstDash val="solid"/>
            <a:miter lim="800000"/>
          </a:ln>
          <a:effectLst>
            <a:outerShdw blurRad="787400" dist="431800" dir="2700000" sx="98000" sy="98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marL="0" marR="0" lvl="0" indent="0" algn="ctr" defTabSz="914400" rtl="0" eaLnBrk="1" fontAlgn="auto" latinLnBrk="0" hangingPunct="1">
              <a:lnSpc>
                <a:spcPct val="100000"/>
              </a:lnSpc>
              <a:spcBef>
                <a:spcPts val="1000"/>
              </a:spcBef>
              <a:spcAft>
                <a:spcPts val="0"/>
              </a:spcAft>
              <a:buClrTx/>
              <a:buSzTx/>
              <a:buFontTx/>
              <a:buNone/>
              <a:defRPr/>
            </a:pPr>
            <a:r>
              <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02</a:t>
            </a:r>
            <a:endParaRPr kumimoji="0" lang="en-US" sz="32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gaoding-11"/>
          <p:cNvSpPr/>
          <p:nvPr/>
        </p:nvSpPr>
        <p:spPr>
          <a:xfrm rot="16751350">
            <a:off x="4957397" y="3388857"/>
            <a:ext cx="384339" cy="384339"/>
          </a:xfrm>
          <a:custGeom>
            <a:avLst/>
            <a:gdLst>
              <a:gd name="connsiteX0" fmla="*/ 335636 w 335635"/>
              <a:gd name="connsiteY0" fmla="*/ 167818 h 335635"/>
              <a:gd name="connsiteX1" fmla="*/ 167818 w 335635"/>
              <a:gd name="connsiteY1" fmla="*/ 335636 h 335635"/>
              <a:gd name="connsiteX2" fmla="*/ 0 w 335635"/>
              <a:gd name="connsiteY2" fmla="*/ 167818 h 335635"/>
              <a:gd name="connsiteX3" fmla="*/ 167818 w 335635"/>
              <a:gd name="connsiteY3" fmla="*/ 0 h 335635"/>
              <a:gd name="connsiteX4" fmla="*/ 335636 w 335635"/>
              <a:gd name="connsiteY4" fmla="*/ 167818 h 335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635" h="335635">
                <a:moveTo>
                  <a:pt x="335636" y="167818"/>
                </a:moveTo>
                <a:cubicBezTo>
                  <a:pt x="335636" y="260501"/>
                  <a:pt x="260501" y="335636"/>
                  <a:pt x="167818" y="335636"/>
                </a:cubicBezTo>
                <a:cubicBezTo>
                  <a:pt x="75135" y="335636"/>
                  <a:pt x="0" y="260501"/>
                  <a:pt x="0" y="167818"/>
                </a:cubicBezTo>
                <a:cubicBezTo>
                  <a:pt x="0" y="75135"/>
                  <a:pt x="75135" y="0"/>
                  <a:pt x="167818" y="0"/>
                </a:cubicBezTo>
                <a:cubicBezTo>
                  <a:pt x="260501" y="0"/>
                  <a:pt x="335636" y="75135"/>
                  <a:pt x="335636" y="167818"/>
                </a:cubicBezTo>
                <a:close/>
              </a:path>
            </a:pathLst>
          </a:custGeom>
          <a:solidFill>
            <a:schemeClr val="accent1"/>
          </a:solidFill>
          <a:ln w="176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gaoding-12"/>
          <p:cNvSpPr/>
          <p:nvPr/>
        </p:nvSpPr>
        <p:spPr>
          <a:xfrm>
            <a:off x="4927058" y="3358656"/>
            <a:ext cx="445009" cy="445009"/>
          </a:xfrm>
          <a:custGeom>
            <a:avLst/>
            <a:gdLst>
              <a:gd name="connsiteX0" fmla="*/ 194309 w 388617"/>
              <a:gd name="connsiteY0" fmla="*/ 388617 h 388617"/>
              <a:gd name="connsiteX1" fmla="*/ 0 w 388617"/>
              <a:gd name="connsiteY1" fmla="*/ 194309 h 388617"/>
              <a:gd name="connsiteX2" fmla="*/ 194309 w 388617"/>
              <a:gd name="connsiteY2" fmla="*/ 0 h 388617"/>
              <a:gd name="connsiteX3" fmla="*/ 388617 w 388617"/>
              <a:gd name="connsiteY3" fmla="*/ 194309 h 388617"/>
              <a:gd name="connsiteX4" fmla="*/ 194309 w 388617"/>
              <a:gd name="connsiteY4" fmla="*/ 388617 h 388617"/>
              <a:gd name="connsiteX5" fmla="*/ 194309 w 388617"/>
              <a:gd name="connsiteY5" fmla="*/ 52993 h 388617"/>
              <a:gd name="connsiteX6" fmla="*/ 52993 w 388617"/>
              <a:gd name="connsiteY6" fmla="*/ 194309 h 388617"/>
              <a:gd name="connsiteX7" fmla="*/ 194309 w 388617"/>
              <a:gd name="connsiteY7" fmla="*/ 335624 h 388617"/>
              <a:gd name="connsiteX8" fmla="*/ 335624 w 388617"/>
              <a:gd name="connsiteY8" fmla="*/ 194309 h 388617"/>
              <a:gd name="connsiteX9" fmla="*/ 194309 w 388617"/>
              <a:gd name="connsiteY9" fmla="*/ 52993 h 38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617" h="388617">
                <a:moveTo>
                  <a:pt x="194309" y="388617"/>
                </a:moveTo>
                <a:cubicBezTo>
                  <a:pt x="87085" y="388617"/>
                  <a:pt x="0" y="301355"/>
                  <a:pt x="0" y="194309"/>
                </a:cubicBezTo>
                <a:cubicBezTo>
                  <a:pt x="0" y="87086"/>
                  <a:pt x="87262" y="0"/>
                  <a:pt x="194309" y="0"/>
                </a:cubicBezTo>
                <a:cubicBezTo>
                  <a:pt x="301355" y="0"/>
                  <a:pt x="388617" y="87262"/>
                  <a:pt x="388617" y="194309"/>
                </a:cubicBezTo>
                <a:cubicBezTo>
                  <a:pt x="388617" y="301532"/>
                  <a:pt x="301532" y="388617"/>
                  <a:pt x="194309" y="388617"/>
                </a:cubicBezTo>
                <a:close/>
                <a:moveTo>
                  <a:pt x="194309" y="52993"/>
                </a:moveTo>
                <a:cubicBezTo>
                  <a:pt x="116409" y="52993"/>
                  <a:pt x="52993" y="116408"/>
                  <a:pt x="52993" y="194309"/>
                </a:cubicBezTo>
                <a:cubicBezTo>
                  <a:pt x="52993" y="272209"/>
                  <a:pt x="116409" y="335624"/>
                  <a:pt x="194309" y="335624"/>
                </a:cubicBezTo>
                <a:cubicBezTo>
                  <a:pt x="272209" y="335624"/>
                  <a:pt x="335624" y="272209"/>
                  <a:pt x="335624" y="194309"/>
                </a:cubicBezTo>
                <a:cubicBezTo>
                  <a:pt x="335624" y="116408"/>
                  <a:pt x="272209" y="52993"/>
                  <a:pt x="194309" y="52993"/>
                </a:cubicBezTo>
                <a:close/>
              </a:path>
            </a:pathLst>
          </a:custGeom>
          <a:solidFill>
            <a:srgbClr val="FFFFFF"/>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gaoding-13"/>
          <p:cNvSpPr/>
          <p:nvPr/>
        </p:nvSpPr>
        <p:spPr>
          <a:xfrm rot="19619404">
            <a:off x="3753157" y="2694485"/>
            <a:ext cx="607860" cy="20227"/>
          </a:xfrm>
          <a:custGeom>
            <a:avLst/>
            <a:gdLst>
              <a:gd name="connsiteX0" fmla="*/ 0 w 530831"/>
              <a:gd name="connsiteY0" fmla="*/ 0 h 17664"/>
              <a:gd name="connsiteX1" fmla="*/ 530831 w 530831"/>
              <a:gd name="connsiteY1" fmla="*/ 0 h 17664"/>
              <a:gd name="connsiteX2" fmla="*/ 530831 w 530831"/>
              <a:gd name="connsiteY2" fmla="*/ 17665 h 17664"/>
              <a:gd name="connsiteX3" fmla="*/ 0 w 530831"/>
              <a:gd name="connsiteY3" fmla="*/ 17665 h 17664"/>
            </a:gdLst>
            <a:ahLst/>
            <a:cxnLst>
              <a:cxn ang="0">
                <a:pos x="connsiteX0" y="connsiteY0"/>
              </a:cxn>
              <a:cxn ang="0">
                <a:pos x="connsiteX1" y="connsiteY1"/>
              </a:cxn>
              <a:cxn ang="0">
                <a:pos x="connsiteX2" y="connsiteY2"/>
              </a:cxn>
              <a:cxn ang="0">
                <a:pos x="connsiteX3" y="connsiteY3"/>
              </a:cxn>
            </a:cxnLst>
            <a:rect l="l" t="t" r="r" b="b"/>
            <a:pathLst>
              <a:path w="530831" h="17664">
                <a:moveTo>
                  <a:pt x="0" y="0"/>
                </a:moveTo>
                <a:lnTo>
                  <a:pt x="530831" y="0"/>
                </a:lnTo>
                <a:lnTo>
                  <a:pt x="530831" y="17665"/>
                </a:lnTo>
                <a:lnTo>
                  <a:pt x="0" y="17665"/>
                </a:lnTo>
                <a:close/>
              </a:path>
            </a:pathLst>
          </a:custGeom>
          <a:solidFill>
            <a:schemeClr val="tx1">
              <a:lumMod val="50000"/>
              <a:lumOff val="50000"/>
            </a:schemeClr>
          </a:solidFill>
          <a:ln w="176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gaoding-14"/>
          <p:cNvSpPr/>
          <p:nvPr/>
        </p:nvSpPr>
        <p:spPr>
          <a:xfrm>
            <a:off x="4272163" y="2502091"/>
            <a:ext cx="76102" cy="76102"/>
          </a:xfrm>
          <a:custGeom>
            <a:avLst/>
            <a:gdLst>
              <a:gd name="connsiteX0" fmla="*/ 15123 w 66458"/>
              <a:gd name="connsiteY0" fmla="*/ 5408 h 66458"/>
              <a:gd name="connsiteX1" fmla="*/ 61051 w 66458"/>
              <a:gd name="connsiteY1" fmla="*/ 15123 h 66458"/>
              <a:gd name="connsiteX2" fmla="*/ 51335 w 66458"/>
              <a:gd name="connsiteY2" fmla="*/ 61051 h 66458"/>
              <a:gd name="connsiteX3" fmla="*/ 5408 w 66458"/>
              <a:gd name="connsiteY3" fmla="*/ 51335 h 66458"/>
              <a:gd name="connsiteX4" fmla="*/ 15123 w 66458"/>
              <a:gd name="connsiteY4" fmla="*/ 5408 h 66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58" h="66458">
                <a:moveTo>
                  <a:pt x="15123" y="5408"/>
                </a:moveTo>
                <a:cubicBezTo>
                  <a:pt x="30491" y="-4661"/>
                  <a:pt x="51159" y="-245"/>
                  <a:pt x="61051" y="15123"/>
                </a:cubicBezTo>
                <a:cubicBezTo>
                  <a:pt x="71119" y="30491"/>
                  <a:pt x="66703" y="51159"/>
                  <a:pt x="51335" y="61051"/>
                </a:cubicBezTo>
                <a:cubicBezTo>
                  <a:pt x="35967" y="71120"/>
                  <a:pt x="15300" y="66703"/>
                  <a:pt x="5408" y="51335"/>
                </a:cubicBezTo>
                <a:cubicBezTo>
                  <a:pt x="-4661" y="35967"/>
                  <a:pt x="-245" y="15300"/>
                  <a:pt x="15123" y="5408"/>
                </a:cubicBez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gaoding-15"/>
          <p:cNvSpPr/>
          <p:nvPr/>
        </p:nvSpPr>
        <p:spPr>
          <a:xfrm>
            <a:off x="3765661" y="2831084"/>
            <a:ext cx="76102" cy="76012"/>
          </a:xfrm>
          <a:custGeom>
            <a:avLst/>
            <a:gdLst>
              <a:gd name="connsiteX0" fmla="*/ 15123 w 66458"/>
              <a:gd name="connsiteY0" fmla="*/ 5330 h 66380"/>
              <a:gd name="connsiteX1" fmla="*/ 5408 w 66458"/>
              <a:gd name="connsiteY1" fmla="*/ 51257 h 66380"/>
              <a:gd name="connsiteX2" fmla="*/ 51335 w 66458"/>
              <a:gd name="connsiteY2" fmla="*/ 60973 h 66380"/>
              <a:gd name="connsiteX3" fmla="*/ 61051 w 66458"/>
              <a:gd name="connsiteY3" fmla="*/ 15045 h 66380"/>
              <a:gd name="connsiteX4" fmla="*/ 15123 w 66458"/>
              <a:gd name="connsiteY4" fmla="*/ 5330 h 66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58" h="66380">
                <a:moveTo>
                  <a:pt x="15123" y="5330"/>
                </a:moveTo>
                <a:cubicBezTo>
                  <a:pt x="-245" y="15399"/>
                  <a:pt x="-4661" y="35889"/>
                  <a:pt x="5408" y="51257"/>
                </a:cubicBezTo>
                <a:cubicBezTo>
                  <a:pt x="15477" y="66625"/>
                  <a:pt x="35967" y="71042"/>
                  <a:pt x="51335" y="60973"/>
                </a:cubicBezTo>
                <a:cubicBezTo>
                  <a:pt x="66703" y="50904"/>
                  <a:pt x="71120" y="30413"/>
                  <a:pt x="61051" y="15045"/>
                </a:cubicBezTo>
                <a:cubicBezTo>
                  <a:pt x="50982" y="-323"/>
                  <a:pt x="30491" y="-4562"/>
                  <a:pt x="15123" y="5330"/>
                </a:cubicBez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gaoding-16"/>
          <p:cNvSpPr/>
          <p:nvPr/>
        </p:nvSpPr>
        <p:spPr>
          <a:xfrm>
            <a:off x="4062526" y="3586825"/>
            <a:ext cx="814974" cy="20227"/>
          </a:xfrm>
          <a:custGeom>
            <a:avLst/>
            <a:gdLst>
              <a:gd name="connsiteX0" fmla="*/ 0 w 711699"/>
              <a:gd name="connsiteY0" fmla="*/ 0 h 17664"/>
              <a:gd name="connsiteX1" fmla="*/ 711700 w 711699"/>
              <a:gd name="connsiteY1" fmla="*/ 0 h 17664"/>
              <a:gd name="connsiteX2" fmla="*/ 711700 w 711699"/>
              <a:gd name="connsiteY2" fmla="*/ 17664 h 17664"/>
              <a:gd name="connsiteX3" fmla="*/ 0 w 711699"/>
              <a:gd name="connsiteY3" fmla="*/ 17664 h 17664"/>
            </a:gdLst>
            <a:ahLst/>
            <a:cxnLst>
              <a:cxn ang="0">
                <a:pos x="connsiteX0" y="connsiteY0"/>
              </a:cxn>
              <a:cxn ang="0">
                <a:pos x="connsiteX1" y="connsiteY1"/>
              </a:cxn>
              <a:cxn ang="0">
                <a:pos x="connsiteX2" y="connsiteY2"/>
              </a:cxn>
              <a:cxn ang="0">
                <a:pos x="connsiteX3" y="connsiteY3"/>
              </a:cxn>
            </a:cxnLst>
            <a:rect l="l" t="t" r="r" b="b"/>
            <a:pathLst>
              <a:path w="711699" h="17664">
                <a:moveTo>
                  <a:pt x="0" y="0"/>
                </a:moveTo>
                <a:lnTo>
                  <a:pt x="711700" y="0"/>
                </a:lnTo>
                <a:lnTo>
                  <a:pt x="711700" y="17664"/>
                </a:lnTo>
                <a:lnTo>
                  <a:pt x="0" y="17664"/>
                </a:ln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gaoding-17"/>
          <p:cNvSpPr/>
          <p:nvPr/>
        </p:nvSpPr>
        <p:spPr>
          <a:xfrm>
            <a:off x="4026318" y="3558911"/>
            <a:ext cx="76056" cy="76056"/>
          </a:xfrm>
          <a:custGeom>
            <a:avLst/>
            <a:gdLst>
              <a:gd name="connsiteX0" fmla="*/ 66418 w 66418"/>
              <a:gd name="connsiteY0" fmla="*/ 33209 h 66418"/>
              <a:gd name="connsiteX1" fmla="*/ 33209 w 66418"/>
              <a:gd name="connsiteY1" fmla="*/ 66418 h 66418"/>
              <a:gd name="connsiteX2" fmla="*/ 0 w 66418"/>
              <a:gd name="connsiteY2" fmla="*/ 33209 h 66418"/>
              <a:gd name="connsiteX3" fmla="*/ 33209 w 66418"/>
              <a:gd name="connsiteY3" fmla="*/ 0 h 66418"/>
              <a:gd name="connsiteX4" fmla="*/ 66418 w 66418"/>
              <a:gd name="connsiteY4" fmla="*/ 33209 h 66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18" h="66418">
                <a:moveTo>
                  <a:pt x="66418" y="33209"/>
                </a:moveTo>
                <a:cubicBezTo>
                  <a:pt x="66418" y="51550"/>
                  <a:pt x="51550" y="66418"/>
                  <a:pt x="33209" y="66418"/>
                </a:cubicBezTo>
                <a:cubicBezTo>
                  <a:pt x="14868" y="66418"/>
                  <a:pt x="0" y="51550"/>
                  <a:pt x="0" y="33209"/>
                </a:cubicBezTo>
                <a:cubicBezTo>
                  <a:pt x="0" y="14868"/>
                  <a:pt x="14868" y="0"/>
                  <a:pt x="33209" y="0"/>
                </a:cubicBezTo>
                <a:cubicBezTo>
                  <a:pt x="51550" y="0"/>
                  <a:pt x="66418" y="14868"/>
                  <a:pt x="66418" y="33209"/>
                </a:cubicBez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gaoding-18"/>
          <p:cNvSpPr/>
          <p:nvPr/>
        </p:nvSpPr>
        <p:spPr>
          <a:xfrm>
            <a:off x="4837450" y="3558911"/>
            <a:ext cx="76056" cy="76056"/>
          </a:xfrm>
          <a:custGeom>
            <a:avLst/>
            <a:gdLst>
              <a:gd name="connsiteX0" fmla="*/ 33209 w 66418"/>
              <a:gd name="connsiteY0" fmla="*/ 66418 h 66418"/>
              <a:gd name="connsiteX1" fmla="*/ 66418 w 66418"/>
              <a:gd name="connsiteY1" fmla="*/ 33209 h 66418"/>
              <a:gd name="connsiteX2" fmla="*/ 33209 w 66418"/>
              <a:gd name="connsiteY2" fmla="*/ 0 h 66418"/>
              <a:gd name="connsiteX3" fmla="*/ 0 w 66418"/>
              <a:gd name="connsiteY3" fmla="*/ 33209 h 66418"/>
              <a:gd name="connsiteX4" fmla="*/ 33209 w 66418"/>
              <a:gd name="connsiteY4" fmla="*/ 66418 h 66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18" h="66418">
                <a:moveTo>
                  <a:pt x="33209" y="66418"/>
                </a:moveTo>
                <a:cubicBezTo>
                  <a:pt x="51580" y="66418"/>
                  <a:pt x="66418" y="51580"/>
                  <a:pt x="66418" y="33209"/>
                </a:cubicBezTo>
                <a:cubicBezTo>
                  <a:pt x="66418" y="14838"/>
                  <a:pt x="51580" y="0"/>
                  <a:pt x="33209" y="0"/>
                </a:cubicBezTo>
                <a:cubicBezTo>
                  <a:pt x="14838" y="0"/>
                  <a:pt x="0" y="14838"/>
                  <a:pt x="0" y="33209"/>
                </a:cubicBezTo>
                <a:cubicBezTo>
                  <a:pt x="0" y="51580"/>
                  <a:pt x="14838" y="66418"/>
                  <a:pt x="33209" y="66418"/>
                </a:cubicBez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gaoding-19"/>
          <p:cNvSpPr/>
          <p:nvPr/>
        </p:nvSpPr>
        <p:spPr>
          <a:xfrm rot="18025754">
            <a:off x="4062048" y="4312572"/>
            <a:ext cx="20228" cy="546985"/>
          </a:xfrm>
          <a:custGeom>
            <a:avLst/>
            <a:gdLst>
              <a:gd name="connsiteX0" fmla="*/ 0 w 17665"/>
              <a:gd name="connsiteY0" fmla="*/ 0 h 477670"/>
              <a:gd name="connsiteX1" fmla="*/ 17665 w 17665"/>
              <a:gd name="connsiteY1" fmla="*/ 0 h 477670"/>
              <a:gd name="connsiteX2" fmla="*/ 17665 w 17665"/>
              <a:gd name="connsiteY2" fmla="*/ 477671 h 477670"/>
              <a:gd name="connsiteX3" fmla="*/ 0 w 17665"/>
              <a:gd name="connsiteY3" fmla="*/ 477671 h 477670"/>
            </a:gdLst>
            <a:ahLst/>
            <a:cxnLst>
              <a:cxn ang="0">
                <a:pos x="connsiteX0" y="connsiteY0"/>
              </a:cxn>
              <a:cxn ang="0">
                <a:pos x="connsiteX1" y="connsiteY1"/>
              </a:cxn>
              <a:cxn ang="0">
                <a:pos x="connsiteX2" y="connsiteY2"/>
              </a:cxn>
              <a:cxn ang="0">
                <a:pos x="connsiteX3" y="connsiteY3"/>
              </a:cxn>
            </a:cxnLst>
            <a:rect l="l" t="t" r="r" b="b"/>
            <a:pathLst>
              <a:path w="17665" h="477670">
                <a:moveTo>
                  <a:pt x="0" y="0"/>
                </a:moveTo>
                <a:lnTo>
                  <a:pt x="17665" y="0"/>
                </a:lnTo>
                <a:lnTo>
                  <a:pt x="17665" y="477671"/>
                </a:lnTo>
                <a:lnTo>
                  <a:pt x="0" y="477671"/>
                </a:lnTo>
                <a:close/>
              </a:path>
            </a:pathLst>
          </a:custGeom>
          <a:solidFill>
            <a:schemeClr val="tx1">
              <a:lumMod val="50000"/>
              <a:lumOff val="50000"/>
            </a:schemeClr>
          </a:solidFill>
          <a:ln w="176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gaoding-20"/>
          <p:cNvSpPr/>
          <p:nvPr/>
        </p:nvSpPr>
        <p:spPr>
          <a:xfrm>
            <a:off x="4268092" y="4685692"/>
            <a:ext cx="75951" cy="75906"/>
          </a:xfrm>
          <a:custGeom>
            <a:avLst/>
            <a:gdLst>
              <a:gd name="connsiteX0" fmla="*/ 49945 w 66326"/>
              <a:gd name="connsiteY0" fmla="*/ 4508 h 66287"/>
              <a:gd name="connsiteX1" fmla="*/ 61780 w 66326"/>
              <a:gd name="connsiteY1" fmla="*/ 49905 h 66287"/>
              <a:gd name="connsiteX2" fmla="*/ 16382 w 66326"/>
              <a:gd name="connsiteY2" fmla="*/ 61740 h 66287"/>
              <a:gd name="connsiteX3" fmla="*/ 4547 w 66326"/>
              <a:gd name="connsiteY3" fmla="*/ 16343 h 66287"/>
              <a:gd name="connsiteX4" fmla="*/ 49945 w 66326"/>
              <a:gd name="connsiteY4" fmla="*/ 4508 h 66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26" h="66287">
                <a:moveTo>
                  <a:pt x="49945" y="4508"/>
                </a:moveTo>
                <a:cubicBezTo>
                  <a:pt x="65843" y="13870"/>
                  <a:pt x="70965" y="34184"/>
                  <a:pt x="61780" y="49905"/>
                </a:cubicBezTo>
                <a:cubicBezTo>
                  <a:pt x="52418" y="65803"/>
                  <a:pt x="32104" y="70926"/>
                  <a:pt x="16382" y="61740"/>
                </a:cubicBezTo>
                <a:cubicBezTo>
                  <a:pt x="484" y="52378"/>
                  <a:pt x="-4639" y="32064"/>
                  <a:pt x="4547" y="16343"/>
                </a:cubicBezTo>
                <a:cubicBezTo>
                  <a:pt x="13909" y="621"/>
                  <a:pt x="34223" y="-4678"/>
                  <a:pt x="49945" y="4508"/>
                </a:cubicBez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gaoding-21"/>
          <p:cNvSpPr/>
          <p:nvPr/>
        </p:nvSpPr>
        <p:spPr>
          <a:xfrm>
            <a:off x="3799731" y="4410460"/>
            <a:ext cx="76041" cy="76130"/>
          </a:xfrm>
          <a:custGeom>
            <a:avLst/>
            <a:gdLst>
              <a:gd name="connsiteX0" fmla="*/ 50023 w 66405"/>
              <a:gd name="connsiteY0" fmla="*/ 4626 h 66483"/>
              <a:gd name="connsiteX1" fmla="*/ 4626 w 66405"/>
              <a:gd name="connsiteY1" fmla="*/ 16461 h 66483"/>
              <a:gd name="connsiteX2" fmla="*/ 16461 w 66405"/>
              <a:gd name="connsiteY2" fmla="*/ 61858 h 66483"/>
              <a:gd name="connsiteX3" fmla="*/ 61858 w 66405"/>
              <a:gd name="connsiteY3" fmla="*/ 50023 h 66483"/>
              <a:gd name="connsiteX4" fmla="*/ 50023 w 66405"/>
              <a:gd name="connsiteY4" fmla="*/ 4626 h 66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05" h="66483">
                <a:moveTo>
                  <a:pt x="50023" y="4626"/>
                </a:moveTo>
                <a:cubicBezTo>
                  <a:pt x="34125" y="-4737"/>
                  <a:pt x="13811" y="563"/>
                  <a:pt x="4626" y="16461"/>
                </a:cubicBezTo>
                <a:cubicBezTo>
                  <a:pt x="-4737" y="32359"/>
                  <a:pt x="563" y="52673"/>
                  <a:pt x="16461" y="61858"/>
                </a:cubicBezTo>
                <a:cubicBezTo>
                  <a:pt x="32359" y="71220"/>
                  <a:pt x="52673" y="65921"/>
                  <a:pt x="61858" y="50023"/>
                </a:cubicBezTo>
                <a:cubicBezTo>
                  <a:pt x="71044" y="34302"/>
                  <a:pt x="65921" y="13988"/>
                  <a:pt x="50023" y="4626"/>
                </a:cubicBezTo>
                <a:close/>
              </a:path>
            </a:pathLst>
          </a:custGeom>
          <a:solidFill>
            <a:schemeClr val="tx1">
              <a:lumMod val="50000"/>
              <a:lumOff val="50000"/>
            </a:schemeClr>
          </a:solidFill>
          <a:ln w="176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gaoding-22"/>
          <p:cNvSpPr/>
          <p:nvPr/>
        </p:nvSpPr>
        <p:spPr>
          <a:xfrm>
            <a:off x="6254437" y="1305569"/>
            <a:ext cx="1725623" cy="392113"/>
          </a:xfrm>
          <a:prstGeom prst="roundRect">
            <a:avLst>
              <a:gd name="adj" fmla="val 50000"/>
            </a:avLst>
          </a:prstGeom>
          <a:solidFill>
            <a:schemeClr val="accent1"/>
          </a:solidFill>
          <a:ln>
            <a:noFill/>
          </a:ln>
          <a:effectLst>
            <a:outerShdw blurRad="254000" dist="127000" dir="5400000" sx="90000" sy="90000" algn="t" rotWithShape="0">
              <a:schemeClr val="accent1">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22" name="gaoding-23"/>
          <p:cNvSpPr txBox="1"/>
          <p:nvPr/>
        </p:nvSpPr>
        <p:spPr>
          <a:xfrm>
            <a:off x="6254436" y="1738572"/>
            <a:ext cx="4017323"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3" name="gaoding-24"/>
          <p:cNvSpPr/>
          <p:nvPr/>
        </p:nvSpPr>
        <p:spPr>
          <a:xfrm>
            <a:off x="6936289" y="2962966"/>
            <a:ext cx="2472544" cy="392113"/>
          </a:xfrm>
          <a:prstGeom prst="roundRect">
            <a:avLst>
              <a:gd name="adj" fmla="val 50000"/>
            </a:avLst>
          </a:prstGeom>
          <a:solidFill>
            <a:schemeClr val="accent1"/>
          </a:solidFill>
          <a:ln>
            <a:noFill/>
          </a:ln>
          <a:effectLst>
            <a:outerShdw blurRad="254000" dist="127000" dir="5400000" sx="90000" sy="90000" algn="t" rotWithShape="0">
              <a:schemeClr val="accent2">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24" name="gaoding-25"/>
          <p:cNvSpPr txBox="1"/>
          <p:nvPr/>
        </p:nvSpPr>
        <p:spPr>
          <a:xfrm>
            <a:off x="6932872" y="3409210"/>
            <a:ext cx="4466648"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5" name="gaoding-26"/>
          <p:cNvSpPr/>
          <p:nvPr/>
        </p:nvSpPr>
        <p:spPr>
          <a:xfrm>
            <a:off x="6254437" y="4755672"/>
            <a:ext cx="2769465" cy="392113"/>
          </a:xfrm>
          <a:prstGeom prst="roundRect">
            <a:avLst>
              <a:gd name="adj" fmla="val 50000"/>
            </a:avLst>
          </a:prstGeom>
          <a:solidFill>
            <a:schemeClr val="accent1"/>
          </a:solidFill>
          <a:ln>
            <a:noFill/>
          </a:ln>
          <a:effectLst>
            <a:outerShdw blurRad="330200" dist="127000" dir="5400000" sx="90000" sy="90000" algn="t" rotWithShape="0">
              <a:schemeClr val="accent3">
                <a:lumMod val="7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rPr>
              <a:t>输入标题</a:t>
            </a: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OPPOSans B" panose="00020600040101010101" pitchFamily="18" charset="-122"/>
              <a:sym typeface="思源黑体 CN Medium" panose="020B0600000000000000" pitchFamily="34" charset="-122"/>
            </a:endParaRPr>
          </a:p>
        </p:txBody>
      </p:sp>
      <p:sp>
        <p:nvSpPr>
          <p:cNvPr id="26" name="gaoding-27"/>
          <p:cNvSpPr txBox="1"/>
          <p:nvPr/>
        </p:nvSpPr>
        <p:spPr>
          <a:xfrm>
            <a:off x="6254436" y="5183343"/>
            <a:ext cx="4190043" cy="973856"/>
          </a:xfrm>
          <a:prstGeom prst="rect">
            <a:avLst/>
          </a:prstGeom>
          <a:noFill/>
        </p:spPr>
        <p:txBody>
          <a:bodyPr wrap="square" rtlCol="0">
            <a:spAutoFit/>
          </a:bodyPr>
          <a:lstStyle/>
          <a:p>
            <a:pPr marL="0" marR="0" lvl="0" indent="0" algn="l" defTabSz="914400" rtl="0" eaLnBrk="1" fontAlgn="auto" latinLnBrk="0" hangingPunct="1">
              <a:lnSpc>
                <a:spcPct val="14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400" b="0" i="0" u="none" strike="noStrike" kern="1200" cap="none" spc="0" normalizeH="0" baseline="0" noProof="0" dirty="0">
              <a:ln>
                <a:noFill/>
              </a:ln>
              <a:solidFill>
                <a:srgbClr val="000000">
                  <a:lumMod val="65000"/>
                  <a:lumOff val="35000"/>
                </a:srgbClr>
              </a:solidFill>
              <a:effectLst/>
              <a:uLnTx/>
              <a:uFillTx/>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27" name="gaoding-28"/>
          <p:cNvSpPr/>
          <p:nvPr/>
        </p:nvSpPr>
        <p:spPr>
          <a:xfrm>
            <a:off x="2381333" y="3402476"/>
            <a:ext cx="597664" cy="574212"/>
          </a:xfrm>
          <a:custGeom>
            <a:avLst/>
            <a:gdLst>
              <a:gd name="connsiteX0" fmla="*/ 180022 w 465963"/>
              <a:gd name="connsiteY0" fmla="*/ 223654 h 447682"/>
              <a:gd name="connsiteX1" fmla="*/ 195071 w 465963"/>
              <a:gd name="connsiteY1" fmla="*/ 223654 h 447682"/>
              <a:gd name="connsiteX2" fmla="*/ 225456 w 465963"/>
              <a:gd name="connsiteY2" fmla="*/ 250610 h 447682"/>
              <a:gd name="connsiteX3" fmla="*/ 202786 w 465963"/>
              <a:gd name="connsiteY3" fmla="*/ 279566 h 447682"/>
              <a:gd name="connsiteX4" fmla="*/ 180022 w 465963"/>
              <a:gd name="connsiteY4" fmla="*/ 279566 h 447682"/>
              <a:gd name="connsiteX5" fmla="*/ 123444 w 465963"/>
              <a:gd name="connsiteY5" fmla="*/ 183554 h 447682"/>
              <a:gd name="connsiteX6" fmla="*/ 123444 w 465963"/>
              <a:gd name="connsiteY6" fmla="*/ 384245 h 447682"/>
              <a:gd name="connsiteX7" fmla="*/ 180023 w 465963"/>
              <a:gd name="connsiteY7" fmla="*/ 384245 h 447682"/>
              <a:gd name="connsiteX8" fmla="*/ 180023 w 465963"/>
              <a:gd name="connsiteY8" fmla="*/ 319856 h 447682"/>
              <a:gd name="connsiteX9" fmla="*/ 208122 w 465963"/>
              <a:gd name="connsiteY9" fmla="*/ 319856 h 447682"/>
              <a:gd name="connsiteX10" fmla="*/ 246222 w 465963"/>
              <a:gd name="connsiteY10" fmla="*/ 310331 h 447682"/>
              <a:gd name="connsiteX11" fmla="*/ 270987 w 465963"/>
              <a:gd name="connsiteY11" fmla="*/ 285090 h 447682"/>
              <a:gd name="connsiteX12" fmla="*/ 279178 w 465963"/>
              <a:gd name="connsiteY12" fmla="*/ 252229 h 447682"/>
              <a:gd name="connsiteX13" fmla="*/ 270606 w 465963"/>
              <a:gd name="connsiteY13" fmla="*/ 218606 h 447682"/>
              <a:gd name="connsiteX14" fmla="*/ 245840 w 465963"/>
              <a:gd name="connsiteY14" fmla="*/ 193460 h 447682"/>
              <a:gd name="connsiteX15" fmla="*/ 245840 w 465963"/>
              <a:gd name="connsiteY15" fmla="*/ 193555 h 447682"/>
              <a:gd name="connsiteX16" fmla="*/ 205645 w 465963"/>
              <a:gd name="connsiteY16" fmla="*/ 183554 h 447682"/>
              <a:gd name="connsiteX17" fmla="*/ 0 w 465963"/>
              <a:gd name="connsiteY17" fmla="*/ 76207 h 447682"/>
              <a:gd name="connsiteX18" fmla="*/ 194024 w 465963"/>
              <a:gd name="connsiteY18" fmla="*/ 76207 h 447682"/>
              <a:gd name="connsiteX19" fmla="*/ 204692 w 465963"/>
              <a:gd name="connsiteY19" fmla="*/ 120022 h 447682"/>
              <a:gd name="connsiteX20" fmla="*/ 366617 w 465963"/>
              <a:gd name="connsiteY20" fmla="*/ 120022 h 447682"/>
              <a:gd name="connsiteX21" fmla="*/ 366617 w 465963"/>
              <a:gd name="connsiteY21" fmla="*/ 447682 h 447682"/>
              <a:gd name="connsiteX22" fmla="*/ 0 w 465963"/>
              <a:gd name="connsiteY22" fmla="*/ 447682 h 447682"/>
              <a:gd name="connsiteX23" fmla="*/ 108013 w 465963"/>
              <a:gd name="connsiteY23" fmla="*/ 0 h 447682"/>
              <a:gd name="connsiteX24" fmla="*/ 465963 w 465963"/>
              <a:gd name="connsiteY24" fmla="*/ 80010 h 447682"/>
              <a:gd name="connsiteX25" fmla="*/ 396335 w 465963"/>
              <a:gd name="connsiteY25" fmla="*/ 400050 h 447682"/>
              <a:gd name="connsiteX26" fmla="*/ 383476 w 465963"/>
              <a:gd name="connsiteY26" fmla="*/ 397193 h 447682"/>
              <a:gd name="connsiteX27" fmla="*/ 383476 w 465963"/>
              <a:gd name="connsiteY27" fmla="*/ 101727 h 447682"/>
              <a:gd name="connsiteX28" fmla="*/ 221170 w 465963"/>
              <a:gd name="connsiteY28" fmla="*/ 101727 h 447682"/>
              <a:gd name="connsiteX29" fmla="*/ 210978 w 465963"/>
              <a:gd name="connsiteY29" fmla="*/ 58007 h 447682"/>
              <a:gd name="connsiteX30" fmla="*/ 95345 w 465963"/>
              <a:gd name="connsiteY30" fmla="*/ 58007 h 447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65963" h="447682">
                <a:moveTo>
                  <a:pt x="180022" y="223654"/>
                </a:moveTo>
                <a:lnTo>
                  <a:pt x="195071" y="223654"/>
                </a:lnTo>
                <a:cubicBezTo>
                  <a:pt x="214503" y="224225"/>
                  <a:pt x="224694" y="233179"/>
                  <a:pt x="225456" y="250610"/>
                </a:cubicBezTo>
                <a:cubicBezTo>
                  <a:pt x="225361" y="268898"/>
                  <a:pt x="217741" y="278613"/>
                  <a:pt x="202786" y="279566"/>
                </a:cubicBezTo>
                <a:lnTo>
                  <a:pt x="180022" y="279566"/>
                </a:lnTo>
                <a:close/>
                <a:moveTo>
                  <a:pt x="123444" y="183554"/>
                </a:moveTo>
                <a:lnTo>
                  <a:pt x="123444" y="384245"/>
                </a:lnTo>
                <a:lnTo>
                  <a:pt x="180023" y="384245"/>
                </a:lnTo>
                <a:lnTo>
                  <a:pt x="180023" y="319856"/>
                </a:lnTo>
                <a:lnTo>
                  <a:pt x="208122" y="319856"/>
                </a:lnTo>
                <a:cubicBezTo>
                  <a:pt x="221437" y="320066"/>
                  <a:pt x="234572" y="316780"/>
                  <a:pt x="246222" y="310331"/>
                </a:cubicBezTo>
                <a:cubicBezTo>
                  <a:pt x="256718" y="304455"/>
                  <a:pt x="265310" y="295692"/>
                  <a:pt x="270987" y="285090"/>
                </a:cubicBezTo>
                <a:cubicBezTo>
                  <a:pt x="276435" y="274994"/>
                  <a:pt x="279254" y="263697"/>
                  <a:pt x="279178" y="252229"/>
                </a:cubicBezTo>
                <a:cubicBezTo>
                  <a:pt x="279245" y="240475"/>
                  <a:pt x="276292" y="228893"/>
                  <a:pt x="270606" y="218606"/>
                </a:cubicBezTo>
                <a:cubicBezTo>
                  <a:pt x="264786" y="208128"/>
                  <a:pt x="256223" y="199441"/>
                  <a:pt x="245840" y="193460"/>
                </a:cubicBezTo>
                <a:lnTo>
                  <a:pt x="245840" y="193555"/>
                </a:lnTo>
                <a:cubicBezTo>
                  <a:pt x="233534" y="186792"/>
                  <a:pt x="219685" y="183344"/>
                  <a:pt x="205645" y="183554"/>
                </a:cubicBezTo>
                <a:close/>
                <a:moveTo>
                  <a:pt x="0" y="76207"/>
                </a:moveTo>
                <a:lnTo>
                  <a:pt x="194024" y="76207"/>
                </a:lnTo>
                <a:lnTo>
                  <a:pt x="204692" y="120022"/>
                </a:lnTo>
                <a:lnTo>
                  <a:pt x="366617" y="120022"/>
                </a:lnTo>
                <a:lnTo>
                  <a:pt x="366617" y="447682"/>
                </a:lnTo>
                <a:lnTo>
                  <a:pt x="0" y="447682"/>
                </a:lnTo>
                <a:close/>
                <a:moveTo>
                  <a:pt x="108013" y="0"/>
                </a:moveTo>
                <a:lnTo>
                  <a:pt x="465963" y="80010"/>
                </a:lnTo>
                <a:lnTo>
                  <a:pt x="396335" y="400050"/>
                </a:lnTo>
                <a:lnTo>
                  <a:pt x="383476" y="397193"/>
                </a:lnTo>
                <a:lnTo>
                  <a:pt x="383476" y="101727"/>
                </a:lnTo>
                <a:lnTo>
                  <a:pt x="221170" y="101727"/>
                </a:lnTo>
                <a:lnTo>
                  <a:pt x="210978" y="58007"/>
                </a:lnTo>
                <a:lnTo>
                  <a:pt x="95345" y="58007"/>
                </a:lnTo>
                <a:close/>
              </a:path>
            </a:pathLst>
          </a:custGeom>
          <a:solidFill>
            <a:schemeClr val="accent1"/>
          </a:solidFill>
          <a:ln w="781" cap="flat">
            <a:noFill/>
            <a:prstDash val="solid"/>
            <a:miter/>
          </a:ln>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gaoding-29"/>
          <p:cNvSpPr/>
          <p:nvPr/>
        </p:nvSpPr>
        <p:spPr>
          <a:xfrm>
            <a:off x="1570650" y="2580068"/>
            <a:ext cx="2219030" cy="2219028"/>
          </a:xfrm>
          <a:custGeom>
            <a:avLst/>
            <a:gdLst>
              <a:gd name="connsiteX0" fmla="*/ 2351135 w 2351134"/>
              <a:gd name="connsiteY0" fmla="*/ 1175567 h 2351134"/>
              <a:gd name="connsiteX1" fmla="*/ 1175568 w 2351134"/>
              <a:gd name="connsiteY1" fmla="*/ 2351135 h 2351134"/>
              <a:gd name="connsiteX2" fmla="*/ 0 w 2351134"/>
              <a:gd name="connsiteY2" fmla="*/ 1175567 h 2351134"/>
              <a:gd name="connsiteX3" fmla="*/ 1175568 w 2351134"/>
              <a:gd name="connsiteY3" fmla="*/ 0 h 2351134"/>
              <a:gd name="connsiteX4" fmla="*/ 2351135 w 2351134"/>
              <a:gd name="connsiteY4" fmla="*/ 1175567 h 2351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1134" h="2351134">
                <a:moveTo>
                  <a:pt x="2351135" y="1175567"/>
                </a:moveTo>
                <a:cubicBezTo>
                  <a:pt x="2351135" y="1824815"/>
                  <a:pt x="1824816" y="2351135"/>
                  <a:pt x="1175568" y="2351135"/>
                </a:cubicBezTo>
                <a:cubicBezTo>
                  <a:pt x="526320" y="2351135"/>
                  <a:pt x="0" y="1824815"/>
                  <a:pt x="0" y="1175567"/>
                </a:cubicBezTo>
                <a:cubicBezTo>
                  <a:pt x="0" y="526319"/>
                  <a:pt x="526320" y="0"/>
                  <a:pt x="1175568" y="0"/>
                </a:cubicBezTo>
                <a:cubicBezTo>
                  <a:pt x="1824816" y="0"/>
                  <a:pt x="2351135" y="526319"/>
                  <a:pt x="2351135" y="1175567"/>
                </a:cubicBezTo>
                <a:close/>
              </a:path>
            </a:pathLst>
          </a:custGeom>
          <a:noFill/>
          <a:ln w="31750" cap="flat">
            <a:solidFill>
              <a:schemeClr val="accent1">
                <a:alpha val="90000"/>
              </a:schemeClr>
            </a:solid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670719" y="3694306"/>
            <a:ext cx="10850563" cy="0"/>
          </a:xfrm>
          <a:prstGeom prst="line">
            <a:avLst/>
          </a:prstGeom>
          <a:ln w="31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4231158" y="1809874"/>
            <a:ext cx="3729683" cy="3453014"/>
            <a:chOff x="3941117" y="1666193"/>
            <a:chExt cx="4311356" cy="3991538"/>
          </a:xfrm>
        </p:grpSpPr>
        <p:grpSp>
          <p:nvGrpSpPr>
            <p:cNvPr id="4" name="组合 3"/>
            <p:cNvGrpSpPr/>
            <p:nvPr/>
          </p:nvGrpSpPr>
          <p:grpSpPr>
            <a:xfrm>
              <a:off x="6257667" y="1666193"/>
              <a:ext cx="1994806" cy="1782861"/>
              <a:chOff x="6257666" y="1974203"/>
              <a:chExt cx="1994806" cy="1782861"/>
            </a:xfrm>
          </p:grpSpPr>
          <p:sp>
            <p:nvSpPr>
              <p:cNvPr id="17" name="išliḑe"/>
              <p:cNvSpPr/>
              <p:nvPr/>
            </p:nvSpPr>
            <p:spPr>
              <a:xfrm>
                <a:off x="6257666" y="2045516"/>
                <a:ext cx="1711326"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小标题</a:t>
                </a:r>
                <a:endParaRPr kumimoji="0" lang="fr-FR" altLang="zh-CN"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îS1îḓe"/>
              <p:cNvSpPr/>
              <p:nvPr/>
            </p:nvSpPr>
            <p:spPr bwMode="auto">
              <a:xfrm>
                <a:off x="7436810" y="1974203"/>
                <a:ext cx="532180" cy="537467"/>
              </a:xfrm>
              <a:custGeom>
                <a:avLst/>
                <a:gdLst>
                  <a:gd name="T0" fmla="*/ 2147483646 w 275"/>
                  <a:gd name="T1" fmla="*/ 2147483646 h 275"/>
                  <a:gd name="T2" fmla="*/ 2147483646 w 275"/>
                  <a:gd name="T3" fmla="*/ 2147483646 h 275"/>
                  <a:gd name="T4" fmla="*/ 2147483646 w 275"/>
                  <a:gd name="T5" fmla="*/ 2147483646 h 275"/>
                  <a:gd name="T6" fmla="*/ 2147483646 w 275"/>
                  <a:gd name="T7" fmla="*/ 2147483646 h 275"/>
                  <a:gd name="T8" fmla="*/ 0 w 275"/>
                  <a:gd name="T9" fmla="*/ 2147483646 h 275"/>
                  <a:gd name="T10" fmla="*/ 2147483646 w 275"/>
                  <a:gd name="T11" fmla="*/ 2147483646 h 275"/>
                  <a:gd name="T12" fmla="*/ 2147483646 w 275"/>
                  <a:gd name="T13" fmla="*/ 2147483646 h 275"/>
                  <a:gd name="T14" fmla="*/ 2147483646 w 275"/>
                  <a:gd name="T15" fmla="*/ 2147483646 h 275"/>
                  <a:gd name="T16" fmla="*/ 2147483646 w 275"/>
                  <a:gd name="T17" fmla="*/ 2147483646 h 275"/>
                  <a:gd name="T18" fmla="*/ 2147483646 w 275"/>
                  <a:gd name="T19" fmla="*/ 2147483646 h 275"/>
                  <a:gd name="T20" fmla="*/ 2147483646 w 275"/>
                  <a:gd name="T21" fmla="*/ 2147483646 h 275"/>
                  <a:gd name="T22" fmla="*/ 2147483646 w 275"/>
                  <a:gd name="T23" fmla="*/ 2147483646 h 275"/>
                  <a:gd name="T24" fmla="*/ 2147483646 w 275"/>
                  <a:gd name="T25" fmla="*/ 2147483646 h 275"/>
                  <a:gd name="T26" fmla="*/ 2147483646 w 275"/>
                  <a:gd name="T27" fmla="*/ 2147483646 h 275"/>
                  <a:gd name="T28" fmla="*/ 2147483646 w 275"/>
                  <a:gd name="T29" fmla="*/ 2147483646 h 275"/>
                  <a:gd name="T30" fmla="*/ 2147483646 w 275"/>
                  <a:gd name="T31" fmla="*/ 2147483646 h 275"/>
                  <a:gd name="T32" fmla="*/ 2147483646 w 275"/>
                  <a:gd name="T33" fmla="*/ 2147483646 h 275"/>
                  <a:gd name="T34" fmla="*/ 2147483646 w 275"/>
                  <a:gd name="T35" fmla="*/ 2147483646 h 275"/>
                  <a:gd name="T36" fmla="*/ 2147483646 w 275"/>
                  <a:gd name="T37" fmla="*/ 2147483646 h 275"/>
                  <a:gd name="T38" fmla="*/ 2147483646 w 275"/>
                  <a:gd name="T39" fmla="*/ 0 h 275"/>
                  <a:gd name="T40" fmla="*/ 2147483646 w 275"/>
                  <a:gd name="T41" fmla="*/ 0 h 275"/>
                  <a:gd name="T42" fmla="*/ 2147483646 w 275"/>
                  <a:gd name="T43" fmla="*/ 2147483646 h 275"/>
                  <a:gd name="T44" fmla="*/ 2147483646 w 275"/>
                  <a:gd name="T45" fmla="*/ 2147483646 h 275"/>
                  <a:gd name="T46" fmla="*/ 2147483646 w 275"/>
                  <a:gd name="T47" fmla="*/ 2147483646 h 275"/>
                  <a:gd name="T48" fmla="*/ 2147483646 w 275"/>
                  <a:gd name="T49" fmla="*/ 2147483646 h 275"/>
                  <a:gd name="T50" fmla="*/ 2147483646 w 275"/>
                  <a:gd name="T51" fmla="*/ 2147483646 h 275"/>
                  <a:gd name="T52" fmla="*/ 2147483646 w 275"/>
                  <a:gd name="T53" fmla="*/ 2147483646 h 275"/>
                  <a:gd name="T54" fmla="*/ 2147483646 w 275"/>
                  <a:gd name="T55" fmla="*/ 2147483646 h 275"/>
                  <a:gd name="T56" fmla="*/ 2147483646 w 275"/>
                  <a:gd name="T57" fmla="*/ 2147483646 h 275"/>
                  <a:gd name="T58" fmla="*/ 2147483646 w 275"/>
                  <a:gd name="T59" fmla="*/ 2147483646 h 275"/>
                  <a:gd name="T60" fmla="*/ 2147483646 w 275"/>
                  <a:gd name="T61" fmla="*/ 2147483646 h 275"/>
                  <a:gd name="T62" fmla="*/ 2147483646 w 275"/>
                  <a:gd name="T63" fmla="*/ 2147483646 h 275"/>
                  <a:gd name="T64" fmla="*/ 2147483646 w 275"/>
                  <a:gd name="T65" fmla="*/ 2147483646 h 275"/>
                  <a:gd name="T66" fmla="*/ 2147483646 w 275"/>
                  <a:gd name="T67" fmla="*/ 2147483646 h 275"/>
                  <a:gd name="T68" fmla="*/ 2147483646 w 275"/>
                  <a:gd name="T69" fmla="*/ 2147483646 h 275"/>
                  <a:gd name="T70" fmla="*/ 2147483646 w 275"/>
                  <a:gd name="T71" fmla="*/ 2147483646 h 275"/>
                  <a:gd name="T72" fmla="*/ 2147483646 w 275"/>
                  <a:gd name="T73" fmla="*/ 2147483646 h 275"/>
                  <a:gd name="T74" fmla="*/ 2147483646 w 275"/>
                  <a:gd name="T75" fmla="*/ 2147483646 h 275"/>
                  <a:gd name="T76" fmla="*/ 2147483646 w 275"/>
                  <a:gd name="T77" fmla="*/ 2147483646 h 2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5"/>
                  <a:gd name="T118" fmla="*/ 0 h 275"/>
                  <a:gd name="T119" fmla="*/ 275 w 275"/>
                  <a:gd name="T120" fmla="*/ 275 h 27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28" y="229"/>
                    </a:lnTo>
                    <a:lnTo>
                      <a:pt x="39" y="224"/>
                    </a:lnTo>
                    <a:lnTo>
                      <a:pt x="32" y="214"/>
                    </a:lnTo>
                    <a:lnTo>
                      <a:pt x="26" y="206"/>
                    </a:lnTo>
                    <a:lnTo>
                      <a:pt x="21" y="196"/>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101" y="6"/>
                    </a:lnTo>
                    <a:lnTo>
                      <a:pt x="113" y="2"/>
                    </a:lnTo>
                    <a:lnTo>
                      <a:pt x="127"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85" y="260"/>
                    </a:lnTo>
                    <a:lnTo>
                      <a:pt x="168" y="267"/>
                    </a:lnTo>
                    <a:lnTo>
                      <a:pt x="152" y="271"/>
                    </a:lnTo>
                    <a:lnTo>
                      <a:pt x="134" y="274"/>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a:t>
                </a:r>
                <a:endPar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ïśḷïďè"/>
              <p:cNvSpPr/>
              <p:nvPr/>
            </p:nvSpPr>
            <p:spPr bwMode="auto">
              <a:xfrm flipH="1">
                <a:off x="7702899" y="2335994"/>
                <a:ext cx="549573" cy="1365410"/>
              </a:xfrm>
              <a:custGeom>
                <a:avLst/>
                <a:gdLst>
                  <a:gd name="T0" fmla="*/ 2147483646 w 283"/>
                  <a:gd name="T1" fmla="*/ 2147483646 h 702"/>
                  <a:gd name="T2" fmla="*/ 2147483646 w 283"/>
                  <a:gd name="T3" fmla="*/ 2147483646 h 702"/>
                  <a:gd name="T4" fmla="*/ 2147483646 w 283"/>
                  <a:gd name="T5" fmla="*/ 2147483646 h 702"/>
                  <a:gd name="T6" fmla="*/ 2147483646 w 283"/>
                  <a:gd name="T7" fmla="*/ 2147483646 h 702"/>
                  <a:gd name="T8" fmla="*/ 2147483646 w 283"/>
                  <a:gd name="T9" fmla="*/ 2147483646 h 702"/>
                  <a:gd name="T10" fmla="*/ 2147483646 w 283"/>
                  <a:gd name="T11" fmla="*/ 2147483646 h 702"/>
                  <a:gd name="T12" fmla="*/ 2147483646 w 283"/>
                  <a:gd name="T13" fmla="*/ 2147483646 h 702"/>
                  <a:gd name="T14" fmla="*/ 2147483646 w 283"/>
                  <a:gd name="T15" fmla="*/ 2147483646 h 702"/>
                  <a:gd name="T16" fmla="*/ 2147483646 w 283"/>
                  <a:gd name="T17" fmla="*/ 2147483646 h 702"/>
                  <a:gd name="T18" fmla="*/ 2147483646 w 283"/>
                  <a:gd name="T19" fmla="*/ 2147483646 h 702"/>
                  <a:gd name="T20" fmla="*/ 2147483646 w 283"/>
                  <a:gd name="T21" fmla="*/ 2147483646 h 702"/>
                  <a:gd name="T22" fmla="*/ 2147483646 w 283"/>
                  <a:gd name="T23" fmla="*/ 2147483646 h 702"/>
                  <a:gd name="T24" fmla="*/ 2147483646 w 283"/>
                  <a:gd name="T25" fmla="*/ 2147483646 h 702"/>
                  <a:gd name="T26" fmla="*/ 2147483646 w 283"/>
                  <a:gd name="T27" fmla="*/ 2147483646 h 702"/>
                  <a:gd name="T28" fmla="*/ 2147483646 w 283"/>
                  <a:gd name="T29" fmla="*/ 2147483646 h 702"/>
                  <a:gd name="T30" fmla="*/ 2147483646 w 283"/>
                  <a:gd name="T31" fmla="*/ 2147483646 h 702"/>
                  <a:gd name="T32" fmla="*/ 2147483646 w 283"/>
                  <a:gd name="T33" fmla="*/ 2147483646 h 702"/>
                  <a:gd name="T34" fmla="*/ 2147483646 w 283"/>
                  <a:gd name="T35" fmla="*/ 0 h 702"/>
                  <a:gd name="T36" fmla="*/ 2147483646 w 283"/>
                  <a:gd name="T37" fmla="*/ 2147483646 h 702"/>
                  <a:gd name="T38" fmla="*/ 2147483646 w 283"/>
                  <a:gd name="T39" fmla="*/ 2147483646 h 702"/>
                  <a:gd name="T40" fmla="*/ 2147483646 w 283"/>
                  <a:gd name="T41" fmla="*/ 2147483646 h 702"/>
                  <a:gd name="T42" fmla="*/ 2147483646 w 283"/>
                  <a:gd name="T43" fmla="*/ 2147483646 h 702"/>
                  <a:gd name="T44" fmla="*/ 2147483646 w 283"/>
                  <a:gd name="T45" fmla="*/ 2147483646 h 702"/>
                  <a:gd name="T46" fmla="*/ 0 w 283"/>
                  <a:gd name="T47" fmla="*/ 2147483646 h 702"/>
                  <a:gd name="T48" fmla="*/ 0 w 283"/>
                  <a:gd name="T49" fmla="*/ 2147483646 h 702"/>
                  <a:gd name="T50" fmla="*/ 2147483646 w 283"/>
                  <a:gd name="T51" fmla="*/ 2147483646 h 702"/>
                  <a:gd name="T52" fmla="*/ 2147483646 w 283"/>
                  <a:gd name="T53" fmla="*/ 2147483646 h 702"/>
                  <a:gd name="T54" fmla="*/ 2147483646 w 283"/>
                  <a:gd name="T55" fmla="*/ 2147483646 h 702"/>
                  <a:gd name="T56" fmla="*/ 2147483646 w 283"/>
                  <a:gd name="T57" fmla="*/ 2147483646 h 702"/>
                  <a:gd name="T58" fmla="*/ 2147483646 w 283"/>
                  <a:gd name="T59" fmla="*/ 2147483646 h 702"/>
                  <a:gd name="T60" fmla="*/ 2147483646 w 283"/>
                  <a:gd name="T61" fmla="*/ 2147483646 h 702"/>
                  <a:gd name="T62" fmla="*/ 2147483646 w 283"/>
                  <a:gd name="T63" fmla="*/ 2147483646 h 702"/>
                  <a:gd name="T64" fmla="*/ 2147483646 w 283"/>
                  <a:gd name="T65" fmla="*/ 2147483646 h 702"/>
                  <a:gd name="T66" fmla="*/ 2147483646 w 283"/>
                  <a:gd name="T67" fmla="*/ 2147483646 h 702"/>
                  <a:gd name="T68" fmla="*/ 2147483646 w 283"/>
                  <a:gd name="T69" fmla="*/ 2147483646 h 702"/>
                  <a:gd name="T70" fmla="*/ 2147483646 w 283"/>
                  <a:gd name="T71" fmla="*/ 2147483646 h 702"/>
                  <a:gd name="T72" fmla="*/ 2147483646 w 283"/>
                  <a:gd name="T73" fmla="*/ 2147483646 h 702"/>
                  <a:gd name="T74" fmla="*/ 2147483646 w 283"/>
                  <a:gd name="T75" fmla="*/ 2147483646 h 7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2" y="268"/>
                    </a:lnTo>
                    <a:lnTo>
                      <a:pt x="105" y="243"/>
                    </a:lnTo>
                    <a:lnTo>
                      <a:pt x="108" y="220"/>
                    </a:lnTo>
                    <a:lnTo>
                      <a:pt x="114" y="197"/>
                    </a:lnTo>
                    <a:lnTo>
                      <a:pt x="120" y="174"/>
                    </a:lnTo>
                    <a:lnTo>
                      <a:pt x="128" y="152"/>
                    </a:lnTo>
                    <a:lnTo>
                      <a:pt x="136" y="131"/>
                    </a:lnTo>
                    <a:lnTo>
                      <a:pt x="146" y="110"/>
                    </a:lnTo>
                    <a:lnTo>
                      <a:pt x="135" y="99"/>
                    </a:lnTo>
                    <a:lnTo>
                      <a:pt x="127" y="87"/>
                    </a:lnTo>
                    <a:lnTo>
                      <a:pt x="118" y="74"/>
                    </a:lnTo>
                    <a:lnTo>
                      <a:pt x="111" y="60"/>
                    </a:lnTo>
                    <a:lnTo>
                      <a:pt x="106" y="46"/>
                    </a:lnTo>
                    <a:lnTo>
                      <a:pt x="101" y="31"/>
                    </a:lnTo>
                    <a:lnTo>
                      <a:pt x="99" y="15"/>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76" y="693"/>
                    </a:lnTo>
                    <a:lnTo>
                      <a:pt x="188" y="686"/>
                    </a:lnTo>
                    <a:lnTo>
                      <a:pt x="202" y="680"/>
                    </a:lnTo>
                    <a:lnTo>
                      <a:pt x="216" y="674"/>
                    </a:lnTo>
                    <a:lnTo>
                      <a:pt x="231" y="670"/>
                    </a:lnTo>
                    <a:lnTo>
                      <a:pt x="245" y="668"/>
                    </a:lnTo>
                    <a:lnTo>
                      <a:pt x="261" y="667"/>
                    </a:lnTo>
                    <a:lnTo>
                      <a:pt x="277" y="665"/>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5" name="组合 4"/>
            <p:cNvGrpSpPr/>
            <p:nvPr/>
          </p:nvGrpSpPr>
          <p:grpSpPr>
            <a:xfrm>
              <a:off x="3941117" y="1666193"/>
              <a:ext cx="1994806" cy="1782861"/>
              <a:chOff x="3941116" y="1974203"/>
              <a:chExt cx="1994806" cy="1782861"/>
            </a:xfrm>
          </p:grpSpPr>
          <p:sp>
            <p:nvSpPr>
              <p:cNvPr id="14" name="iṧḷiďè"/>
              <p:cNvSpPr/>
              <p:nvPr/>
            </p:nvSpPr>
            <p:spPr>
              <a:xfrm>
                <a:off x="4222858" y="2045516"/>
                <a:ext cx="1713064"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小标题</a:t>
                </a:r>
                <a:endParaRPr kumimoji="0" lang="fr-FR"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îşlïḍé"/>
              <p:cNvSpPr/>
              <p:nvPr/>
            </p:nvSpPr>
            <p:spPr bwMode="auto">
              <a:xfrm flipH="1">
                <a:off x="4222858" y="1974203"/>
                <a:ext cx="533919" cy="537467"/>
              </a:xfrm>
              <a:custGeom>
                <a:avLst/>
                <a:gdLst>
                  <a:gd name="T0" fmla="*/ 2147483646 w 275"/>
                  <a:gd name="T1" fmla="*/ 2147483646 h 275"/>
                  <a:gd name="T2" fmla="*/ 2147483646 w 275"/>
                  <a:gd name="T3" fmla="*/ 2147483646 h 275"/>
                  <a:gd name="T4" fmla="*/ 2147483646 w 275"/>
                  <a:gd name="T5" fmla="*/ 2147483646 h 275"/>
                  <a:gd name="T6" fmla="*/ 2147483646 w 275"/>
                  <a:gd name="T7" fmla="*/ 2147483646 h 275"/>
                  <a:gd name="T8" fmla="*/ 0 w 275"/>
                  <a:gd name="T9" fmla="*/ 2147483646 h 275"/>
                  <a:gd name="T10" fmla="*/ 2147483646 w 275"/>
                  <a:gd name="T11" fmla="*/ 2147483646 h 275"/>
                  <a:gd name="T12" fmla="*/ 2147483646 w 275"/>
                  <a:gd name="T13" fmla="*/ 2147483646 h 275"/>
                  <a:gd name="T14" fmla="*/ 2147483646 w 275"/>
                  <a:gd name="T15" fmla="*/ 2147483646 h 275"/>
                  <a:gd name="T16" fmla="*/ 2147483646 w 275"/>
                  <a:gd name="T17" fmla="*/ 2147483646 h 275"/>
                  <a:gd name="T18" fmla="*/ 2147483646 w 275"/>
                  <a:gd name="T19" fmla="*/ 2147483646 h 275"/>
                  <a:gd name="T20" fmla="*/ 2147483646 w 275"/>
                  <a:gd name="T21" fmla="*/ 2147483646 h 275"/>
                  <a:gd name="T22" fmla="*/ 2147483646 w 275"/>
                  <a:gd name="T23" fmla="*/ 2147483646 h 275"/>
                  <a:gd name="T24" fmla="*/ 2147483646 w 275"/>
                  <a:gd name="T25" fmla="*/ 2147483646 h 275"/>
                  <a:gd name="T26" fmla="*/ 2147483646 w 275"/>
                  <a:gd name="T27" fmla="*/ 2147483646 h 275"/>
                  <a:gd name="T28" fmla="*/ 2147483646 w 275"/>
                  <a:gd name="T29" fmla="*/ 2147483646 h 275"/>
                  <a:gd name="T30" fmla="*/ 2147483646 w 275"/>
                  <a:gd name="T31" fmla="*/ 2147483646 h 275"/>
                  <a:gd name="T32" fmla="*/ 2147483646 w 275"/>
                  <a:gd name="T33" fmla="*/ 2147483646 h 275"/>
                  <a:gd name="T34" fmla="*/ 2147483646 w 275"/>
                  <a:gd name="T35" fmla="*/ 2147483646 h 275"/>
                  <a:gd name="T36" fmla="*/ 2147483646 w 275"/>
                  <a:gd name="T37" fmla="*/ 2147483646 h 275"/>
                  <a:gd name="T38" fmla="*/ 2147483646 w 275"/>
                  <a:gd name="T39" fmla="*/ 0 h 275"/>
                  <a:gd name="T40" fmla="*/ 2147483646 w 275"/>
                  <a:gd name="T41" fmla="*/ 0 h 275"/>
                  <a:gd name="T42" fmla="*/ 2147483646 w 275"/>
                  <a:gd name="T43" fmla="*/ 2147483646 h 275"/>
                  <a:gd name="T44" fmla="*/ 2147483646 w 275"/>
                  <a:gd name="T45" fmla="*/ 2147483646 h 275"/>
                  <a:gd name="T46" fmla="*/ 2147483646 w 275"/>
                  <a:gd name="T47" fmla="*/ 2147483646 h 275"/>
                  <a:gd name="T48" fmla="*/ 2147483646 w 275"/>
                  <a:gd name="T49" fmla="*/ 2147483646 h 275"/>
                  <a:gd name="T50" fmla="*/ 2147483646 w 275"/>
                  <a:gd name="T51" fmla="*/ 2147483646 h 275"/>
                  <a:gd name="T52" fmla="*/ 2147483646 w 275"/>
                  <a:gd name="T53" fmla="*/ 2147483646 h 275"/>
                  <a:gd name="T54" fmla="*/ 2147483646 w 275"/>
                  <a:gd name="T55" fmla="*/ 2147483646 h 275"/>
                  <a:gd name="T56" fmla="*/ 2147483646 w 275"/>
                  <a:gd name="T57" fmla="*/ 2147483646 h 275"/>
                  <a:gd name="T58" fmla="*/ 2147483646 w 275"/>
                  <a:gd name="T59" fmla="*/ 2147483646 h 275"/>
                  <a:gd name="T60" fmla="*/ 2147483646 w 275"/>
                  <a:gd name="T61" fmla="*/ 2147483646 h 275"/>
                  <a:gd name="T62" fmla="*/ 2147483646 w 275"/>
                  <a:gd name="T63" fmla="*/ 2147483646 h 275"/>
                  <a:gd name="T64" fmla="*/ 2147483646 w 275"/>
                  <a:gd name="T65" fmla="*/ 2147483646 h 275"/>
                  <a:gd name="T66" fmla="*/ 2147483646 w 275"/>
                  <a:gd name="T67" fmla="*/ 2147483646 h 275"/>
                  <a:gd name="T68" fmla="*/ 2147483646 w 275"/>
                  <a:gd name="T69" fmla="*/ 2147483646 h 275"/>
                  <a:gd name="T70" fmla="*/ 2147483646 w 275"/>
                  <a:gd name="T71" fmla="*/ 2147483646 h 275"/>
                  <a:gd name="T72" fmla="*/ 2147483646 w 275"/>
                  <a:gd name="T73" fmla="*/ 2147483646 h 275"/>
                  <a:gd name="T74" fmla="*/ 2147483646 w 275"/>
                  <a:gd name="T75" fmla="*/ 2147483646 h 275"/>
                  <a:gd name="T76" fmla="*/ 2147483646 w 275"/>
                  <a:gd name="T77" fmla="*/ 2147483646 h 2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5"/>
                  <a:gd name="T118" fmla="*/ 0 h 275"/>
                  <a:gd name="T119" fmla="*/ 275 w 275"/>
                  <a:gd name="T120" fmla="*/ 275 h 27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28" y="229"/>
                    </a:lnTo>
                    <a:lnTo>
                      <a:pt x="39" y="224"/>
                    </a:lnTo>
                    <a:lnTo>
                      <a:pt x="32" y="214"/>
                    </a:lnTo>
                    <a:lnTo>
                      <a:pt x="26" y="206"/>
                    </a:lnTo>
                    <a:lnTo>
                      <a:pt x="21" y="196"/>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101" y="6"/>
                    </a:lnTo>
                    <a:lnTo>
                      <a:pt x="113" y="2"/>
                    </a:lnTo>
                    <a:lnTo>
                      <a:pt x="127"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85" y="260"/>
                    </a:lnTo>
                    <a:lnTo>
                      <a:pt x="168" y="267"/>
                    </a:lnTo>
                    <a:lnTo>
                      <a:pt x="152" y="271"/>
                    </a:lnTo>
                    <a:lnTo>
                      <a:pt x="134" y="274"/>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a:t>
                </a:r>
                <a:endParaRPr kumimoji="0" lang="fr-FR" altLang="zh-CN"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ísļîḑé"/>
              <p:cNvSpPr/>
              <p:nvPr/>
            </p:nvSpPr>
            <p:spPr bwMode="auto">
              <a:xfrm>
                <a:off x="3941116" y="2335994"/>
                <a:ext cx="549573" cy="1365410"/>
              </a:xfrm>
              <a:custGeom>
                <a:avLst/>
                <a:gdLst>
                  <a:gd name="T0" fmla="*/ 2147483646 w 283"/>
                  <a:gd name="T1" fmla="*/ 2147483646 h 702"/>
                  <a:gd name="T2" fmla="*/ 2147483646 w 283"/>
                  <a:gd name="T3" fmla="*/ 2147483646 h 702"/>
                  <a:gd name="T4" fmla="*/ 2147483646 w 283"/>
                  <a:gd name="T5" fmla="*/ 2147483646 h 702"/>
                  <a:gd name="T6" fmla="*/ 2147483646 w 283"/>
                  <a:gd name="T7" fmla="*/ 2147483646 h 702"/>
                  <a:gd name="T8" fmla="*/ 2147483646 w 283"/>
                  <a:gd name="T9" fmla="*/ 2147483646 h 702"/>
                  <a:gd name="T10" fmla="*/ 2147483646 w 283"/>
                  <a:gd name="T11" fmla="*/ 2147483646 h 702"/>
                  <a:gd name="T12" fmla="*/ 2147483646 w 283"/>
                  <a:gd name="T13" fmla="*/ 2147483646 h 702"/>
                  <a:gd name="T14" fmla="*/ 2147483646 w 283"/>
                  <a:gd name="T15" fmla="*/ 2147483646 h 702"/>
                  <a:gd name="T16" fmla="*/ 2147483646 w 283"/>
                  <a:gd name="T17" fmla="*/ 2147483646 h 702"/>
                  <a:gd name="T18" fmla="*/ 2147483646 w 283"/>
                  <a:gd name="T19" fmla="*/ 2147483646 h 702"/>
                  <a:gd name="T20" fmla="*/ 2147483646 w 283"/>
                  <a:gd name="T21" fmla="*/ 2147483646 h 702"/>
                  <a:gd name="T22" fmla="*/ 2147483646 w 283"/>
                  <a:gd name="T23" fmla="*/ 2147483646 h 702"/>
                  <a:gd name="T24" fmla="*/ 2147483646 w 283"/>
                  <a:gd name="T25" fmla="*/ 2147483646 h 702"/>
                  <a:gd name="T26" fmla="*/ 2147483646 w 283"/>
                  <a:gd name="T27" fmla="*/ 2147483646 h 702"/>
                  <a:gd name="T28" fmla="*/ 2147483646 w 283"/>
                  <a:gd name="T29" fmla="*/ 2147483646 h 702"/>
                  <a:gd name="T30" fmla="*/ 2147483646 w 283"/>
                  <a:gd name="T31" fmla="*/ 2147483646 h 702"/>
                  <a:gd name="T32" fmla="*/ 2147483646 w 283"/>
                  <a:gd name="T33" fmla="*/ 2147483646 h 702"/>
                  <a:gd name="T34" fmla="*/ 2147483646 w 283"/>
                  <a:gd name="T35" fmla="*/ 0 h 702"/>
                  <a:gd name="T36" fmla="*/ 2147483646 w 283"/>
                  <a:gd name="T37" fmla="*/ 2147483646 h 702"/>
                  <a:gd name="T38" fmla="*/ 2147483646 w 283"/>
                  <a:gd name="T39" fmla="*/ 2147483646 h 702"/>
                  <a:gd name="T40" fmla="*/ 2147483646 w 283"/>
                  <a:gd name="T41" fmla="*/ 2147483646 h 702"/>
                  <a:gd name="T42" fmla="*/ 2147483646 w 283"/>
                  <a:gd name="T43" fmla="*/ 2147483646 h 702"/>
                  <a:gd name="T44" fmla="*/ 2147483646 w 283"/>
                  <a:gd name="T45" fmla="*/ 2147483646 h 702"/>
                  <a:gd name="T46" fmla="*/ 0 w 283"/>
                  <a:gd name="T47" fmla="*/ 2147483646 h 702"/>
                  <a:gd name="T48" fmla="*/ 0 w 283"/>
                  <a:gd name="T49" fmla="*/ 2147483646 h 702"/>
                  <a:gd name="T50" fmla="*/ 2147483646 w 283"/>
                  <a:gd name="T51" fmla="*/ 2147483646 h 702"/>
                  <a:gd name="T52" fmla="*/ 2147483646 w 283"/>
                  <a:gd name="T53" fmla="*/ 2147483646 h 702"/>
                  <a:gd name="T54" fmla="*/ 2147483646 w 283"/>
                  <a:gd name="T55" fmla="*/ 2147483646 h 702"/>
                  <a:gd name="T56" fmla="*/ 2147483646 w 283"/>
                  <a:gd name="T57" fmla="*/ 2147483646 h 702"/>
                  <a:gd name="T58" fmla="*/ 2147483646 w 283"/>
                  <a:gd name="T59" fmla="*/ 2147483646 h 702"/>
                  <a:gd name="T60" fmla="*/ 2147483646 w 283"/>
                  <a:gd name="T61" fmla="*/ 2147483646 h 702"/>
                  <a:gd name="T62" fmla="*/ 2147483646 w 283"/>
                  <a:gd name="T63" fmla="*/ 2147483646 h 702"/>
                  <a:gd name="T64" fmla="*/ 2147483646 w 283"/>
                  <a:gd name="T65" fmla="*/ 2147483646 h 702"/>
                  <a:gd name="T66" fmla="*/ 2147483646 w 283"/>
                  <a:gd name="T67" fmla="*/ 2147483646 h 702"/>
                  <a:gd name="T68" fmla="*/ 2147483646 w 283"/>
                  <a:gd name="T69" fmla="*/ 2147483646 h 702"/>
                  <a:gd name="T70" fmla="*/ 2147483646 w 283"/>
                  <a:gd name="T71" fmla="*/ 2147483646 h 702"/>
                  <a:gd name="T72" fmla="*/ 2147483646 w 283"/>
                  <a:gd name="T73" fmla="*/ 2147483646 h 702"/>
                  <a:gd name="T74" fmla="*/ 2147483646 w 283"/>
                  <a:gd name="T75" fmla="*/ 2147483646 h 7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2" y="268"/>
                    </a:lnTo>
                    <a:lnTo>
                      <a:pt x="105" y="243"/>
                    </a:lnTo>
                    <a:lnTo>
                      <a:pt x="108" y="220"/>
                    </a:lnTo>
                    <a:lnTo>
                      <a:pt x="114" y="197"/>
                    </a:lnTo>
                    <a:lnTo>
                      <a:pt x="120" y="174"/>
                    </a:lnTo>
                    <a:lnTo>
                      <a:pt x="128" y="152"/>
                    </a:lnTo>
                    <a:lnTo>
                      <a:pt x="136" y="131"/>
                    </a:lnTo>
                    <a:lnTo>
                      <a:pt x="146" y="110"/>
                    </a:lnTo>
                    <a:lnTo>
                      <a:pt x="135" y="99"/>
                    </a:lnTo>
                    <a:lnTo>
                      <a:pt x="127" y="87"/>
                    </a:lnTo>
                    <a:lnTo>
                      <a:pt x="118" y="74"/>
                    </a:lnTo>
                    <a:lnTo>
                      <a:pt x="111" y="60"/>
                    </a:lnTo>
                    <a:lnTo>
                      <a:pt x="106" y="46"/>
                    </a:lnTo>
                    <a:lnTo>
                      <a:pt x="101" y="31"/>
                    </a:lnTo>
                    <a:lnTo>
                      <a:pt x="99" y="15"/>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76" y="693"/>
                    </a:lnTo>
                    <a:lnTo>
                      <a:pt x="188" y="686"/>
                    </a:lnTo>
                    <a:lnTo>
                      <a:pt x="202" y="680"/>
                    </a:lnTo>
                    <a:lnTo>
                      <a:pt x="216" y="674"/>
                    </a:lnTo>
                    <a:lnTo>
                      <a:pt x="231" y="670"/>
                    </a:lnTo>
                    <a:lnTo>
                      <a:pt x="245" y="668"/>
                    </a:lnTo>
                    <a:lnTo>
                      <a:pt x="261" y="667"/>
                    </a:lnTo>
                    <a:lnTo>
                      <a:pt x="277" y="665"/>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 name="组合 5"/>
            <p:cNvGrpSpPr/>
            <p:nvPr/>
          </p:nvGrpSpPr>
          <p:grpSpPr>
            <a:xfrm>
              <a:off x="6257667" y="3874870"/>
              <a:ext cx="1994806" cy="1782861"/>
              <a:chOff x="6257666" y="4182880"/>
              <a:chExt cx="1994806" cy="1782861"/>
            </a:xfrm>
          </p:grpSpPr>
          <p:sp>
            <p:nvSpPr>
              <p:cNvPr id="11" name="i$ľîdê"/>
              <p:cNvSpPr/>
              <p:nvPr/>
            </p:nvSpPr>
            <p:spPr>
              <a:xfrm>
                <a:off x="6257666" y="4254193"/>
                <a:ext cx="1711326"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小标题</a:t>
                </a:r>
                <a:endParaRPr kumimoji="0" lang="fr-FR" altLang="zh-CN"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îšḻïḓé"/>
              <p:cNvSpPr/>
              <p:nvPr/>
            </p:nvSpPr>
            <p:spPr bwMode="auto">
              <a:xfrm>
                <a:off x="7436810" y="4182880"/>
                <a:ext cx="532180" cy="537467"/>
              </a:xfrm>
              <a:custGeom>
                <a:avLst/>
                <a:gdLst>
                  <a:gd name="T0" fmla="*/ 117 w 275"/>
                  <a:gd name="T1" fmla="*/ 275 h 275"/>
                  <a:gd name="T2" fmla="*/ 77 w 275"/>
                  <a:gd name="T3" fmla="*/ 271 h 275"/>
                  <a:gd name="T4" fmla="*/ 45 w 275"/>
                  <a:gd name="T5" fmla="*/ 262 h 275"/>
                  <a:gd name="T6" fmla="*/ 24 w 275"/>
                  <a:gd name="T7" fmla="*/ 252 h 275"/>
                  <a:gd name="T8" fmla="*/ 0 w 275"/>
                  <a:gd name="T9" fmla="*/ 239 h 275"/>
                  <a:gd name="T10" fmla="*/ 16 w 275"/>
                  <a:gd name="T11" fmla="*/ 234 h 275"/>
                  <a:gd name="T12" fmla="*/ 39 w 275"/>
                  <a:gd name="T13" fmla="*/ 224 h 275"/>
                  <a:gd name="T14" fmla="*/ 32 w 275"/>
                  <a:gd name="T15" fmla="*/ 214 h 275"/>
                  <a:gd name="T16" fmla="*/ 21 w 275"/>
                  <a:gd name="T17" fmla="*/ 196 h 275"/>
                  <a:gd name="T18" fmla="*/ 16 w 275"/>
                  <a:gd name="T19" fmla="*/ 185 h 275"/>
                  <a:gd name="T20" fmla="*/ 8 w 275"/>
                  <a:gd name="T21" fmla="*/ 160 h 275"/>
                  <a:gd name="T22" fmla="*/ 5 w 275"/>
                  <a:gd name="T23" fmla="*/ 133 h 275"/>
                  <a:gd name="T24" fmla="*/ 8 w 275"/>
                  <a:gd name="T25" fmla="*/ 108 h 275"/>
                  <a:gd name="T26" fmla="*/ 16 w 275"/>
                  <a:gd name="T27" fmla="*/ 82 h 275"/>
                  <a:gd name="T28" fmla="*/ 28 w 275"/>
                  <a:gd name="T29" fmla="*/ 59 h 275"/>
                  <a:gd name="T30" fmla="*/ 44 w 275"/>
                  <a:gd name="T31" fmla="*/ 40 h 275"/>
                  <a:gd name="T32" fmla="*/ 65 w 275"/>
                  <a:gd name="T33" fmla="*/ 23 h 275"/>
                  <a:gd name="T34" fmla="*/ 89 w 275"/>
                  <a:gd name="T35" fmla="*/ 9 h 275"/>
                  <a:gd name="T36" fmla="*/ 101 w 275"/>
                  <a:gd name="T37" fmla="*/ 6 h 275"/>
                  <a:gd name="T38" fmla="*/ 127 w 275"/>
                  <a:gd name="T39" fmla="*/ 0 h 275"/>
                  <a:gd name="T40" fmla="*/ 140 w 275"/>
                  <a:gd name="T41" fmla="*/ 0 h 275"/>
                  <a:gd name="T42" fmla="*/ 161 w 275"/>
                  <a:gd name="T43" fmla="*/ 1 h 275"/>
                  <a:gd name="T44" fmla="*/ 180 w 275"/>
                  <a:gd name="T45" fmla="*/ 6 h 275"/>
                  <a:gd name="T46" fmla="*/ 215 w 275"/>
                  <a:gd name="T47" fmla="*/ 22 h 275"/>
                  <a:gd name="T48" fmla="*/ 244 w 275"/>
                  <a:gd name="T49" fmla="*/ 48 h 275"/>
                  <a:gd name="T50" fmla="*/ 255 w 275"/>
                  <a:gd name="T51" fmla="*/ 64 h 275"/>
                  <a:gd name="T52" fmla="*/ 264 w 275"/>
                  <a:gd name="T53" fmla="*/ 82 h 275"/>
                  <a:gd name="T54" fmla="*/ 269 w 275"/>
                  <a:gd name="T55" fmla="*/ 96 h 275"/>
                  <a:gd name="T56" fmla="*/ 273 w 275"/>
                  <a:gd name="T57" fmla="*/ 122 h 275"/>
                  <a:gd name="T58" fmla="*/ 273 w 275"/>
                  <a:gd name="T59" fmla="*/ 148 h 275"/>
                  <a:gd name="T60" fmla="*/ 269 w 275"/>
                  <a:gd name="T61" fmla="*/ 173 h 275"/>
                  <a:gd name="T62" fmla="*/ 259 w 275"/>
                  <a:gd name="T63" fmla="*/ 197 h 275"/>
                  <a:gd name="T64" fmla="*/ 244 w 275"/>
                  <a:gd name="T65" fmla="*/ 218 h 275"/>
                  <a:gd name="T66" fmla="*/ 226 w 275"/>
                  <a:gd name="T67" fmla="*/ 237 h 275"/>
                  <a:gd name="T68" fmla="*/ 204 w 275"/>
                  <a:gd name="T69" fmla="*/ 252 h 275"/>
                  <a:gd name="T70" fmla="*/ 192 w 275"/>
                  <a:gd name="T71" fmla="*/ 258 h 275"/>
                  <a:gd name="T72" fmla="*/ 185 w 275"/>
                  <a:gd name="T73" fmla="*/ 260 h 275"/>
                  <a:gd name="T74" fmla="*/ 152 w 275"/>
                  <a:gd name="T75" fmla="*/ 271 h 275"/>
                  <a:gd name="T76" fmla="*/ 117 w 275"/>
                  <a:gd name="T77"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16" y="234"/>
                    </a:lnTo>
                    <a:lnTo>
                      <a:pt x="28" y="229"/>
                    </a:lnTo>
                    <a:lnTo>
                      <a:pt x="39" y="224"/>
                    </a:lnTo>
                    <a:lnTo>
                      <a:pt x="39" y="224"/>
                    </a:lnTo>
                    <a:lnTo>
                      <a:pt x="32" y="214"/>
                    </a:lnTo>
                    <a:lnTo>
                      <a:pt x="26" y="206"/>
                    </a:lnTo>
                    <a:lnTo>
                      <a:pt x="21" y="196"/>
                    </a:lnTo>
                    <a:lnTo>
                      <a:pt x="16" y="185"/>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89" y="9"/>
                    </a:lnTo>
                    <a:lnTo>
                      <a:pt x="101" y="6"/>
                    </a:lnTo>
                    <a:lnTo>
                      <a:pt x="113" y="2"/>
                    </a:lnTo>
                    <a:lnTo>
                      <a:pt x="127" y="0"/>
                    </a:lnTo>
                    <a:lnTo>
                      <a:pt x="140"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92" y="258"/>
                    </a:lnTo>
                    <a:lnTo>
                      <a:pt x="185" y="260"/>
                    </a:lnTo>
                    <a:lnTo>
                      <a:pt x="185" y="260"/>
                    </a:lnTo>
                    <a:lnTo>
                      <a:pt x="168" y="267"/>
                    </a:lnTo>
                    <a:lnTo>
                      <a:pt x="152" y="271"/>
                    </a:lnTo>
                    <a:lnTo>
                      <a:pt x="134" y="274"/>
                    </a:lnTo>
                    <a:lnTo>
                      <a:pt x="117" y="275"/>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4</a:t>
                </a:r>
                <a:endPar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î$1ïḋé"/>
              <p:cNvSpPr/>
              <p:nvPr/>
            </p:nvSpPr>
            <p:spPr bwMode="auto">
              <a:xfrm flipH="1">
                <a:off x="7702899" y="4544671"/>
                <a:ext cx="549573" cy="1365410"/>
              </a:xfrm>
              <a:custGeom>
                <a:avLst/>
                <a:gdLst>
                  <a:gd name="T0" fmla="*/ 283 w 283"/>
                  <a:gd name="T1" fmla="*/ 667 h 702"/>
                  <a:gd name="T2" fmla="*/ 242 w 283"/>
                  <a:gd name="T3" fmla="*/ 633 h 702"/>
                  <a:gd name="T4" fmla="*/ 205 w 283"/>
                  <a:gd name="T5" fmla="*/ 594 h 702"/>
                  <a:gd name="T6" fmla="*/ 174 w 283"/>
                  <a:gd name="T7" fmla="*/ 551 h 702"/>
                  <a:gd name="T8" fmla="*/ 147 w 283"/>
                  <a:gd name="T9" fmla="*/ 505 h 702"/>
                  <a:gd name="T10" fmla="*/ 125 w 283"/>
                  <a:gd name="T11" fmla="*/ 456 h 702"/>
                  <a:gd name="T12" fmla="*/ 111 w 283"/>
                  <a:gd name="T13" fmla="*/ 403 h 702"/>
                  <a:gd name="T14" fmla="*/ 102 w 283"/>
                  <a:gd name="T15" fmla="*/ 349 h 702"/>
                  <a:gd name="T16" fmla="*/ 101 w 283"/>
                  <a:gd name="T17" fmla="*/ 292 h 702"/>
                  <a:gd name="T18" fmla="*/ 102 w 283"/>
                  <a:gd name="T19" fmla="*/ 268 h 702"/>
                  <a:gd name="T20" fmla="*/ 108 w 283"/>
                  <a:gd name="T21" fmla="*/ 220 h 702"/>
                  <a:gd name="T22" fmla="*/ 120 w 283"/>
                  <a:gd name="T23" fmla="*/ 174 h 702"/>
                  <a:gd name="T24" fmla="*/ 136 w 283"/>
                  <a:gd name="T25" fmla="*/ 131 h 702"/>
                  <a:gd name="T26" fmla="*/ 146 w 283"/>
                  <a:gd name="T27" fmla="*/ 110 h 702"/>
                  <a:gd name="T28" fmla="*/ 127 w 283"/>
                  <a:gd name="T29" fmla="*/ 87 h 702"/>
                  <a:gd name="T30" fmla="*/ 111 w 283"/>
                  <a:gd name="T31" fmla="*/ 60 h 702"/>
                  <a:gd name="T32" fmla="*/ 101 w 283"/>
                  <a:gd name="T33" fmla="*/ 31 h 702"/>
                  <a:gd name="T34" fmla="*/ 97 w 283"/>
                  <a:gd name="T35" fmla="*/ 0 h 702"/>
                  <a:gd name="T36" fmla="*/ 77 w 283"/>
                  <a:gd name="T37" fmla="*/ 32 h 702"/>
                  <a:gd name="T38" fmla="*/ 43 w 283"/>
                  <a:gd name="T39" fmla="*/ 100 h 702"/>
                  <a:gd name="T40" fmla="*/ 17 w 283"/>
                  <a:gd name="T41" fmla="*/ 174 h 702"/>
                  <a:gd name="T42" fmla="*/ 9 w 283"/>
                  <a:gd name="T43" fmla="*/ 213 h 702"/>
                  <a:gd name="T44" fmla="*/ 3 w 283"/>
                  <a:gd name="T45" fmla="*/ 253 h 702"/>
                  <a:gd name="T46" fmla="*/ 0 w 283"/>
                  <a:gd name="T47" fmla="*/ 294 h 702"/>
                  <a:gd name="T48" fmla="*/ 0 w 283"/>
                  <a:gd name="T49" fmla="*/ 323 h 702"/>
                  <a:gd name="T50" fmla="*/ 4 w 283"/>
                  <a:gd name="T51" fmla="*/ 382 h 702"/>
                  <a:gd name="T52" fmla="*/ 15 w 283"/>
                  <a:gd name="T53" fmla="*/ 439 h 702"/>
                  <a:gd name="T54" fmla="*/ 31 w 283"/>
                  <a:gd name="T55" fmla="*/ 492 h 702"/>
                  <a:gd name="T56" fmla="*/ 51 w 283"/>
                  <a:gd name="T57" fmla="*/ 544 h 702"/>
                  <a:gd name="T58" fmla="*/ 78 w 283"/>
                  <a:gd name="T59" fmla="*/ 593 h 702"/>
                  <a:gd name="T60" fmla="*/ 110 w 283"/>
                  <a:gd name="T61" fmla="*/ 639 h 702"/>
                  <a:gd name="T62" fmla="*/ 145 w 283"/>
                  <a:gd name="T63" fmla="*/ 681 h 702"/>
                  <a:gd name="T64" fmla="*/ 163 w 283"/>
                  <a:gd name="T65" fmla="*/ 702 h 702"/>
                  <a:gd name="T66" fmla="*/ 188 w 283"/>
                  <a:gd name="T67" fmla="*/ 686 h 702"/>
                  <a:gd name="T68" fmla="*/ 216 w 283"/>
                  <a:gd name="T69" fmla="*/ 674 h 702"/>
                  <a:gd name="T70" fmla="*/ 245 w 283"/>
                  <a:gd name="T71" fmla="*/ 668 h 702"/>
                  <a:gd name="T72" fmla="*/ 277 w 283"/>
                  <a:gd name="T73" fmla="*/ 665 h 702"/>
                  <a:gd name="T74" fmla="*/ 283 w 283"/>
                  <a:gd name="T75" fmla="*/ 66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1" y="292"/>
                    </a:lnTo>
                    <a:lnTo>
                      <a:pt x="102" y="268"/>
                    </a:lnTo>
                    <a:lnTo>
                      <a:pt x="105" y="243"/>
                    </a:lnTo>
                    <a:lnTo>
                      <a:pt x="108" y="220"/>
                    </a:lnTo>
                    <a:lnTo>
                      <a:pt x="114" y="197"/>
                    </a:lnTo>
                    <a:lnTo>
                      <a:pt x="120" y="174"/>
                    </a:lnTo>
                    <a:lnTo>
                      <a:pt x="128" y="152"/>
                    </a:lnTo>
                    <a:lnTo>
                      <a:pt x="136" y="131"/>
                    </a:lnTo>
                    <a:lnTo>
                      <a:pt x="146" y="110"/>
                    </a:lnTo>
                    <a:lnTo>
                      <a:pt x="146" y="110"/>
                    </a:lnTo>
                    <a:lnTo>
                      <a:pt x="135" y="99"/>
                    </a:lnTo>
                    <a:lnTo>
                      <a:pt x="127" y="87"/>
                    </a:lnTo>
                    <a:lnTo>
                      <a:pt x="118" y="74"/>
                    </a:lnTo>
                    <a:lnTo>
                      <a:pt x="111" y="60"/>
                    </a:lnTo>
                    <a:lnTo>
                      <a:pt x="106" y="46"/>
                    </a:lnTo>
                    <a:lnTo>
                      <a:pt x="101" y="31"/>
                    </a:lnTo>
                    <a:lnTo>
                      <a:pt x="99" y="15"/>
                    </a:lnTo>
                    <a:lnTo>
                      <a:pt x="97" y="0"/>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63" y="702"/>
                    </a:lnTo>
                    <a:lnTo>
                      <a:pt x="176" y="693"/>
                    </a:lnTo>
                    <a:lnTo>
                      <a:pt x="188" y="686"/>
                    </a:lnTo>
                    <a:lnTo>
                      <a:pt x="202" y="680"/>
                    </a:lnTo>
                    <a:lnTo>
                      <a:pt x="216" y="674"/>
                    </a:lnTo>
                    <a:lnTo>
                      <a:pt x="231" y="670"/>
                    </a:lnTo>
                    <a:lnTo>
                      <a:pt x="245" y="668"/>
                    </a:lnTo>
                    <a:lnTo>
                      <a:pt x="261" y="667"/>
                    </a:lnTo>
                    <a:lnTo>
                      <a:pt x="277" y="665"/>
                    </a:lnTo>
                    <a:lnTo>
                      <a:pt x="277" y="665"/>
                    </a:lnTo>
                    <a:lnTo>
                      <a:pt x="283" y="667"/>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nvGrpSpPr>
          <p:grpSpPr>
            <a:xfrm>
              <a:off x="3941117" y="3874870"/>
              <a:ext cx="1994806" cy="1782861"/>
              <a:chOff x="3941116" y="4182880"/>
              <a:chExt cx="1994806" cy="1782861"/>
            </a:xfrm>
          </p:grpSpPr>
          <p:sp>
            <p:nvSpPr>
              <p:cNvPr id="8" name="íşḻïḑé"/>
              <p:cNvSpPr/>
              <p:nvPr/>
            </p:nvSpPr>
            <p:spPr>
              <a:xfrm>
                <a:off x="4222858" y="4254193"/>
                <a:ext cx="1713064" cy="1711548"/>
              </a:xfrm>
              <a:prstGeom prst="ellipse">
                <a:avLst/>
              </a:prstGeom>
              <a:noFill/>
              <a:ln w="76200">
                <a:gradFill>
                  <a:gsLst>
                    <a:gs pos="0">
                      <a:schemeClr val="accent1"/>
                    </a:gs>
                    <a:gs pos="100000">
                      <a:schemeClr val="bg1"/>
                    </a:gs>
                  </a:gsLst>
                  <a:lin ang="5400000" scaled="1"/>
                </a:gradFill>
              </a:ln>
            </p:spPr>
            <p:txBody>
              <a:bodyPr wrap="none" anchor="ctr" anchorCtr="1">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小标题</a:t>
                </a:r>
                <a:endParaRPr kumimoji="0" lang="fr-FR" altLang="zh-CN"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ïŝḷíḋé"/>
              <p:cNvSpPr/>
              <p:nvPr/>
            </p:nvSpPr>
            <p:spPr bwMode="auto">
              <a:xfrm flipH="1">
                <a:off x="4222858" y="4182880"/>
                <a:ext cx="533919" cy="537467"/>
              </a:xfrm>
              <a:custGeom>
                <a:avLst/>
                <a:gdLst>
                  <a:gd name="T0" fmla="*/ 117 w 275"/>
                  <a:gd name="T1" fmla="*/ 275 h 275"/>
                  <a:gd name="T2" fmla="*/ 77 w 275"/>
                  <a:gd name="T3" fmla="*/ 271 h 275"/>
                  <a:gd name="T4" fmla="*/ 45 w 275"/>
                  <a:gd name="T5" fmla="*/ 262 h 275"/>
                  <a:gd name="T6" fmla="*/ 24 w 275"/>
                  <a:gd name="T7" fmla="*/ 252 h 275"/>
                  <a:gd name="T8" fmla="*/ 0 w 275"/>
                  <a:gd name="T9" fmla="*/ 239 h 275"/>
                  <a:gd name="T10" fmla="*/ 16 w 275"/>
                  <a:gd name="T11" fmla="*/ 234 h 275"/>
                  <a:gd name="T12" fmla="*/ 39 w 275"/>
                  <a:gd name="T13" fmla="*/ 224 h 275"/>
                  <a:gd name="T14" fmla="*/ 32 w 275"/>
                  <a:gd name="T15" fmla="*/ 214 h 275"/>
                  <a:gd name="T16" fmla="*/ 21 w 275"/>
                  <a:gd name="T17" fmla="*/ 196 h 275"/>
                  <a:gd name="T18" fmla="*/ 16 w 275"/>
                  <a:gd name="T19" fmla="*/ 185 h 275"/>
                  <a:gd name="T20" fmla="*/ 8 w 275"/>
                  <a:gd name="T21" fmla="*/ 160 h 275"/>
                  <a:gd name="T22" fmla="*/ 5 w 275"/>
                  <a:gd name="T23" fmla="*/ 133 h 275"/>
                  <a:gd name="T24" fmla="*/ 8 w 275"/>
                  <a:gd name="T25" fmla="*/ 108 h 275"/>
                  <a:gd name="T26" fmla="*/ 16 w 275"/>
                  <a:gd name="T27" fmla="*/ 82 h 275"/>
                  <a:gd name="T28" fmla="*/ 28 w 275"/>
                  <a:gd name="T29" fmla="*/ 59 h 275"/>
                  <a:gd name="T30" fmla="*/ 44 w 275"/>
                  <a:gd name="T31" fmla="*/ 40 h 275"/>
                  <a:gd name="T32" fmla="*/ 65 w 275"/>
                  <a:gd name="T33" fmla="*/ 23 h 275"/>
                  <a:gd name="T34" fmla="*/ 89 w 275"/>
                  <a:gd name="T35" fmla="*/ 9 h 275"/>
                  <a:gd name="T36" fmla="*/ 101 w 275"/>
                  <a:gd name="T37" fmla="*/ 6 h 275"/>
                  <a:gd name="T38" fmla="*/ 127 w 275"/>
                  <a:gd name="T39" fmla="*/ 0 h 275"/>
                  <a:gd name="T40" fmla="*/ 140 w 275"/>
                  <a:gd name="T41" fmla="*/ 0 h 275"/>
                  <a:gd name="T42" fmla="*/ 161 w 275"/>
                  <a:gd name="T43" fmla="*/ 1 h 275"/>
                  <a:gd name="T44" fmla="*/ 180 w 275"/>
                  <a:gd name="T45" fmla="*/ 6 h 275"/>
                  <a:gd name="T46" fmla="*/ 215 w 275"/>
                  <a:gd name="T47" fmla="*/ 22 h 275"/>
                  <a:gd name="T48" fmla="*/ 244 w 275"/>
                  <a:gd name="T49" fmla="*/ 48 h 275"/>
                  <a:gd name="T50" fmla="*/ 255 w 275"/>
                  <a:gd name="T51" fmla="*/ 64 h 275"/>
                  <a:gd name="T52" fmla="*/ 264 w 275"/>
                  <a:gd name="T53" fmla="*/ 82 h 275"/>
                  <a:gd name="T54" fmla="*/ 269 w 275"/>
                  <a:gd name="T55" fmla="*/ 96 h 275"/>
                  <a:gd name="T56" fmla="*/ 273 w 275"/>
                  <a:gd name="T57" fmla="*/ 122 h 275"/>
                  <a:gd name="T58" fmla="*/ 273 w 275"/>
                  <a:gd name="T59" fmla="*/ 148 h 275"/>
                  <a:gd name="T60" fmla="*/ 269 w 275"/>
                  <a:gd name="T61" fmla="*/ 173 h 275"/>
                  <a:gd name="T62" fmla="*/ 259 w 275"/>
                  <a:gd name="T63" fmla="*/ 197 h 275"/>
                  <a:gd name="T64" fmla="*/ 244 w 275"/>
                  <a:gd name="T65" fmla="*/ 218 h 275"/>
                  <a:gd name="T66" fmla="*/ 226 w 275"/>
                  <a:gd name="T67" fmla="*/ 237 h 275"/>
                  <a:gd name="T68" fmla="*/ 204 w 275"/>
                  <a:gd name="T69" fmla="*/ 252 h 275"/>
                  <a:gd name="T70" fmla="*/ 192 w 275"/>
                  <a:gd name="T71" fmla="*/ 258 h 275"/>
                  <a:gd name="T72" fmla="*/ 185 w 275"/>
                  <a:gd name="T73" fmla="*/ 260 h 275"/>
                  <a:gd name="T74" fmla="*/ 152 w 275"/>
                  <a:gd name="T75" fmla="*/ 271 h 275"/>
                  <a:gd name="T76" fmla="*/ 117 w 275"/>
                  <a:gd name="T77"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75" h="275">
                    <a:moveTo>
                      <a:pt x="117" y="275"/>
                    </a:moveTo>
                    <a:lnTo>
                      <a:pt x="117" y="275"/>
                    </a:lnTo>
                    <a:lnTo>
                      <a:pt x="96" y="274"/>
                    </a:lnTo>
                    <a:lnTo>
                      <a:pt x="77" y="271"/>
                    </a:lnTo>
                    <a:lnTo>
                      <a:pt x="60" y="267"/>
                    </a:lnTo>
                    <a:lnTo>
                      <a:pt x="45" y="262"/>
                    </a:lnTo>
                    <a:lnTo>
                      <a:pt x="32" y="257"/>
                    </a:lnTo>
                    <a:lnTo>
                      <a:pt x="24" y="252"/>
                    </a:lnTo>
                    <a:lnTo>
                      <a:pt x="14" y="247"/>
                    </a:lnTo>
                    <a:lnTo>
                      <a:pt x="0" y="239"/>
                    </a:lnTo>
                    <a:lnTo>
                      <a:pt x="16" y="234"/>
                    </a:lnTo>
                    <a:lnTo>
                      <a:pt x="16" y="234"/>
                    </a:lnTo>
                    <a:lnTo>
                      <a:pt x="28" y="229"/>
                    </a:lnTo>
                    <a:lnTo>
                      <a:pt x="39" y="224"/>
                    </a:lnTo>
                    <a:lnTo>
                      <a:pt x="39" y="224"/>
                    </a:lnTo>
                    <a:lnTo>
                      <a:pt x="32" y="214"/>
                    </a:lnTo>
                    <a:lnTo>
                      <a:pt x="26" y="206"/>
                    </a:lnTo>
                    <a:lnTo>
                      <a:pt x="21" y="196"/>
                    </a:lnTo>
                    <a:lnTo>
                      <a:pt x="16" y="185"/>
                    </a:lnTo>
                    <a:lnTo>
                      <a:pt x="16" y="185"/>
                    </a:lnTo>
                    <a:lnTo>
                      <a:pt x="11" y="172"/>
                    </a:lnTo>
                    <a:lnTo>
                      <a:pt x="8" y="160"/>
                    </a:lnTo>
                    <a:lnTo>
                      <a:pt x="7" y="146"/>
                    </a:lnTo>
                    <a:lnTo>
                      <a:pt x="5" y="133"/>
                    </a:lnTo>
                    <a:lnTo>
                      <a:pt x="7" y="120"/>
                    </a:lnTo>
                    <a:lnTo>
                      <a:pt x="8" y="108"/>
                    </a:lnTo>
                    <a:lnTo>
                      <a:pt x="11" y="94"/>
                    </a:lnTo>
                    <a:lnTo>
                      <a:pt x="16" y="82"/>
                    </a:lnTo>
                    <a:lnTo>
                      <a:pt x="21" y="71"/>
                    </a:lnTo>
                    <a:lnTo>
                      <a:pt x="28" y="59"/>
                    </a:lnTo>
                    <a:lnTo>
                      <a:pt x="36" y="49"/>
                    </a:lnTo>
                    <a:lnTo>
                      <a:pt x="44" y="40"/>
                    </a:lnTo>
                    <a:lnTo>
                      <a:pt x="54" y="30"/>
                    </a:lnTo>
                    <a:lnTo>
                      <a:pt x="65" y="23"/>
                    </a:lnTo>
                    <a:lnTo>
                      <a:pt x="76" y="15"/>
                    </a:lnTo>
                    <a:lnTo>
                      <a:pt x="89" y="9"/>
                    </a:lnTo>
                    <a:lnTo>
                      <a:pt x="89" y="9"/>
                    </a:lnTo>
                    <a:lnTo>
                      <a:pt x="101" y="6"/>
                    </a:lnTo>
                    <a:lnTo>
                      <a:pt x="113" y="2"/>
                    </a:lnTo>
                    <a:lnTo>
                      <a:pt x="127" y="0"/>
                    </a:lnTo>
                    <a:lnTo>
                      <a:pt x="140" y="0"/>
                    </a:lnTo>
                    <a:lnTo>
                      <a:pt x="140" y="0"/>
                    </a:lnTo>
                    <a:lnTo>
                      <a:pt x="150" y="0"/>
                    </a:lnTo>
                    <a:lnTo>
                      <a:pt x="161" y="1"/>
                    </a:lnTo>
                    <a:lnTo>
                      <a:pt x="170" y="3"/>
                    </a:lnTo>
                    <a:lnTo>
                      <a:pt x="180" y="6"/>
                    </a:lnTo>
                    <a:lnTo>
                      <a:pt x="198" y="12"/>
                    </a:lnTo>
                    <a:lnTo>
                      <a:pt x="215" y="22"/>
                    </a:lnTo>
                    <a:lnTo>
                      <a:pt x="230" y="34"/>
                    </a:lnTo>
                    <a:lnTo>
                      <a:pt x="244" y="48"/>
                    </a:lnTo>
                    <a:lnTo>
                      <a:pt x="249" y="56"/>
                    </a:lnTo>
                    <a:lnTo>
                      <a:pt x="255" y="64"/>
                    </a:lnTo>
                    <a:lnTo>
                      <a:pt x="260" y="74"/>
                    </a:lnTo>
                    <a:lnTo>
                      <a:pt x="264" y="82"/>
                    </a:lnTo>
                    <a:lnTo>
                      <a:pt x="264" y="82"/>
                    </a:lnTo>
                    <a:lnTo>
                      <a:pt x="269" y="96"/>
                    </a:lnTo>
                    <a:lnTo>
                      <a:pt x="272" y="109"/>
                    </a:lnTo>
                    <a:lnTo>
                      <a:pt x="273" y="122"/>
                    </a:lnTo>
                    <a:lnTo>
                      <a:pt x="275" y="134"/>
                    </a:lnTo>
                    <a:lnTo>
                      <a:pt x="273" y="148"/>
                    </a:lnTo>
                    <a:lnTo>
                      <a:pt x="272" y="161"/>
                    </a:lnTo>
                    <a:lnTo>
                      <a:pt x="269" y="173"/>
                    </a:lnTo>
                    <a:lnTo>
                      <a:pt x="264" y="185"/>
                    </a:lnTo>
                    <a:lnTo>
                      <a:pt x="259" y="197"/>
                    </a:lnTo>
                    <a:lnTo>
                      <a:pt x="252" y="208"/>
                    </a:lnTo>
                    <a:lnTo>
                      <a:pt x="244" y="218"/>
                    </a:lnTo>
                    <a:lnTo>
                      <a:pt x="236" y="229"/>
                    </a:lnTo>
                    <a:lnTo>
                      <a:pt x="226" y="237"/>
                    </a:lnTo>
                    <a:lnTo>
                      <a:pt x="215" y="245"/>
                    </a:lnTo>
                    <a:lnTo>
                      <a:pt x="204" y="252"/>
                    </a:lnTo>
                    <a:lnTo>
                      <a:pt x="192" y="258"/>
                    </a:lnTo>
                    <a:lnTo>
                      <a:pt x="192" y="258"/>
                    </a:lnTo>
                    <a:lnTo>
                      <a:pt x="185" y="260"/>
                    </a:lnTo>
                    <a:lnTo>
                      <a:pt x="185" y="260"/>
                    </a:lnTo>
                    <a:lnTo>
                      <a:pt x="168" y="267"/>
                    </a:lnTo>
                    <a:lnTo>
                      <a:pt x="152" y="271"/>
                    </a:lnTo>
                    <a:lnTo>
                      <a:pt x="134" y="274"/>
                    </a:lnTo>
                    <a:lnTo>
                      <a:pt x="117" y="275"/>
                    </a:lnTo>
                    <a:lnTo>
                      <a:pt x="117" y="275"/>
                    </a:lnTo>
                    <a:close/>
                  </a:path>
                </a:pathLst>
              </a:custGeom>
              <a:gradFill>
                <a:gsLst>
                  <a:gs pos="0">
                    <a:schemeClr val="accent1"/>
                  </a:gs>
                  <a:gs pos="99000">
                    <a:schemeClr val="bg1"/>
                  </a:gs>
                </a:gsLst>
                <a:lin ang="2700000" scaled="1"/>
              </a:gradFill>
              <a:ln w="38100">
                <a:solidFill>
                  <a:schemeClr val="bg1"/>
                </a:solidFill>
                <a:round/>
              </a:ln>
            </p:spPr>
            <p:txBody>
              <a:bodyPr anchor="ctr" anchorCtr="1"/>
              <a:lstStyle/>
              <a:p>
                <a:pPr marL="0" marR="0" lvl="0" indent="0" algn="l" defTabSz="914400" rtl="0" eaLnBrk="1" fontAlgn="auto" latinLnBrk="0" hangingPunct="1">
                  <a:lnSpc>
                    <a:spcPct val="100000"/>
                  </a:lnSpc>
                  <a:spcBef>
                    <a:spcPts val="0"/>
                  </a:spcBef>
                  <a:spcAft>
                    <a:spcPts val="0"/>
                  </a:spcAft>
                  <a:buClrTx/>
                  <a:buSzTx/>
                  <a:buFontTx/>
                  <a:buNone/>
                  <a:defRPr/>
                </a:pPr>
                <a:r>
                  <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3</a:t>
                </a:r>
                <a:endParaRPr kumimoji="0" lang="fr-FR" sz="2000" b="1" i="0" u="none" strike="noStrike" kern="1200" cap="none" spc="0" normalizeH="0" baseline="0" noProof="0" dirty="0">
                  <a:ln>
                    <a:noFill/>
                  </a:ln>
                  <a:solidFill>
                    <a:srgbClr val="F7F7F7"/>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îśḷiḓê"/>
              <p:cNvSpPr/>
              <p:nvPr/>
            </p:nvSpPr>
            <p:spPr bwMode="auto">
              <a:xfrm>
                <a:off x="3941116" y="4544671"/>
                <a:ext cx="549573" cy="1365410"/>
              </a:xfrm>
              <a:custGeom>
                <a:avLst/>
                <a:gdLst>
                  <a:gd name="T0" fmla="*/ 283 w 283"/>
                  <a:gd name="T1" fmla="*/ 667 h 702"/>
                  <a:gd name="T2" fmla="*/ 242 w 283"/>
                  <a:gd name="T3" fmla="*/ 633 h 702"/>
                  <a:gd name="T4" fmla="*/ 205 w 283"/>
                  <a:gd name="T5" fmla="*/ 594 h 702"/>
                  <a:gd name="T6" fmla="*/ 174 w 283"/>
                  <a:gd name="T7" fmla="*/ 551 h 702"/>
                  <a:gd name="T8" fmla="*/ 147 w 283"/>
                  <a:gd name="T9" fmla="*/ 505 h 702"/>
                  <a:gd name="T10" fmla="*/ 125 w 283"/>
                  <a:gd name="T11" fmla="*/ 456 h 702"/>
                  <a:gd name="T12" fmla="*/ 111 w 283"/>
                  <a:gd name="T13" fmla="*/ 403 h 702"/>
                  <a:gd name="T14" fmla="*/ 102 w 283"/>
                  <a:gd name="T15" fmla="*/ 349 h 702"/>
                  <a:gd name="T16" fmla="*/ 101 w 283"/>
                  <a:gd name="T17" fmla="*/ 292 h 702"/>
                  <a:gd name="T18" fmla="*/ 102 w 283"/>
                  <a:gd name="T19" fmla="*/ 268 h 702"/>
                  <a:gd name="T20" fmla="*/ 108 w 283"/>
                  <a:gd name="T21" fmla="*/ 220 h 702"/>
                  <a:gd name="T22" fmla="*/ 120 w 283"/>
                  <a:gd name="T23" fmla="*/ 174 h 702"/>
                  <a:gd name="T24" fmla="*/ 136 w 283"/>
                  <a:gd name="T25" fmla="*/ 131 h 702"/>
                  <a:gd name="T26" fmla="*/ 146 w 283"/>
                  <a:gd name="T27" fmla="*/ 110 h 702"/>
                  <a:gd name="T28" fmla="*/ 127 w 283"/>
                  <a:gd name="T29" fmla="*/ 87 h 702"/>
                  <a:gd name="T30" fmla="*/ 111 w 283"/>
                  <a:gd name="T31" fmla="*/ 60 h 702"/>
                  <a:gd name="T32" fmla="*/ 101 w 283"/>
                  <a:gd name="T33" fmla="*/ 31 h 702"/>
                  <a:gd name="T34" fmla="*/ 97 w 283"/>
                  <a:gd name="T35" fmla="*/ 0 h 702"/>
                  <a:gd name="T36" fmla="*/ 77 w 283"/>
                  <a:gd name="T37" fmla="*/ 32 h 702"/>
                  <a:gd name="T38" fmla="*/ 43 w 283"/>
                  <a:gd name="T39" fmla="*/ 100 h 702"/>
                  <a:gd name="T40" fmla="*/ 17 w 283"/>
                  <a:gd name="T41" fmla="*/ 174 h 702"/>
                  <a:gd name="T42" fmla="*/ 9 w 283"/>
                  <a:gd name="T43" fmla="*/ 213 h 702"/>
                  <a:gd name="T44" fmla="*/ 3 w 283"/>
                  <a:gd name="T45" fmla="*/ 253 h 702"/>
                  <a:gd name="T46" fmla="*/ 0 w 283"/>
                  <a:gd name="T47" fmla="*/ 294 h 702"/>
                  <a:gd name="T48" fmla="*/ 0 w 283"/>
                  <a:gd name="T49" fmla="*/ 323 h 702"/>
                  <a:gd name="T50" fmla="*/ 4 w 283"/>
                  <a:gd name="T51" fmla="*/ 382 h 702"/>
                  <a:gd name="T52" fmla="*/ 15 w 283"/>
                  <a:gd name="T53" fmla="*/ 439 h 702"/>
                  <a:gd name="T54" fmla="*/ 31 w 283"/>
                  <a:gd name="T55" fmla="*/ 492 h 702"/>
                  <a:gd name="T56" fmla="*/ 51 w 283"/>
                  <a:gd name="T57" fmla="*/ 544 h 702"/>
                  <a:gd name="T58" fmla="*/ 78 w 283"/>
                  <a:gd name="T59" fmla="*/ 593 h 702"/>
                  <a:gd name="T60" fmla="*/ 110 w 283"/>
                  <a:gd name="T61" fmla="*/ 639 h 702"/>
                  <a:gd name="T62" fmla="*/ 145 w 283"/>
                  <a:gd name="T63" fmla="*/ 681 h 702"/>
                  <a:gd name="T64" fmla="*/ 163 w 283"/>
                  <a:gd name="T65" fmla="*/ 702 h 702"/>
                  <a:gd name="T66" fmla="*/ 188 w 283"/>
                  <a:gd name="T67" fmla="*/ 686 h 702"/>
                  <a:gd name="T68" fmla="*/ 216 w 283"/>
                  <a:gd name="T69" fmla="*/ 674 h 702"/>
                  <a:gd name="T70" fmla="*/ 245 w 283"/>
                  <a:gd name="T71" fmla="*/ 668 h 702"/>
                  <a:gd name="T72" fmla="*/ 277 w 283"/>
                  <a:gd name="T73" fmla="*/ 665 h 702"/>
                  <a:gd name="T74" fmla="*/ 283 w 283"/>
                  <a:gd name="T75" fmla="*/ 66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3" h="702">
                    <a:moveTo>
                      <a:pt x="283" y="667"/>
                    </a:moveTo>
                    <a:lnTo>
                      <a:pt x="283" y="667"/>
                    </a:lnTo>
                    <a:lnTo>
                      <a:pt x="261" y="650"/>
                    </a:lnTo>
                    <a:lnTo>
                      <a:pt x="242" y="633"/>
                    </a:lnTo>
                    <a:lnTo>
                      <a:pt x="222" y="613"/>
                    </a:lnTo>
                    <a:lnTo>
                      <a:pt x="205" y="594"/>
                    </a:lnTo>
                    <a:lnTo>
                      <a:pt x="188" y="573"/>
                    </a:lnTo>
                    <a:lnTo>
                      <a:pt x="174" y="551"/>
                    </a:lnTo>
                    <a:lnTo>
                      <a:pt x="159" y="528"/>
                    </a:lnTo>
                    <a:lnTo>
                      <a:pt x="147" y="505"/>
                    </a:lnTo>
                    <a:lnTo>
                      <a:pt x="135" y="480"/>
                    </a:lnTo>
                    <a:lnTo>
                      <a:pt x="125" y="456"/>
                    </a:lnTo>
                    <a:lnTo>
                      <a:pt x="118" y="429"/>
                    </a:lnTo>
                    <a:lnTo>
                      <a:pt x="111" y="403"/>
                    </a:lnTo>
                    <a:lnTo>
                      <a:pt x="106" y="376"/>
                    </a:lnTo>
                    <a:lnTo>
                      <a:pt x="102" y="349"/>
                    </a:lnTo>
                    <a:lnTo>
                      <a:pt x="101" y="320"/>
                    </a:lnTo>
                    <a:lnTo>
                      <a:pt x="101" y="292"/>
                    </a:lnTo>
                    <a:lnTo>
                      <a:pt x="101" y="292"/>
                    </a:lnTo>
                    <a:lnTo>
                      <a:pt x="102" y="268"/>
                    </a:lnTo>
                    <a:lnTo>
                      <a:pt x="105" y="243"/>
                    </a:lnTo>
                    <a:lnTo>
                      <a:pt x="108" y="220"/>
                    </a:lnTo>
                    <a:lnTo>
                      <a:pt x="114" y="197"/>
                    </a:lnTo>
                    <a:lnTo>
                      <a:pt x="120" y="174"/>
                    </a:lnTo>
                    <a:lnTo>
                      <a:pt x="128" y="152"/>
                    </a:lnTo>
                    <a:lnTo>
                      <a:pt x="136" y="131"/>
                    </a:lnTo>
                    <a:lnTo>
                      <a:pt x="146" y="110"/>
                    </a:lnTo>
                    <a:lnTo>
                      <a:pt x="146" y="110"/>
                    </a:lnTo>
                    <a:lnTo>
                      <a:pt x="135" y="99"/>
                    </a:lnTo>
                    <a:lnTo>
                      <a:pt x="127" y="87"/>
                    </a:lnTo>
                    <a:lnTo>
                      <a:pt x="118" y="74"/>
                    </a:lnTo>
                    <a:lnTo>
                      <a:pt x="111" y="60"/>
                    </a:lnTo>
                    <a:lnTo>
                      <a:pt x="106" y="46"/>
                    </a:lnTo>
                    <a:lnTo>
                      <a:pt x="101" y="31"/>
                    </a:lnTo>
                    <a:lnTo>
                      <a:pt x="99" y="15"/>
                    </a:lnTo>
                    <a:lnTo>
                      <a:pt x="97" y="0"/>
                    </a:lnTo>
                    <a:lnTo>
                      <a:pt x="97" y="0"/>
                    </a:lnTo>
                    <a:lnTo>
                      <a:pt x="77" y="32"/>
                    </a:lnTo>
                    <a:lnTo>
                      <a:pt x="59" y="65"/>
                    </a:lnTo>
                    <a:lnTo>
                      <a:pt x="43" y="100"/>
                    </a:lnTo>
                    <a:lnTo>
                      <a:pt x="28" y="137"/>
                    </a:lnTo>
                    <a:lnTo>
                      <a:pt x="17" y="174"/>
                    </a:lnTo>
                    <a:lnTo>
                      <a:pt x="12" y="194"/>
                    </a:lnTo>
                    <a:lnTo>
                      <a:pt x="9" y="213"/>
                    </a:lnTo>
                    <a:lnTo>
                      <a:pt x="5" y="234"/>
                    </a:lnTo>
                    <a:lnTo>
                      <a:pt x="3" y="253"/>
                    </a:lnTo>
                    <a:lnTo>
                      <a:pt x="2" y="274"/>
                    </a:lnTo>
                    <a:lnTo>
                      <a:pt x="0" y="294"/>
                    </a:lnTo>
                    <a:lnTo>
                      <a:pt x="0" y="294"/>
                    </a:lnTo>
                    <a:lnTo>
                      <a:pt x="0" y="323"/>
                    </a:lnTo>
                    <a:lnTo>
                      <a:pt x="2" y="353"/>
                    </a:lnTo>
                    <a:lnTo>
                      <a:pt x="4" y="382"/>
                    </a:lnTo>
                    <a:lnTo>
                      <a:pt x="9" y="411"/>
                    </a:lnTo>
                    <a:lnTo>
                      <a:pt x="15" y="439"/>
                    </a:lnTo>
                    <a:lnTo>
                      <a:pt x="22" y="465"/>
                    </a:lnTo>
                    <a:lnTo>
                      <a:pt x="31" y="492"/>
                    </a:lnTo>
                    <a:lnTo>
                      <a:pt x="40" y="519"/>
                    </a:lnTo>
                    <a:lnTo>
                      <a:pt x="51" y="544"/>
                    </a:lnTo>
                    <a:lnTo>
                      <a:pt x="65" y="570"/>
                    </a:lnTo>
                    <a:lnTo>
                      <a:pt x="78" y="593"/>
                    </a:lnTo>
                    <a:lnTo>
                      <a:pt x="93" y="617"/>
                    </a:lnTo>
                    <a:lnTo>
                      <a:pt x="110" y="639"/>
                    </a:lnTo>
                    <a:lnTo>
                      <a:pt x="127" y="661"/>
                    </a:lnTo>
                    <a:lnTo>
                      <a:pt x="145" y="681"/>
                    </a:lnTo>
                    <a:lnTo>
                      <a:pt x="163" y="702"/>
                    </a:lnTo>
                    <a:lnTo>
                      <a:pt x="163" y="702"/>
                    </a:lnTo>
                    <a:lnTo>
                      <a:pt x="176" y="693"/>
                    </a:lnTo>
                    <a:lnTo>
                      <a:pt x="188" y="686"/>
                    </a:lnTo>
                    <a:lnTo>
                      <a:pt x="202" y="680"/>
                    </a:lnTo>
                    <a:lnTo>
                      <a:pt x="216" y="674"/>
                    </a:lnTo>
                    <a:lnTo>
                      <a:pt x="231" y="670"/>
                    </a:lnTo>
                    <a:lnTo>
                      <a:pt x="245" y="668"/>
                    </a:lnTo>
                    <a:lnTo>
                      <a:pt x="261" y="667"/>
                    </a:lnTo>
                    <a:lnTo>
                      <a:pt x="277" y="665"/>
                    </a:lnTo>
                    <a:lnTo>
                      <a:pt x="277" y="665"/>
                    </a:lnTo>
                    <a:lnTo>
                      <a:pt x="283" y="667"/>
                    </a:lnTo>
                    <a:lnTo>
                      <a:pt x="283" y="667"/>
                    </a:lnTo>
                    <a:close/>
                  </a:path>
                </a:pathLst>
              </a:custGeom>
              <a:gradFill>
                <a:gsLst>
                  <a:gs pos="0">
                    <a:schemeClr val="accent1"/>
                  </a:gs>
                  <a:gs pos="99000">
                    <a:schemeClr val="bg1"/>
                  </a:gs>
                </a:gsLst>
                <a:lin ang="2700000" scaled="1"/>
              </a:gradFill>
              <a:ln w="9525">
                <a:solidFill>
                  <a:schemeClr val="bg1"/>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fr-FR" sz="1800" b="0" i="0" u="none" strike="noStrike" kern="1200" cap="none" spc="0" normalizeH="0" baseline="0" noProof="0">
                  <a:ln>
                    <a:noFill/>
                  </a:ln>
                  <a:solidFill>
                    <a:prstClr val="black"/>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grpSp>
        <p:nvGrpSpPr>
          <p:cNvPr id="20" name="组合 19"/>
          <p:cNvGrpSpPr/>
          <p:nvPr/>
        </p:nvGrpSpPr>
        <p:grpSpPr>
          <a:xfrm>
            <a:off x="829654" y="1945304"/>
            <a:ext cx="2909444" cy="1037513"/>
            <a:chOff x="1893359" y="1819324"/>
            <a:chExt cx="2909444" cy="1037513"/>
          </a:xfrm>
        </p:grpSpPr>
        <p:sp>
          <p:nvSpPr>
            <p:cNvPr id="21" name="文本框 20"/>
            <p:cNvSpPr txBox="1"/>
            <p:nvPr/>
          </p:nvSpPr>
          <p:spPr>
            <a:xfrm>
              <a:off x="1893359" y="1819324"/>
              <a:ext cx="2470308" cy="323165"/>
            </a:xfrm>
            <a:prstGeom prst="rect">
              <a:avLst/>
            </a:prstGeom>
            <a:noFill/>
          </p:spPr>
          <p:txBody>
            <a:bodyPr wrap="square" lIns="0" t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2" name="矩形 21"/>
            <p:cNvSpPr/>
            <p:nvPr/>
          </p:nvSpPr>
          <p:spPr>
            <a:xfrm>
              <a:off x="1893359" y="2161005"/>
              <a:ext cx="2909444" cy="695832"/>
            </a:xfrm>
            <a:prstGeom prst="rect">
              <a:avLst/>
            </a:prstGeom>
            <a:noFill/>
          </p:spPr>
          <p:txBody>
            <a:bodyPr wrap="square" lIns="0" t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3" name="组合 22"/>
          <p:cNvGrpSpPr/>
          <p:nvPr/>
        </p:nvGrpSpPr>
        <p:grpSpPr>
          <a:xfrm>
            <a:off x="829654" y="4185518"/>
            <a:ext cx="2909444" cy="1037513"/>
            <a:chOff x="1893359" y="1819324"/>
            <a:chExt cx="2909444" cy="1037513"/>
          </a:xfrm>
        </p:grpSpPr>
        <p:sp>
          <p:nvSpPr>
            <p:cNvPr id="24" name="文本框 23"/>
            <p:cNvSpPr txBox="1"/>
            <p:nvPr/>
          </p:nvSpPr>
          <p:spPr>
            <a:xfrm>
              <a:off x="1893359" y="1819324"/>
              <a:ext cx="2470308" cy="323165"/>
            </a:xfrm>
            <a:prstGeom prst="rect">
              <a:avLst/>
            </a:prstGeom>
            <a:noFill/>
          </p:spPr>
          <p:txBody>
            <a:bodyPr wrap="square" lIns="0" t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矩形 24"/>
            <p:cNvSpPr/>
            <p:nvPr/>
          </p:nvSpPr>
          <p:spPr>
            <a:xfrm>
              <a:off x="1893359" y="2161005"/>
              <a:ext cx="2909444" cy="695832"/>
            </a:xfrm>
            <a:prstGeom prst="rect">
              <a:avLst/>
            </a:prstGeom>
            <a:noFill/>
          </p:spPr>
          <p:txBody>
            <a:bodyPr wrap="square" lIns="0" tIns="0" r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6" name="组合 25"/>
          <p:cNvGrpSpPr/>
          <p:nvPr/>
        </p:nvGrpSpPr>
        <p:grpSpPr>
          <a:xfrm>
            <a:off x="8611837" y="4185518"/>
            <a:ext cx="2909444" cy="1037513"/>
            <a:chOff x="1893359" y="1819324"/>
            <a:chExt cx="2909444" cy="1037513"/>
          </a:xfrm>
        </p:grpSpPr>
        <p:sp>
          <p:nvSpPr>
            <p:cNvPr id="27" name="文本框 26"/>
            <p:cNvSpPr txBox="1"/>
            <p:nvPr/>
          </p:nvSpPr>
          <p:spPr>
            <a:xfrm>
              <a:off x="2332495" y="1819324"/>
              <a:ext cx="2470308" cy="323165"/>
            </a:xfrm>
            <a:prstGeom prst="rect">
              <a:avLst/>
            </a:prstGeom>
            <a:noFill/>
          </p:spPr>
          <p:txBody>
            <a:bodyPr wrap="square" lIns="0" tIns="0" r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矩形 27"/>
            <p:cNvSpPr/>
            <p:nvPr/>
          </p:nvSpPr>
          <p:spPr>
            <a:xfrm>
              <a:off x="1893359" y="2161005"/>
              <a:ext cx="2909444" cy="695832"/>
            </a:xfrm>
            <a:prstGeom prst="rect">
              <a:avLst/>
            </a:prstGeom>
            <a:noFill/>
          </p:spPr>
          <p:txBody>
            <a:bodyPr wrap="square" lIns="0" tIns="0" r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9" name="组合 28"/>
          <p:cNvGrpSpPr/>
          <p:nvPr/>
        </p:nvGrpSpPr>
        <p:grpSpPr>
          <a:xfrm>
            <a:off x="8611837" y="1945304"/>
            <a:ext cx="2909444" cy="1037513"/>
            <a:chOff x="1893359" y="1819324"/>
            <a:chExt cx="2909444" cy="1037513"/>
          </a:xfrm>
        </p:grpSpPr>
        <p:sp>
          <p:nvSpPr>
            <p:cNvPr id="30" name="文本框 29"/>
            <p:cNvSpPr txBox="1"/>
            <p:nvPr/>
          </p:nvSpPr>
          <p:spPr>
            <a:xfrm>
              <a:off x="2332495" y="1819324"/>
              <a:ext cx="2470308" cy="323165"/>
            </a:xfrm>
            <a:prstGeom prst="rect">
              <a:avLst/>
            </a:prstGeom>
            <a:noFill/>
          </p:spPr>
          <p:txBody>
            <a:bodyPr wrap="square" lIns="0" tIns="0" r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在这里输入小标题</a:t>
              </a:r>
              <a:endParaRPr kumimoji="0" lang="zh-CN" altLang="en-US" sz="900" b="0" i="0" u="none" strike="noStrike" kern="1200" cap="none" spc="0" normalizeH="0" baseline="0" noProof="0" dirty="0">
                <a:ln>
                  <a:noFill/>
                </a:ln>
                <a:gradFill>
                  <a:gsLst>
                    <a:gs pos="0">
                      <a:srgbClr val="001F5E"/>
                    </a:gs>
                    <a:gs pos="100000">
                      <a:srgbClr val="001F5E"/>
                    </a:gs>
                  </a:gsLst>
                  <a:lin ang="5400000" scaled="1"/>
                </a:gra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矩形 30"/>
            <p:cNvSpPr/>
            <p:nvPr/>
          </p:nvSpPr>
          <p:spPr>
            <a:xfrm>
              <a:off x="1893359" y="2161005"/>
              <a:ext cx="2909444" cy="695832"/>
            </a:xfrm>
            <a:prstGeom prst="rect">
              <a:avLst/>
            </a:prstGeom>
            <a:noFill/>
          </p:spPr>
          <p:txBody>
            <a:bodyPr wrap="square" lIns="0" tIns="0" r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请在此处输入详细的内容请在此处输入详细的内容请在此处输入详细的内容请在此处输入详细的内容请在此处输入详细的内容</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上 1"/>
          <p:cNvSpPr/>
          <p:nvPr/>
        </p:nvSpPr>
        <p:spPr>
          <a:xfrm flipH="1" flipV="1">
            <a:off x="5866838" y="2966368"/>
            <a:ext cx="1364343" cy="2754428"/>
          </a:xfrm>
          <a:prstGeom prst="upArrow">
            <a:avLst>
              <a:gd name="adj1" fmla="val 66744"/>
              <a:gd name="adj2" fmla="val 89362"/>
            </a:avLst>
          </a:prstGeom>
          <a:solidFill>
            <a:srgbClr val="9C9C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箭头: 上 2"/>
          <p:cNvSpPr/>
          <p:nvPr/>
        </p:nvSpPr>
        <p:spPr>
          <a:xfrm>
            <a:off x="4960819" y="1755037"/>
            <a:ext cx="1364343" cy="2754428"/>
          </a:xfrm>
          <a:prstGeom prst="upArrow">
            <a:avLst>
              <a:gd name="adj1" fmla="val 66744"/>
              <a:gd name="adj2" fmla="val 893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 name="组合 3"/>
          <p:cNvGrpSpPr/>
          <p:nvPr/>
        </p:nvGrpSpPr>
        <p:grpSpPr>
          <a:xfrm>
            <a:off x="1029323" y="2175980"/>
            <a:ext cx="3336534" cy="3050313"/>
            <a:chOff x="1387297" y="2175980"/>
            <a:chExt cx="3336534" cy="3050313"/>
          </a:xfrm>
        </p:grpSpPr>
        <p:sp>
          <p:nvSpPr>
            <p:cNvPr id="5" name="文本框 4"/>
            <p:cNvSpPr txBox="1"/>
            <p:nvPr/>
          </p:nvSpPr>
          <p:spPr>
            <a:xfrm>
              <a:off x="1387297" y="2175980"/>
              <a:ext cx="2362563" cy="43088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5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请输入你的标题</a:t>
              </a:r>
              <a:endParaRPr kumimoji="0" lang="zh-CN" altLang="en-US" sz="2200" b="1" i="0" u="none" strike="noStrike" kern="1200" cap="none" spc="5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文本框 5"/>
            <p:cNvSpPr txBox="1"/>
            <p:nvPr/>
          </p:nvSpPr>
          <p:spPr>
            <a:xfrm>
              <a:off x="1387297" y="2642829"/>
              <a:ext cx="3336534" cy="2583464"/>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r>
                <a:rPr kumimoji="0" lang="zh-CN" altLang="en-US" sz="18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a:t>
              </a:r>
              <a:endParaRPr kumimoji="0" lang="zh-CN" altLang="en-US" sz="1800" b="0" i="0" u="none" strike="noStrike" kern="1200" cap="none" spc="50" normalizeH="0" baseline="0" noProof="0" dirty="0">
                <a:ln>
                  <a:noFill/>
                </a:ln>
                <a:solidFill>
                  <a:prstClr val="black">
                    <a:lumMod val="7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7" name="组合 6"/>
          <p:cNvGrpSpPr/>
          <p:nvPr/>
        </p:nvGrpSpPr>
        <p:grpSpPr>
          <a:xfrm>
            <a:off x="7823472" y="2175980"/>
            <a:ext cx="3336534" cy="3050313"/>
            <a:chOff x="1387297" y="2175980"/>
            <a:chExt cx="3336534" cy="3050313"/>
          </a:xfrm>
        </p:grpSpPr>
        <p:sp>
          <p:nvSpPr>
            <p:cNvPr id="8" name="文本框 7"/>
            <p:cNvSpPr txBox="1"/>
            <p:nvPr/>
          </p:nvSpPr>
          <p:spPr>
            <a:xfrm>
              <a:off x="1387297" y="2175980"/>
              <a:ext cx="2362563" cy="43088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5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请输入你的标题</a:t>
              </a:r>
              <a:endParaRPr kumimoji="0" lang="zh-CN" altLang="en-US" sz="2200" b="1" i="0" u="none" strike="noStrike" kern="1200" cap="none" spc="50" normalizeH="0" baseline="0" noProof="0" dirty="0">
                <a:ln>
                  <a:noFill/>
                </a:ln>
                <a:solidFill>
                  <a:srgbClr val="001F5E"/>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文本框 8"/>
            <p:cNvSpPr txBox="1"/>
            <p:nvPr/>
          </p:nvSpPr>
          <p:spPr>
            <a:xfrm>
              <a:off x="1387297" y="2642829"/>
              <a:ext cx="3336534" cy="2583464"/>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5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请在此处输入详细的内容请在此处输入详细的内容请在此处输入详细的内容请在此处输入详细的内容请在此处输入详细的内容</a:t>
              </a:r>
              <a:r>
                <a:rPr kumimoji="0" lang="zh-CN" altLang="en-US" sz="1800" b="0" i="0" u="none" strike="noStrike" kern="1200" cap="none" spc="0" normalizeH="0" baseline="0" noProof="0" dirty="0">
                  <a:ln>
                    <a:noFill/>
                  </a:ln>
                  <a:solidFill>
                    <a:prstClr val="white">
                      <a:lumMod val="50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请在此处输入详细的内容请在此处输入详细的内容请在此处输入详细的内容</a:t>
              </a:r>
              <a:endParaRPr kumimoji="0" lang="zh-CN" altLang="en-US" sz="1800" b="0" i="0" u="none" strike="noStrike" kern="1200" cap="none" spc="50" normalizeH="0" baseline="0" noProof="0" dirty="0">
                <a:ln>
                  <a:noFill/>
                </a:ln>
                <a:solidFill>
                  <a:prstClr val="black">
                    <a:lumMod val="75000"/>
                  </a:prstClr>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377163" y="971853"/>
            <a:ext cx="7591823" cy="2215991"/>
          </a:xfrm>
          <a:prstGeom prst="rect">
            <a:avLst/>
          </a:prstGeom>
          <a:noFill/>
        </p:spPr>
        <p:txBody>
          <a:bodyPr wrap="none" lIns="0" tIns="0" rIns="0" bIns="0" rtlCol="0" anchor="t">
            <a:spAutoFit/>
          </a:bodyPr>
          <a:lstStyle/>
          <a:p>
            <a:pPr algn="ctr"/>
            <a:r>
              <a:rPr lang="zh-CN" altLang="en-US" sz="72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谢谢大家的观看！</a:t>
            </a:r>
            <a:endParaRPr lang="en-US" altLang="zh-CN" sz="72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ctr"/>
            <a:r>
              <a:rPr lang="zh-CN" altLang="en-US" sz="72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非常感谢！</a:t>
            </a:r>
            <a:endParaRPr lang="en-US" altLang="zh-CN" sz="7200" b="1"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文本框 7"/>
          <p:cNvSpPr txBox="1"/>
          <p:nvPr/>
        </p:nvSpPr>
        <p:spPr>
          <a:xfrm>
            <a:off x="3211367" y="3366114"/>
            <a:ext cx="5790047" cy="456215"/>
          </a:xfrm>
          <a:prstGeom prst="rect">
            <a:avLst/>
          </a:prstGeom>
          <a:noFill/>
        </p:spPr>
        <p:txBody>
          <a:bodyPr wrap="none" lIns="0" tIns="0" rIns="0" bIns="0" rtlCol="0" anchor="t">
            <a:spAutoFit/>
          </a:bodyPr>
          <a:lstStyle/>
          <a:p>
            <a:pPr algn="ctr">
              <a:lnSpc>
                <a:spcPct val="150000"/>
              </a:lnSpc>
            </a:pPr>
            <a:r>
              <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单击此处输入你的正文，文字是您思想的提炼，为了最终演示发布的良好效果，</a:t>
            </a:r>
            <a:endParaRPr lang="en-US" altLang="zh-CN"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ctr">
              <a:lnSpc>
                <a:spcPct val="150000"/>
              </a:lnSpc>
            </a:pPr>
            <a:r>
              <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请尽量言简意赅的阐述观点；根据需要可酌情增减文字，以便观者可以准确理解您所传达的信息。</a:t>
            </a:r>
            <a:endParaRPr lang="zh-CN" altLang="en-US" sz="105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cxnSp>
        <p:nvCxnSpPr>
          <p:cNvPr id="9" name="直接连接符 8"/>
          <p:cNvCxnSpPr/>
          <p:nvPr/>
        </p:nvCxnSpPr>
        <p:spPr>
          <a:xfrm flipH="1">
            <a:off x="947143" y="3603837"/>
            <a:ext cx="1901952"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9040599" y="3603837"/>
            <a:ext cx="1901952"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4297389" y="4146904"/>
            <a:ext cx="1475214" cy="246221"/>
            <a:chOff x="4095451" y="4640913"/>
            <a:chExt cx="1475214" cy="246221"/>
          </a:xfrm>
        </p:grpSpPr>
        <p:sp>
          <p:nvSpPr>
            <p:cNvPr id="12" name="矩形 11"/>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文本框 12"/>
            <p:cNvSpPr txBox="1"/>
            <p:nvPr/>
          </p:nvSpPr>
          <p:spPr>
            <a:xfrm>
              <a:off x="4408487" y="4640913"/>
              <a:ext cx="1162178" cy="246221"/>
            </a:xfrm>
            <a:prstGeom prst="rect">
              <a:avLst/>
            </a:prstGeom>
            <a:noFill/>
          </p:spPr>
          <p:txBody>
            <a:bodyPr wrap="none" lIns="0" tIns="0" rIns="0" bIns="0" rtlCol="0" anchor="t">
              <a:spAutoFit/>
            </a:bodyPr>
            <a:lstStyle/>
            <a:p>
              <a:r>
                <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汇报人：</a:t>
              </a:r>
              <a:r>
                <a:rPr lang="en-US" altLang="zh-CN"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xxx</a:t>
              </a:r>
              <a:endPar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4" name="组合 13"/>
          <p:cNvGrpSpPr/>
          <p:nvPr/>
        </p:nvGrpSpPr>
        <p:grpSpPr>
          <a:xfrm>
            <a:off x="6555957" y="4146904"/>
            <a:ext cx="1250793" cy="246221"/>
            <a:chOff x="4095451" y="4640913"/>
            <a:chExt cx="1250793" cy="246221"/>
          </a:xfrm>
        </p:grpSpPr>
        <p:sp>
          <p:nvSpPr>
            <p:cNvPr id="15" name="矩形 14"/>
            <p:cNvSpPr/>
            <p:nvPr/>
          </p:nvSpPr>
          <p:spPr>
            <a:xfrm>
              <a:off x="4095451" y="4672584"/>
              <a:ext cx="164592" cy="164592"/>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文本框 15"/>
            <p:cNvSpPr txBox="1"/>
            <p:nvPr/>
          </p:nvSpPr>
          <p:spPr>
            <a:xfrm>
              <a:off x="4408487" y="4640913"/>
              <a:ext cx="937757" cy="246221"/>
            </a:xfrm>
            <a:prstGeom prst="rect">
              <a:avLst/>
            </a:prstGeom>
            <a:noFill/>
          </p:spPr>
          <p:txBody>
            <a:bodyPr wrap="none" lIns="0" tIns="0" rIns="0" bIns="0" rtlCol="0" anchor="t">
              <a:spAutoFit/>
            </a:bodyPr>
            <a:lstStyle/>
            <a:p>
              <a:r>
                <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学院：</a:t>
              </a:r>
              <a:r>
                <a:rPr lang="en-US" altLang="zh-CN"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xxx</a:t>
              </a:r>
              <a:endParaRPr lang="zh-CN" altLang="en-US" sz="1600" dirty="0">
                <a:solidFill>
                  <a:schemeClr val="accent1">
                    <a:lumMod val="100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6.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7.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8.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9.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0.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1.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2.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3.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4.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5.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6.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7.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8.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19.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20.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21.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22.xml><?xml version="1.0" encoding="utf-8"?>
<p:tagLst xmlns:p="http://schemas.openxmlformats.org/presentationml/2006/main">
  <p:tag name="KSO_WM_DIAGRAM_VIRTUALLY_FRAME" val="{&quot;height&quot;:172.9500787401575,&quot;left&quot;:78.4454330708661,&quot;top&quot;:186.82496062992124,&quot;width&quot;:822.8269291338584}"/>
</p:tagLst>
</file>

<file path=ppt/tags/tag2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4958_1*a*1"/>
  <p:tag name="KSO_WM_TEMPLATE_CATEGORY" val="custom"/>
  <p:tag name="KSO_WM_TEMPLATE_INDEX" val="20234958"/>
  <p:tag name="KSO_WM_UNIT_LAYERLEVEL" val="1"/>
  <p:tag name="KSO_WM_TAG_VERSION" val="3.0"/>
  <p:tag name="KSO_WM_BEAUTIFY_FLAG" val="#wm#"/>
  <p:tag name="KSO_WM_UNIT_VALUE" val="26"/>
  <p:tag name="KSO_WM_UNIT_TEXT_TYPE" val="1"/>
  <p:tag name="KSO_WM_UNIT_PRESET_TEXT" val="单击此处添加标题"/>
</p:tagLst>
</file>

<file path=ppt/tags/tag24.xml><?xml version="1.0" encoding="utf-8"?>
<p:tagLst xmlns:p="http://schemas.openxmlformats.org/presentationml/2006/main">
  <p:tag name="KSO_WM_SLIDE_ID" val="custom20234958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960*492"/>
  <p:tag name="KSO_WM_SLIDE_POSITION" val="0*47"/>
  <p:tag name="KSO_WM_TAG_VERSION" val="3.0"/>
  <p:tag name="KSO_WM_BEAUTIFY_FLAG" val="#wm#"/>
  <p:tag name="KSO_WM_TEMPLATE_CATEGORY" val="custom"/>
  <p:tag name="KSO_WM_TEMPLATE_INDEX" val="20234958"/>
  <p:tag name="KSO_WM_SLIDE_LAYOUT" val="a_f_α"/>
  <p:tag name="KSO_WM_SLIDE_LAYOUT_CNT" val="1_1_1"/>
</p:tagLst>
</file>

<file path=ppt/tags/tag2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0939_2*m_h_f*1_1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正文，文字是您思想的提炼"/>
  <p:tag name="KSO_WM_UNIT_TEXT_FILL_FORE_SCHEMECOLOR_INDEX" val="1"/>
  <p:tag name="KSO_WM_UNIT_TEXT_FILL_TYPE" val="1"/>
  <p:tag name="KSO_WM_UNIT_USESOURCEFORMAT_APPLY" val="0"/>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1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1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a*1_1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UNIT_TYPE" val="m_h_a"/>
  <p:tag name="KSO_WM_UNIT_INDEX" val="1_1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5,&quot;transparency&quot;:0},&quot;type&quot;:1},&quot;glow&quot;:{&quot;colorType&quot;:0},&quot;line&quot;:{&quot;type&quot;:0},&quot;shadow&quot;:{&quot;brightness&quot;:0.800000011920929,&quot;colorType&quot;:1,&quot;foreColorIndex&quot;:5,&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PRESET_TEXT" val="添加标题"/>
  <p:tag name="KSO_WM_UNIT_FILL_TYPE" val="1"/>
  <p:tag name="KSO_WM_UNIT_FILL_FORE_SCHEMECOLOR_INDEX" val="5"/>
  <p:tag name="KSO_WM_UNIT_FILL_FORE_SCHEMECOLOR_INDEX_BRIGHTNESS" val="0"/>
  <p:tag name="KSO_WM_UNIT_TEXT_TYPE" val="1"/>
  <p:tag name="KSO_WM_UNIT_SHADOW_SCHEMECOLOR_INDEX" val="5"/>
  <p:tag name="KSO_WM_UNIT_USESOURCEFORMAT_APPLY" val="0"/>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1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1_1"/>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1_3"/>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1_3"/>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13"/>
  <p:tag name="KSO_WM_UNIT_TEXT_FILL_TYPE" val="1"/>
  <p:tag name="KSO_WM_UNIT_USESOURCEFORMAT_APPLY" val="0"/>
</p:tagLst>
</file>

<file path=ppt/tags/tag30.xml><?xml version="1.0" encoding="utf-8"?>
<p:tagLst xmlns:p="http://schemas.openxmlformats.org/presentationml/2006/main">
  <p:tag name="KSO_WM_DIAGRAM_VERSION" val="3"/>
  <p:tag name="KSO_WM_DIAGRAM_COLOR_TRICK" val="4"/>
  <p:tag name="KSO_WM_DIAGRAM_COLOR_TEXT_CAN_REMOVE" val="n"/>
  <p:tag name="KSO_WM_UNIT_VALUE" val="82*76"/>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30939_2*m_h_x*1_1_1"/>
  <p:tag name="KSO_WM_TEMPLATE_CATEGORY" val="diagram"/>
  <p:tag name="KSO_WM_TEMPLATE_INDEX" val="20230939"/>
  <p:tag name="KSO_WM_UNIT_LAYERLEVEL" val="1_1_1"/>
  <p:tag name="KSO_WM_TAG_VERSION" val="3.0"/>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3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30939_2*m_h_f*1_1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正文，文字是您思想的提炼"/>
  <p:tag name="KSO_WM_UNIT_TEXT_FILL_FORE_SCHEMECOLOR_INDEX" val="1"/>
  <p:tag name="KSO_WM_UNIT_TEXT_FILL_TYPE" val="1"/>
  <p:tag name="KSO_WM_UNIT_USESOURCEFORMAT_APPLY" val="0"/>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1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1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a*1_1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UNIT_TYPE" val="m_h_a"/>
  <p:tag name="KSO_WM_UNIT_INDEX" val="1_1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5,&quot;transparency&quot;:0},&quot;type&quot;:1},&quot;glow&quot;:{&quot;colorType&quot;:0},&quot;line&quot;:{&quot;type&quot;:0},&quot;shadow&quot;:{&quot;brightness&quot;:0.800000011920929,&quot;colorType&quot;:1,&quot;foreColorIndex&quot;:5,&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PRESET_TEXT" val="添加标题"/>
  <p:tag name="KSO_WM_UNIT_FILL_TYPE" val="1"/>
  <p:tag name="KSO_WM_UNIT_FILL_FORE_SCHEMECOLOR_INDEX" val="5"/>
  <p:tag name="KSO_WM_UNIT_FILL_FORE_SCHEMECOLOR_INDEX_BRIGHTNESS" val="0"/>
  <p:tag name="KSO_WM_UNIT_TEXT_TYPE" val="1"/>
  <p:tag name="KSO_WM_UNIT_SHADOW_SCHEMECOLOR_INDEX" val="5"/>
  <p:tag name="KSO_WM_UNIT_USESOURCEFORMAT_APPLY" val="0"/>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1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1_1"/>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2"/>
  <p:tag name="KSO_WM_UNIT_TEXT_FILL_TYPE" val="1"/>
  <p:tag name="KSO_WM_UNIT_USESOURCEFORMAT_APPLY" val="0"/>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1_3"/>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1_3"/>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13"/>
  <p:tag name="KSO_WM_UNIT_TEXT_FILL_TYPE" val="1"/>
  <p:tag name="KSO_WM_UNIT_USESOURCEFORMAT_APPLY" val="0"/>
</p:tagLst>
</file>

<file path=ppt/tags/tag36.xml><?xml version="1.0" encoding="utf-8"?>
<p:tagLst xmlns:p="http://schemas.openxmlformats.org/presentationml/2006/main">
  <p:tag name="KSO_WM_DIAGRAM_VERSION" val="3"/>
  <p:tag name="KSO_WM_DIAGRAM_COLOR_TRICK" val="4"/>
  <p:tag name="KSO_WM_DIAGRAM_COLOR_TEXT_CAN_REMOVE" val="n"/>
  <p:tag name="KSO_WM_UNIT_VALUE" val="82*76"/>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30939_2*m_h_x*1_1_1"/>
  <p:tag name="KSO_WM_TEMPLATE_CATEGORY" val="diagram"/>
  <p:tag name="KSO_WM_TEMPLATE_INDEX" val="20230939"/>
  <p:tag name="KSO_WM_UNIT_LAYERLEVEL" val="1_1_1"/>
  <p:tag name="KSO_WM_TAG_VERSION" val="3.0"/>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3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0939_2*m_h_f*1_2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你的文本具体内容"/>
  <p:tag name="KSO_WM_UNIT_TEXT_FILL_FORE_SCHEMECOLOR_INDEX" val="1"/>
  <p:tag name="KSO_WM_UNIT_TEXT_FILL_TYPE" val="1"/>
  <p:tag name="KSO_WM_UNIT_USESOURCEFORMAT_APPLY" val="0"/>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2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2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TEXT_FILL_FORE_SCHEMECOLOR_INDEX" val="2"/>
  <p:tag name="KSO_WM_UNIT_TEXT_FILL_TYPE" val="1"/>
  <p:tag name="KSO_WM_UNIT_USESOURCEFORMAT_APPLY" val="0"/>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a*1_2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UNIT_TYPE" val="m_h_a"/>
  <p:tag name="KSO_WM_UNIT_INDEX" val="1_2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6,&quot;transparency&quot;:0},&quot;type&quot;:1},&quot;glow&quot;:{&quot;colorType&quot;:0},&quot;line&quot;:{&quot;type&quot;:0},&quot;shadow&quot;:{&quot;brightness&quot;:0.800000011920929,&quot;colorType&quot;:1,&quot;foreColorIndex&quot;:6,&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PRESET_TEXT" val="添加标题"/>
  <p:tag name="KSO_WM_UNIT_FILL_TYPE" val="1"/>
  <p:tag name="KSO_WM_UNIT_FILL_FORE_SCHEMECOLOR_INDEX" val="6"/>
  <p:tag name="KSO_WM_UNIT_FILL_FORE_SCHEMECOLOR_INDEX_BRIGHTNESS" val="0"/>
  <p:tag name="KSO_WM_UNIT_TEXT_TYPE" val="1"/>
  <p:tag name="KSO_WM_UNIT_SHADOW_SCHEMECOLOR_INDEX" val="6"/>
  <p:tag name="KSO_WM_UNIT_USESOURCEFORMAT_APPLY" val="0"/>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2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2_1"/>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6,&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0"/>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2_3"/>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2_3"/>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solidLine&quot;:{&quot;brightness&quot;:0,&quot;colorType&quot;:1,&quot;foreColorIndex&quot;: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LINE_FILL_TYPE" val="2"/>
  <p:tag name="KSO_WM_UNIT_TEXT_FILL_FORE_SCHEMECOLOR_INDEX" val="13"/>
  <p:tag name="KSO_WM_UNIT_TEXT_FILL_TYPE" val="1"/>
  <p:tag name="KSO_WM_UNIT_USESOURCEFORMAT_APPLY" val="0"/>
</p:tagLst>
</file>

<file path=ppt/tags/tag42.xml><?xml version="1.0" encoding="utf-8"?>
<p:tagLst xmlns:p="http://schemas.openxmlformats.org/presentationml/2006/main">
  <p:tag name="KSO_WM_DIAGRAM_VERSION" val="3"/>
  <p:tag name="KSO_WM_DIAGRAM_COLOR_TRICK" val="4"/>
  <p:tag name="KSO_WM_DIAGRAM_COLOR_TEXT_CAN_REMOVE" val="n"/>
  <p:tag name="KSO_WM_UNIT_VALUE" val="86*73"/>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0939_2*m_h_x*1_2_1"/>
  <p:tag name="KSO_WM_TEMPLATE_CATEGORY" val="diagram"/>
  <p:tag name="KSO_WM_TEMPLATE_INDEX" val="20230939"/>
  <p:tag name="KSO_WM_UNIT_LAYERLEVEL" val="1_1_1"/>
  <p:tag name="KSO_WM_TAG_VERSION" val="3.0"/>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4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30939_2*m_h_f*1_2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你的文本具体内容"/>
  <p:tag name="KSO_WM_UNIT_TEXT_FILL_FORE_SCHEMECOLOR_INDEX" val="1"/>
  <p:tag name="KSO_WM_UNIT_TEXT_FILL_TYPE" val="1"/>
  <p:tag name="KSO_WM_UNIT_USESOURCEFORMAT_APPLY" val="0"/>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2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2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6,&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TEXT_FILL_FORE_SCHEMECOLOR_INDEX" val="2"/>
  <p:tag name="KSO_WM_UNIT_TEXT_FILL_TYPE" val="1"/>
  <p:tag name="KSO_WM_UNIT_USESOURCEFORMAT_APPLY" val="0"/>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a*1_2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UNIT_TYPE" val="m_h_a"/>
  <p:tag name="KSO_WM_UNIT_INDEX" val="1_2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6,&quot;transparency&quot;:0},&quot;type&quot;:1},&quot;glow&quot;:{&quot;colorType&quot;:0},&quot;line&quot;:{&quot;type&quot;:0},&quot;shadow&quot;:{&quot;brightness&quot;:0.800000011920929,&quot;colorType&quot;:1,&quot;foreColorIndex&quot;:6,&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PRESET_TEXT" val="添加标题"/>
  <p:tag name="KSO_WM_UNIT_FILL_TYPE" val="1"/>
  <p:tag name="KSO_WM_UNIT_FILL_FORE_SCHEMECOLOR_INDEX" val="6"/>
  <p:tag name="KSO_WM_UNIT_FILL_FORE_SCHEMECOLOR_INDEX_BRIGHTNESS" val="0"/>
  <p:tag name="KSO_WM_UNIT_TEXT_TYPE" val="1"/>
  <p:tag name="KSO_WM_UNIT_SHADOW_SCHEMECOLOR_INDEX" val="6"/>
  <p:tag name="KSO_WM_UNIT_USESOURCEFORMAT_APPLY" val="0"/>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2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2_1"/>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6,&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6"/>
  <p:tag name="KSO_WM_UNIT_TEXT_FILL_FORE_SCHEMECOLOR_INDEX" val="2"/>
  <p:tag name="KSO_WM_UNIT_TEXT_FILL_TYPE" val="1"/>
  <p:tag name="KSO_WM_UNIT_USESOURCEFORMAT_APPLY" val="0"/>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2_3"/>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2_3"/>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solidLine&quot;:{&quot;brightness&quot;:0,&quot;colorType&quot;:1,&quot;foreColorIndex&quot;:6,&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6"/>
  <p:tag name="KSO_WM_UNIT_LINE_FILL_TYPE" val="2"/>
  <p:tag name="KSO_WM_UNIT_TEXT_FILL_FORE_SCHEMECOLOR_INDEX" val="13"/>
  <p:tag name="KSO_WM_UNIT_TEXT_FILL_TYPE" val="1"/>
  <p:tag name="KSO_WM_UNIT_USESOURCEFORMAT_APPLY" val="0"/>
</p:tagLst>
</file>

<file path=ppt/tags/tag48.xml><?xml version="1.0" encoding="utf-8"?>
<p:tagLst xmlns:p="http://schemas.openxmlformats.org/presentationml/2006/main">
  <p:tag name="KSO_WM_DIAGRAM_VERSION" val="3"/>
  <p:tag name="KSO_WM_DIAGRAM_COLOR_TRICK" val="4"/>
  <p:tag name="KSO_WM_DIAGRAM_COLOR_TEXT_CAN_REMOVE" val="n"/>
  <p:tag name="KSO_WM_UNIT_VALUE" val="86*73"/>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30939_2*m_h_x*1_2_1"/>
  <p:tag name="KSO_WM_TEMPLATE_CATEGORY" val="diagram"/>
  <p:tag name="KSO_WM_TEMPLATE_INDEX" val="20230939"/>
  <p:tag name="KSO_WM_UNIT_LAYERLEVEL" val="1_1_1"/>
  <p:tag name="KSO_WM_TAG_VERSION" val="3.0"/>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4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30939_2*m_h_f*1_3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VALUE" val="65"/>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正文，文字是您思想的提炼"/>
  <p:tag name="KSO_WM_UNIT_TEXT_FILL_FORE_SCHEMECOLOR_INDEX" val="1"/>
  <p:tag name="KSO_WM_UNIT_TEXT_FILL_TYPE" val="1"/>
  <p:tag name="KSO_WM_UNIT_USESOURCEFORMAT_APPLY" val="0"/>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3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3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7,&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0"/>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a*1_3_2"/>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ISCONTENTSTITLE" val="0"/>
  <p:tag name="KSO_WM_UNIT_ISNUMDGMTITLE" val="0"/>
  <p:tag name="KSO_WM_UNIT_NOCLEAR" val="0"/>
  <p:tag name="KSO_WM_UNIT_TYPE" val="m_h_a"/>
  <p:tag name="KSO_WM_UNIT_INDEX" val="1_3_2"/>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1,&quot;foreColorIndex&quot;:7,&quot;transparency&quot;:0},&quot;type&quot;:1},&quot;glow&quot;:{&quot;colorType&quot;:0},&quot;line&quot;:{&quot;type&quot;:0},&quot;shadow&quot;:{&quot;brightness&quot;:0.800000011920929,&quot;colorType&quot;:1,&quot;foreColorIndex&quot;:7,&quot;transparency&quot;:0.400000005960464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UNIT_PRESET_TEXT" val="添加标题"/>
  <p:tag name="KSO_WM_UNIT_FILL_TYPE" val="1"/>
  <p:tag name="KSO_WM_UNIT_FILL_FORE_SCHEMECOLOR_INDEX" val="7"/>
  <p:tag name="KSO_WM_UNIT_FILL_FORE_SCHEMECOLOR_INDEX_BRIGHTNESS" val="0"/>
  <p:tag name="KSO_WM_UNIT_TEXT_TYPE" val="1"/>
  <p:tag name="KSO_WM_UNIT_SHADOW_SCHEMECOLOR_INDEX" val="7"/>
  <p:tag name="KSO_WM_UNIT_USESOURCEFORMAT_APPLY" val="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3_1"/>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3_1"/>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gradient&quot;:[{&quot;brightness&quot;:0,&quot;colorType&quot;:2,&quot;pos&quot;:0,&quot;rgb&quot;:&quot;#ffffff&quot;,&quot;transparency&quot;:0.550000011920929},{&quot;brightness&quot;:0,&quot;colorType&quot;:2,&quot;pos&quot;:1,&quot;rgb&quot;:&quot;#ffffff&quot;,&quot;transparency&quot;:0.550000011920929},{&quot;brightness&quot;:0,&quot;colorType&quot;:2,&quot;pos&quot;:0.75,&quot;rgb&quot;:&quot;#ffffff&quot;,&quot;transparency&quot;:1},{&quot;brightness&quot;:0,&quot;colorType&quot;:2,&quot;pos&quot;:0.25,&quot;rgb&quot;:&quot;#ffffff&quot;,&quot;transparency&quot;:1}],&quot;type&quot;:2},&quot;shadow&quot;:{&quot;brightness&quot;:-0.25,&quot;colorType&quot;:1,&quot;foreColorIndex&quot;:7,&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7"/>
  <p:tag name="KSO_WM_UNIT_TEXT_FILL_FORE_SCHEMECOLOR_INDEX" val="2"/>
  <p:tag name="KSO_WM_UNIT_TEXT_FILL_TYPE" val="1"/>
  <p:tag name="KSO_WM_UNIT_USESOURCEFORMAT_APPLY" val="0"/>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ID" val="diagram20230939_2*m_h_i*1_3_3"/>
  <p:tag name="KSO_WM_TEMPLATE_CATEGORY" val="diagram"/>
  <p:tag name="KSO_WM_TEMPLATE_INDEX" val="20230939"/>
  <p:tag name="KSO_WM_UNIT_LAYERLEVEL" val="1_1_1"/>
  <p:tag name="KSO_WM_TAG_VERSION" val="3.0"/>
  <p:tag name="KSO_WM_DIAGRAM_VERSION" val="3"/>
  <p:tag name="KSO_WM_DIAGRAM_COLOR_TRICK" val="4"/>
  <p:tag name="KSO_WM_DIAGRAM_COLOR_TEXT_CAN_REMOVE" val="n"/>
  <p:tag name="KSO_WM_UNIT_TYPE" val="m_h_i"/>
  <p:tag name="KSO_WM_UNIT_INDEX" val="1_3_3"/>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type&quot;:0},&quot;glow&quot;:{&quot;colorType&quot;:0},&quot;line&quot;:{&quot;solidLine&quot;:{&quot;brightness&quot;:0,&quot;colorType&quot;:1,&quot;foreColorIndex&quot;:7,&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7"/>
  <p:tag name="KSO_WM_UNIT_LINE_FILL_TYPE" val="2"/>
  <p:tag name="KSO_WM_UNIT_TEXT_FILL_FORE_SCHEMECOLOR_INDEX" val="13"/>
  <p:tag name="KSO_WM_UNIT_TEXT_FILL_TYPE" val="1"/>
  <p:tag name="KSO_WM_UNIT_USESOURCEFORMAT_APPLY" val="0"/>
</p:tagLst>
</file>

<file path=ppt/tags/tag54.xml><?xml version="1.0" encoding="utf-8"?>
<p:tagLst xmlns:p="http://schemas.openxmlformats.org/presentationml/2006/main">
  <p:tag name="KSO_WM_DIAGRAM_VERSION" val="3"/>
  <p:tag name="KSO_WM_DIAGRAM_COLOR_TRICK" val="4"/>
  <p:tag name="KSO_WM_DIAGRAM_COLOR_TEXT_CAN_REMOVE" val="n"/>
  <p:tag name="KSO_WM_UNIT_VALUE" val="80*86"/>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30939_2*m_h_x*1_3_1"/>
  <p:tag name="KSO_WM_TEMPLATE_CATEGORY" val="diagram"/>
  <p:tag name="KSO_WM_TEMPLATE_INDEX" val="20230939"/>
  <p:tag name="KSO_WM_UNIT_LAYERLEVEL" val="1_1_1"/>
  <p:tag name="KSO_WM_TAG_VERSION" val="3.0"/>
  <p:tag name="KSO_WM_DIAGRAM_MAX_ITEMCNT" val="6"/>
  <p:tag name="KSO_WM_DIAGRAM_MIN_ITEMCNT" val="2"/>
  <p:tag name="KSO_WM_DIAGRAM_VIRTUALLY_FRAME" val="{&quot;height&quot;:321.1000061035156,&quot;left&quot;:25.55,&quot;top&quot;:178.04999694824218,&quot;width&quot;:909.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55.xml><?xml version="1.0" encoding="utf-8"?>
<p:tagLst xmlns:p="http://schemas.openxmlformats.org/presentationml/2006/main">
  <p:tag name="KSO_WM_BEAUTIFY_FLAG" val="#wm#"/>
  <p:tag name="KSO_WM_TEMPLATE_CATEGORY" val="diagram"/>
  <p:tag name="KSO_WM_TEMPLATE_INDEX" val="20230939"/>
</p:tagLst>
</file>

<file path=ppt/tags/tag5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066_3*a*1"/>
  <p:tag name="KSO_WM_TEMPLATE_CATEGORY" val="diagram"/>
  <p:tag name="KSO_WM_TEMPLATE_INDEX" val="20231066"/>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a*1_1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1_1"/>
  <p:tag name="KSO_WM_UNIT_ISCONTENTSTITLE" val="0"/>
  <p:tag name="KSO_WM_UNIT_ISNUMDGMTITLE" val="0"/>
  <p:tag name="KSO_WM_UNIT_NOCLEAR" val="0"/>
  <p:tag name="KSO_WM_UNIT_VALUE" val="14"/>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gradient&quot;:[{&quot;brightness&quot;:0.4000000059604645,&quot;colorType&quot;:1,&quot;foreColorIndex&quot;:5,&quot;pos&quot;:0.8999999761581421,&quot;transparency&quot;:0},{&quot;brightness&quot;:0,&quot;colorType&quot;:1,&quot;foreColorIndex&quot;:5,&quot;pos&quot;:0,&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5"/>
  <p:tag name="KSO_WM_UNIT_USESOURCEFORMAT_APPLY" val="0"/>
</p:tagLst>
</file>

<file path=ppt/tags/tag5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1_1"/>
  <p:tag name="KSO_WM_UNIT_ID" val="diagram20231066_3*m_h_f*1_1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UNIT_VALUE" val="40"/>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5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a*1_2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2_1"/>
  <p:tag name="KSO_WM_UNIT_ISCONTENTSTITLE" val="0"/>
  <p:tag name="KSO_WM_UNIT_ISNUMDGMTITLE" val="0"/>
  <p:tag name="KSO_WM_UNIT_NOCLEAR" val="0"/>
  <p:tag name="KSO_WM_UNIT_VALUE" val="14"/>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gradient&quot;:[{&quot;brightness&quot;:0.4000000059604645,&quot;colorType&quot;:1,&quot;foreColorIndex&quot;:6,&quot;pos&quot;:0.8999999761581421,&quot;transparency&quot;:0},{&quot;brightness&quot;:0,&quot;colorType&quot;:1,&quot;foreColorIndex&quot;:6,&quot;pos&quot;:0,&quot;transparency&quot;:0}],&quot;type&quot;:3},&quot;glow&quot;:{&quot;colorType&quot;:0},&quot;line&quot;:{&quot;type&quot;:0},&quot;shadow&quot;:{&quot;brightness&quot;:0,&quot;colorType&quot;:1,&quot;foreColorIndex&quot;:6,&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6"/>
  <p:tag name="KSO_WM_UNIT_USESOURCEFORMAT_APPLY" val="0"/>
</p:tagLst>
</file>

<file path=ppt/tags/tag6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2_1"/>
  <p:tag name="KSO_WM_UNIT_ID" val="diagram20231066_3*m_h_f*1_2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UNIT_VALUE" val="40"/>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6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a*1_3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3_1"/>
  <p:tag name="KSO_WM_UNIT_ISCONTENTSTITLE" val="0"/>
  <p:tag name="KSO_WM_UNIT_ISNUMDGMTITLE" val="0"/>
  <p:tag name="KSO_WM_UNIT_NOCLEAR" val="0"/>
  <p:tag name="KSO_WM_UNIT_VALUE" val="7"/>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gradient&quot;:[{&quot;brightness&quot;:0.4000000059604645,&quot;colorType&quot;:1,&quot;foreColorIndex&quot;:7,&quot;pos&quot;:0.8999999761581421,&quot;transparency&quot;:0},{&quot;brightness&quot;:0,&quot;colorType&quot;:1,&quot;foreColorIndex&quot;:7,&quot;pos&quot;:0,&quot;transparency&quot;:0}],&quot;type&quot;:3},&quot;glow&quot;:{&quot;colorType&quot;:0},&quot;line&quot;:{&quot;type&quot;:0},&quot;shadow&quot;:{&quot;brightness&quot;:0,&quot;colorType&quot;:1,&quot;foreColorIndex&quot;:7,&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7"/>
  <p:tag name="KSO_WM_UNIT_USESOURCEFORMAT_APPLY" val="0"/>
</p:tagLst>
</file>

<file path=ppt/tags/tag6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3_1"/>
  <p:tag name="KSO_WM_UNIT_ID" val="diagram20231066_3*m_h_f*1_3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UNIT_VALUE" val="40"/>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6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m_h_f"/>
  <p:tag name="KSO_WM_UNIT_INDEX" val="1_4_1"/>
  <p:tag name="KSO_WM_UNIT_ID" val="diagram20231066_3*m_h_f*1_4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UNIT_VALUE" val="40"/>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6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i*1_2_1"/>
  <p:tag name="KSO_WM_TEMPLATE_CATEGORY" val="diagram"/>
  <p:tag name="KSO_WM_TEMPLATE_INDEX" val="20231066"/>
  <p:tag name="KSO_WM_UNIT_LAYERLEVEL" val="1_1_1"/>
  <p:tag name="KSO_WM_TAG_VERSION" val="3.0"/>
  <p:tag name="KSO_WM_UNIT_TYPE" val="m_h_i"/>
  <p:tag name="KSO_WM_UNIT_INDEX" val="1_2_1"/>
  <p:tag name="KSO_WM_DIAGRAM_VERSION" val="3"/>
  <p:tag name="KSO_WM_DIAGRAM_COLOR_TRICK" val="4"/>
  <p:tag name="KSO_WM_DIAGRAM_COLOR_TEXT_CAN_REMOVE" val="n"/>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TEXT_FILL_FORE_SCHEMECOLOR_INDEX" val="2"/>
  <p:tag name="KSO_WM_UNIT_TEXT_FILL_TYPE" val="1"/>
  <p:tag name="KSO_WM_UNIT_USESOURCEFORMAT_APPLY" val="0"/>
</p:tagLst>
</file>

<file path=ppt/tags/tag6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i*1_3_1"/>
  <p:tag name="KSO_WM_TEMPLATE_CATEGORY" val="diagram"/>
  <p:tag name="KSO_WM_TEMPLATE_INDEX" val="20231066"/>
  <p:tag name="KSO_WM_UNIT_LAYERLEVEL" val="1_1_1"/>
  <p:tag name="KSO_WM_TAG_VERSION" val="3.0"/>
  <p:tag name="KSO_WM_UNIT_TYPE" val="m_h_i"/>
  <p:tag name="KSO_WM_UNIT_INDEX" val="1_3_1"/>
  <p:tag name="KSO_WM_DIAGRAM_VERSION" val="3"/>
  <p:tag name="KSO_WM_DIAGRAM_COLOR_TRICK" val="4"/>
  <p:tag name="KSO_WM_DIAGRAM_COLOR_TEXT_CAN_REMOVE" val="n"/>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0"/>
</p:tagLst>
</file>

<file path=ppt/tags/tag6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i*1_4_1"/>
  <p:tag name="KSO_WM_TEMPLATE_CATEGORY" val="diagram"/>
  <p:tag name="KSO_WM_TEMPLATE_INDEX" val="20231066"/>
  <p:tag name="KSO_WM_UNIT_LAYERLEVEL" val="1_1_1"/>
  <p:tag name="KSO_WM_TAG_VERSION" val="3.0"/>
  <p:tag name="KSO_WM_UNIT_TYPE" val="m_h_i"/>
  <p:tag name="KSO_WM_UNIT_INDEX" val="1_4_1"/>
  <p:tag name="KSO_WM_DIAGRAM_VERSION" val="3"/>
  <p:tag name="KSO_WM_DIAGRAM_COLOR_TRICK" val="4"/>
  <p:tag name="KSO_WM_DIAGRAM_COLOR_TEXT_CAN_REMOVE" val="n"/>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UNIT_TEXT_FILL_FORE_SCHEMECOLOR_INDEX" val="2"/>
  <p:tag name="KSO_WM_UNIT_TEXT_FILL_TYPE" val="1"/>
  <p:tag name="KSO_WM_UNIT_USESOURCEFORMAT_APPLY" val="0"/>
</p:tagLst>
</file>

<file path=ppt/tags/tag6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3*m_h_a*1_4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4_1"/>
  <p:tag name="KSO_WM_UNIT_ISCONTENTSTITLE" val="0"/>
  <p:tag name="KSO_WM_UNIT_ISNUMDGMTITLE" val="0"/>
  <p:tag name="KSO_WM_UNIT_NOCLEAR" val="0"/>
  <p:tag name="KSO_WM_UNIT_VALUE" val="27"/>
  <p:tag name="KSO_WM_DIAGRAM_MAX_ITEMCNT" val="6"/>
  <p:tag name="KSO_WM_DIAGRAM_MIN_ITEMCNT" val="2"/>
  <p:tag name="KSO_WM_DIAGRAM_VIRTUALLY_FRAME" val="{&quot;height&quot;:373.3,&quot;left&quot;:64.06569718488564,&quot;top&quot;:105.2,&quot;width&quot;:844.1839599609375}"/>
  <p:tag name="KSO_WM_DIAGRAM_COLOR_MATCH_VALUE" val="{&quot;shape&quot;:{&quot;fill&quot;:{&quot;gradient&quot;:[{&quot;brightness&quot;:0.4000000059604645,&quot;colorType&quot;:1,&quot;foreColorIndex&quot;:8,&quot;pos&quot;:0.25,&quot;transparency&quot;:0},{&quot;brightness&quot;:0,&quot;colorType&quot;:1,&quot;foreColorIndex&quot;:8,&quot;pos&quot;:0.8999999761581421,&quot;transparency&quot;:0}],&quot;type&quot;:3},&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8"/>
  <p:tag name="KSO_WM_UNIT_USESOURCEFORMAT_APPLY" val="0"/>
</p:tagLst>
</file>

<file path=ppt/tags/tag68.xml><?xml version="1.0" encoding="utf-8"?>
<p:tagLst xmlns:p="http://schemas.openxmlformats.org/presentationml/2006/main">
  <p:tag name="KSO_WM_SLIDE_ID" val="diagram20231066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diagram"/>
  <p:tag name="KSO_WM_TEMPLATE_INDEX" val="20231066"/>
  <p:tag name="KSO_WM_SLIDE_TYPE" val="text"/>
  <p:tag name="KSO_WM_SLIDE_SUBTYPE" val="diag"/>
  <p:tag name="KSO_WM_SLIDE_SIZE" val="779.95*373.3"/>
  <p:tag name="KSO_WM_SLIDE_POSITION" val="78.75*105.2"/>
  <p:tag name="KSO_WM_SLIDE_LAYOUT" val="a_m"/>
  <p:tag name="KSO_WM_SLIDE_LAYOUT_CNT" val="1_1"/>
  <p:tag name="KSO_WM_SPECIAL_SOURCE" val="bdnull"/>
  <p:tag name="KSO_WM_DIAGRAM_GROUP_CODE" val="m1-1"/>
  <p:tag name="KSO_WM_SLIDE_DIAGTYPE" val="m"/>
</p:tagLst>
</file>

<file path=ppt/tags/tag6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3376_1*a*1"/>
  <p:tag name="KSO_WM_TEMPLATE_CATEGORY" val="custom"/>
  <p:tag name="KSO_WM_TEMPLATE_INDEX" val="20233376"/>
  <p:tag name="KSO_WM_UNIT_LAYERLEVEL" val="1"/>
  <p:tag name="KSO_WM_TAG_VERSION" val="3.0"/>
  <p:tag name="KSO_WM_BEAUTIFY_FLAG" val="#wm#"/>
  <p:tag name="KSO_WM_UNIT_PRESET_TEXT" val="单击此处添加标题"/>
  <p:tag name="KSO_WM_UNIT_TEXT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3376_1*i*1"/>
  <p:tag name="KSO_WM_TEMPLATE_CATEGORY" val="custom"/>
  <p:tag name="KSO_WM_TEMPLATE_INDEX" val="20233376"/>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3376_1*i*2"/>
  <p:tag name="KSO_WM_TEMPLATE_CATEGORY" val="custom"/>
  <p:tag name="KSO_WM_TEMPLATE_INDEX" val="20233376"/>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3376_1*i*3"/>
  <p:tag name="KSO_WM_TEMPLATE_CATEGORY" val="custom"/>
  <p:tag name="KSO_WM_TEMPLATE_INDEX" val="20233376"/>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3376_1*i*4"/>
  <p:tag name="KSO_WM_TEMPLATE_CATEGORY" val="custom"/>
  <p:tag name="KSO_WM_TEMPLATE_INDEX" val="20233376"/>
  <p:tag name="KSO_WM_UNIT_LAYERLEVEL" val="1"/>
  <p:tag name="KSO_WM_TAG_VERSION" val="3.0"/>
  <p:tag name="KSO_WM_BEAUTIFY_FLAG" val="#wm#"/>
</p:tagLst>
</file>

<file path=ppt/tags/tag74.xml><?xml version="1.0" encoding="utf-8"?>
<p:tagLst xmlns:p="http://schemas.openxmlformats.org/presentationml/2006/main">
  <p:tag name="TABLE_ENDDRAG_ORIGIN_RECT" val="832*381"/>
  <p:tag name="TABLE_ENDDRAG_RECT" val="66*107*832*381"/>
</p:tagLst>
</file>

<file path=ppt/tags/tag75.xml><?xml version="1.0" encoding="utf-8"?>
<p:tagLst xmlns:p="http://schemas.openxmlformats.org/presentationml/2006/main">
  <p:tag name="KSO_WM_SLIDE_ID" val="custom2023337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76"/>
  <p:tag name="KSO_WM_SLIDE_LAYOUT" val="a_f"/>
  <p:tag name="KSO_WM_SLIDE_LAYOUT_CNT" val="1_1"/>
  <p:tag name="KSO_WM_SLIDE_TYPE" val="text"/>
  <p:tag name="KSO_WM_SLIDE_SUBTYPE" val="pureTxt"/>
  <p:tag name="KSO_WM_SLIDE_SIZE" val="959*427"/>
  <p:tag name="KSO_WM_SLIDE_POSITION" val="0*42"/>
</p:tagLst>
</file>

<file path=ppt/tags/tag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3*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7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07_3*l_h_i*1_1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1.024993896484375,&quot;top&quot;:128.09999389648436,&quot;width&quot;:854.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78.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07_3*l_h_f*1_1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2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0"/>
</p:tagLst>
</file>

<file path=ppt/tags/tag79.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07_3*l_h_i*1_1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8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3*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1.024993896484375,&quot;top&quot;:128.09999389648436,&quot;width&quot;:854.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81.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3*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2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
  <p:tag name="KSO_WM_UNIT_FILL_TYPE" val="1"/>
  <p:tag name="KSO_WM_UNIT_FILL_FORE_SCHEMECOLOR_INDEX" val="2"/>
  <p:tag name="KSO_WM_UNIT_FILL_FORE_SCHEMECOLOR_INDEX_BRIGHTNESS" val="0"/>
  <p:tag name="KSO_WM_UNIT_LINE_FORE_SCHEMECOLOR_INDEX" val="5"/>
  <p:tag name="KSO_WM_UNIT_TEXT_FILL_FORE_SCHEMECOLOR_INDEX" val="1"/>
  <p:tag name="KSO_WM_UNIT_TEXT_FILL_TYPE" val="1"/>
  <p:tag name="KSO_WM_UNIT_LINE_FILL_TYPE" val="2"/>
  <p:tag name="KSO_WM_UNIT_USESOURCEFORMAT_APPLY" val="0"/>
</p:tagLst>
</file>

<file path=ppt/tags/tag82.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07_3*l_h_i*1_3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0"/>
</p:tagLst>
</file>

<file path=ppt/tags/tag8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07_3*l_h_i*1_2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1.024993896484375,&quot;top&quot;:128.09999389648436,&quot;width&quot;:854.450012207031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84.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07_3*l_h_f*1_2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2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传达的思想内容。"/>
  <p:tag name="KSO_WM_UNIT_FILL_TYPE" val="1"/>
  <p:tag name="KSO_WM_UNIT_FILL_FORE_SCHEMECOLOR_INDEX" val="2"/>
  <p:tag name="KSO_WM_UNIT_FILL_FORE_SCHEMECOLOR_INDEX_BRIGHTNESS" val="0"/>
  <p:tag name="KSO_WM_UNIT_LINE_FORE_SCHEMECOLOR_INDEX" val="8"/>
  <p:tag name="KSO_WM_UNIT_TEXT_FILL_FORE_SCHEMECOLOR_INDEX" val="1"/>
  <p:tag name="KSO_WM_UNIT_TEXT_FILL_TYPE" val="1"/>
  <p:tag name="KSO_WM_UNIT_LINE_FILL_TYPE" val="2"/>
  <p:tag name="KSO_WM_UNIT_USESOURCEFORMAT_APPLY" val="0"/>
</p:tagLst>
</file>

<file path=ppt/tags/tag85.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07_3*l_h_i*1_2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8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307_3*l_h_i*1_4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343.45001220703125,&quot;left&quot;:51.024993896484375,&quot;top&quot;:128.09999389648436,&quot;width&quot;:854.450012207031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87.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307_3*l_h_f*1_4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solid&quot;:{&quot;brightness&quot;:0,&quot;colorType&quot;:1,&quot;foreColorIndex&quot;:2,&quot;transparency&quot;:0.8999999761581421},&quot;type&quot;:1},&quot;glow&quot;:{&quot;colorType&quot;:0},&quot;line&quot;:{&quot;solidLine&quot;:{&quot;brightness&quot;:0,&quot;colorType&quot;:1,&quot;foreColorIndex&quot;:8,&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21"/>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您希望传达的思想内容。"/>
  <p:tag name="KSO_WM_UNIT_FILL_TYPE" val="1"/>
  <p:tag name="KSO_WM_UNIT_FILL_FORE_SCHEMECOLOR_INDEX" val="2"/>
  <p:tag name="KSO_WM_UNIT_FILL_FORE_SCHEMECOLOR_INDEX_BRIGHTNESS" val="0"/>
  <p:tag name="KSO_WM_UNIT_LINE_FORE_SCHEMECOLOR_INDEX" val="8"/>
  <p:tag name="KSO_WM_UNIT_TEXT_FILL_FORE_SCHEMECOLOR_INDEX" val="1"/>
  <p:tag name="KSO_WM_UNIT_TEXT_FILL_TYPE" val="1"/>
  <p:tag name="KSO_WM_UNIT_LINE_FILL_TYPE" val="2"/>
  <p:tag name="KSO_WM_UNIT_USESOURCEFORMAT_APPLY" val="0"/>
</p:tagLst>
</file>

<file path=ppt/tags/tag88.xml><?xml version="1.0" encoding="utf-8"?>
<p:tagLst xmlns:p="http://schemas.openxmlformats.org/presentationml/2006/main">
  <p:tag name="KSO_WM_DIAGRAM_VIRTUALLY_FRAME" val="{&quot;height&quot;:343.45001220703125,&quot;left&quot;:51.024993896484375,&quot;top&quot;:128.09999389648436,&quot;width&quot;:854.450012207031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diagram20231307_3*l_h_i*1_4_1"/>
  <p:tag name="KSO_WM_TEMPLATE_CATEGORY" val="diagram"/>
  <p:tag name="KSO_WM_TEMPLATE_INDEX" val="20231307"/>
  <p:tag name="KSO_WM_UNIT_LAYERLEVEL" val="1_1_1"/>
  <p:tag name="KSO_WM_TAG_VERSION" val="3.0"/>
  <p:tag name="KSO_WM_DIAGRAM_MAX_ITEMCNT" val="4"/>
  <p:tag name="KSO_WM_DIAGRAM_MIN_ITEMCNT" val="2"/>
  <p:tag name="KSO_WM_DIAGRAM_COLOR_MATCH_VALUE" val="{&quot;shape&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8"/>
  <p:tag name="KSO_WM_UNIT_FILL_FORE_SCHEMECOLOR_INDEX_BRIGHTNESS" val="0"/>
  <p:tag name="KSO_WM_UNIT_USESOURCEFORMAT_APPLY" val="0"/>
</p:tagLst>
</file>

<file path=ppt/tags/tag89.xml><?xml version="1.0" encoding="utf-8"?>
<p:tagLst xmlns:p="http://schemas.openxmlformats.org/presentationml/2006/main">
  <p:tag name="KSO_WM_SLIDE_ID" val="diagram2023130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853.9*343.45"/>
  <p:tag name="KSO_WM_SLIDE_POSITION" val="51.3*128.1"/>
  <p:tag name="KSO_WM_DIAGRAM_GROUP_CODE" val="l1-1"/>
  <p:tag name="KSO_WM_SLIDE_DIAGTYPE" val="l"/>
  <p:tag name="KSO_WM_TAG_VERSION" val="3.0"/>
  <p:tag name="KSO_WM_BEAUTIFY_FLAG" val="#wm#"/>
  <p:tag name="KSO_WM_TEMPLATE_CATEGORY" val="diagram"/>
  <p:tag name="KSO_WM_TEMPLATE_INDEX" val="20231307"/>
  <p:tag name="KSO_WM_SLIDE_LAYOUT" val="a_l"/>
  <p:tag name="KSO_WM_SLIDE_LAYOUT_CNT" val="1_1"/>
</p:tagLst>
</file>

<file path=ppt/tags/tag9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066_2*a*1"/>
  <p:tag name="KSO_WM_TEMPLATE_CATEGORY" val="diagram"/>
  <p:tag name="KSO_WM_TEMPLATE_INDEX" val="20231066"/>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9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2*m_h_a*1_1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1_1"/>
  <p:tag name="KSO_WM_UNIT_ISCONTENTSTITLE" val="0"/>
  <p:tag name="KSO_WM_UNIT_ISNUMDGMTITLE" val="0"/>
  <p:tag name="KSO_WM_UNIT_NOCLEAR" val="0"/>
  <p:tag name="KSO_WM_UNIT_VALUE" val="14"/>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gradient&quot;:[{&quot;brightness&quot;:0.4000000059604645,&quot;colorType&quot;:1,&quot;foreColorIndex&quot;:5,&quot;pos&quot;:0.8999999761581421,&quot;transparency&quot;:0},{&quot;brightness&quot;:0,&quot;colorType&quot;:1,&quot;foreColorIndex&quot;:5,&quot;pos&quot;:0,&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5"/>
  <p:tag name="KSO_WM_UNIT_USESOURCEFORMAT_APPLY" val="0"/>
</p:tagLst>
</file>

<file path=ppt/tags/tag9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2*m_h_a*1_2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2_1"/>
  <p:tag name="KSO_WM_UNIT_ISCONTENTSTITLE" val="0"/>
  <p:tag name="KSO_WM_UNIT_ISNUMDGMTITLE" val="0"/>
  <p:tag name="KSO_WM_UNIT_NOCLEAR" val="0"/>
  <p:tag name="KSO_WM_UNIT_VALUE" val="14"/>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gradient&quot;:[{&quot;brightness&quot;:0.4000000059604645,&quot;colorType&quot;:1,&quot;foreColorIndex&quot;:6,&quot;pos&quot;:0.8999999761581421,&quot;transparency&quot;:0},{&quot;brightness&quot;:0,&quot;colorType&quot;:1,&quot;foreColorIndex&quot;:6,&quot;pos&quot;:0,&quot;transparency&quot;:0}],&quot;type&quot;:3},&quot;glow&quot;:{&quot;colorType&quot;:0},&quot;line&quot;:{&quot;type&quot;:0},&quot;shadow&quot;:{&quot;brightness&quot;:0,&quot;colorType&quot;:1,&quot;foreColorIndex&quot;:6,&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6"/>
  <p:tag name="KSO_WM_UNIT_USESOURCEFORMAT_APPLY" val="0"/>
</p:tagLst>
</file>

<file path=ppt/tags/tag9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2*m_h_i*1_2_1"/>
  <p:tag name="KSO_WM_TEMPLATE_CATEGORY" val="diagram"/>
  <p:tag name="KSO_WM_TEMPLATE_INDEX" val="20231066"/>
  <p:tag name="KSO_WM_UNIT_LAYERLEVEL" val="1_1_1"/>
  <p:tag name="KSO_WM_TAG_VERSION" val="3.0"/>
  <p:tag name="KSO_WM_UNIT_TYPE" val="m_h_i"/>
  <p:tag name="KSO_WM_UNIT_INDEX" val="1_2_1"/>
  <p:tag name="KSO_WM_DIAGRAM_VERSION" val="3"/>
  <p:tag name="KSO_WM_DIAGRAM_COLOR_TRICK" val="4"/>
  <p:tag name="KSO_WM_DIAGRAM_COLOR_TEXT_CAN_REMOVE" val="n"/>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UNIT_TEXT_FILL_FORE_SCHEMECOLOR_INDEX" val="2"/>
  <p:tag name="KSO_WM_UNIT_TEXT_FILL_TYPE" val="1"/>
  <p:tag name="KSO_WM_UNIT_USESOURCEFORMAT_APPLY" val="0"/>
</p:tagLst>
</file>

<file path=ppt/tags/tag9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2*m_h_i*1_3_1"/>
  <p:tag name="KSO_WM_TEMPLATE_CATEGORY" val="diagram"/>
  <p:tag name="KSO_WM_TEMPLATE_INDEX" val="20231066"/>
  <p:tag name="KSO_WM_UNIT_LAYERLEVEL" val="1_1_1"/>
  <p:tag name="KSO_WM_TAG_VERSION" val="3.0"/>
  <p:tag name="KSO_WM_UNIT_TYPE" val="m_h_i"/>
  <p:tag name="KSO_WM_UNIT_INDEX" val="1_3_1"/>
  <p:tag name="KSO_WM_DIAGRAM_VERSION" val="3"/>
  <p:tag name="KSO_WM_DIAGRAM_COLOR_TRICK" val="4"/>
  <p:tag name="KSO_WM_DIAGRAM_COLOR_TEXT_CAN_REMOVE" val="n"/>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UNIT_TEXT_FILL_FORE_SCHEMECOLOR_INDEX" val="2"/>
  <p:tag name="KSO_WM_UNIT_TEXT_FILL_TYPE" val="1"/>
  <p:tag name="KSO_WM_UNIT_USESOURCEFORMAT_APPLY" val="0"/>
</p:tagLst>
</file>

<file path=ppt/tags/tag9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m1-1"/>
  <p:tag name="KSO_WM_UNIT_ID" val="diagram20231066_2*m_h_a*1_3_1"/>
  <p:tag name="KSO_WM_TEMPLATE_CATEGORY" val="diagram"/>
  <p:tag name="KSO_WM_TEMPLATE_INDEX" val="20231066"/>
  <p:tag name="KSO_WM_UNIT_LAYERLEVEL" val="1_1_1"/>
  <p:tag name="KSO_WM_TAG_VERSION" val="3.0"/>
  <p:tag name="KSO_WM_DIAGRAM_VERSION" val="3"/>
  <p:tag name="KSO_WM_DIAGRAM_COLOR_TRICK" val="4"/>
  <p:tag name="KSO_WM_DIAGRAM_COLOR_TEXT_CAN_REMOVE" val="n"/>
  <p:tag name="KSO_WM_UNIT_TYPE" val="m_h_a"/>
  <p:tag name="KSO_WM_UNIT_INDEX" val="1_3_1"/>
  <p:tag name="KSO_WM_UNIT_ISCONTENTSTITLE" val="0"/>
  <p:tag name="KSO_WM_UNIT_ISNUMDGMTITLE" val="0"/>
  <p:tag name="KSO_WM_UNIT_NOCLEAR" val="0"/>
  <p:tag name="KSO_WM_UNIT_VALUE" val="27"/>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gradient&quot;:[{&quot;brightness&quot;:0.4000000059604645,&quot;colorType&quot;:1,&quot;foreColorIndex&quot;:7,&quot;pos&quot;:0,&quot;transparency&quot;:0},{&quot;brightness&quot;:0,&quot;colorType&quot;:1,&quot;foreColorIndex&quot;:7,&quot;pos&quot;:0.75,&quot;transparency&quot;:0}],&quot;type&quot;:3},&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项标题"/>
  <p:tag name="KSO_WM_UNIT_FILL_TYPE" val="3"/>
  <p:tag name="KSO_WM_UNIT_TEXT_TYPE" val="1"/>
  <p:tag name="KSO_WM_UNIT_SHADOW_SCHEMECOLOR_INDEX" val="8"/>
  <p:tag name="KSO_WM_UNIT_USESOURCEFORMAT_APPLY" val="0"/>
</p:tagLst>
</file>

<file path=ppt/tags/tag96.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m_h_f"/>
  <p:tag name="KSO_WM_UNIT_INDEX" val="1_1_1"/>
  <p:tag name="KSO_WM_UNIT_ID" val="diagram20231066_2*m_h_f*1_1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97.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m_h_f"/>
  <p:tag name="KSO_WM_UNIT_INDEX" val="1_3_1"/>
  <p:tag name="KSO_WM_UNIT_ID" val="diagram20231066_2*m_h_f*1_3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98.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UNIT_TYPE" val="m_h_f"/>
  <p:tag name="KSO_WM_UNIT_INDEX" val="1_2_1"/>
  <p:tag name="KSO_WM_UNIT_ID" val="diagram20231066_2*m_h_f*1_2_1"/>
  <p:tag name="KSO_WM_TEMPLATE_CATEGORY" val="diagram"/>
  <p:tag name="KSO_WM_TEMPLATE_INDEX" val="20231066"/>
  <p:tag name="KSO_WM_UNIT_LAYERLEVEL" val="1_1_1"/>
  <p:tag name="KSO_WM_TAG_VERSION" val="3.0"/>
  <p:tag name="KSO_WM_BEAUTIFY_FLAG" val="#wm#"/>
  <p:tag name="KSO_WM_DIAGRAM_GROUP_CODE" val="m1-1"/>
  <p:tag name="KSO_WM_DIAGRAM_VERSION" val="3"/>
  <p:tag name="KSO_WM_DIAGRAM_COLOR_TRICK" val="4"/>
  <p:tag name="KSO_WM_DIAGRAM_COLOR_TEXT_CAN_REMOVE" val="n"/>
  <p:tag name="KSO_WM_DIAGRAM_MAX_ITEMCNT" val="6"/>
  <p:tag name="KSO_WM_DIAGRAM_MIN_ITEMCNT" val="2"/>
  <p:tag name="KSO_WM_DIAGRAM_VIRTUALLY_FRAME" val="{&quot;height&quot;:380.85,&quot;left&quot;:61.74152395653918,&quot;top&quot;:87.3,&quot;width&quot;:844.183959960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您文本具体的内容和阐述的观点"/>
  <p:tag name="KSO_WM_UNIT_TEXT_FILL_FORE_SCHEMECOLOR_INDEX" val="1"/>
  <p:tag name="KSO_WM_UNIT_TEXT_FILL_TYPE" val="1"/>
  <p:tag name="KSO_WM_UNIT_TEXT_TYPE" val="1"/>
  <p:tag name="KSO_WM_UNIT_USESOURCEFORMAT_APPLY" val="0"/>
</p:tagLst>
</file>

<file path=ppt/tags/tag99.xml><?xml version="1.0" encoding="utf-8"?>
<p:tagLst xmlns:p="http://schemas.openxmlformats.org/presentationml/2006/main">
  <p:tag name="KSO_WM_SLIDE_ID" val="diagram20231066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307"/>
  <p:tag name="KSO_WM_SLIDE_TYPE" val="text"/>
  <p:tag name="KSO_WM_SLIDE_SUBTYPE" val="diag"/>
  <p:tag name="KSO_WM_SLIDE_SIZE" val="719.229*355.129"/>
  <p:tag name="KSO_WM_SLIDE_POSITION" val="94.8618*98.9436"/>
  <p:tag name="KSO_WM_SLIDE_LAYOUT" val="a_m"/>
  <p:tag name="KSO_WM_SLIDE_LAYOUT_CNT" val="1_1"/>
  <p:tag name="KSO_WM_SPECIAL_SOURCE" val="bdnull"/>
  <p:tag name="KSO_WM_DIAGRAM_GROUP_CODE" val="m1-1"/>
  <p:tag name="KSO_WM_SLIDE_DIAGTYPE" val="m"/>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DIAGRAM_VIRTUALLY_FRAME" val="{&quot;height&quot;:393.9,&quot;left&quot;:113.49811023622047,&quot;top&quot;:137.9,&quot;width&quot;:721.6085826771654}"/>
</p:tagLst>
</file>

<file path=ppt/tags/tag111.xml><?xml version="1.0" encoding="utf-8"?>
<p:tagLst xmlns:p="http://schemas.openxmlformats.org/presentationml/2006/main">
  <p:tag name="KSO_WM_DIAGRAM_VIRTUALLY_FRAME" val="{&quot;height&quot;:393.9,&quot;left&quot;:113.49811023622047,&quot;top&quot;:137.9,&quot;width&quot;:721.6085826771654}"/>
</p:tagLst>
</file>

<file path=ppt/tags/tag112.xml><?xml version="1.0" encoding="utf-8"?>
<p:tagLst xmlns:p="http://schemas.openxmlformats.org/presentationml/2006/main">
  <p:tag name="KSO_WM_DIAGRAM_VIRTUALLY_FRAME" val="{&quot;height&quot;:393.9,&quot;left&quot;:113.49811023622047,&quot;top&quot;:137.9,&quot;width&quot;:721.6085826771654}"/>
</p:tagLst>
</file>

<file path=ppt/tags/tag113.xml><?xml version="1.0" encoding="utf-8"?>
<p:tagLst xmlns:p="http://schemas.openxmlformats.org/presentationml/2006/main">
  <p:tag name="KSO_WM_DIAGRAM_VIRTUALLY_FRAME" val="{&quot;height&quot;:393.9,&quot;left&quot;:113.49811023622047,&quot;top&quot;:137.9,&quot;width&quot;:721.6085826771654}"/>
</p:tagLst>
</file>

<file path=ppt/tags/tag114.xml><?xml version="1.0" encoding="utf-8"?>
<p:tagLst xmlns:p="http://schemas.openxmlformats.org/presentationml/2006/main">
  <p:tag name="KSO_WM_DIAGRAM_VIRTUALLY_FRAME" val="{&quot;height&quot;:393.9,&quot;left&quot;:113.49811023622047,&quot;top&quot;:137.9,&quot;width&quot;:721.6085826771654}"/>
</p:tagLst>
</file>

<file path=ppt/tags/tag115.xml><?xml version="1.0" encoding="utf-8"?>
<p:tagLst xmlns:p="http://schemas.openxmlformats.org/presentationml/2006/main">
  <p:tag name="KSO_WM_DIAGRAM_VIRTUALLY_FRAME" val="{&quot;height&quot;:393.9,&quot;left&quot;:113.49811023622047,&quot;top&quot;:137.9,&quot;width&quot;:721.6085826771654}"/>
</p:tagLst>
</file>

<file path=ppt/tags/tag116.xml><?xml version="1.0" encoding="utf-8"?>
<p:tagLst xmlns:p="http://schemas.openxmlformats.org/presentationml/2006/main">
  <p:tag name="KSO_WM_DIAGRAM_VIRTUALLY_FRAME" val="{&quot;height&quot;:393.9,&quot;left&quot;:113.49811023622047,&quot;top&quot;:137.9,&quot;width&quot;:721.6085826771654}"/>
</p:tagLst>
</file>

<file path=ppt/tags/tag117.xml><?xml version="1.0" encoding="utf-8"?>
<p:tagLst xmlns:p="http://schemas.openxmlformats.org/presentationml/2006/main">
  <p:tag name="KSO_WM_DIAGRAM_VIRTUALLY_FRAME" val="{&quot;height&quot;:393.9,&quot;left&quot;:113.49811023622047,&quot;top&quot;:137.9,&quot;width&quot;:721.6085826771654}"/>
</p:tagLst>
</file>

<file path=ppt/tags/tag118.xml><?xml version="1.0" encoding="utf-8"?>
<p:tagLst xmlns:p="http://schemas.openxmlformats.org/presentationml/2006/main">
  <p:tag name="KSO_WM_DIAGRAM_VIRTUALLY_FRAME" val="{&quot;height&quot;:393.9,&quot;left&quot;:113.49811023622047,&quot;top&quot;:137.9,&quot;width&quot;:721.6085826771654}"/>
</p:tagLst>
</file>

<file path=ppt/tags/tag119.xml><?xml version="1.0" encoding="utf-8"?>
<p:tagLst xmlns:p="http://schemas.openxmlformats.org/presentationml/2006/main">
  <p:tag name="KSO_WM_DIAGRAM_VIRTUALLY_FRAME" val="{&quot;height&quot;:393.9,&quot;left&quot;:113.49811023622047,&quot;top&quot;:137.9,&quot;width&quot;:721.6085826771654}"/>
</p:tagLst>
</file>

<file path=ppt/tags/tag120.xml><?xml version="1.0" encoding="utf-8"?>
<p:tagLst xmlns:p="http://schemas.openxmlformats.org/presentationml/2006/main">
  <p:tag name="KSO_WM_DIAGRAM_VIRTUALLY_FRAME" val="{&quot;height&quot;:393.9,&quot;left&quot;:113.49811023622047,&quot;top&quot;:137.9,&quot;width&quot;:721.6085826771654}"/>
</p:tagLst>
</file>

<file path=ppt/tags/tag121.xml><?xml version="1.0" encoding="utf-8"?>
<p:tagLst xmlns:p="http://schemas.openxmlformats.org/presentationml/2006/main">
  <p:tag name="KSO_WM_DIAGRAM_VIRTUALLY_FRAME" val="{&quot;height&quot;:393.9,&quot;left&quot;:113.49811023622047,&quot;top&quot;:137.9,&quot;width&quot;:721.6085826771654}"/>
</p:tagLst>
</file>

<file path=ppt/tags/tag122.xml><?xml version="1.0" encoding="utf-8"?>
<p:tagLst xmlns:p="http://schemas.openxmlformats.org/presentationml/2006/main">
  <p:tag name="KSO_WM_DIAGRAM_VIRTUALLY_FRAME" val="{&quot;height&quot;:393.9,&quot;left&quot;:113.49811023622047,&quot;top&quot;:137.9,&quot;width&quot;:721.6085826771654}"/>
</p:tagLst>
</file>

<file path=ppt/tags/tag123.xml><?xml version="1.0" encoding="utf-8"?>
<p:tagLst xmlns:p="http://schemas.openxmlformats.org/presentationml/2006/main">
  <p:tag name="KSO_WM_DIAGRAM_VIRTUALLY_FRAME" val="{&quot;height&quot;:393.9,&quot;left&quot;:113.49811023622047,&quot;top&quot;:137.9,&quot;width&quot;:721.6085826771654}"/>
</p:tagLst>
</file>

<file path=ppt/tags/tag124.xml><?xml version="1.0" encoding="utf-8"?>
<p:tagLst xmlns:p="http://schemas.openxmlformats.org/presentationml/2006/main">
  <p:tag name="KSO_WM_DIAGRAM_VIRTUALLY_FRAME" val="{&quot;height&quot;:393.9,&quot;left&quot;:113.49811023622047,&quot;top&quot;:137.9,&quot;width&quot;:721.6085826771654}"/>
</p:tagLst>
</file>

<file path=ppt/tags/tag125.xml><?xml version="1.0" encoding="utf-8"?>
<p:tagLst xmlns:p="http://schemas.openxmlformats.org/presentationml/2006/main">
  <p:tag name="KSO_WM_DIAGRAM_VIRTUALLY_FRAME" val="{&quot;height&quot;:393.9,&quot;left&quot;:113.49811023622047,&quot;top&quot;:137.9,&quot;width&quot;:721.6085826771654}"/>
</p:tagLst>
</file>

<file path=ppt/tags/tag126.xml><?xml version="1.0" encoding="utf-8"?>
<p:tagLst xmlns:p="http://schemas.openxmlformats.org/presentationml/2006/main">
  <p:tag name="KSO_WM_DIAGRAM_VIRTUALLY_FRAME" val="{&quot;height&quot;:393.9,&quot;left&quot;:113.49811023622047,&quot;top&quot;:137.9,&quot;width&quot;:721.6085826771654}"/>
</p:tagLst>
</file>

<file path=ppt/tags/tag127.xml><?xml version="1.0" encoding="utf-8"?>
<p:tagLst xmlns:p="http://schemas.openxmlformats.org/presentationml/2006/main">
  <p:tag name="KSO_WM_DIAGRAM_VIRTUALLY_FRAME" val="{&quot;height&quot;:393.9,&quot;left&quot;:113.49811023622047,&quot;top&quot;:137.9,&quot;width&quot;:721.6085826771654}"/>
</p:tagLst>
</file>

<file path=ppt/tags/tag128.xml><?xml version="1.0" encoding="utf-8"?>
<p:tagLst xmlns:p="http://schemas.openxmlformats.org/presentationml/2006/main">
  <p:tag name="KSO_WM_DIAGRAM_VIRTUALLY_FRAME" val="{&quot;height&quot;:393.9,&quot;left&quot;:113.49811023622047,&quot;top&quot;:137.9,&quot;width&quot;:721.6085826771654}"/>
</p:tagLst>
</file>

<file path=ppt/tags/tag129.xml><?xml version="1.0" encoding="utf-8"?>
<p:tagLst xmlns:p="http://schemas.openxmlformats.org/presentationml/2006/main">
  <p:tag name="KSO_WM_DIAGRAM_VIRTUALLY_FRAME" val="{&quot;height&quot;:393.9,&quot;left&quot;:113.49811023622047,&quot;top&quot;:137.9,&quot;width&quot;:721.6085826771654}"/>
</p:tagLst>
</file>

<file path=ppt/tags/tag130.xml><?xml version="1.0" encoding="utf-8"?>
<p:tagLst xmlns:p="http://schemas.openxmlformats.org/presentationml/2006/main">
  <p:tag name="KSO_WM_DIAGRAM_VIRTUALLY_FRAME" val="{&quot;height&quot;:393.9,&quot;left&quot;:113.49811023622047,&quot;top&quot;:137.9,&quot;width&quot;:721.6085826771654}"/>
</p:tagLst>
</file>

<file path=ppt/tags/tag131.xml><?xml version="1.0" encoding="utf-8"?>
<p:tagLst xmlns:p="http://schemas.openxmlformats.org/presentationml/2006/main">
  <p:tag name="KSO_WM_DIAGRAM_VIRTUALLY_FRAME" val="{&quot;height&quot;:412.5,&quot;left&quot;:113.49811023622044,&quot;top&quot;:84.5,&quot;width&quot;:721.6085826771654}"/>
</p:tagLst>
</file>

<file path=ppt/tags/tag132.xml><?xml version="1.0" encoding="utf-8"?>
<p:tagLst xmlns:p="http://schemas.openxmlformats.org/presentationml/2006/main">
  <p:tag name="KSO_WM_DIAGRAM_VIRTUALLY_FRAME" val="{&quot;height&quot;:412.5,&quot;left&quot;:113.49811023622044,&quot;top&quot;:84.5,&quot;width&quot;:721.6085826771654}"/>
</p:tagLst>
</file>

<file path=ppt/tags/tag133.xml><?xml version="1.0" encoding="utf-8"?>
<p:tagLst xmlns:p="http://schemas.openxmlformats.org/presentationml/2006/main">
  <p:tag name="KSO_WM_DIAGRAM_VIRTUALLY_FRAME" val="{&quot;height&quot;:412.5,&quot;left&quot;:113.49811023622044,&quot;top&quot;:84.5,&quot;width&quot;:721.6085826771654}"/>
</p:tagLst>
</file>

<file path=ppt/tags/tag134.xml><?xml version="1.0" encoding="utf-8"?>
<p:tagLst xmlns:p="http://schemas.openxmlformats.org/presentationml/2006/main">
  <p:tag name="KSO_WM_DIAGRAM_VIRTUALLY_FRAME" val="{&quot;height&quot;:412.5,&quot;left&quot;:113.49811023622044,&quot;top&quot;:84.5,&quot;width&quot;:721.6085826771654}"/>
</p:tagLst>
</file>

<file path=ppt/tags/tag135.xml><?xml version="1.0" encoding="utf-8"?>
<p:tagLst xmlns:p="http://schemas.openxmlformats.org/presentationml/2006/main">
  <p:tag name="KSO_WM_DIAGRAM_VIRTUALLY_FRAME" val="{&quot;height&quot;:412.5,&quot;left&quot;:113.49811023622044,&quot;top&quot;:84.5,&quot;width&quot;:721.6085826771654}"/>
</p:tagLst>
</file>

<file path=ppt/tags/tag136.xml><?xml version="1.0" encoding="utf-8"?>
<p:tagLst xmlns:p="http://schemas.openxmlformats.org/presentationml/2006/main">
  <p:tag name="KSO_WM_DIAGRAM_VIRTUALLY_FRAME" val="{&quot;height&quot;:412.5,&quot;left&quot;:113.49811023622044,&quot;top&quot;:84.5,&quot;width&quot;:721.6085826771654}"/>
</p:tagLst>
</file>

<file path=ppt/tags/tag137.xml><?xml version="1.0" encoding="utf-8"?>
<p:tagLst xmlns:p="http://schemas.openxmlformats.org/presentationml/2006/main">
  <p:tag name="KSO_WM_DIAGRAM_VIRTUALLY_FRAME" val="{&quot;height&quot;:412.5,&quot;left&quot;:113.49811023622044,&quot;top&quot;:84.5,&quot;width&quot;:721.6085826771654}"/>
</p:tagLst>
</file>

<file path=ppt/tags/tag138.xml><?xml version="1.0" encoding="utf-8"?>
<p:tagLst xmlns:p="http://schemas.openxmlformats.org/presentationml/2006/main">
  <p:tag name="KSO_WM_DIAGRAM_VIRTUALLY_FRAME" val="{&quot;height&quot;:412.5,&quot;left&quot;:113.49811023622044,&quot;top&quot;:84.5,&quot;width&quot;:721.6085826771654}"/>
</p:tagLst>
</file>

<file path=ppt/tags/tag139.xml><?xml version="1.0" encoding="utf-8"?>
<p:tagLst xmlns:p="http://schemas.openxmlformats.org/presentationml/2006/main">
  <p:tag name="KSO_WM_DIAGRAM_VIRTUALLY_FRAME" val="{&quot;height&quot;:412.5,&quot;left&quot;:113.49811023622044,&quot;top&quot;:84.5,&quot;width&quot;:721.6085826771654}"/>
</p:tagLst>
</file>

<file path=ppt/tags/tag140.xml><?xml version="1.0" encoding="utf-8"?>
<p:tagLst xmlns:p="http://schemas.openxmlformats.org/presentationml/2006/main">
  <p:tag name="KSO_WM_DIAGRAM_VIRTUALLY_FRAME" val="{&quot;height&quot;:412.5,&quot;left&quot;:113.49811023622044,&quot;top&quot;:84.5,&quot;width&quot;:721.6085826771654}"/>
</p:tagLst>
</file>

<file path=ppt/tags/tag141.xml><?xml version="1.0" encoding="utf-8"?>
<p:tagLst xmlns:p="http://schemas.openxmlformats.org/presentationml/2006/main">
  <p:tag name="KSO_WM_DIAGRAM_VIRTUALLY_FRAME" val="{&quot;height&quot;:412.5,&quot;left&quot;:113.49811023622044,&quot;top&quot;:84.5,&quot;width&quot;:721.6085826771654}"/>
</p:tagLst>
</file>

<file path=ppt/tags/tag142.xml><?xml version="1.0" encoding="utf-8"?>
<p:tagLst xmlns:p="http://schemas.openxmlformats.org/presentationml/2006/main">
  <p:tag name="KSO_WM_DIAGRAM_VIRTUALLY_FRAME" val="{&quot;height&quot;:412.5,&quot;left&quot;:113.49811023622044,&quot;top&quot;:84.5,&quot;width&quot;:721.6085826771654}"/>
</p:tagLst>
</file>

<file path=ppt/tags/tag143.xml><?xml version="1.0" encoding="utf-8"?>
<p:tagLst xmlns:p="http://schemas.openxmlformats.org/presentationml/2006/main">
  <p:tag name="KSO_WM_DIAGRAM_VIRTUALLY_FRAME" val="{&quot;height&quot;:412.5,&quot;left&quot;:113.49811023622044,&quot;top&quot;:84.5,&quot;width&quot;:721.6085826771654}"/>
</p:tagLst>
</file>

<file path=ppt/tags/tag144.xml><?xml version="1.0" encoding="utf-8"?>
<p:tagLst xmlns:p="http://schemas.openxmlformats.org/presentationml/2006/main">
  <p:tag name="KSO_WM_DIAGRAM_VIRTUALLY_FRAME" val="{&quot;height&quot;:412.5,&quot;left&quot;:113.49811023622044,&quot;top&quot;:84.5,&quot;width&quot;:721.6085826771654}"/>
</p:tagLst>
</file>

<file path=ppt/tags/tag145.xml><?xml version="1.0" encoding="utf-8"?>
<p:tagLst xmlns:p="http://schemas.openxmlformats.org/presentationml/2006/main">
  <p:tag name="KSO_WM_DIAGRAM_VIRTUALLY_FRAME" val="{&quot;height&quot;:412.5,&quot;left&quot;:113.49811023622044,&quot;top&quot;:84.5,&quot;width&quot;:721.6085826771654}"/>
</p:tagLst>
</file>

<file path=ppt/tags/tag146.xml><?xml version="1.0" encoding="utf-8"?>
<p:tagLst xmlns:p="http://schemas.openxmlformats.org/presentationml/2006/main">
  <p:tag name="KSO_WM_DIAGRAM_VIRTUALLY_FRAME" val="{&quot;height&quot;:412.5,&quot;left&quot;:113.49811023622044,&quot;top&quot;:84.5,&quot;width&quot;:721.6085826771654}"/>
</p:tagLst>
</file>

<file path=ppt/tags/tag147.xml><?xml version="1.0" encoding="utf-8"?>
<p:tagLst xmlns:p="http://schemas.openxmlformats.org/presentationml/2006/main">
  <p:tag name="KSO_WM_DIAGRAM_VIRTUALLY_FRAME" val="{&quot;height&quot;:412.5,&quot;left&quot;:113.49811023622044,&quot;top&quot;:84.5,&quot;width&quot;:721.6085826771654}"/>
</p:tagLst>
</file>

<file path=ppt/tags/tag148.xml><?xml version="1.0" encoding="utf-8"?>
<p:tagLst xmlns:p="http://schemas.openxmlformats.org/presentationml/2006/main">
  <p:tag name="KSO_WM_DIAGRAM_VIRTUALLY_FRAME" val="{&quot;height&quot;:412.5,&quot;left&quot;:113.49811023622044,&quot;top&quot;:84.5,&quot;width&quot;:721.6085826771654}"/>
</p:tagLst>
</file>

<file path=ppt/tags/tag149.xml><?xml version="1.0" encoding="utf-8"?>
<p:tagLst xmlns:p="http://schemas.openxmlformats.org/presentationml/2006/main">
  <p:tag name="KSO_WM_DIAGRAM_VIRTUALLY_FRAME" val="{&quot;height&quot;:412.5,&quot;left&quot;:113.49811023622044,&quot;top&quot;:84.5,&quot;width&quot;:721.6085826771654}"/>
</p:tagLst>
</file>

<file path=ppt/tags/tag150.xml><?xml version="1.0" encoding="utf-8"?>
<p:tagLst xmlns:p="http://schemas.openxmlformats.org/presentationml/2006/main">
  <p:tag name="KSO_WM_DIAGRAM_VIRTUALLY_FRAME" val="{&quot;height&quot;:412.5,&quot;left&quot;:113.49811023622044,&quot;top&quot;:84.5,&quot;width&quot;:721.6085826771654}"/>
</p:tagLst>
</file>

<file path=ppt/tags/tag151.xml><?xml version="1.0" encoding="utf-8"?>
<p:tagLst xmlns:p="http://schemas.openxmlformats.org/presentationml/2006/main">
  <p:tag name="KSO_WM_DIAGRAM_VIRTUALLY_FRAME" val="{&quot;height&quot;:412.5,&quot;left&quot;:113.49811023622044,&quot;top&quot;:84.5,&quot;width&quot;:721.6085826771654}"/>
</p:tagLst>
</file>

<file path=ppt/tags/tag152.xml><?xml version="1.0" encoding="utf-8"?>
<p:tagLst xmlns:p="http://schemas.openxmlformats.org/presentationml/2006/main">
  <p:tag name="COMMONDATA" val="eyJoZGlkIjoiODA2NGM4M2Q0MTk3ZmNiZjdiODk3MzMwMTRmZjYwOTIifQ=="/>
  <p:tag name="KSO_WPP_MARK_KEY" val="b774c17c-b643-4ff6-9cab-780ba1947bad"/>
  <p:tag name="commondata" val="eyJoZGlkIjoiNzg0NDE3YzllNzczMGY3MTQ1OTYyNGM3NDBkNmM5NTcifQ=="/>
</p:tagLst>
</file>

<file path=ppt/theme/theme1.xml><?xml version="1.0" encoding="utf-8"?>
<a:theme xmlns:a="http://schemas.openxmlformats.org/drawingml/2006/main" name="Office 主题​​">
  <a:themeElements>
    <a:clrScheme name="自定义 161">
      <a:dk1>
        <a:sysClr val="windowText" lastClr="000000"/>
      </a:dk1>
      <a:lt1>
        <a:sysClr val="window" lastClr="FFFFFF"/>
      </a:lt1>
      <a:dk2>
        <a:srgbClr val="44546A"/>
      </a:dk2>
      <a:lt2>
        <a:srgbClr val="E7E6E6"/>
      </a:lt2>
      <a:accent1>
        <a:srgbClr val="001F5E"/>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8">
      <a:majorFont>
        <a:latin typeface="思源黑体 CN Medium"/>
        <a:ea typeface="思源黑体 CN Medium"/>
        <a:cs typeface=""/>
      </a:majorFont>
      <a:minorFont>
        <a:latin typeface="思源黑体 CN Medium"/>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8302</Words>
  <Application>WPS 演示</Application>
  <PresentationFormat>宽屏</PresentationFormat>
  <Paragraphs>785</Paragraphs>
  <Slides>46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46</vt:i4>
      </vt:variant>
    </vt:vector>
  </HeadingPairs>
  <TitlesOfParts>
    <vt:vector size="60" baseType="lpstr">
      <vt:lpstr>Arial</vt:lpstr>
      <vt:lpstr>宋体</vt:lpstr>
      <vt:lpstr>Wingdings</vt:lpstr>
      <vt:lpstr>微软雅黑</vt:lpstr>
      <vt:lpstr>思源黑体 CN Medium</vt:lpstr>
      <vt:lpstr>黑体</vt:lpstr>
      <vt:lpstr>Arial Unicode MS</vt:lpstr>
      <vt:lpstr>Calibri</vt:lpstr>
      <vt:lpstr>思源黑体 Bold</vt:lpstr>
      <vt:lpstr>思源黑体 CN Bold</vt:lpstr>
      <vt:lpstr>思源黑体 CN Light</vt:lpstr>
      <vt:lpstr>OPPOSans B</vt:lpstr>
      <vt:lpstr>OPPOSans R</vt:lpstr>
      <vt:lpstr>Office 主题​​</vt:lpstr>
      <vt:lpstr>PowerPoint 演示文稿</vt:lpstr>
      <vt:lpstr>PowerPoint 演示文稿</vt:lpstr>
      <vt:lpstr>PowerPoint 演示文稿</vt:lpstr>
      <vt:lpstr>项目整体范围计划——3个迭代，每迭代2天</vt:lpstr>
      <vt:lpstr>PowerPoint 演示文稿</vt:lpstr>
      <vt:lpstr>Sprint1 用户故事</vt:lpstr>
      <vt:lpstr>PowerPoint 演示文稿</vt:lpstr>
      <vt:lpstr>Sprint1 任务分解</vt:lpstr>
      <vt:lpstr>PowerPoint 演示文稿</vt:lpstr>
      <vt:lpstr>Sprint1 任务分配</vt:lpstr>
      <vt:lpstr>PowerPoint 演示文稿</vt:lpstr>
      <vt:lpstr>项目目标 </vt:lpstr>
      <vt:lpstr>项目章程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翰星 昔</dc:creator>
  <cp:lastModifiedBy>梁景毓</cp:lastModifiedBy>
  <cp:revision>10</cp:revision>
  <dcterms:created xsi:type="dcterms:W3CDTF">2024-03-24T13:51:00Z</dcterms:created>
  <dcterms:modified xsi:type="dcterms:W3CDTF">2025-10-12T13:33:04Z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3F1EE41C6D124767BBAC03219AC6105D_11</vt:lpwstr>
  </property>
  <property fmtid="{D5CDD505-2E9C-101B-9397-08002B2CF9AE}" pid="3" name="KSOProductBuildVer">
    <vt:lpwstr>2052-12.1.0.20305</vt:lpwstr>
  </property>
  <property fmtid="{D5CDD505-2E9C-101B-9397-08002B2CF9AE}" pid="4" name="KSOTemplateUUID">
    <vt:lpwstr>v1.0_mb_/hAZ87j1SN0moL58ZmtD3A==</vt:lpwstr>
  </property>
</Properties>
</file>