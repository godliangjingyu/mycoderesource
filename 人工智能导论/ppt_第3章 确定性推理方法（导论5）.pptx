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3" r:id="rId3"/>
    <p:sldMasterId id="2147483678" r:id="rId4"/>
    <p:sldMasterId id="2147483693" r:id="rId5"/>
    <p:sldMasterId id="2147483708" r:id="rId6"/>
    <p:sldMasterId id="2147483723" r:id="rId7"/>
    <p:sldMasterId id="2147483738" r:id="rId8"/>
    <p:sldMasterId id="2147483753" r:id="rId9"/>
    <p:sldMasterId id="2147483768" r:id="rId10"/>
    <p:sldMasterId id="2147483783" r:id="rId11"/>
    <p:sldMasterId id="2147483798" r:id="rId12"/>
    <p:sldMasterId id="2147483813" r:id="rId13"/>
    <p:sldMasterId id="2147483828" r:id="rId14"/>
    <p:sldMasterId id="2147483843" r:id="rId15"/>
    <p:sldMasterId id="2147483858" r:id="rId16"/>
    <p:sldMasterId id="2147483873" r:id="rId17"/>
    <p:sldMasterId id="2147483888" r:id="rId18"/>
    <p:sldMasterId id="2147483903" r:id="rId19"/>
    <p:sldMasterId id="2147483918" r:id="rId20"/>
    <p:sldMasterId id="2147483933" r:id="rId21"/>
  </p:sldMasterIdLst>
  <p:notesMasterIdLst>
    <p:notesMasterId r:id="rId23"/>
  </p:notesMasterIdLst>
  <p:handoutMasterIdLst>
    <p:handoutMasterId r:id="rId112"/>
  </p:handoutMasterIdLst>
  <p:sldIdLst>
    <p:sldId id="322" r:id="rId22"/>
    <p:sldId id="376" r:id="rId24"/>
    <p:sldId id="349" r:id="rId25"/>
    <p:sldId id="350" r:id="rId26"/>
    <p:sldId id="351" r:id="rId27"/>
    <p:sldId id="292" r:id="rId28"/>
    <p:sldId id="352" r:id="rId29"/>
    <p:sldId id="330" r:id="rId30"/>
    <p:sldId id="260" r:id="rId31"/>
    <p:sldId id="377" r:id="rId32"/>
    <p:sldId id="353" r:id="rId33"/>
    <p:sldId id="375" r:id="rId34"/>
    <p:sldId id="261" r:id="rId35"/>
    <p:sldId id="263" r:id="rId36"/>
    <p:sldId id="265" r:id="rId37"/>
    <p:sldId id="344" r:id="rId38"/>
    <p:sldId id="355" r:id="rId39"/>
    <p:sldId id="266" r:id="rId40"/>
    <p:sldId id="345" r:id="rId41"/>
    <p:sldId id="356" r:id="rId42"/>
    <p:sldId id="267" r:id="rId43"/>
    <p:sldId id="346" r:id="rId44"/>
    <p:sldId id="358" r:id="rId45"/>
    <p:sldId id="296" r:id="rId46"/>
    <p:sldId id="347" r:id="rId47"/>
    <p:sldId id="348" r:id="rId48"/>
    <p:sldId id="268" r:id="rId49"/>
    <p:sldId id="359" r:id="rId50"/>
    <p:sldId id="270" r:id="rId51"/>
    <p:sldId id="299" r:id="rId52"/>
    <p:sldId id="306" r:id="rId53"/>
    <p:sldId id="271" r:id="rId54"/>
    <p:sldId id="300" r:id="rId55"/>
    <p:sldId id="301" r:id="rId56"/>
    <p:sldId id="303" r:id="rId57"/>
    <p:sldId id="302" r:id="rId58"/>
    <p:sldId id="304" r:id="rId59"/>
    <p:sldId id="339" r:id="rId60"/>
    <p:sldId id="364" r:id="rId61"/>
    <p:sldId id="374" r:id="rId62"/>
    <p:sldId id="319" r:id="rId63"/>
    <p:sldId id="378" r:id="rId64"/>
    <p:sldId id="379" r:id="rId65"/>
    <p:sldId id="380" r:id="rId66"/>
    <p:sldId id="381" r:id="rId67"/>
    <p:sldId id="382" r:id="rId68"/>
    <p:sldId id="383" r:id="rId69"/>
    <p:sldId id="384" r:id="rId70"/>
    <p:sldId id="385" r:id="rId71"/>
    <p:sldId id="386" r:id="rId72"/>
    <p:sldId id="387" r:id="rId73"/>
    <p:sldId id="388" r:id="rId74"/>
    <p:sldId id="389" r:id="rId75"/>
    <p:sldId id="390" r:id="rId76"/>
    <p:sldId id="273" r:id="rId77"/>
    <p:sldId id="274" r:id="rId78"/>
    <p:sldId id="320" r:id="rId79"/>
    <p:sldId id="324" r:id="rId80"/>
    <p:sldId id="325" r:id="rId81"/>
    <p:sldId id="326" r:id="rId82"/>
    <p:sldId id="327" r:id="rId83"/>
    <p:sldId id="341" r:id="rId84"/>
    <p:sldId id="278" r:id="rId85"/>
    <p:sldId id="363" r:id="rId86"/>
    <p:sldId id="315" r:id="rId87"/>
    <p:sldId id="279" r:id="rId88"/>
    <p:sldId id="316" r:id="rId89"/>
    <p:sldId id="373" r:id="rId90"/>
    <p:sldId id="372" r:id="rId91"/>
    <p:sldId id="342" r:id="rId92"/>
    <p:sldId id="283" r:id="rId93"/>
    <p:sldId id="391" r:id="rId94"/>
    <p:sldId id="284" r:id="rId95"/>
    <p:sldId id="313" r:id="rId96"/>
    <p:sldId id="314" r:id="rId97"/>
    <p:sldId id="328" r:id="rId98"/>
    <p:sldId id="329" r:id="rId99"/>
    <p:sldId id="343" r:id="rId100"/>
    <p:sldId id="285" r:id="rId101"/>
    <p:sldId id="392" r:id="rId102"/>
    <p:sldId id="286" r:id="rId103"/>
    <p:sldId id="287" r:id="rId104"/>
    <p:sldId id="312" r:id="rId105"/>
    <p:sldId id="288" r:id="rId106"/>
    <p:sldId id="393" r:id="rId107"/>
    <p:sldId id="394" r:id="rId108"/>
    <p:sldId id="395" r:id="rId109"/>
    <p:sldId id="396" r:id="rId110"/>
    <p:sldId id="321" r:id="rId111"/>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90" userDrawn="1">
          <p15:clr>
            <a:srgbClr val="A4A3A4"/>
          </p15:clr>
        </p15:guide>
        <p15:guide id="2" pos="29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132"/>
    <p:restoredTop sz="92939"/>
  </p:normalViewPr>
  <p:slideViewPr>
    <p:cSldViewPr showGuides="1">
      <p:cViewPr varScale="1">
        <p:scale>
          <a:sx n="85" d="100"/>
          <a:sy n="85" d="100"/>
        </p:scale>
        <p:origin x="1344" y="68"/>
      </p:cViewPr>
      <p:guideLst>
        <p:guide orient="horz" pos="2190"/>
        <p:guide pos="2912"/>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77.xml"/><Relationship Id="rId98" Type="http://schemas.openxmlformats.org/officeDocument/2006/relationships/slide" Target="slides/slide76.xml"/><Relationship Id="rId97" Type="http://schemas.openxmlformats.org/officeDocument/2006/relationships/slide" Target="slides/slide75.xml"/><Relationship Id="rId96" Type="http://schemas.openxmlformats.org/officeDocument/2006/relationships/slide" Target="slides/slide74.xml"/><Relationship Id="rId95" Type="http://schemas.openxmlformats.org/officeDocument/2006/relationships/slide" Target="slides/slide73.xml"/><Relationship Id="rId94" Type="http://schemas.openxmlformats.org/officeDocument/2006/relationships/slide" Target="slides/slide72.xml"/><Relationship Id="rId93" Type="http://schemas.openxmlformats.org/officeDocument/2006/relationships/slide" Target="slides/slide71.xml"/><Relationship Id="rId92" Type="http://schemas.openxmlformats.org/officeDocument/2006/relationships/slide" Target="slides/slide70.xml"/><Relationship Id="rId91" Type="http://schemas.openxmlformats.org/officeDocument/2006/relationships/slide" Target="slides/slide69.xml"/><Relationship Id="rId90" Type="http://schemas.openxmlformats.org/officeDocument/2006/relationships/slide" Target="slides/slide68.xml"/><Relationship Id="rId9" Type="http://schemas.openxmlformats.org/officeDocument/2006/relationships/slideMaster" Target="slideMasters/slideMaster8.xml"/><Relationship Id="rId89" Type="http://schemas.openxmlformats.org/officeDocument/2006/relationships/slide" Target="slides/slide67.xml"/><Relationship Id="rId88" Type="http://schemas.openxmlformats.org/officeDocument/2006/relationships/slide" Target="slides/slide66.xml"/><Relationship Id="rId87" Type="http://schemas.openxmlformats.org/officeDocument/2006/relationships/slide" Target="slides/slide65.xml"/><Relationship Id="rId86" Type="http://schemas.openxmlformats.org/officeDocument/2006/relationships/slide" Target="slides/slide64.xml"/><Relationship Id="rId85" Type="http://schemas.openxmlformats.org/officeDocument/2006/relationships/slide" Target="slides/slide63.xml"/><Relationship Id="rId84" Type="http://schemas.openxmlformats.org/officeDocument/2006/relationships/slide" Target="slides/slide62.xml"/><Relationship Id="rId83" Type="http://schemas.openxmlformats.org/officeDocument/2006/relationships/slide" Target="slides/slide61.xml"/><Relationship Id="rId82" Type="http://schemas.openxmlformats.org/officeDocument/2006/relationships/slide" Target="slides/slide60.xml"/><Relationship Id="rId81" Type="http://schemas.openxmlformats.org/officeDocument/2006/relationships/slide" Target="slides/slide59.xml"/><Relationship Id="rId80" Type="http://schemas.openxmlformats.org/officeDocument/2006/relationships/slide" Target="slides/slide58.xml"/><Relationship Id="rId8" Type="http://schemas.openxmlformats.org/officeDocument/2006/relationships/slideMaster" Target="slideMasters/slideMaster7.xml"/><Relationship Id="rId79" Type="http://schemas.openxmlformats.org/officeDocument/2006/relationships/slide" Target="slides/slide57.xml"/><Relationship Id="rId78" Type="http://schemas.openxmlformats.org/officeDocument/2006/relationships/slide" Target="slides/slide56.xml"/><Relationship Id="rId77" Type="http://schemas.openxmlformats.org/officeDocument/2006/relationships/slide" Target="slides/slide55.xml"/><Relationship Id="rId76" Type="http://schemas.openxmlformats.org/officeDocument/2006/relationships/slide" Target="slides/slide54.xml"/><Relationship Id="rId75" Type="http://schemas.openxmlformats.org/officeDocument/2006/relationships/slide" Target="slides/slide53.xml"/><Relationship Id="rId74" Type="http://schemas.openxmlformats.org/officeDocument/2006/relationships/slide" Target="slides/slide52.xml"/><Relationship Id="rId73" Type="http://schemas.openxmlformats.org/officeDocument/2006/relationships/slide" Target="slides/slide51.xml"/><Relationship Id="rId72" Type="http://schemas.openxmlformats.org/officeDocument/2006/relationships/slide" Target="slides/slide50.xml"/><Relationship Id="rId71" Type="http://schemas.openxmlformats.org/officeDocument/2006/relationships/slide" Target="slides/slide49.xml"/><Relationship Id="rId70" Type="http://schemas.openxmlformats.org/officeDocument/2006/relationships/slide" Target="slides/slide48.xml"/><Relationship Id="rId7" Type="http://schemas.openxmlformats.org/officeDocument/2006/relationships/slideMaster" Target="slideMasters/slideMaster6.xml"/><Relationship Id="rId69" Type="http://schemas.openxmlformats.org/officeDocument/2006/relationships/slide" Target="slides/slide47.xml"/><Relationship Id="rId68" Type="http://schemas.openxmlformats.org/officeDocument/2006/relationships/slide" Target="slides/slide46.xml"/><Relationship Id="rId67" Type="http://schemas.openxmlformats.org/officeDocument/2006/relationships/slide" Target="slides/slide45.xml"/><Relationship Id="rId66" Type="http://schemas.openxmlformats.org/officeDocument/2006/relationships/slide" Target="slides/slide44.xml"/><Relationship Id="rId65" Type="http://schemas.openxmlformats.org/officeDocument/2006/relationships/slide" Target="slides/slide43.xml"/><Relationship Id="rId64" Type="http://schemas.openxmlformats.org/officeDocument/2006/relationships/slide" Target="slides/slide42.xml"/><Relationship Id="rId63" Type="http://schemas.openxmlformats.org/officeDocument/2006/relationships/slide" Target="slides/slide41.xml"/><Relationship Id="rId62" Type="http://schemas.openxmlformats.org/officeDocument/2006/relationships/slide" Target="slides/slide40.xml"/><Relationship Id="rId61" Type="http://schemas.openxmlformats.org/officeDocument/2006/relationships/slide" Target="slides/slide39.xml"/><Relationship Id="rId60" Type="http://schemas.openxmlformats.org/officeDocument/2006/relationships/slide" Target="slides/slide38.xml"/><Relationship Id="rId6" Type="http://schemas.openxmlformats.org/officeDocument/2006/relationships/slideMaster" Target="slideMasters/slideMaster5.xml"/><Relationship Id="rId59" Type="http://schemas.openxmlformats.org/officeDocument/2006/relationships/slide" Target="slides/slide37.xml"/><Relationship Id="rId58" Type="http://schemas.openxmlformats.org/officeDocument/2006/relationships/slide" Target="slides/slide36.xml"/><Relationship Id="rId57" Type="http://schemas.openxmlformats.org/officeDocument/2006/relationships/slide" Target="slides/slide35.xml"/><Relationship Id="rId56" Type="http://schemas.openxmlformats.org/officeDocument/2006/relationships/slide" Target="slides/slide34.xml"/><Relationship Id="rId55" Type="http://schemas.openxmlformats.org/officeDocument/2006/relationships/slide" Target="slides/slide33.xml"/><Relationship Id="rId54" Type="http://schemas.openxmlformats.org/officeDocument/2006/relationships/slide" Target="slides/slide32.xml"/><Relationship Id="rId53" Type="http://schemas.openxmlformats.org/officeDocument/2006/relationships/slide" Target="slides/slide31.xml"/><Relationship Id="rId52" Type="http://schemas.openxmlformats.org/officeDocument/2006/relationships/slide" Target="slides/slide30.xml"/><Relationship Id="rId51" Type="http://schemas.openxmlformats.org/officeDocument/2006/relationships/slide" Target="slides/slide29.xml"/><Relationship Id="rId50" Type="http://schemas.openxmlformats.org/officeDocument/2006/relationships/slide" Target="slides/slide28.xml"/><Relationship Id="rId5" Type="http://schemas.openxmlformats.org/officeDocument/2006/relationships/slideMaster" Target="slideMasters/slideMaster4.xml"/><Relationship Id="rId49" Type="http://schemas.openxmlformats.org/officeDocument/2006/relationships/slide" Target="slides/slide27.xml"/><Relationship Id="rId48" Type="http://schemas.openxmlformats.org/officeDocument/2006/relationships/slide" Target="slides/slide26.xml"/><Relationship Id="rId47" Type="http://schemas.openxmlformats.org/officeDocument/2006/relationships/slide" Target="slides/slide25.xml"/><Relationship Id="rId46" Type="http://schemas.openxmlformats.org/officeDocument/2006/relationships/slide" Target="slides/slide24.xml"/><Relationship Id="rId45" Type="http://schemas.openxmlformats.org/officeDocument/2006/relationships/slide" Target="slides/slide23.xml"/><Relationship Id="rId44" Type="http://schemas.openxmlformats.org/officeDocument/2006/relationships/slide" Target="slides/slide22.xml"/><Relationship Id="rId43" Type="http://schemas.openxmlformats.org/officeDocument/2006/relationships/slide" Target="slides/slide21.xml"/><Relationship Id="rId42" Type="http://schemas.openxmlformats.org/officeDocument/2006/relationships/slide" Target="slides/slide20.xml"/><Relationship Id="rId41" Type="http://schemas.openxmlformats.org/officeDocument/2006/relationships/slide" Target="slides/slide19.xml"/><Relationship Id="rId40" Type="http://schemas.openxmlformats.org/officeDocument/2006/relationships/slide" Target="slides/slide18.xml"/><Relationship Id="rId4" Type="http://schemas.openxmlformats.org/officeDocument/2006/relationships/slideMaster" Target="slideMasters/slideMaster3.xml"/><Relationship Id="rId39" Type="http://schemas.openxmlformats.org/officeDocument/2006/relationships/slide" Target="slides/slide17.xml"/><Relationship Id="rId38" Type="http://schemas.openxmlformats.org/officeDocument/2006/relationships/slide" Target="slides/slide16.xml"/><Relationship Id="rId37" Type="http://schemas.openxmlformats.org/officeDocument/2006/relationships/slide" Target="slides/slide15.xml"/><Relationship Id="rId36" Type="http://schemas.openxmlformats.org/officeDocument/2006/relationships/slide" Target="slides/slide14.xml"/><Relationship Id="rId35" Type="http://schemas.openxmlformats.org/officeDocument/2006/relationships/slide" Target="slides/slide13.xml"/><Relationship Id="rId34" Type="http://schemas.openxmlformats.org/officeDocument/2006/relationships/slide" Target="slides/slide12.xml"/><Relationship Id="rId33" Type="http://schemas.openxmlformats.org/officeDocument/2006/relationships/slide" Target="slides/slide11.xml"/><Relationship Id="rId32" Type="http://schemas.openxmlformats.org/officeDocument/2006/relationships/slide" Target="slides/slide10.xml"/><Relationship Id="rId31" Type="http://schemas.openxmlformats.org/officeDocument/2006/relationships/slide" Target="slides/slide9.xml"/><Relationship Id="rId30" Type="http://schemas.openxmlformats.org/officeDocument/2006/relationships/slide" Target="slides/slide8.xml"/><Relationship Id="rId3" Type="http://schemas.openxmlformats.org/officeDocument/2006/relationships/slideMaster" Target="slideMasters/slideMaster2.xml"/><Relationship Id="rId29" Type="http://schemas.openxmlformats.org/officeDocument/2006/relationships/slide" Target="slides/slide7.xml"/><Relationship Id="rId28" Type="http://schemas.openxmlformats.org/officeDocument/2006/relationships/slide" Target="slides/slide6.xml"/><Relationship Id="rId27" Type="http://schemas.openxmlformats.org/officeDocument/2006/relationships/slide" Target="slides/slide5.xml"/><Relationship Id="rId26" Type="http://schemas.openxmlformats.org/officeDocument/2006/relationships/slide" Target="slides/slide4.xml"/><Relationship Id="rId25" Type="http://schemas.openxmlformats.org/officeDocument/2006/relationships/slide" Target="slides/slide3.xml"/><Relationship Id="rId24" Type="http://schemas.openxmlformats.org/officeDocument/2006/relationships/slide" Target="slides/slide2.xml"/><Relationship Id="rId23" Type="http://schemas.openxmlformats.org/officeDocument/2006/relationships/notesMaster" Target="notesMasters/notesMaster1.xml"/><Relationship Id="rId22" Type="http://schemas.openxmlformats.org/officeDocument/2006/relationships/slide" Target="slides/slide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5" Type="http://schemas.openxmlformats.org/officeDocument/2006/relationships/tableStyles" Target="tableStyles.xml"/><Relationship Id="rId114" Type="http://schemas.openxmlformats.org/officeDocument/2006/relationships/viewProps" Target="viewProps.xml"/><Relationship Id="rId113" Type="http://schemas.openxmlformats.org/officeDocument/2006/relationships/presProps" Target="presProps.xml"/><Relationship Id="rId112" Type="http://schemas.openxmlformats.org/officeDocument/2006/relationships/handoutMaster" Target="handoutMasters/handoutMaster1.xml"/><Relationship Id="rId111" Type="http://schemas.openxmlformats.org/officeDocument/2006/relationships/slide" Target="slides/slide89.xml"/><Relationship Id="rId110" Type="http://schemas.openxmlformats.org/officeDocument/2006/relationships/slide" Target="slides/slide88.xml"/><Relationship Id="rId11" Type="http://schemas.openxmlformats.org/officeDocument/2006/relationships/slideMaster" Target="slideMasters/slideMaster10.xml"/><Relationship Id="rId109" Type="http://schemas.openxmlformats.org/officeDocument/2006/relationships/slide" Target="slides/slide87.xml"/><Relationship Id="rId108" Type="http://schemas.openxmlformats.org/officeDocument/2006/relationships/slide" Target="slides/slide86.xml"/><Relationship Id="rId107" Type="http://schemas.openxmlformats.org/officeDocument/2006/relationships/slide" Target="slides/slide85.xml"/><Relationship Id="rId106" Type="http://schemas.openxmlformats.org/officeDocument/2006/relationships/slide" Target="slides/slide84.xml"/><Relationship Id="rId105" Type="http://schemas.openxmlformats.org/officeDocument/2006/relationships/slide" Target="slides/slide83.xml"/><Relationship Id="rId104" Type="http://schemas.openxmlformats.org/officeDocument/2006/relationships/slide" Target="slides/slide82.xml"/><Relationship Id="rId103" Type="http://schemas.openxmlformats.org/officeDocument/2006/relationships/slide" Target="slides/slide81.xml"/><Relationship Id="rId102" Type="http://schemas.openxmlformats.org/officeDocument/2006/relationships/slide" Target="slides/slide80.xml"/><Relationship Id="rId101" Type="http://schemas.openxmlformats.org/officeDocument/2006/relationships/slide" Target="slides/slide79.xml"/><Relationship Id="rId100" Type="http://schemas.openxmlformats.org/officeDocument/2006/relationships/slide" Target="slides/slide78.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9.vml.rels><?xml version="1.0" encoding="UTF-8" standalone="yes"?>
<Relationships xmlns="http://schemas.openxmlformats.org/package/2006/relationships"><Relationship Id="rId7" Type="http://schemas.openxmlformats.org/officeDocument/2006/relationships/image" Target="../media/image30.wmf"/><Relationship Id="rId6" Type="http://schemas.openxmlformats.org/officeDocument/2006/relationships/image" Target="../media/image29.wmf"/><Relationship Id="rId5" Type="http://schemas.openxmlformats.org/officeDocument/2006/relationships/image" Target="../media/image28.wmf"/><Relationship Id="rId4" Type="http://schemas.openxmlformats.org/officeDocument/2006/relationships/image" Target="../media/image27.wmf"/><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4.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image" Target="../media/image34.emf"/></Relationships>
</file>

<file path=ppt/drawings/_rels/vmlDrawing13.vml.rels><?xml version="1.0" encoding="UTF-8" standalone="yes"?>
<Relationships xmlns="http://schemas.openxmlformats.org/package/2006/relationships"><Relationship Id="rId9" Type="http://schemas.openxmlformats.org/officeDocument/2006/relationships/image" Target="../media/image35.emf"/><Relationship Id="rId8" Type="http://schemas.openxmlformats.org/officeDocument/2006/relationships/image" Target="../media/image34.emf"/><Relationship Id="rId7" Type="http://schemas.openxmlformats.org/officeDocument/2006/relationships/image" Target="../media/image42.emf"/><Relationship Id="rId6" Type="http://schemas.openxmlformats.org/officeDocument/2006/relationships/image" Target="../media/image41.wmf"/><Relationship Id="rId5" Type="http://schemas.openxmlformats.org/officeDocument/2006/relationships/image" Target="../media/image40.wmf"/><Relationship Id="rId4" Type="http://schemas.openxmlformats.org/officeDocument/2006/relationships/image" Target="../media/image39.wmf"/><Relationship Id="rId3" Type="http://schemas.openxmlformats.org/officeDocument/2006/relationships/image" Target="../media/image38.wmf"/><Relationship Id="rId2" Type="http://schemas.openxmlformats.org/officeDocument/2006/relationships/image" Target="../media/image37.wmf"/><Relationship Id="rId14" Type="http://schemas.openxmlformats.org/officeDocument/2006/relationships/image" Target="../media/image47.wmf"/><Relationship Id="rId13" Type="http://schemas.openxmlformats.org/officeDocument/2006/relationships/image" Target="../media/image46.wmf"/><Relationship Id="rId12" Type="http://schemas.openxmlformats.org/officeDocument/2006/relationships/image" Target="../media/image45.wmf"/><Relationship Id="rId11" Type="http://schemas.openxmlformats.org/officeDocument/2006/relationships/image" Target="../media/image44.wmf"/><Relationship Id="rId10" Type="http://schemas.openxmlformats.org/officeDocument/2006/relationships/image" Target="../media/image43.wmf"/><Relationship Id="rId1" Type="http://schemas.openxmlformats.org/officeDocument/2006/relationships/image" Target="../media/image36.wmf"/></Relationships>
</file>

<file path=ppt/drawings/_rels/vmlDrawing14.vml.rels><?xml version="1.0" encoding="UTF-8" standalone="yes"?>
<Relationships xmlns="http://schemas.openxmlformats.org/package/2006/relationships"><Relationship Id="rId5" Type="http://schemas.openxmlformats.org/officeDocument/2006/relationships/image" Target="../media/image47.wmf"/><Relationship Id="rId4" Type="http://schemas.openxmlformats.org/officeDocument/2006/relationships/image" Target="../media/image51.wmf"/><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s>
</file>

<file path=ppt/drawings/_rels/vmlDrawing15.vml.rels><?xml version="1.0" encoding="UTF-8" standalone="yes"?>
<Relationships xmlns="http://schemas.openxmlformats.org/package/2006/relationships"><Relationship Id="rId7" Type="http://schemas.openxmlformats.org/officeDocument/2006/relationships/image" Target="../media/image58.wmf"/><Relationship Id="rId6" Type="http://schemas.openxmlformats.org/officeDocument/2006/relationships/image" Target="../media/image57.wmf"/><Relationship Id="rId5" Type="http://schemas.openxmlformats.org/officeDocument/2006/relationships/image" Target="../media/image56.wmf"/><Relationship Id="rId4" Type="http://schemas.openxmlformats.org/officeDocument/2006/relationships/image" Target="../media/image55.wmf"/><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s>
</file>

<file path=ppt/drawings/_rels/vmlDrawing16.vml.rels><?xml version="1.0" encoding="UTF-8" standalone="yes"?>
<Relationships xmlns="http://schemas.openxmlformats.org/package/2006/relationships"><Relationship Id="rId5" Type="http://schemas.openxmlformats.org/officeDocument/2006/relationships/image" Target="../media/image63.wmf"/><Relationship Id="rId4" Type="http://schemas.openxmlformats.org/officeDocument/2006/relationships/image" Target="../media/image62.wmf"/><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59.wmf"/></Relationships>
</file>

<file path=ppt/drawings/_rels/vmlDrawing17.vml.rels><?xml version="1.0" encoding="UTF-8" standalone="yes"?>
<Relationships xmlns="http://schemas.openxmlformats.org/package/2006/relationships"><Relationship Id="rId9" Type="http://schemas.openxmlformats.org/officeDocument/2006/relationships/image" Target="../media/image72.wmf"/><Relationship Id="rId8" Type="http://schemas.openxmlformats.org/officeDocument/2006/relationships/image" Target="../media/image71.wmf"/><Relationship Id="rId7" Type="http://schemas.openxmlformats.org/officeDocument/2006/relationships/image" Target="../media/image70.wmf"/><Relationship Id="rId6" Type="http://schemas.openxmlformats.org/officeDocument/2006/relationships/image" Target="../media/image69.wmf"/><Relationship Id="rId5" Type="http://schemas.openxmlformats.org/officeDocument/2006/relationships/image" Target="../media/image68.wmf"/><Relationship Id="rId4" Type="http://schemas.openxmlformats.org/officeDocument/2006/relationships/image" Target="../media/image67.wmf"/><Relationship Id="rId3" Type="http://schemas.openxmlformats.org/officeDocument/2006/relationships/image" Target="../media/image66.wmf"/><Relationship Id="rId2" Type="http://schemas.openxmlformats.org/officeDocument/2006/relationships/image" Target="../media/image65.wmf"/><Relationship Id="rId10" Type="http://schemas.openxmlformats.org/officeDocument/2006/relationships/image" Target="../media/image73.wmf"/><Relationship Id="rId1" Type="http://schemas.openxmlformats.org/officeDocument/2006/relationships/image" Target="../media/image64.wmf"/></Relationships>
</file>

<file path=ppt/drawings/_rels/vmlDrawing18.vml.rels><?xml version="1.0" encoding="UTF-8" standalone="yes"?>
<Relationships xmlns="http://schemas.openxmlformats.org/package/2006/relationships"><Relationship Id="rId5" Type="http://schemas.openxmlformats.org/officeDocument/2006/relationships/image" Target="../media/image78.wmf"/><Relationship Id="rId4" Type="http://schemas.openxmlformats.org/officeDocument/2006/relationships/image" Target="../media/image77.wmf"/><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4.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87.wmf"/><Relationship Id="rId7" Type="http://schemas.openxmlformats.org/officeDocument/2006/relationships/image" Target="../media/image86.wmf"/><Relationship Id="rId6" Type="http://schemas.openxmlformats.org/officeDocument/2006/relationships/image" Target="../media/image85.wmf"/><Relationship Id="rId5" Type="http://schemas.openxmlformats.org/officeDocument/2006/relationships/image" Target="../media/image84.wmf"/><Relationship Id="rId4" Type="http://schemas.openxmlformats.org/officeDocument/2006/relationships/image" Target="../media/image83.wmf"/><Relationship Id="rId3" Type="http://schemas.openxmlformats.org/officeDocument/2006/relationships/image" Target="../media/image82.wmf"/><Relationship Id="rId2" Type="http://schemas.openxmlformats.org/officeDocument/2006/relationships/image" Target="../media/image81.wmf"/><Relationship Id="rId1" Type="http://schemas.openxmlformats.org/officeDocument/2006/relationships/image" Target="../media/image80.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90.emf"/><Relationship Id="rId2" Type="http://schemas.openxmlformats.org/officeDocument/2006/relationships/image" Target="../media/image89.emf"/><Relationship Id="rId1" Type="http://schemas.openxmlformats.org/officeDocument/2006/relationships/image" Target="../media/image88.emf"/></Relationships>
</file>

<file path=ppt/drawings/_rels/vmlDrawing21.vml.rels><?xml version="1.0" encoding="UTF-8" standalone="yes"?>
<Relationships xmlns="http://schemas.openxmlformats.org/package/2006/relationships"><Relationship Id="rId9" Type="http://schemas.openxmlformats.org/officeDocument/2006/relationships/image" Target="../media/image99.wmf"/><Relationship Id="rId8" Type="http://schemas.openxmlformats.org/officeDocument/2006/relationships/image" Target="../media/image98.wmf"/><Relationship Id="rId7" Type="http://schemas.openxmlformats.org/officeDocument/2006/relationships/image" Target="../media/image97.wmf"/><Relationship Id="rId6" Type="http://schemas.openxmlformats.org/officeDocument/2006/relationships/image" Target="../media/image96.emf"/><Relationship Id="rId5" Type="http://schemas.openxmlformats.org/officeDocument/2006/relationships/image" Target="../media/image95.wmf"/><Relationship Id="rId4" Type="http://schemas.openxmlformats.org/officeDocument/2006/relationships/image" Target="../media/image94.wmf"/><Relationship Id="rId3" Type="http://schemas.openxmlformats.org/officeDocument/2006/relationships/image" Target="../media/image93.emf"/><Relationship Id="rId2" Type="http://schemas.openxmlformats.org/officeDocument/2006/relationships/image" Target="../media/image92.wmf"/><Relationship Id="rId13" Type="http://schemas.openxmlformats.org/officeDocument/2006/relationships/image" Target="../media/image103.wmf"/><Relationship Id="rId12" Type="http://schemas.openxmlformats.org/officeDocument/2006/relationships/image" Target="../media/image102.wmf"/><Relationship Id="rId11" Type="http://schemas.openxmlformats.org/officeDocument/2006/relationships/image" Target="../media/image101.wmf"/><Relationship Id="rId10" Type="http://schemas.openxmlformats.org/officeDocument/2006/relationships/image" Target="../media/image100.wmf"/><Relationship Id="rId1" Type="http://schemas.openxmlformats.org/officeDocument/2006/relationships/image" Target="../media/image91.wmf"/></Relationships>
</file>

<file path=ppt/drawings/_rels/vmlDrawing22.vml.rels><?xml version="1.0" encoding="UTF-8" standalone="yes"?>
<Relationships xmlns="http://schemas.openxmlformats.org/package/2006/relationships"><Relationship Id="rId9" Type="http://schemas.openxmlformats.org/officeDocument/2006/relationships/image" Target="../media/image112.wmf"/><Relationship Id="rId8" Type="http://schemas.openxmlformats.org/officeDocument/2006/relationships/image" Target="../media/image111.wmf"/><Relationship Id="rId7" Type="http://schemas.openxmlformats.org/officeDocument/2006/relationships/image" Target="../media/image110.wmf"/><Relationship Id="rId6" Type="http://schemas.openxmlformats.org/officeDocument/2006/relationships/image" Target="../media/image109.wmf"/><Relationship Id="rId5" Type="http://schemas.openxmlformats.org/officeDocument/2006/relationships/image" Target="../media/image108.wmf"/><Relationship Id="rId4" Type="http://schemas.openxmlformats.org/officeDocument/2006/relationships/image" Target="../media/image107.wmf"/><Relationship Id="rId3" Type="http://schemas.openxmlformats.org/officeDocument/2006/relationships/image" Target="../media/image106.wmf"/><Relationship Id="rId2" Type="http://schemas.openxmlformats.org/officeDocument/2006/relationships/image" Target="../media/image105.wmf"/><Relationship Id="rId1" Type="http://schemas.openxmlformats.org/officeDocument/2006/relationships/image" Target="../media/image104.wmf"/></Relationships>
</file>

<file path=ppt/drawings/_rels/vmlDrawing23.vml.rels><?xml version="1.0" encoding="UTF-8" standalone="yes"?>
<Relationships xmlns="http://schemas.openxmlformats.org/package/2006/relationships"><Relationship Id="rId7" Type="http://schemas.openxmlformats.org/officeDocument/2006/relationships/image" Target="../media/image119.wmf"/><Relationship Id="rId6" Type="http://schemas.openxmlformats.org/officeDocument/2006/relationships/image" Target="../media/image118.wmf"/><Relationship Id="rId5" Type="http://schemas.openxmlformats.org/officeDocument/2006/relationships/image" Target="../media/image117.wmf"/><Relationship Id="rId4" Type="http://schemas.openxmlformats.org/officeDocument/2006/relationships/image" Target="../media/image116.wmf"/><Relationship Id="rId3" Type="http://schemas.openxmlformats.org/officeDocument/2006/relationships/image" Target="../media/image115.wmf"/><Relationship Id="rId2" Type="http://schemas.openxmlformats.org/officeDocument/2006/relationships/image" Target="../media/image114.wmf"/><Relationship Id="rId1" Type="http://schemas.openxmlformats.org/officeDocument/2006/relationships/image" Target="../media/image113.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20.wmf"/></Relationships>
</file>

<file path=ppt/drawings/_rels/vmlDrawing25.vml.rels><?xml version="1.0" encoding="UTF-8" standalone="yes"?>
<Relationships xmlns="http://schemas.openxmlformats.org/package/2006/relationships"><Relationship Id="rId7" Type="http://schemas.openxmlformats.org/officeDocument/2006/relationships/image" Target="../media/image128.emf"/><Relationship Id="rId6" Type="http://schemas.openxmlformats.org/officeDocument/2006/relationships/image" Target="../media/image127.emf"/><Relationship Id="rId5" Type="http://schemas.openxmlformats.org/officeDocument/2006/relationships/image" Target="../media/image126.wmf"/><Relationship Id="rId4" Type="http://schemas.openxmlformats.org/officeDocument/2006/relationships/image" Target="../media/image125.emf"/><Relationship Id="rId3" Type="http://schemas.openxmlformats.org/officeDocument/2006/relationships/image" Target="../media/image124.emf"/><Relationship Id="rId2" Type="http://schemas.openxmlformats.org/officeDocument/2006/relationships/image" Target="../media/image123.wmf"/><Relationship Id="rId1" Type="http://schemas.openxmlformats.org/officeDocument/2006/relationships/image" Target="../media/image122.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31.wmf"/><Relationship Id="rId2" Type="http://schemas.openxmlformats.org/officeDocument/2006/relationships/image" Target="../media/image130.wmf"/><Relationship Id="rId1" Type="http://schemas.openxmlformats.org/officeDocument/2006/relationships/image" Target="../media/image129.wmf"/></Relationships>
</file>

<file path=ppt/drawings/_rels/vmlDrawing27.vml.rels><?xml version="1.0" encoding="UTF-8" standalone="yes"?>
<Relationships xmlns="http://schemas.openxmlformats.org/package/2006/relationships"><Relationship Id="rId9" Type="http://schemas.openxmlformats.org/officeDocument/2006/relationships/image" Target="../media/image141.wmf"/><Relationship Id="rId8" Type="http://schemas.openxmlformats.org/officeDocument/2006/relationships/image" Target="../media/image140.wmf"/><Relationship Id="rId7" Type="http://schemas.openxmlformats.org/officeDocument/2006/relationships/image" Target="../media/image139.wmf"/><Relationship Id="rId6" Type="http://schemas.openxmlformats.org/officeDocument/2006/relationships/image" Target="../media/image138.wmf"/><Relationship Id="rId5" Type="http://schemas.openxmlformats.org/officeDocument/2006/relationships/image" Target="../media/image137.wmf"/><Relationship Id="rId4" Type="http://schemas.openxmlformats.org/officeDocument/2006/relationships/image" Target="../media/image136.wmf"/><Relationship Id="rId3" Type="http://schemas.openxmlformats.org/officeDocument/2006/relationships/image" Target="../media/image135.wmf"/><Relationship Id="rId2" Type="http://schemas.openxmlformats.org/officeDocument/2006/relationships/image" Target="../media/image134.wmf"/><Relationship Id="rId11" Type="http://schemas.openxmlformats.org/officeDocument/2006/relationships/image" Target="../media/image143.wmf"/><Relationship Id="rId10" Type="http://schemas.openxmlformats.org/officeDocument/2006/relationships/image" Target="../media/image142.wmf"/><Relationship Id="rId1" Type="http://schemas.openxmlformats.org/officeDocument/2006/relationships/image" Target="../media/image133.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145.emf"/><Relationship Id="rId1" Type="http://schemas.openxmlformats.org/officeDocument/2006/relationships/image" Target="../media/image144.emf"/></Relationships>
</file>

<file path=ppt/drawings/_rels/vmlDrawing29.vml.rels><?xml version="1.0" encoding="UTF-8" standalone="yes"?>
<Relationships xmlns="http://schemas.openxmlformats.org/package/2006/relationships"><Relationship Id="rId6" Type="http://schemas.openxmlformats.org/officeDocument/2006/relationships/image" Target="../media/image151.wmf"/><Relationship Id="rId5" Type="http://schemas.openxmlformats.org/officeDocument/2006/relationships/image" Target="../media/image150.wmf"/><Relationship Id="rId4" Type="http://schemas.openxmlformats.org/officeDocument/2006/relationships/image" Target="../media/image149.wmf"/><Relationship Id="rId3" Type="http://schemas.openxmlformats.org/officeDocument/2006/relationships/image" Target="../media/image148.wmf"/><Relationship Id="rId2" Type="http://schemas.openxmlformats.org/officeDocument/2006/relationships/image" Target="../media/image147.wmf"/><Relationship Id="rId1" Type="http://schemas.openxmlformats.org/officeDocument/2006/relationships/image" Target="../media/image146.w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159.wmf"/><Relationship Id="rId7" Type="http://schemas.openxmlformats.org/officeDocument/2006/relationships/image" Target="../media/image158.wmf"/><Relationship Id="rId6" Type="http://schemas.openxmlformats.org/officeDocument/2006/relationships/image" Target="../media/image157.wmf"/><Relationship Id="rId5" Type="http://schemas.openxmlformats.org/officeDocument/2006/relationships/image" Target="../media/image156.wmf"/><Relationship Id="rId4" Type="http://schemas.openxmlformats.org/officeDocument/2006/relationships/image" Target="../media/image151.wmf"/><Relationship Id="rId3" Type="http://schemas.openxmlformats.org/officeDocument/2006/relationships/image" Target="../media/image155.wmf"/><Relationship Id="rId2" Type="http://schemas.openxmlformats.org/officeDocument/2006/relationships/image" Target="../media/image154.emf"/><Relationship Id="rId1" Type="http://schemas.openxmlformats.org/officeDocument/2006/relationships/image" Target="../media/image153.emf"/></Relationships>
</file>

<file path=ppt/drawings/_rels/vmlDrawing31.vml.rels><?xml version="1.0" encoding="UTF-8" standalone="yes"?>
<Relationships xmlns="http://schemas.openxmlformats.org/package/2006/relationships"><Relationship Id="rId7" Type="http://schemas.openxmlformats.org/officeDocument/2006/relationships/image" Target="../media/image166.wmf"/><Relationship Id="rId6" Type="http://schemas.openxmlformats.org/officeDocument/2006/relationships/image" Target="../media/image165.wmf"/><Relationship Id="rId5" Type="http://schemas.openxmlformats.org/officeDocument/2006/relationships/image" Target="../media/image164.wmf"/><Relationship Id="rId4" Type="http://schemas.openxmlformats.org/officeDocument/2006/relationships/image" Target="../media/image163.emf"/><Relationship Id="rId3" Type="http://schemas.openxmlformats.org/officeDocument/2006/relationships/image" Target="../media/image162.emf"/><Relationship Id="rId2" Type="http://schemas.openxmlformats.org/officeDocument/2006/relationships/image" Target="../media/image161.wmf"/><Relationship Id="rId1" Type="http://schemas.openxmlformats.org/officeDocument/2006/relationships/image" Target="../media/image16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710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lnSpc>
                <a:spcPct val="100000"/>
              </a:lnSpc>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7107"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lnSpc>
                <a:spcPct val="100000"/>
              </a:lnSpc>
              <a:defRPr sz="1200" b="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7109"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7110"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lnSpc>
                <a:spcPct val="100000"/>
              </a:lnSpc>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7111"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en-US" altLang="zh-CN" sz="1200" b="0" dirty="0"/>
            </a:fld>
            <a:endParaRPr lang="en-US" altLang="zh-CN" sz="1200" b="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幻灯片图像占位符 1"/>
          <p:cNvSpPr>
            <a:spLocks noGrp="1" noRot="1" noChangeAspect="1" noTextEdit="1"/>
          </p:cNvSpPr>
          <p:nvPr>
            <p:ph type="sldImg"/>
          </p:nvPr>
        </p:nvSpPr>
        <p:spPr/>
      </p:sp>
      <p:sp>
        <p:nvSpPr>
          <p:cNvPr id="5123" name="备注占位符 2"/>
          <p:cNvSpPr>
            <a:spLocks noGrp="1"/>
          </p:cNvSpPr>
          <p:nvPr>
            <p:ph type="body" idx="1"/>
          </p:nvPr>
        </p:nvSpPr>
        <p:spPr/>
        <p:txBody>
          <a:bodyPr wrap="square" lIns="91440" tIns="45720" rIns="91440" bIns="45720" anchor="t" anchorCtr="0"/>
          <a:p>
            <a:pPr lvl="0"/>
            <a:endParaRPr lang="zh-CN" altLang="en-US" dirty="0"/>
          </a:p>
        </p:txBody>
      </p:sp>
      <p:sp>
        <p:nvSpPr>
          <p:cNvPr id="512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1267" name="Rectangle 2"/>
          <p:cNvSpPr>
            <a:spLocks noTextEdit="1"/>
          </p:cNvSpPr>
          <p:nvPr>
            <p:ph type="sldImg"/>
          </p:nvPr>
        </p:nvSpPr>
        <p:spPr>
          <a:solidFill>
            <a:srgbClr val="FFFFFF">
              <a:alpha val="100000"/>
            </a:srgbClr>
          </a:solidFill>
        </p:spPr>
      </p:sp>
      <p:sp>
        <p:nvSpPr>
          <p:cNvPr id="11268" name="Rectangle 3"/>
          <p:cNvSpPr/>
          <p:nvPr>
            <p:ph type="body" idx="1"/>
          </p:nvPr>
        </p:nvSpPr>
        <p:spPr>
          <a:solidFill>
            <a:srgbClr val="FFFFFF">
              <a:alpha val="100000"/>
            </a:srgbClr>
          </a:solidFill>
          <a:ln>
            <a:solidFill>
              <a:srgbClr val="000000">
                <a:alpha val="100000"/>
              </a:srgbClr>
            </a:solidFill>
            <a:mite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4339" name="Rectangle 2"/>
          <p:cNvSpPr>
            <a:spLocks noTextEdit="1"/>
          </p:cNvSpPr>
          <p:nvPr>
            <p:ph type="sldImg"/>
          </p:nvPr>
        </p:nvSpPr>
        <p:spPr/>
      </p:sp>
      <p:sp>
        <p:nvSpPr>
          <p:cNvPr id="1434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幻灯片图像占位符 1"/>
          <p:cNvSpPr>
            <a:spLocks noGrp="1" noRot="1" noChangeAspect="1" noTextEdit="1"/>
          </p:cNvSpPr>
          <p:nvPr>
            <p:ph type="sldImg"/>
          </p:nvPr>
        </p:nvSpPr>
        <p:spPr/>
      </p:sp>
      <p:sp>
        <p:nvSpPr>
          <p:cNvPr id="16387" name="备注占位符 2"/>
          <p:cNvSpPr>
            <a:spLocks noGrp="1"/>
          </p:cNvSpPr>
          <p:nvPr>
            <p:ph type="body" idx="1"/>
          </p:nvPr>
        </p:nvSpPr>
        <p:spPr/>
        <p:txBody>
          <a:bodyPr wrap="square" lIns="91440" tIns="45720" rIns="91440" bIns="45720" anchor="t" anchorCtr="0"/>
          <a:p>
            <a:pPr lvl="0"/>
            <a:endParaRPr lang="zh-CN" altLang="en-US" dirty="0"/>
          </a:p>
        </p:txBody>
      </p:sp>
      <p:sp>
        <p:nvSpPr>
          <p:cNvPr id="16388"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幻灯片图像占位符 1"/>
          <p:cNvSpPr>
            <a:spLocks noGrp="1" noRot="1" noChangeAspect="1" noTextEdit="1"/>
          </p:cNvSpPr>
          <p:nvPr>
            <p:ph type="sldImg"/>
          </p:nvPr>
        </p:nvSpPr>
        <p:spPr/>
      </p:sp>
      <p:sp>
        <p:nvSpPr>
          <p:cNvPr id="19459" name="备注占位符 2"/>
          <p:cNvSpPr>
            <a:spLocks noGrp="1"/>
          </p:cNvSpPr>
          <p:nvPr>
            <p:ph type="body" idx="1"/>
          </p:nvPr>
        </p:nvSpPr>
        <p:spPr/>
        <p:txBody>
          <a:bodyPr wrap="square" lIns="91440" tIns="45720" rIns="91440" bIns="45720" anchor="t" anchorCtr="0"/>
          <a:p>
            <a:pPr lvl="0"/>
            <a:endParaRPr lang="zh-CN" altLang="en-US" dirty="0"/>
          </a:p>
        </p:txBody>
      </p:sp>
      <p:sp>
        <p:nvSpPr>
          <p:cNvPr id="19460"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p:txBody>
          <a:bodyPr wrap="square" lIns="91440" tIns="45720" rIns="91440" bIns="45720" anchor="t" anchorCtr="0"/>
          <a:p>
            <a:pPr lvl="0"/>
            <a:endParaRPr lang="zh-CN" altLang="en-US" dirty="0"/>
          </a:p>
        </p:txBody>
      </p:sp>
      <p:sp>
        <p:nvSpPr>
          <p:cNvPr id="21508"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p:txBody>
          <a:bodyPr wrap="square" lIns="91440" tIns="45720" rIns="91440" bIns="45720" anchor="t" anchorCtr="0"/>
          <a:p>
            <a:pPr lvl="0"/>
            <a:endParaRPr lang="zh-CN" altLang="en-US" dirty="0"/>
          </a:p>
        </p:txBody>
      </p:sp>
      <p:sp>
        <p:nvSpPr>
          <p:cNvPr id="2355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幻灯片图像占位符 1"/>
          <p:cNvSpPr>
            <a:spLocks noGrp="1" noRot="1" noChangeAspect="1" noTextEdit="1"/>
          </p:cNvSpPr>
          <p:nvPr>
            <p:ph type="sldImg"/>
          </p:nvPr>
        </p:nvSpPr>
        <p:spPr/>
      </p:sp>
      <p:sp>
        <p:nvSpPr>
          <p:cNvPr id="25603" name="备注占位符 2"/>
          <p:cNvSpPr>
            <a:spLocks noGrp="1"/>
          </p:cNvSpPr>
          <p:nvPr>
            <p:ph type="body" idx="1"/>
          </p:nvPr>
        </p:nvSpPr>
        <p:spPr/>
        <p:txBody>
          <a:bodyPr wrap="square" lIns="91440" tIns="45720" rIns="91440" bIns="45720" anchor="t" anchorCtr="0"/>
          <a:p>
            <a:pPr lvl="0"/>
            <a:endParaRPr lang="zh-CN" altLang="en-US" dirty="0"/>
          </a:p>
        </p:txBody>
      </p:sp>
      <p:sp>
        <p:nvSpPr>
          <p:cNvPr id="2560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幻灯片图像占位符 1"/>
          <p:cNvSpPr>
            <a:spLocks noGrp="1" noRot="1" noChangeAspect="1" noTextEdit="1"/>
          </p:cNvSpPr>
          <p:nvPr>
            <p:ph type="sldImg"/>
          </p:nvPr>
        </p:nvSpPr>
        <p:spPr/>
      </p:sp>
      <p:sp>
        <p:nvSpPr>
          <p:cNvPr id="27651" name="备注占位符 2"/>
          <p:cNvSpPr>
            <a:spLocks noGrp="1"/>
          </p:cNvSpPr>
          <p:nvPr>
            <p:ph type="body" idx="1"/>
          </p:nvPr>
        </p:nvSpPr>
        <p:spPr/>
        <p:txBody>
          <a:bodyPr wrap="square" lIns="91440" tIns="45720" rIns="91440" bIns="45720" anchor="t" anchorCtr="0"/>
          <a:p>
            <a:pPr lvl="0"/>
            <a:endParaRPr lang="zh-CN" altLang="en-US" dirty="0"/>
          </a:p>
        </p:txBody>
      </p:sp>
      <p:sp>
        <p:nvSpPr>
          <p:cNvPr id="27652"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29699" name="Rectangle 2"/>
          <p:cNvSpPr>
            <a:spLocks noTextEdit="1"/>
          </p:cNvSpPr>
          <p:nvPr>
            <p:ph type="sldImg"/>
          </p:nvPr>
        </p:nvSpPr>
        <p:spPr/>
      </p:sp>
      <p:sp>
        <p:nvSpPr>
          <p:cNvPr id="2970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幻灯片图像占位符 1"/>
          <p:cNvSpPr>
            <a:spLocks noGrp="1" noRot="1" noChangeAspect="1" noTextEdit="1"/>
          </p:cNvSpPr>
          <p:nvPr>
            <p:ph type="sldImg"/>
          </p:nvPr>
        </p:nvSpPr>
        <p:spPr/>
      </p:sp>
      <p:sp>
        <p:nvSpPr>
          <p:cNvPr id="32771" name="备注占位符 2"/>
          <p:cNvSpPr>
            <a:spLocks noGrp="1"/>
          </p:cNvSpPr>
          <p:nvPr>
            <p:ph type="body" idx="1"/>
          </p:nvPr>
        </p:nvSpPr>
        <p:spPr/>
        <p:txBody>
          <a:bodyPr wrap="square" lIns="91440" tIns="45720" rIns="91440" bIns="45720" anchor="t" anchorCtr="0"/>
          <a:p>
            <a:pPr lvl="0"/>
            <a:endParaRPr lang="zh-CN" altLang="en-US" dirty="0"/>
          </a:p>
        </p:txBody>
      </p:sp>
      <p:sp>
        <p:nvSpPr>
          <p:cNvPr id="32772"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幻灯片图像占位符 1"/>
          <p:cNvSpPr>
            <a:spLocks noGrp="1" noRot="1" noChangeAspect="1" noTextEdit="1"/>
          </p:cNvSpPr>
          <p:nvPr>
            <p:ph type="sldImg"/>
          </p:nvPr>
        </p:nvSpPr>
        <p:spPr/>
      </p:sp>
      <p:sp>
        <p:nvSpPr>
          <p:cNvPr id="34819" name="备注占位符 2"/>
          <p:cNvSpPr>
            <a:spLocks noGrp="1"/>
          </p:cNvSpPr>
          <p:nvPr>
            <p:ph type="body" idx="1"/>
          </p:nvPr>
        </p:nvSpPr>
        <p:spPr/>
        <p:txBody>
          <a:bodyPr wrap="square" lIns="91440" tIns="45720" rIns="91440" bIns="45720" anchor="t" anchorCtr="0"/>
          <a:p>
            <a:pPr lvl="0"/>
            <a:endParaRPr lang="zh-CN" altLang="en-US" dirty="0"/>
          </a:p>
        </p:txBody>
      </p:sp>
      <p:sp>
        <p:nvSpPr>
          <p:cNvPr id="34820"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幻灯片图像占位符 1"/>
          <p:cNvSpPr>
            <a:spLocks noGrp="1" noRot="1" noChangeAspect="1" noTextEdit="1"/>
          </p:cNvSpPr>
          <p:nvPr>
            <p:ph type="sldImg"/>
          </p:nvPr>
        </p:nvSpPr>
        <p:spPr/>
      </p:sp>
      <p:sp>
        <p:nvSpPr>
          <p:cNvPr id="36867" name="备注占位符 2"/>
          <p:cNvSpPr>
            <a:spLocks noGrp="1"/>
          </p:cNvSpPr>
          <p:nvPr>
            <p:ph type="body" idx="1"/>
          </p:nvPr>
        </p:nvSpPr>
        <p:spPr/>
        <p:txBody>
          <a:bodyPr wrap="square" lIns="91440" tIns="45720" rIns="91440" bIns="45720" anchor="t" anchorCtr="0"/>
          <a:p>
            <a:pPr lvl="0"/>
            <a:endParaRPr lang="zh-CN" altLang="en-US" dirty="0"/>
          </a:p>
        </p:txBody>
      </p:sp>
      <p:sp>
        <p:nvSpPr>
          <p:cNvPr id="36868"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幻灯片图像占位符 1"/>
          <p:cNvSpPr>
            <a:spLocks noGrp="1" noRot="1" noChangeAspect="1" noTextEdit="1"/>
          </p:cNvSpPr>
          <p:nvPr>
            <p:ph type="sldImg"/>
          </p:nvPr>
        </p:nvSpPr>
        <p:spPr/>
      </p:sp>
      <p:sp>
        <p:nvSpPr>
          <p:cNvPr id="38915" name="备注占位符 2"/>
          <p:cNvSpPr>
            <a:spLocks noGrp="1"/>
          </p:cNvSpPr>
          <p:nvPr>
            <p:ph type="body" idx="1"/>
          </p:nvPr>
        </p:nvSpPr>
        <p:spPr/>
        <p:txBody>
          <a:bodyPr wrap="square" lIns="91440" tIns="45720" rIns="91440" bIns="45720" anchor="t" anchorCtr="0"/>
          <a:p>
            <a:pPr lvl="0"/>
            <a:endParaRPr lang="zh-CN" altLang="en-US" dirty="0"/>
          </a:p>
        </p:txBody>
      </p:sp>
      <p:sp>
        <p:nvSpPr>
          <p:cNvPr id="3891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幻灯片图像占位符 1"/>
          <p:cNvSpPr>
            <a:spLocks noGrp="1" noRot="1" noChangeAspect="1" noTextEdit="1"/>
          </p:cNvSpPr>
          <p:nvPr>
            <p:ph type="sldImg"/>
          </p:nvPr>
        </p:nvSpPr>
        <p:spPr/>
      </p:sp>
      <p:sp>
        <p:nvSpPr>
          <p:cNvPr id="40963" name="备注占位符 2"/>
          <p:cNvSpPr>
            <a:spLocks noGrp="1"/>
          </p:cNvSpPr>
          <p:nvPr>
            <p:ph type="body" idx="1"/>
          </p:nvPr>
        </p:nvSpPr>
        <p:spPr/>
        <p:txBody>
          <a:bodyPr wrap="square" lIns="91440" tIns="45720" rIns="91440" bIns="45720" anchor="t" anchorCtr="0"/>
          <a:p>
            <a:pPr lvl="0"/>
            <a:endParaRPr lang="zh-CN" altLang="en-US" dirty="0"/>
          </a:p>
        </p:txBody>
      </p:sp>
      <p:sp>
        <p:nvSpPr>
          <p:cNvPr id="4096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幻灯片图像占位符 1"/>
          <p:cNvSpPr>
            <a:spLocks noGrp="1" noRot="1" noChangeAspect="1" noTextEdit="1"/>
          </p:cNvSpPr>
          <p:nvPr>
            <p:ph type="sldImg"/>
          </p:nvPr>
        </p:nvSpPr>
        <p:spPr/>
      </p:sp>
      <p:sp>
        <p:nvSpPr>
          <p:cNvPr id="44035" name="备注占位符 2"/>
          <p:cNvSpPr>
            <a:spLocks noGrp="1"/>
          </p:cNvSpPr>
          <p:nvPr>
            <p:ph type="body" idx="1"/>
          </p:nvPr>
        </p:nvSpPr>
        <p:spPr/>
        <p:txBody>
          <a:bodyPr wrap="square" lIns="91440" tIns="45720" rIns="91440" bIns="45720" anchor="t" anchorCtr="0"/>
          <a:p>
            <a:pPr lvl="0"/>
            <a:endParaRPr lang="zh-CN" altLang="en-US" dirty="0"/>
          </a:p>
        </p:txBody>
      </p:sp>
      <p:sp>
        <p:nvSpPr>
          <p:cNvPr id="4403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幻灯片图像占位符 1"/>
          <p:cNvSpPr>
            <a:spLocks noGrp="1" noRot="1" noChangeAspect="1" noTextEdit="1"/>
          </p:cNvSpPr>
          <p:nvPr>
            <p:ph type="sldImg"/>
          </p:nvPr>
        </p:nvSpPr>
        <p:spPr/>
      </p:sp>
      <p:sp>
        <p:nvSpPr>
          <p:cNvPr id="46083" name="备注占位符 2"/>
          <p:cNvSpPr>
            <a:spLocks noGrp="1"/>
          </p:cNvSpPr>
          <p:nvPr>
            <p:ph type="body" idx="1"/>
          </p:nvPr>
        </p:nvSpPr>
        <p:spPr/>
        <p:txBody>
          <a:bodyPr wrap="square" lIns="91440" tIns="45720" rIns="91440" bIns="45720" anchor="t" anchorCtr="0"/>
          <a:p>
            <a:pPr lvl="0"/>
            <a:endParaRPr lang="zh-CN" altLang="en-US" dirty="0"/>
          </a:p>
        </p:txBody>
      </p:sp>
      <p:sp>
        <p:nvSpPr>
          <p:cNvPr id="4608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幻灯片图像占位符 1"/>
          <p:cNvSpPr>
            <a:spLocks noGrp="1" noRot="1" noChangeAspect="1" noTextEdit="1"/>
          </p:cNvSpPr>
          <p:nvPr>
            <p:ph type="sldImg"/>
          </p:nvPr>
        </p:nvSpPr>
        <p:spPr/>
      </p:sp>
      <p:sp>
        <p:nvSpPr>
          <p:cNvPr id="48131" name="备注占位符 2"/>
          <p:cNvSpPr>
            <a:spLocks noGrp="1"/>
          </p:cNvSpPr>
          <p:nvPr>
            <p:ph type="body" idx="1"/>
          </p:nvPr>
        </p:nvSpPr>
        <p:spPr/>
        <p:txBody>
          <a:bodyPr wrap="square" lIns="91440" tIns="45720" rIns="91440" bIns="45720" anchor="t" anchorCtr="0"/>
          <a:p>
            <a:pPr lvl="0"/>
            <a:endParaRPr lang="zh-CN" altLang="en-US" dirty="0"/>
          </a:p>
        </p:txBody>
      </p:sp>
      <p:sp>
        <p:nvSpPr>
          <p:cNvPr id="48132"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幻灯片图像占位符 1"/>
          <p:cNvSpPr>
            <a:spLocks noGrp="1" noRot="1" noChangeAspect="1" noTextEdit="1"/>
          </p:cNvSpPr>
          <p:nvPr>
            <p:ph type="sldImg"/>
          </p:nvPr>
        </p:nvSpPr>
        <p:spPr/>
      </p:sp>
      <p:sp>
        <p:nvSpPr>
          <p:cNvPr id="50179" name="备注占位符 2"/>
          <p:cNvSpPr>
            <a:spLocks noGrp="1"/>
          </p:cNvSpPr>
          <p:nvPr>
            <p:ph type="body" idx="1"/>
          </p:nvPr>
        </p:nvSpPr>
        <p:spPr/>
        <p:txBody>
          <a:bodyPr wrap="square" lIns="91440" tIns="45720" rIns="91440" bIns="45720" anchor="t" anchorCtr="0"/>
          <a:p>
            <a:pPr lvl="0"/>
            <a:endParaRPr lang="zh-CN" altLang="en-US" dirty="0"/>
          </a:p>
        </p:txBody>
      </p:sp>
      <p:sp>
        <p:nvSpPr>
          <p:cNvPr id="50180"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2227" name="Rectangle 2"/>
          <p:cNvSpPr>
            <a:spLocks noTextEdit="1"/>
          </p:cNvSpPr>
          <p:nvPr>
            <p:ph type="sldImg"/>
          </p:nvPr>
        </p:nvSpPr>
        <p:spPr/>
      </p:sp>
      <p:sp>
        <p:nvSpPr>
          <p:cNvPr id="5222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幻灯片图像占位符 1"/>
          <p:cNvSpPr>
            <a:spLocks noGrp="1" noRot="1" noChangeAspect="1" noTextEdit="1"/>
          </p:cNvSpPr>
          <p:nvPr>
            <p:ph type="sldImg"/>
          </p:nvPr>
        </p:nvSpPr>
        <p:spPr/>
      </p:sp>
      <p:sp>
        <p:nvSpPr>
          <p:cNvPr id="54275" name="备注占位符 2"/>
          <p:cNvSpPr>
            <a:spLocks noGrp="1"/>
          </p:cNvSpPr>
          <p:nvPr>
            <p:ph type="body" idx="1"/>
          </p:nvPr>
        </p:nvSpPr>
        <p:spPr/>
        <p:txBody>
          <a:bodyPr wrap="square" lIns="91440" tIns="45720" rIns="91440" bIns="45720" anchor="t" anchorCtr="0"/>
          <a:p>
            <a:pPr lvl="0"/>
            <a:endParaRPr lang="zh-CN" altLang="en-US" dirty="0"/>
          </a:p>
        </p:txBody>
      </p:sp>
      <p:sp>
        <p:nvSpPr>
          <p:cNvPr id="5427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幻灯片图像占位符 1"/>
          <p:cNvSpPr>
            <a:spLocks noGrp="1" noRot="1" noChangeAspect="1" noTextEdit="1"/>
          </p:cNvSpPr>
          <p:nvPr>
            <p:ph type="sldImg"/>
          </p:nvPr>
        </p:nvSpPr>
        <p:spPr/>
      </p:sp>
      <p:sp>
        <p:nvSpPr>
          <p:cNvPr id="56323" name="备注占位符 2"/>
          <p:cNvSpPr>
            <a:spLocks noGrp="1"/>
          </p:cNvSpPr>
          <p:nvPr>
            <p:ph type="body" idx="1"/>
          </p:nvPr>
        </p:nvSpPr>
        <p:spPr/>
        <p:txBody>
          <a:bodyPr wrap="square" lIns="91440" tIns="45720" rIns="91440" bIns="45720" anchor="t" anchorCtr="0"/>
          <a:p>
            <a:pPr lvl="0"/>
            <a:endParaRPr lang="zh-CN" altLang="en-US" dirty="0"/>
          </a:p>
        </p:txBody>
      </p:sp>
      <p:sp>
        <p:nvSpPr>
          <p:cNvPr id="5632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幻灯片图像占位符 1"/>
          <p:cNvSpPr>
            <a:spLocks noGrp="1" noRot="1" noChangeAspect="1" noTextEdit="1"/>
          </p:cNvSpPr>
          <p:nvPr>
            <p:ph type="sldImg"/>
          </p:nvPr>
        </p:nvSpPr>
        <p:spPr/>
      </p:sp>
      <p:sp>
        <p:nvSpPr>
          <p:cNvPr id="59395" name="备注占位符 2"/>
          <p:cNvSpPr>
            <a:spLocks noGrp="1"/>
          </p:cNvSpPr>
          <p:nvPr>
            <p:ph type="body" idx="1"/>
          </p:nvPr>
        </p:nvSpPr>
        <p:spPr/>
        <p:txBody>
          <a:bodyPr wrap="square" lIns="91440" tIns="45720" rIns="91440" bIns="45720" anchor="t" anchorCtr="0"/>
          <a:p>
            <a:pPr lvl="0"/>
            <a:endParaRPr lang="zh-CN" altLang="en-US" dirty="0"/>
          </a:p>
        </p:txBody>
      </p:sp>
      <p:sp>
        <p:nvSpPr>
          <p:cNvPr id="5939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幻灯片图像占位符 1"/>
          <p:cNvSpPr>
            <a:spLocks noGrp="1" noRot="1" noChangeAspect="1" noTextEdit="1"/>
          </p:cNvSpPr>
          <p:nvPr>
            <p:ph type="sldImg"/>
          </p:nvPr>
        </p:nvSpPr>
        <p:spPr/>
      </p:sp>
      <p:sp>
        <p:nvSpPr>
          <p:cNvPr id="61443" name="备注占位符 2"/>
          <p:cNvSpPr>
            <a:spLocks noGrp="1"/>
          </p:cNvSpPr>
          <p:nvPr>
            <p:ph type="body" idx="1"/>
          </p:nvPr>
        </p:nvSpPr>
        <p:spPr/>
        <p:txBody>
          <a:bodyPr wrap="square" lIns="91440" tIns="45720" rIns="91440" bIns="45720" anchor="t" anchorCtr="0"/>
          <a:p>
            <a:pPr lvl="0"/>
            <a:endParaRPr lang="zh-CN" altLang="en-US" dirty="0"/>
          </a:p>
        </p:txBody>
      </p:sp>
      <p:sp>
        <p:nvSpPr>
          <p:cNvPr id="6144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幻灯片图像占位符 1"/>
          <p:cNvSpPr>
            <a:spLocks noGrp="1" noRot="1" noChangeAspect="1" noTextEdit="1"/>
          </p:cNvSpPr>
          <p:nvPr>
            <p:ph type="sldImg"/>
          </p:nvPr>
        </p:nvSpPr>
        <p:spPr/>
      </p:sp>
      <p:sp>
        <p:nvSpPr>
          <p:cNvPr id="63491" name="备注占位符 2"/>
          <p:cNvSpPr>
            <a:spLocks noGrp="1"/>
          </p:cNvSpPr>
          <p:nvPr>
            <p:ph type="body" idx="1"/>
          </p:nvPr>
        </p:nvSpPr>
        <p:spPr/>
        <p:txBody>
          <a:bodyPr wrap="square" lIns="91440" tIns="45720" rIns="91440" bIns="45720" anchor="t" anchorCtr="0"/>
          <a:p>
            <a:pPr lvl="0"/>
            <a:endParaRPr lang="zh-CN" altLang="en-US" dirty="0"/>
          </a:p>
        </p:txBody>
      </p:sp>
      <p:sp>
        <p:nvSpPr>
          <p:cNvPr id="63492"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幻灯片图像占位符 1"/>
          <p:cNvSpPr>
            <a:spLocks noGrp="1" noRot="1" noChangeAspect="1" noTextEdit="1"/>
          </p:cNvSpPr>
          <p:nvPr>
            <p:ph type="sldImg"/>
          </p:nvPr>
        </p:nvSpPr>
        <p:spPr/>
      </p:sp>
      <p:sp>
        <p:nvSpPr>
          <p:cNvPr id="71683" name="备注占位符 2"/>
          <p:cNvSpPr>
            <a:spLocks noGrp="1"/>
          </p:cNvSpPr>
          <p:nvPr>
            <p:ph type="body" idx="1"/>
          </p:nvPr>
        </p:nvSpPr>
        <p:spPr/>
        <p:txBody>
          <a:bodyPr wrap="square" lIns="91440" tIns="45720" rIns="91440" bIns="45720" anchor="t" anchorCtr="0"/>
          <a:p>
            <a:pPr lvl="0"/>
            <a:endParaRPr lang="zh-CN" altLang="en-US" dirty="0"/>
          </a:p>
        </p:txBody>
      </p:sp>
      <p:sp>
        <p:nvSpPr>
          <p:cNvPr id="7168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幻灯片图像占位符 1"/>
          <p:cNvSpPr>
            <a:spLocks noGrp="1" noRot="1" noChangeAspect="1" noTextEdit="1"/>
          </p:cNvSpPr>
          <p:nvPr>
            <p:ph type="sldImg"/>
          </p:nvPr>
        </p:nvSpPr>
        <p:spPr/>
      </p:sp>
      <p:sp>
        <p:nvSpPr>
          <p:cNvPr id="71683" name="备注占位符 2"/>
          <p:cNvSpPr>
            <a:spLocks noGrp="1"/>
          </p:cNvSpPr>
          <p:nvPr>
            <p:ph type="body" idx="1"/>
          </p:nvPr>
        </p:nvSpPr>
        <p:spPr/>
        <p:txBody>
          <a:bodyPr wrap="square" lIns="91440" tIns="45720" rIns="91440" bIns="45720" anchor="t" anchorCtr="0"/>
          <a:p>
            <a:pPr lvl="0"/>
            <a:endParaRPr lang="zh-CN" altLang="en-US" dirty="0"/>
          </a:p>
        </p:txBody>
      </p:sp>
      <p:sp>
        <p:nvSpPr>
          <p:cNvPr id="7168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幻灯片图像占位符 1"/>
          <p:cNvSpPr>
            <a:spLocks noGrp="1" noRot="1" noChangeAspect="1" noTextEdit="1"/>
          </p:cNvSpPr>
          <p:nvPr>
            <p:ph type="sldImg"/>
          </p:nvPr>
        </p:nvSpPr>
        <p:spPr/>
      </p:sp>
      <p:sp>
        <p:nvSpPr>
          <p:cNvPr id="71683" name="备注占位符 2"/>
          <p:cNvSpPr>
            <a:spLocks noGrp="1"/>
          </p:cNvSpPr>
          <p:nvPr>
            <p:ph type="body" idx="1"/>
          </p:nvPr>
        </p:nvSpPr>
        <p:spPr/>
        <p:txBody>
          <a:bodyPr wrap="square" lIns="91440" tIns="45720" rIns="91440" bIns="45720" anchor="t" anchorCtr="0"/>
          <a:p>
            <a:pPr lvl="0"/>
            <a:endParaRPr lang="zh-CN" altLang="en-US" dirty="0"/>
          </a:p>
        </p:txBody>
      </p:sp>
      <p:sp>
        <p:nvSpPr>
          <p:cNvPr id="7168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幻灯片图像占位符 1"/>
          <p:cNvSpPr>
            <a:spLocks noGrp="1" noRot="1" noChangeAspect="1" noTextEdit="1"/>
          </p:cNvSpPr>
          <p:nvPr>
            <p:ph type="sldImg"/>
          </p:nvPr>
        </p:nvSpPr>
        <p:spPr/>
      </p:sp>
      <p:sp>
        <p:nvSpPr>
          <p:cNvPr id="71683" name="备注占位符 2"/>
          <p:cNvSpPr>
            <a:spLocks noGrp="1"/>
          </p:cNvSpPr>
          <p:nvPr>
            <p:ph type="body" idx="1"/>
          </p:nvPr>
        </p:nvSpPr>
        <p:spPr/>
        <p:txBody>
          <a:bodyPr wrap="square" lIns="91440" tIns="45720" rIns="91440" bIns="45720" anchor="t" anchorCtr="0"/>
          <a:p>
            <a:pPr lvl="0"/>
            <a:endParaRPr lang="zh-CN" altLang="en-US" dirty="0"/>
          </a:p>
        </p:txBody>
      </p:sp>
      <p:sp>
        <p:nvSpPr>
          <p:cNvPr id="7168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幻灯片图像占位符 1"/>
          <p:cNvSpPr>
            <a:spLocks noGrp="1" noRot="1" noChangeAspect="1" noTextEdit="1"/>
          </p:cNvSpPr>
          <p:nvPr>
            <p:ph type="sldImg"/>
          </p:nvPr>
        </p:nvSpPr>
        <p:spPr/>
      </p:sp>
      <p:sp>
        <p:nvSpPr>
          <p:cNvPr id="71683" name="备注占位符 2"/>
          <p:cNvSpPr>
            <a:spLocks noGrp="1"/>
          </p:cNvSpPr>
          <p:nvPr>
            <p:ph type="body" idx="1"/>
          </p:nvPr>
        </p:nvSpPr>
        <p:spPr/>
        <p:txBody>
          <a:bodyPr wrap="square" lIns="91440" tIns="45720" rIns="91440" bIns="45720" anchor="t" anchorCtr="0"/>
          <a:p>
            <a:pPr lvl="0"/>
            <a:endParaRPr lang="zh-CN" altLang="en-US" dirty="0"/>
          </a:p>
        </p:txBody>
      </p:sp>
      <p:sp>
        <p:nvSpPr>
          <p:cNvPr id="7168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幻灯片图像占位符 1"/>
          <p:cNvSpPr>
            <a:spLocks noGrp="1" noRot="1" noChangeAspect="1" noTextEdit="1"/>
          </p:cNvSpPr>
          <p:nvPr>
            <p:ph type="sldImg"/>
          </p:nvPr>
        </p:nvSpPr>
        <p:spPr/>
      </p:sp>
      <p:sp>
        <p:nvSpPr>
          <p:cNvPr id="71683" name="备注占位符 2"/>
          <p:cNvSpPr>
            <a:spLocks noGrp="1"/>
          </p:cNvSpPr>
          <p:nvPr>
            <p:ph type="body" idx="1"/>
          </p:nvPr>
        </p:nvSpPr>
        <p:spPr/>
        <p:txBody>
          <a:bodyPr wrap="square" lIns="91440" tIns="45720" rIns="91440" bIns="45720" anchor="t" anchorCtr="0"/>
          <a:p>
            <a:pPr lvl="0"/>
            <a:endParaRPr lang="zh-CN" altLang="en-US" dirty="0"/>
          </a:p>
        </p:txBody>
      </p:sp>
      <p:sp>
        <p:nvSpPr>
          <p:cNvPr id="7168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幻灯片图像占位符 1"/>
          <p:cNvSpPr>
            <a:spLocks noGrp="1" noRot="1" noChangeAspect="1" noTextEdit="1"/>
          </p:cNvSpPr>
          <p:nvPr>
            <p:ph type="sldImg"/>
          </p:nvPr>
        </p:nvSpPr>
        <p:spPr/>
      </p:sp>
      <p:sp>
        <p:nvSpPr>
          <p:cNvPr id="71683" name="备注占位符 2"/>
          <p:cNvSpPr>
            <a:spLocks noGrp="1"/>
          </p:cNvSpPr>
          <p:nvPr>
            <p:ph type="body" idx="1"/>
          </p:nvPr>
        </p:nvSpPr>
        <p:spPr/>
        <p:txBody>
          <a:bodyPr wrap="square" lIns="91440" tIns="45720" rIns="91440" bIns="45720" anchor="t" anchorCtr="0"/>
          <a:p>
            <a:pPr lvl="0"/>
            <a:endParaRPr lang="zh-CN" altLang="en-US" dirty="0"/>
          </a:p>
        </p:txBody>
      </p:sp>
      <p:sp>
        <p:nvSpPr>
          <p:cNvPr id="7168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幻灯片图像占位符 1"/>
          <p:cNvSpPr>
            <a:spLocks noGrp="1" noRot="1" noChangeAspect="1" noTextEdit="1"/>
          </p:cNvSpPr>
          <p:nvPr>
            <p:ph type="sldImg"/>
          </p:nvPr>
        </p:nvSpPr>
        <p:spPr/>
      </p:sp>
      <p:sp>
        <p:nvSpPr>
          <p:cNvPr id="71683" name="备注占位符 2"/>
          <p:cNvSpPr>
            <a:spLocks noGrp="1"/>
          </p:cNvSpPr>
          <p:nvPr>
            <p:ph type="body" idx="1"/>
          </p:nvPr>
        </p:nvSpPr>
        <p:spPr/>
        <p:txBody>
          <a:bodyPr wrap="square" lIns="91440" tIns="45720" rIns="91440" bIns="45720" anchor="t" anchorCtr="0"/>
          <a:p>
            <a:pPr lvl="0"/>
            <a:endParaRPr lang="zh-CN" altLang="en-US" dirty="0"/>
          </a:p>
        </p:txBody>
      </p:sp>
      <p:sp>
        <p:nvSpPr>
          <p:cNvPr id="7168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幻灯片图像占位符 1"/>
          <p:cNvSpPr>
            <a:spLocks noGrp="1" noRot="1" noChangeAspect="1" noTextEdit="1"/>
          </p:cNvSpPr>
          <p:nvPr>
            <p:ph type="sldImg"/>
          </p:nvPr>
        </p:nvSpPr>
        <p:spPr/>
      </p:sp>
      <p:sp>
        <p:nvSpPr>
          <p:cNvPr id="71683" name="备注占位符 2"/>
          <p:cNvSpPr>
            <a:spLocks noGrp="1"/>
          </p:cNvSpPr>
          <p:nvPr>
            <p:ph type="body" idx="1"/>
          </p:nvPr>
        </p:nvSpPr>
        <p:spPr/>
        <p:txBody>
          <a:bodyPr wrap="square" lIns="91440" tIns="45720" rIns="91440" bIns="45720" anchor="t" anchorCtr="0"/>
          <a:p>
            <a:pPr lvl="0"/>
            <a:endParaRPr lang="zh-CN" altLang="en-US" dirty="0"/>
          </a:p>
        </p:txBody>
      </p:sp>
      <p:sp>
        <p:nvSpPr>
          <p:cNvPr id="7168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幻灯片图像占位符 1"/>
          <p:cNvSpPr>
            <a:spLocks noGrp="1" noRot="1" noChangeAspect="1" noTextEdit="1"/>
          </p:cNvSpPr>
          <p:nvPr>
            <p:ph type="sldImg"/>
          </p:nvPr>
        </p:nvSpPr>
        <p:spPr/>
      </p:sp>
      <p:sp>
        <p:nvSpPr>
          <p:cNvPr id="71683" name="备注占位符 2"/>
          <p:cNvSpPr>
            <a:spLocks noGrp="1"/>
          </p:cNvSpPr>
          <p:nvPr>
            <p:ph type="body" idx="1"/>
          </p:nvPr>
        </p:nvSpPr>
        <p:spPr/>
        <p:txBody>
          <a:bodyPr wrap="square" lIns="91440" tIns="45720" rIns="91440" bIns="45720" anchor="t" anchorCtr="0"/>
          <a:p>
            <a:pPr lvl="0"/>
            <a:endParaRPr lang="zh-CN" altLang="en-US" dirty="0"/>
          </a:p>
        </p:txBody>
      </p:sp>
      <p:sp>
        <p:nvSpPr>
          <p:cNvPr id="7168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幻灯片图像占位符 1"/>
          <p:cNvSpPr>
            <a:spLocks noGrp="1" noRot="1" noChangeAspect="1" noTextEdit="1"/>
          </p:cNvSpPr>
          <p:nvPr>
            <p:ph type="sldImg"/>
          </p:nvPr>
        </p:nvSpPr>
        <p:spPr/>
      </p:sp>
      <p:sp>
        <p:nvSpPr>
          <p:cNvPr id="71683" name="备注占位符 2"/>
          <p:cNvSpPr>
            <a:spLocks noGrp="1"/>
          </p:cNvSpPr>
          <p:nvPr>
            <p:ph type="body" idx="1"/>
          </p:nvPr>
        </p:nvSpPr>
        <p:spPr/>
        <p:txBody>
          <a:bodyPr wrap="square" lIns="91440" tIns="45720" rIns="91440" bIns="45720" anchor="t" anchorCtr="0"/>
          <a:p>
            <a:pPr lvl="0"/>
            <a:endParaRPr lang="zh-CN" altLang="en-US" dirty="0"/>
          </a:p>
        </p:txBody>
      </p:sp>
      <p:sp>
        <p:nvSpPr>
          <p:cNvPr id="7168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幻灯片图像占位符 1"/>
          <p:cNvSpPr>
            <a:spLocks noGrp="1" noRot="1" noChangeAspect="1" noTextEdit="1"/>
          </p:cNvSpPr>
          <p:nvPr>
            <p:ph type="sldImg"/>
          </p:nvPr>
        </p:nvSpPr>
        <p:spPr/>
      </p:sp>
      <p:sp>
        <p:nvSpPr>
          <p:cNvPr id="71683" name="备注占位符 2"/>
          <p:cNvSpPr>
            <a:spLocks noGrp="1"/>
          </p:cNvSpPr>
          <p:nvPr>
            <p:ph type="body" idx="1"/>
          </p:nvPr>
        </p:nvSpPr>
        <p:spPr/>
        <p:txBody>
          <a:bodyPr wrap="square" lIns="91440" tIns="45720" rIns="91440" bIns="45720" anchor="t" anchorCtr="0"/>
          <a:p>
            <a:pPr lvl="0"/>
            <a:endParaRPr lang="zh-CN" altLang="en-US" dirty="0"/>
          </a:p>
        </p:txBody>
      </p:sp>
      <p:sp>
        <p:nvSpPr>
          <p:cNvPr id="7168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幻灯片图像占位符 1"/>
          <p:cNvSpPr>
            <a:spLocks noGrp="1" noRot="1" noChangeAspect="1" noTextEdit="1"/>
          </p:cNvSpPr>
          <p:nvPr>
            <p:ph type="sldImg"/>
          </p:nvPr>
        </p:nvSpPr>
        <p:spPr/>
      </p:sp>
      <p:sp>
        <p:nvSpPr>
          <p:cNvPr id="71683" name="备注占位符 2"/>
          <p:cNvSpPr>
            <a:spLocks noGrp="1"/>
          </p:cNvSpPr>
          <p:nvPr>
            <p:ph type="body" idx="1"/>
          </p:nvPr>
        </p:nvSpPr>
        <p:spPr/>
        <p:txBody>
          <a:bodyPr wrap="square" lIns="91440" tIns="45720" rIns="91440" bIns="45720" anchor="t" anchorCtr="0"/>
          <a:p>
            <a:pPr lvl="0"/>
            <a:endParaRPr lang="zh-CN" altLang="en-US" dirty="0"/>
          </a:p>
        </p:txBody>
      </p:sp>
      <p:sp>
        <p:nvSpPr>
          <p:cNvPr id="7168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幻灯片图像占位符 1"/>
          <p:cNvSpPr>
            <a:spLocks noGrp="1" noRot="1" noChangeAspect="1" noTextEdit="1"/>
          </p:cNvSpPr>
          <p:nvPr>
            <p:ph type="sldImg"/>
          </p:nvPr>
        </p:nvSpPr>
        <p:spPr/>
      </p:sp>
      <p:sp>
        <p:nvSpPr>
          <p:cNvPr id="71683" name="备注占位符 2"/>
          <p:cNvSpPr>
            <a:spLocks noGrp="1"/>
          </p:cNvSpPr>
          <p:nvPr>
            <p:ph type="body" idx="1"/>
          </p:nvPr>
        </p:nvSpPr>
        <p:spPr/>
        <p:txBody>
          <a:bodyPr wrap="square" lIns="91440" tIns="45720" rIns="91440" bIns="45720" anchor="t" anchorCtr="0"/>
          <a:p>
            <a:pPr lvl="0"/>
            <a:endParaRPr lang="zh-CN" altLang="en-US" dirty="0"/>
          </a:p>
        </p:txBody>
      </p:sp>
      <p:sp>
        <p:nvSpPr>
          <p:cNvPr id="7168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幻灯片图像占位符 1"/>
          <p:cNvSpPr>
            <a:spLocks noGrp="1" noRot="1" noChangeAspect="1" noTextEdit="1"/>
          </p:cNvSpPr>
          <p:nvPr>
            <p:ph type="sldImg"/>
          </p:nvPr>
        </p:nvSpPr>
        <p:spPr/>
      </p:sp>
      <p:sp>
        <p:nvSpPr>
          <p:cNvPr id="73731" name="备注占位符 2"/>
          <p:cNvSpPr>
            <a:spLocks noGrp="1"/>
          </p:cNvSpPr>
          <p:nvPr>
            <p:ph type="body" idx="1"/>
          </p:nvPr>
        </p:nvSpPr>
        <p:spPr/>
        <p:txBody>
          <a:bodyPr wrap="square" lIns="91440" tIns="45720" rIns="91440" bIns="45720" anchor="t" anchorCtr="0"/>
          <a:p>
            <a:pPr lvl="0"/>
            <a:endParaRPr lang="zh-CN" altLang="en-US" dirty="0"/>
          </a:p>
        </p:txBody>
      </p:sp>
      <p:sp>
        <p:nvSpPr>
          <p:cNvPr id="73732"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幻灯片图像占位符 1"/>
          <p:cNvSpPr>
            <a:spLocks noGrp="1" noRot="1" noChangeAspect="1" noTextEdit="1"/>
          </p:cNvSpPr>
          <p:nvPr>
            <p:ph type="sldImg"/>
          </p:nvPr>
        </p:nvSpPr>
        <p:spPr/>
      </p:sp>
      <p:sp>
        <p:nvSpPr>
          <p:cNvPr id="81923" name="备注占位符 2"/>
          <p:cNvSpPr>
            <a:spLocks noGrp="1"/>
          </p:cNvSpPr>
          <p:nvPr>
            <p:ph type="body" idx="1"/>
          </p:nvPr>
        </p:nvSpPr>
        <p:spPr/>
        <p:txBody>
          <a:bodyPr wrap="square" lIns="91440" tIns="45720" rIns="91440" bIns="45720" anchor="t" anchorCtr="0"/>
          <a:p>
            <a:pPr lvl="0"/>
            <a:endParaRPr lang="zh-CN" altLang="en-US" dirty="0"/>
          </a:p>
        </p:txBody>
      </p:sp>
      <p:sp>
        <p:nvSpPr>
          <p:cNvPr id="8192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幻灯片图像占位符 1"/>
          <p:cNvSpPr>
            <a:spLocks noGrp="1" noRot="1" noChangeAspect="1" noTextEdit="1"/>
          </p:cNvSpPr>
          <p:nvPr>
            <p:ph type="sldImg"/>
          </p:nvPr>
        </p:nvSpPr>
        <p:spPr/>
      </p:sp>
      <p:sp>
        <p:nvSpPr>
          <p:cNvPr id="83971" name="备注占位符 2"/>
          <p:cNvSpPr>
            <a:spLocks noGrp="1"/>
          </p:cNvSpPr>
          <p:nvPr>
            <p:ph type="body" idx="1"/>
          </p:nvPr>
        </p:nvSpPr>
        <p:spPr/>
        <p:txBody>
          <a:bodyPr wrap="square" lIns="91440" tIns="45720" rIns="91440" bIns="45720" anchor="t" anchorCtr="0"/>
          <a:p>
            <a:pPr lvl="0"/>
            <a:endParaRPr lang="zh-CN" altLang="en-US" dirty="0"/>
          </a:p>
        </p:txBody>
      </p:sp>
      <p:sp>
        <p:nvSpPr>
          <p:cNvPr id="83972"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3.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7.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1.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5.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9.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3.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3.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4.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7.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5.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11.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6.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25.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7.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39.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8.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53.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9.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67.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0.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395663"/>
            <a:ext cx="7772400" cy="109537"/>
          </a:xfrm>
          <a:custGeom>
            <a:avLst/>
            <a:gdLst/>
            <a:ahLst/>
            <a:cxnLst>
              <a:cxn ang="0">
                <a:pos x="0" y="0"/>
              </a:cxn>
              <a:cxn ang="0">
                <a:pos x="2147483646" y="0"/>
              </a:cxn>
              <a:cxn ang="0">
                <a:pos x="2147483646" y="1314263702"/>
              </a:cxn>
              <a:cxn ang="0">
                <a:pos x="0" y="1314263702"/>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alpha val="100000"/>
            </a:srgbClr>
          </a:solidFill>
          <a:ln w="9525" cap="flat" cmpd="sng">
            <a:solidFill>
              <a:schemeClr val="accent2">
                <a:alpha val="100000"/>
              </a:schemeClr>
            </a:solidFill>
            <a:prstDash val="solid"/>
            <a:round/>
            <a:headEnd type="none" w="med" len="med"/>
            <a:tailEnd type="none" w="med" len="med"/>
          </a:ln>
        </p:spPr>
        <p:txBody>
          <a:bodyPr/>
          <a:p>
            <a:endParaRPr lang="zh-CN" altLang="en-US"/>
          </a:p>
        </p:txBody>
      </p:sp>
      <p:sp>
        <p:nvSpPr>
          <p:cNvPr id="5" name="Text Box 10"/>
          <p:cNvSpPr txBox="1">
            <a:spLocks noChangeArrowheads="1"/>
          </p:cNvSpPr>
          <p:nvPr/>
        </p:nvSpPr>
        <p:spPr bwMode="auto">
          <a:xfrm>
            <a:off x="0" y="76200"/>
            <a:ext cx="9144000" cy="396875"/>
          </a:xfrm>
          <a:prstGeom prst="rect">
            <a:avLst/>
          </a:prstGeom>
          <a:noFill/>
          <a:ln>
            <a:noFill/>
          </a:ln>
        </p:spPr>
        <p:txBody>
          <a:bodyPr>
            <a:spAutoFit/>
          </a:bodyPr>
          <a:lstStyle>
            <a:lvl1pPr>
              <a:lnSpc>
                <a:spcPct val="120000"/>
              </a:lnSpc>
              <a:defRPr b="1">
                <a:solidFill>
                  <a:schemeClr val="tx1"/>
                </a:solidFill>
                <a:latin typeface="Arial" panose="020B0604020202020204" pitchFamily="34" charset="0"/>
                <a:ea typeface="宋体" panose="02010600030101010101" pitchFamily="2" charset="-122"/>
              </a:defRPr>
            </a:lvl1pPr>
            <a:lvl2pPr marL="742950" indent="-285750">
              <a:lnSpc>
                <a:spcPct val="120000"/>
              </a:lnSpc>
              <a:defRPr b="1">
                <a:solidFill>
                  <a:schemeClr val="tx1"/>
                </a:solidFill>
                <a:latin typeface="Arial" panose="020B0604020202020204" pitchFamily="34" charset="0"/>
                <a:ea typeface="宋体" panose="02010600030101010101" pitchFamily="2" charset="-122"/>
              </a:defRPr>
            </a:lvl2pPr>
            <a:lvl3pPr marL="1143000" indent="-228600">
              <a:lnSpc>
                <a:spcPct val="120000"/>
              </a:lnSpc>
              <a:defRPr b="1">
                <a:solidFill>
                  <a:schemeClr val="tx1"/>
                </a:solidFill>
                <a:latin typeface="Arial" panose="020B0604020202020204" pitchFamily="34" charset="0"/>
                <a:ea typeface="宋体" panose="02010600030101010101" pitchFamily="2" charset="-122"/>
              </a:defRPr>
            </a:lvl3pPr>
            <a:lvl4pPr marL="1600200" indent="-228600">
              <a:lnSpc>
                <a:spcPct val="120000"/>
              </a:lnSpc>
              <a:defRPr b="1">
                <a:solidFill>
                  <a:schemeClr val="tx1"/>
                </a:solidFill>
                <a:latin typeface="Arial" panose="020B0604020202020204" pitchFamily="34" charset="0"/>
                <a:ea typeface="宋体" panose="02010600030101010101" pitchFamily="2" charset="-122"/>
              </a:defRPr>
            </a:lvl4pPr>
            <a:lvl5pPr marL="2057400" indent="-228600">
              <a:lnSpc>
                <a:spcPct val="120000"/>
              </a:lnSpc>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054" name="Line 11"/>
          <p:cNvSpPr/>
          <p:nvPr userDrawn="1"/>
        </p:nvSpPr>
        <p:spPr>
          <a:xfrm>
            <a:off x="228600" y="457200"/>
            <a:ext cx="8686800" cy="0"/>
          </a:xfrm>
          <a:prstGeom prst="line">
            <a:avLst/>
          </a:prstGeom>
          <a:ln w="57150" cap="flat" cmpd="thinThick">
            <a:solidFill>
              <a:schemeClr val="accent2"/>
            </a:solidFill>
            <a:prstDash val="solid"/>
            <a:headEnd type="none" w="med" len="med"/>
            <a:tailEnd type="none" w="med" len="med"/>
          </a:ln>
        </p:spPr>
      </p:sp>
      <p:sp>
        <p:nvSpPr>
          <p:cNvPr id="6148" name="Rectangle 4"/>
          <p:cNvSpPr>
            <a:spLocks noGrp="1" noChangeArrowheads="1"/>
          </p:cNvSpPr>
          <p:nvPr>
            <p:ph type="ctrTitle"/>
          </p:nvPr>
        </p:nvSpPr>
        <p:spPr>
          <a:xfrm>
            <a:off x="685800" y="836613"/>
            <a:ext cx="7772400" cy="2019300"/>
          </a:xfrm>
          <a:noFill/>
        </p:spPr>
        <p:txBody>
          <a:bodyPr/>
          <a:lstStyle>
            <a:lvl1pPr algn="ctr">
              <a:defRPr sz="3600">
                <a:solidFill>
                  <a:srgbClr val="A50021"/>
                </a:solidFill>
              </a:defRPr>
            </a:lvl1pPr>
          </a:lstStyle>
          <a:p>
            <a:r>
              <a:rPr lang="ja-JP" altLang="en-US"/>
              <a:t>マスタ タイトルの書式設定</a:t>
            </a:r>
            <a:endParaRPr lang="ja-JP" altLang="en-US"/>
          </a:p>
        </p:txBody>
      </p:sp>
      <p:sp>
        <p:nvSpPr>
          <p:cNvPr id="6149" name="Rectangle 5"/>
          <p:cNvSpPr>
            <a:spLocks noGrp="1" noChangeArrowheads="1"/>
          </p:cNvSpPr>
          <p:nvPr>
            <p:ph type="subTitle" idx="1"/>
          </p:nvPr>
        </p:nvSpPr>
        <p:spPr>
          <a:xfrm>
            <a:off x="1447800" y="3213100"/>
            <a:ext cx="7010400" cy="1816100"/>
          </a:xfrm>
        </p:spPr>
        <p:txBody>
          <a:bodyPr/>
          <a:lstStyle>
            <a:lvl1pPr marL="0" indent="0" algn="r">
              <a:buFont typeface="Wingdings" panose="05000000000000000000" pitchFamily="2" charset="2"/>
              <a:buNone/>
              <a:defRPr sz="2800">
                <a:solidFill>
                  <a:schemeClr val="folHlink"/>
                </a:solidFill>
              </a:defRPr>
            </a:lvl1pPr>
          </a:lstStyle>
          <a:p>
            <a:r>
              <a:rPr lang="ja-JP" altLang="en-US"/>
              <a:t>マスタ サブタイトルの書式設定</a:t>
            </a:r>
            <a:endParaRPr lang="ja-JP" altLang="en-US"/>
          </a:p>
        </p:txBody>
      </p:sp>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4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0"/>
            <a:ext cx="6705600" cy="63087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0" y="0"/>
            <a:ext cx="9144000" cy="765175"/>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250825"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250825"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灯片编号占位符 5"/>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395663"/>
            <a:ext cx="7772400" cy="109537"/>
          </a:xfrm>
          <a:custGeom>
            <a:avLst/>
            <a:gdLst/>
            <a:ahLst/>
            <a:cxnLst>
              <a:cxn ang="0">
                <a:pos x="0" y="0"/>
              </a:cxn>
              <a:cxn ang="0">
                <a:pos x="2147483646" y="0"/>
              </a:cxn>
              <a:cxn ang="0">
                <a:pos x="2147483646" y="1314263702"/>
              </a:cxn>
              <a:cxn ang="0">
                <a:pos x="0" y="1314263702"/>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alpha val="100000"/>
            </a:srgbClr>
          </a:solidFill>
          <a:ln w="9525" cap="flat" cmpd="sng">
            <a:solidFill>
              <a:schemeClr val="accent2">
                <a:alpha val="100000"/>
              </a:schemeClr>
            </a:solidFill>
            <a:prstDash val="solid"/>
            <a:round/>
            <a:headEnd type="none" w="med" len="med"/>
            <a:tailEnd type="none" w="med" len="med"/>
          </a:ln>
        </p:spPr>
        <p:txBody>
          <a:bodyPr/>
          <a:p>
            <a:endParaRPr lang="zh-CN" altLang="en-US"/>
          </a:p>
        </p:txBody>
      </p:sp>
      <p:sp>
        <p:nvSpPr>
          <p:cNvPr id="5" name="Text Box 10"/>
          <p:cNvSpPr txBox="1">
            <a:spLocks noChangeArrowheads="1"/>
          </p:cNvSpPr>
          <p:nvPr/>
        </p:nvSpPr>
        <p:spPr bwMode="auto">
          <a:xfrm>
            <a:off x="0" y="76200"/>
            <a:ext cx="9144000" cy="396875"/>
          </a:xfrm>
          <a:prstGeom prst="rect">
            <a:avLst/>
          </a:prstGeom>
          <a:noFill/>
          <a:ln>
            <a:noFill/>
          </a:ln>
        </p:spPr>
        <p:txBody>
          <a:bodyPr>
            <a:spAutoFit/>
          </a:bodyPr>
          <a:lstStyle>
            <a:lvl1pPr>
              <a:lnSpc>
                <a:spcPct val="120000"/>
              </a:lnSpc>
              <a:defRPr b="1">
                <a:solidFill>
                  <a:schemeClr val="tx1"/>
                </a:solidFill>
                <a:latin typeface="Arial" panose="020B0604020202020204" pitchFamily="34" charset="0"/>
                <a:ea typeface="宋体" panose="02010600030101010101" pitchFamily="2" charset="-122"/>
              </a:defRPr>
            </a:lvl1pPr>
            <a:lvl2pPr marL="742950" indent="-285750">
              <a:lnSpc>
                <a:spcPct val="120000"/>
              </a:lnSpc>
              <a:defRPr b="1">
                <a:solidFill>
                  <a:schemeClr val="tx1"/>
                </a:solidFill>
                <a:latin typeface="Arial" panose="020B0604020202020204" pitchFamily="34" charset="0"/>
                <a:ea typeface="宋体" panose="02010600030101010101" pitchFamily="2" charset="-122"/>
              </a:defRPr>
            </a:lvl2pPr>
            <a:lvl3pPr marL="1143000" indent="-228600">
              <a:lnSpc>
                <a:spcPct val="120000"/>
              </a:lnSpc>
              <a:defRPr b="1">
                <a:solidFill>
                  <a:schemeClr val="tx1"/>
                </a:solidFill>
                <a:latin typeface="Arial" panose="020B0604020202020204" pitchFamily="34" charset="0"/>
                <a:ea typeface="宋体" panose="02010600030101010101" pitchFamily="2" charset="-122"/>
              </a:defRPr>
            </a:lvl3pPr>
            <a:lvl4pPr marL="1600200" indent="-228600">
              <a:lnSpc>
                <a:spcPct val="120000"/>
              </a:lnSpc>
              <a:defRPr b="1">
                <a:solidFill>
                  <a:schemeClr val="tx1"/>
                </a:solidFill>
                <a:latin typeface="Arial" panose="020B0604020202020204" pitchFamily="34" charset="0"/>
                <a:ea typeface="宋体" panose="02010600030101010101" pitchFamily="2" charset="-122"/>
              </a:defRPr>
            </a:lvl4pPr>
            <a:lvl5pPr marL="2057400" indent="-228600">
              <a:lnSpc>
                <a:spcPct val="120000"/>
              </a:lnSpc>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054" name="Line 11"/>
          <p:cNvSpPr/>
          <p:nvPr userDrawn="1"/>
        </p:nvSpPr>
        <p:spPr>
          <a:xfrm>
            <a:off x="228600" y="457200"/>
            <a:ext cx="8686800" cy="0"/>
          </a:xfrm>
          <a:prstGeom prst="line">
            <a:avLst/>
          </a:prstGeom>
          <a:ln w="57150" cap="flat" cmpd="thinThick">
            <a:solidFill>
              <a:schemeClr val="accent2"/>
            </a:solidFill>
            <a:prstDash val="solid"/>
            <a:headEnd type="none" w="med" len="med"/>
            <a:tailEnd type="none" w="med" len="med"/>
          </a:ln>
        </p:spPr>
      </p:sp>
      <p:sp>
        <p:nvSpPr>
          <p:cNvPr id="6148" name="Rectangle 4"/>
          <p:cNvSpPr>
            <a:spLocks noGrp="1" noChangeArrowheads="1"/>
          </p:cNvSpPr>
          <p:nvPr>
            <p:ph type="ctrTitle"/>
          </p:nvPr>
        </p:nvSpPr>
        <p:spPr>
          <a:xfrm>
            <a:off x="685800" y="836613"/>
            <a:ext cx="7772400" cy="2019300"/>
          </a:xfrm>
          <a:noFill/>
        </p:spPr>
        <p:txBody>
          <a:bodyPr/>
          <a:lstStyle>
            <a:lvl1pPr algn="ctr">
              <a:defRPr sz="3600">
                <a:solidFill>
                  <a:srgbClr val="A50021"/>
                </a:solidFill>
              </a:defRPr>
            </a:lvl1pPr>
          </a:lstStyle>
          <a:p>
            <a:r>
              <a:rPr lang="ja-JP" altLang="en-US"/>
              <a:t>マスタ タイトルの書式設定</a:t>
            </a:r>
            <a:endParaRPr lang="ja-JP" altLang="en-US"/>
          </a:p>
        </p:txBody>
      </p:sp>
      <p:sp>
        <p:nvSpPr>
          <p:cNvPr id="6149" name="Rectangle 5"/>
          <p:cNvSpPr>
            <a:spLocks noGrp="1" noChangeArrowheads="1"/>
          </p:cNvSpPr>
          <p:nvPr>
            <p:ph type="subTitle" idx="1"/>
          </p:nvPr>
        </p:nvSpPr>
        <p:spPr>
          <a:xfrm>
            <a:off x="1447800" y="3213100"/>
            <a:ext cx="7010400" cy="1816100"/>
          </a:xfrm>
        </p:spPr>
        <p:txBody>
          <a:bodyPr/>
          <a:lstStyle>
            <a:lvl1pPr marL="0" indent="0" algn="r">
              <a:buFont typeface="Wingdings" panose="05000000000000000000" pitchFamily="2" charset="2"/>
              <a:buNone/>
              <a:defRPr sz="2800">
                <a:solidFill>
                  <a:schemeClr val="folHlink"/>
                </a:solidFill>
              </a:defRPr>
            </a:lvl1pPr>
          </a:lstStyle>
          <a:p>
            <a:r>
              <a:rPr lang="ja-JP" altLang="en-US"/>
              <a:t>マスタ サブタイトルの書式設定</a:t>
            </a:r>
            <a:endParaRPr lang="ja-JP" altLang="en-US"/>
          </a:p>
        </p:txBody>
      </p:sp>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4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0"/>
            <a:ext cx="6705600" cy="63087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0" y="0"/>
            <a:ext cx="9144000" cy="765175"/>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250825"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250825"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灯片编号占位符 5"/>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395663"/>
            <a:ext cx="7772400" cy="109537"/>
          </a:xfrm>
          <a:custGeom>
            <a:avLst/>
            <a:gdLst/>
            <a:ahLst/>
            <a:cxnLst>
              <a:cxn ang="0">
                <a:pos x="0" y="0"/>
              </a:cxn>
              <a:cxn ang="0">
                <a:pos x="2147483646" y="0"/>
              </a:cxn>
              <a:cxn ang="0">
                <a:pos x="2147483646" y="1314263702"/>
              </a:cxn>
              <a:cxn ang="0">
                <a:pos x="0" y="1314263702"/>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alpha val="100000"/>
            </a:srgbClr>
          </a:solidFill>
          <a:ln w="9525" cap="flat" cmpd="sng">
            <a:solidFill>
              <a:schemeClr val="accent2">
                <a:alpha val="100000"/>
              </a:schemeClr>
            </a:solidFill>
            <a:prstDash val="solid"/>
            <a:round/>
            <a:headEnd type="none" w="med" len="med"/>
            <a:tailEnd type="none" w="med" len="med"/>
          </a:ln>
        </p:spPr>
        <p:txBody>
          <a:bodyPr/>
          <a:p>
            <a:endParaRPr lang="zh-CN" altLang="en-US"/>
          </a:p>
        </p:txBody>
      </p:sp>
      <p:sp>
        <p:nvSpPr>
          <p:cNvPr id="5" name="Text Box 10"/>
          <p:cNvSpPr txBox="1">
            <a:spLocks noChangeArrowheads="1"/>
          </p:cNvSpPr>
          <p:nvPr/>
        </p:nvSpPr>
        <p:spPr bwMode="auto">
          <a:xfrm>
            <a:off x="0" y="76200"/>
            <a:ext cx="9144000" cy="396875"/>
          </a:xfrm>
          <a:prstGeom prst="rect">
            <a:avLst/>
          </a:prstGeom>
          <a:noFill/>
          <a:ln>
            <a:noFill/>
          </a:ln>
        </p:spPr>
        <p:txBody>
          <a:bodyPr>
            <a:spAutoFit/>
          </a:bodyPr>
          <a:lstStyle>
            <a:lvl1pPr>
              <a:lnSpc>
                <a:spcPct val="120000"/>
              </a:lnSpc>
              <a:defRPr b="1">
                <a:solidFill>
                  <a:schemeClr val="tx1"/>
                </a:solidFill>
                <a:latin typeface="Arial" panose="020B0604020202020204" pitchFamily="34" charset="0"/>
                <a:ea typeface="宋体" panose="02010600030101010101" pitchFamily="2" charset="-122"/>
              </a:defRPr>
            </a:lvl1pPr>
            <a:lvl2pPr marL="742950" indent="-285750">
              <a:lnSpc>
                <a:spcPct val="120000"/>
              </a:lnSpc>
              <a:defRPr b="1">
                <a:solidFill>
                  <a:schemeClr val="tx1"/>
                </a:solidFill>
                <a:latin typeface="Arial" panose="020B0604020202020204" pitchFamily="34" charset="0"/>
                <a:ea typeface="宋体" panose="02010600030101010101" pitchFamily="2" charset="-122"/>
              </a:defRPr>
            </a:lvl2pPr>
            <a:lvl3pPr marL="1143000" indent="-228600">
              <a:lnSpc>
                <a:spcPct val="120000"/>
              </a:lnSpc>
              <a:defRPr b="1">
                <a:solidFill>
                  <a:schemeClr val="tx1"/>
                </a:solidFill>
                <a:latin typeface="Arial" panose="020B0604020202020204" pitchFamily="34" charset="0"/>
                <a:ea typeface="宋体" panose="02010600030101010101" pitchFamily="2" charset="-122"/>
              </a:defRPr>
            </a:lvl3pPr>
            <a:lvl4pPr marL="1600200" indent="-228600">
              <a:lnSpc>
                <a:spcPct val="120000"/>
              </a:lnSpc>
              <a:defRPr b="1">
                <a:solidFill>
                  <a:schemeClr val="tx1"/>
                </a:solidFill>
                <a:latin typeface="Arial" panose="020B0604020202020204" pitchFamily="34" charset="0"/>
                <a:ea typeface="宋体" panose="02010600030101010101" pitchFamily="2" charset="-122"/>
              </a:defRPr>
            </a:lvl4pPr>
            <a:lvl5pPr marL="2057400" indent="-228600">
              <a:lnSpc>
                <a:spcPct val="120000"/>
              </a:lnSpc>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054" name="Line 11"/>
          <p:cNvSpPr/>
          <p:nvPr userDrawn="1"/>
        </p:nvSpPr>
        <p:spPr>
          <a:xfrm>
            <a:off x="228600" y="457200"/>
            <a:ext cx="8686800" cy="0"/>
          </a:xfrm>
          <a:prstGeom prst="line">
            <a:avLst/>
          </a:prstGeom>
          <a:ln w="57150" cap="flat" cmpd="thinThick">
            <a:solidFill>
              <a:schemeClr val="accent2"/>
            </a:solidFill>
            <a:prstDash val="solid"/>
            <a:headEnd type="none" w="med" len="med"/>
            <a:tailEnd type="none" w="med" len="med"/>
          </a:ln>
        </p:spPr>
      </p:sp>
      <p:sp>
        <p:nvSpPr>
          <p:cNvPr id="6148" name="Rectangle 4"/>
          <p:cNvSpPr>
            <a:spLocks noGrp="1" noChangeArrowheads="1"/>
          </p:cNvSpPr>
          <p:nvPr>
            <p:ph type="ctrTitle"/>
          </p:nvPr>
        </p:nvSpPr>
        <p:spPr>
          <a:xfrm>
            <a:off x="685800" y="836613"/>
            <a:ext cx="7772400" cy="2019300"/>
          </a:xfrm>
          <a:noFill/>
        </p:spPr>
        <p:txBody>
          <a:bodyPr/>
          <a:lstStyle>
            <a:lvl1pPr algn="ctr">
              <a:defRPr sz="3600">
                <a:solidFill>
                  <a:srgbClr val="A50021"/>
                </a:solidFill>
              </a:defRPr>
            </a:lvl1pPr>
          </a:lstStyle>
          <a:p>
            <a:r>
              <a:rPr lang="ja-JP" altLang="en-US"/>
              <a:t>マスタ タイトルの書式設定</a:t>
            </a:r>
            <a:endParaRPr lang="ja-JP" altLang="en-US"/>
          </a:p>
        </p:txBody>
      </p:sp>
      <p:sp>
        <p:nvSpPr>
          <p:cNvPr id="6149" name="Rectangle 5"/>
          <p:cNvSpPr>
            <a:spLocks noGrp="1" noChangeArrowheads="1"/>
          </p:cNvSpPr>
          <p:nvPr>
            <p:ph type="subTitle" idx="1"/>
          </p:nvPr>
        </p:nvSpPr>
        <p:spPr>
          <a:xfrm>
            <a:off x="1447800" y="3213100"/>
            <a:ext cx="7010400" cy="1816100"/>
          </a:xfrm>
        </p:spPr>
        <p:txBody>
          <a:bodyPr/>
          <a:lstStyle>
            <a:lvl1pPr marL="0" indent="0" algn="r">
              <a:buFont typeface="Wingdings" panose="05000000000000000000" pitchFamily="2" charset="2"/>
              <a:buNone/>
              <a:defRPr sz="2800">
                <a:solidFill>
                  <a:schemeClr val="folHlink"/>
                </a:solidFill>
              </a:defRPr>
            </a:lvl1pPr>
          </a:lstStyle>
          <a:p>
            <a:r>
              <a:rPr lang="ja-JP" altLang="en-US"/>
              <a:t>マスタ サブタイトルの書式設定</a:t>
            </a:r>
            <a:endParaRPr lang="ja-JP" altLang="en-US"/>
          </a:p>
        </p:txBody>
      </p:sp>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4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0"/>
            <a:ext cx="6705600" cy="63087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0" y="0"/>
            <a:ext cx="9144000" cy="765175"/>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250825"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250825"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灯片编号占位符 5"/>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395663"/>
            <a:ext cx="7772400" cy="109537"/>
          </a:xfrm>
          <a:custGeom>
            <a:avLst/>
            <a:gdLst/>
            <a:ahLst/>
            <a:cxnLst>
              <a:cxn ang="0">
                <a:pos x="0" y="0"/>
              </a:cxn>
              <a:cxn ang="0">
                <a:pos x="2147483646" y="0"/>
              </a:cxn>
              <a:cxn ang="0">
                <a:pos x="2147483646" y="1314263702"/>
              </a:cxn>
              <a:cxn ang="0">
                <a:pos x="0" y="1314263702"/>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alpha val="100000"/>
            </a:srgbClr>
          </a:solidFill>
          <a:ln w="9525" cap="flat" cmpd="sng">
            <a:solidFill>
              <a:schemeClr val="accent2">
                <a:alpha val="100000"/>
              </a:schemeClr>
            </a:solidFill>
            <a:prstDash val="solid"/>
            <a:round/>
            <a:headEnd type="none" w="med" len="med"/>
            <a:tailEnd type="none" w="med" len="med"/>
          </a:ln>
        </p:spPr>
        <p:txBody>
          <a:bodyPr/>
          <a:p>
            <a:endParaRPr lang="zh-CN" altLang="en-US"/>
          </a:p>
        </p:txBody>
      </p:sp>
      <p:sp>
        <p:nvSpPr>
          <p:cNvPr id="5" name="Text Box 10"/>
          <p:cNvSpPr txBox="1">
            <a:spLocks noChangeArrowheads="1"/>
          </p:cNvSpPr>
          <p:nvPr/>
        </p:nvSpPr>
        <p:spPr bwMode="auto">
          <a:xfrm>
            <a:off x="0" y="76200"/>
            <a:ext cx="9144000" cy="396875"/>
          </a:xfrm>
          <a:prstGeom prst="rect">
            <a:avLst/>
          </a:prstGeom>
          <a:noFill/>
          <a:ln>
            <a:noFill/>
          </a:ln>
        </p:spPr>
        <p:txBody>
          <a:bodyPr>
            <a:spAutoFit/>
          </a:bodyPr>
          <a:lstStyle>
            <a:lvl1pPr>
              <a:lnSpc>
                <a:spcPct val="120000"/>
              </a:lnSpc>
              <a:defRPr b="1">
                <a:solidFill>
                  <a:schemeClr val="tx1"/>
                </a:solidFill>
                <a:latin typeface="Arial" panose="020B0604020202020204" pitchFamily="34" charset="0"/>
                <a:ea typeface="宋体" panose="02010600030101010101" pitchFamily="2" charset="-122"/>
              </a:defRPr>
            </a:lvl1pPr>
            <a:lvl2pPr marL="742950" indent="-285750">
              <a:lnSpc>
                <a:spcPct val="120000"/>
              </a:lnSpc>
              <a:defRPr b="1">
                <a:solidFill>
                  <a:schemeClr val="tx1"/>
                </a:solidFill>
                <a:latin typeface="Arial" panose="020B0604020202020204" pitchFamily="34" charset="0"/>
                <a:ea typeface="宋体" panose="02010600030101010101" pitchFamily="2" charset="-122"/>
              </a:defRPr>
            </a:lvl2pPr>
            <a:lvl3pPr marL="1143000" indent="-228600">
              <a:lnSpc>
                <a:spcPct val="120000"/>
              </a:lnSpc>
              <a:defRPr b="1">
                <a:solidFill>
                  <a:schemeClr val="tx1"/>
                </a:solidFill>
                <a:latin typeface="Arial" panose="020B0604020202020204" pitchFamily="34" charset="0"/>
                <a:ea typeface="宋体" panose="02010600030101010101" pitchFamily="2" charset="-122"/>
              </a:defRPr>
            </a:lvl3pPr>
            <a:lvl4pPr marL="1600200" indent="-228600">
              <a:lnSpc>
                <a:spcPct val="120000"/>
              </a:lnSpc>
              <a:defRPr b="1">
                <a:solidFill>
                  <a:schemeClr val="tx1"/>
                </a:solidFill>
                <a:latin typeface="Arial" panose="020B0604020202020204" pitchFamily="34" charset="0"/>
                <a:ea typeface="宋体" panose="02010600030101010101" pitchFamily="2" charset="-122"/>
              </a:defRPr>
            </a:lvl4pPr>
            <a:lvl5pPr marL="2057400" indent="-228600">
              <a:lnSpc>
                <a:spcPct val="120000"/>
              </a:lnSpc>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054" name="Line 11"/>
          <p:cNvSpPr/>
          <p:nvPr userDrawn="1"/>
        </p:nvSpPr>
        <p:spPr>
          <a:xfrm>
            <a:off x="228600" y="457200"/>
            <a:ext cx="8686800" cy="0"/>
          </a:xfrm>
          <a:prstGeom prst="line">
            <a:avLst/>
          </a:prstGeom>
          <a:ln w="57150" cap="flat" cmpd="thinThick">
            <a:solidFill>
              <a:schemeClr val="accent2"/>
            </a:solidFill>
            <a:prstDash val="solid"/>
            <a:headEnd type="none" w="med" len="med"/>
            <a:tailEnd type="none" w="med" len="med"/>
          </a:ln>
        </p:spPr>
      </p:sp>
      <p:sp>
        <p:nvSpPr>
          <p:cNvPr id="6148" name="Rectangle 4"/>
          <p:cNvSpPr>
            <a:spLocks noGrp="1" noChangeArrowheads="1"/>
          </p:cNvSpPr>
          <p:nvPr>
            <p:ph type="ctrTitle"/>
          </p:nvPr>
        </p:nvSpPr>
        <p:spPr>
          <a:xfrm>
            <a:off x="685800" y="836613"/>
            <a:ext cx="7772400" cy="2019300"/>
          </a:xfrm>
          <a:noFill/>
        </p:spPr>
        <p:txBody>
          <a:bodyPr/>
          <a:lstStyle>
            <a:lvl1pPr algn="ctr">
              <a:defRPr sz="3600">
                <a:solidFill>
                  <a:srgbClr val="A50021"/>
                </a:solidFill>
              </a:defRPr>
            </a:lvl1pPr>
          </a:lstStyle>
          <a:p>
            <a:r>
              <a:rPr lang="ja-JP" altLang="en-US"/>
              <a:t>マスタ タイトルの書式設定</a:t>
            </a:r>
            <a:endParaRPr lang="ja-JP" altLang="en-US"/>
          </a:p>
        </p:txBody>
      </p:sp>
      <p:sp>
        <p:nvSpPr>
          <p:cNvPr id="6149" name="Rectangle 5"/>
          <p:cNvSpPr>
            <a:spLocks noGrp="1" noChangeArrowheads="1"/>
          </p:cNvSpPr>
          <p:nvPr>
            <p:ph type="subTitle" idx="1"/>
          </p:nvPr>
        </p:nvSpPr>
        <p:spPr>
          <a:xfrm>
            <a:off x="1447800" y="3213100"/>
            <a:ext cx="7010400" cy="1816100"/>
          </a:xfrm>
        </p:spPr>
        <p:txBody>
          <a:bodyPr/>
          <a:lstStyle>
            <a:lvl1pPr marL="0" indent="0" algn="r">
              <a:buFont typeface="Wingdings" panose="05000000000000000000" pitchFamily="2" charset="2"/>
              <a:buNone/>
              <a:defRPr sz="2800">
                <a:solidFill>
                  <a:schemeClr val="folHlink"/>
                </a:solidFill>
              </a:defRPr>
            </a:lvl1pPr>
          </a:lstStyle>
          <a:p>
            <a:r>
              <a:rPr lang="ja-JP" altLang="en-US"/>
              <a:t>マスタ サブタイトルの書式設定</a:t>
            </a:r>
            <a:endParaRPr lang="ja-JP" altLang="en-US"/>
          </a:p>
        </p:txBody>
      </p:sp>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4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0"/>
            <a:ext cx="6705600" cy="63087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0" y="0"/>
            <a:ext cx="9144000" cy="765175"/>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250825"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250825"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灯片编号占位符 5"/>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395663"/>
            <a:ext cx="7772400" cy="109537"/>
          </a:xfrm>
          <a:custGeom>
            <a:avLst/>
            <a:gdLst/>
            <a:ahLst/>
            <a:cxnLst>
              <a:cxn ang="0">
                <a:pos x="0" y="0"/>
              </a:cxn>
              <a:cxn ang="0">
                <a:pos x="2147483646" y="0"/>
              </a:cxn>
              <a:cxn ang="0">
                <a:pos x="2147483646" y="1314263702"/>
              </a:cxn>
              <a:cxn ang="0">
                <a:pos x="0" y="1314263702"/>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alpha val="100000"/>
            </a:srgbClr>
          </a:solidFill>
          <a:ln w="9525" cap="flat" cmpd="sng">
            <a:solidFill>
              <a:schemeClr val="accent2">
                <a:alpha val="100000"/>
              </a:schemeClr>
            </a:solidFill>
            <a:prstDash val="solid"/>
            <a:round/>
            <a:headEnd type="none" w="med" len="med"/>
            <a:tailEnd type="none" w="med" len="med"/>
          </a:ln>
        </p:spPr>
        <p:txBody>
          <a:bodyPr/>
          <a:p>
            <a:endParaRPr lang="zh-CN" altLang="en-US"/>
          </a:p>
        </p:txBody>
      </p:sp>
      <p:sp>
        <p:nvSpPr>
          <p:cNvPr id="5" name="Text Box 10"/>
          <p:cNvSpPr txBox="1">
            <a:spLocks noChangeArrowheads="1"/>
          </p:cNvSpPr>
          <p:nvPr/>
        </p:nvSpPr>
        <p:spPr bwMode="auto">
          <a:xfrm>
            <a:off x="0" y="76200"/>
            <a:ext cx="9144000" cy="396875"/>
          </a:xfrm>
          <a:prstGeom prst="rect">
            <a:avLst/>
          </a:prstGeom>
          <a:noFill/>
          <a:ln>
            <a:noFill/>
          </a:ln>
        </p:spPr>
        <p:txBody>
          <a:bodyPr>
            <a:spAutoFit/>
          </a:bodyPr>
          <a:lstStyle>
            <a:lvl1pPr>
              <a:lnSpc>
                <a:spcPct val="120000"/>
              </a:lnSpc>
              <a:defRPr b="1">
                <a:solidFill>
                  <a:schemeClr val="tx1"/>
                </a:solidFill>
                <a:latin typeface="Arial" panose="020B0604020202020204" pitchFamily="34" charset="0"/>
                <a:ea typeface="宋体" panose="02010600030101010101" pitchFamily="2" charset="-122"/>
              </a:defRPr>
            </a:lvl1pPr>
            <a:lvl2pPr marL="742950" indent="-285750">
              <a:lnSpc>
                <a:spcPct val="120000"/>
              </a:lnSpc>
              <a:defRPr b="1">
                <a:solidFill>
                  <a:schemeClr val="tx1"/>
                </a:solidFill>
                <a:latin typeface="Arial" panose="020B0604020202020204" pitchFamily="34" charset="0"/>
                <a:ea typeface="宋体" panose="02010600030101010101" pitchFamily="2" charset="-122"/>
              </a:defRPr>
            </a:lvl2pPr>
            <a:lvl3pPr marL="1143000" indent="-228600">
              <a:lnSpc>
                <a:spcPct val="120000"/>
              </a:lnSpc>
              <a:defRPr b="1">
                <a:solidFill>
                  <a:schemeClr val="tx1"/>
                </a:solidFill>
                <a:latin typeface="Arial" panose="020B0604020202020204" pitchFamily="34" charset="0"/>
                <a:ea typeface="宋体" panose="02010600030101010101" pitchFamily="2" charset="-122"/>
              </a:defRPr>
            </a:lvl3pPr>
            <a:lvl4pPr marL="1600200" indent="-228600">
              <a:lnSpc>
                <a:spcPct val="120000"/>
              </a:lnSpc>
              <a:defRPr b="1">
                <a:solidFill>
                  <a:schemeClr val="tx1"/>
                </a:solidFill>
                <a:latin typeface="Arial" panose="020B0604020202020204" pitchFamily="34" charset="0"/>
                <a:ea typeface="宋体" panose="02010600030101010101" pitchFamily="2" charset="-122"/>
              </a:defRPr>
            </a:lvl4pPr>
            <a:lvl5pPr marL="2057400" indent="-228600">
              <a:lnSpc>
                <a:spcPct val="120000"/>
              </a:lnSpc>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054" name="Line 11"/>
          <p:cNvSpPr/>
          <p:nvPr userDrawn="1"/>
        </p:nvSpPr>
        <p:spPr>
          <a:xfrm>
            <a:off x="228600" y="457200"/>
            <a:ext cx="8686800" cy="0"/>
          </a:xfrm>
          <a:prstGeom prst="line">
            <a:avLst/>
          </a:prstGeom>
          <a:ln w="57150" cap="flat" cmpd="thinThick">
            <a:solidFill>
              <a:schemeClr val="accent2"/>
            </a:solidFill>
            <a:prstDash val="solid"/>
            <a:headEnd type="none" w="med" len="med"/>
            <a:tailEnd type="none" w="med" len="med"/>
          </a:ln>
        </p:spPr>
      </p:sp>
      <p:sp>
        <p:nvSpPr>
          <p:cNvPr id="6148" name="Rectangle 4"/>
          <p:cNvSpPr>
            <a:spLocks noGrp="1" noChangeArrowheads="1"/>
          </p:cNvSpPr>
          <p:nvPr>
            <p:ph type="ctrTitle"/>
          </p:nvPr>
        </p:nvSpPr>
        <p:spPr>
          <a:xfrm>
            <a:off x="685800" y="836613"/>
            <a:ext cx="7772400" cy="2019300"/>
          </a:xfrm>
          <a:noFill/>
        </p:spPr>
        <p:txBody>
          <a:bodyPr/>
          <a:lstStyle>
            <a:lvl1pPr algn="ctr">
              <a:defRPr sz="3600">
                <a:solidFill>
                  <a:srgbClr val="A50021"/>
                </a:solidFill>
              </a:defRPr>
            </a:lvl1pPr>
          </a:lstStyle>
          <a:p>
            <a:r>
              <a:rPr lang="ja-JP" altLang="en-US"/>
              <a:t>マスタ タイトルの書式設定</a:t>
            </a:r>
            <a:endParaRPr lang="ja-JP" altLang="en-US"/>
          </a:p>
        </p:txBody>
      </p:sp>
      <p:sp>
        <p:nvSpPr>
          <p:cNvPr id="6149" name="Rectangle 5"/>
          <p:cNvSpPr>
            <a:spLocks noGrp="1" noChangeArrowheads="1"/>
          </p:cNvSpPr>
          <p:nvPr>
            <p:ph type="subTitle" idx="1"/>
          </p:nvPr>
        </p:nvSpPr>
        <p:spPr>
          <a:xfrm>
            <a:off x="1447800" y="3213100"/>
            <a:ext cx="7010400" cy="1816100"/>
          </a:xfrm>
        </p:spPr>
        <p:txBody>
          <a:bodyPr/>
          <a:lstStyle>
            <a:lvl1pPr marL="0" indent="0" algn="r">
              <a:buFont typeface="Wingdings" panose="05000000000000000000" pitchFamily="2" charset="2"/>
              <a:buNone/>
              <a:defRPr sz="2800">
                <a:solidFill>
                  <a:schemeClr val="folHlink"/>
                </a:solidFill>
              </a:defRPr>
            </a:lvl1pPr>
          </a:lstStyle>
          <a:p>
            <a:r>
              <a:rPr lang="ja-JP" altLang="en-US"/>
              <a:t>マスタ サブタイトルの書式設定</a:t>
            </a:r>
            <a:endParaRPr lang="ja-JP" altLang="en-US"/>
          </a:p>
        </p:txBody>
      </p:sp>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timing>
    <p:tnLst>
      <p:par>
        <p:cTn id="1" dur="indefinite" restart="never" nodeType="tmRoot"/>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4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0"/>
            <a:ext cx="6705600" cy="63087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0" y="0"/>
            <a:ext cx="9144000" cy="765175"/>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250825"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250825"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灯片编号占位符 5"/>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395663"/>
            <a:ext cx="7772400" cy="109537"/>
          </a:xfrm>
          <a:custGeom>
            <a:avLst/>
            <a:gdLst/>
            <a:ahLst/>
            <a:cxnLst>
              <a:cxn ang="0">
                <a:pos x="0" y="0"/>
              </a:cxn>
              <a:cxn ang="0">
                <a:pos x="2147483646" y="0"/>
              </a:cxn>
              <a:cxn ang="0">
                <a:pos x="2147483646" y="1314263702"/>
              </a:cxn>
              <a:cxn ang="0">
                <a:pos x="0" y="1314263702"/>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alpha val="100000"/>
            </a:srgbClr>
          </a:solidFill>
          <a:ln w="9525" cap="flat" cmpd="sng">
            <a:solidFill>
              <a:schemeClr val="accent2">
                <a:alpha val="100000"/>
              </a:schemeClr>
            </a:solidFill>
            <a:prstDash val="solid"/>
            <a:round/>
            <a:headEnd type="none" w="med" len="med"/>
            <a:tailEnd type="none" w="med" len="med"/>
          </a:ln>
        </p:spPr>
        <p:txBody>
          <a:bodyPr/>
          <a:p>
            <a:endParaRPr lang="zh-CN" altLang="en-US"/>
          </a:p>
        </p:txBody>
      </p:sp>
      <p:sp>
        <p:nvSpPr>
          <p:cNvPr id="5" name="Text Box 10"/>
          <p:cNvSpPr txBox="1">
            <a:spLocks noChangeArrowheads="1"/>
          </p:cNvSpPr>
          <p:nvPr/>
        </p:nvSpPr>
        <p:spPr bwMode="auto">
          <a:xfrm>
            <a:off x="0" y="76200"/>
            <a:ext cx="9144000" cy="396875"/>
          </a:xfrm>
          <a:prstGeom prst="rect">
            <a:avLst/>
          </a:prstGeom>
          <a:noFill/>
          <a:ln>
            <a:noFill/>
          </a:ln>
        </p:spPr>
        <p:txBody>
          <a:bodyPr>
            <a:spAutoFit/>
          </a:bodyPr>
          <a:lstStyle>
            <a:lvl1pPr>
              <a:lnSpc>
                <a:spcPct val="120000"/>
              </a:lnSpc>
              <a:defRPr b="1">
                <a:solidFill>
                  <a:schemeClr val="tx1"/>
                </a:solidFill>
                <a:latin typeface="Arial" panose="020B0604020202020204" pitchFamily="34" charset="0"/>
                <a:ea typeface="宋体" panose="02010600030101010101" pitchFamily="2" charset="-122"/>
              </a:defRPr>
            </a:lvl1pPr>
            <a:lvl2pPr marL="742950" indent="-285750">
              <a:lnSpc>
                <a:spcPct val="120000"/>
              </a:lnSpc>
              <a:defRPr b="1">
                <a:solidFill>
                  <a:schemeClr val="tx1"/>
                </a:solidFill>
                <a:latin typeface="Arial" panose="020B0604020202020204" pitchFamily="34" charset="0"/>
                <a:ea typeface="宋体" panose="02010600030101010101" pitchFamily="2" charset="-122"/>
              </a:defRPr>
            </a:lvl2pPr>
            <a:lvl3pPr marL="1143000" indent="-228600">
              <a:lnSpc>
                <a:spcPct val="120000"/>
              </a:lnSpc>
              <a:defRPr b="1">
                <a:solidFill>
                  <a:schemeClr val="tx1"/>
                </a:solidFill>
                <a:latin typeface="Arial" panose="020B0604020202020204" pitchFamily="34" charset="0"/>
                <a:ea typeface="宋体" panose="02010600030101010101" pitchFamily="2" charset="-122"/>
              </a:defRPr>
            </a:lvl3pPr>
            <a:lvl4pPr marL="1600200" indent="-228600">
              <a:lnSpc>
                <a:spcPct val="120000"/>
              </a:lnSpc>
              <a:defRPr b="1">
                <a:solidFill>
                  <a:schemeClr val="tx1"/>
                </a:solidFill>
                <a:latin typeface="Arial" panose="020B0604020202020204" pitchFamily="34" charset="0"/>
                <a:ea typeface="宋体" panose="02010600030101010101" pitchFamily="2" charset="-122"/>
              </a:defRPr>
            </a:lvl4pPr>
            <a:lvl5pPr marL="2057400" indent="-228600">
              <a:lnSpc>
                <a:spcPct val="120000"/>
              </a:lnSpc>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054" name="Line 11"/>
          <p:cNvSpPr/>
          <p:nvPr userDrawn="1"/>
        </p:nvSpPr>
        <p:spPr>
          <a:xfrm>
            <a:off x="228600" y="457200"/>
            <a:ext cx="8686800" cy="0"/>
          </a:xfrm>
          <a:prstGeom prst="line">
            <a:avLst/>
          </a:prstGeom>
          <a:ln w="57150" cap="flat" cmpd="thinThick">
            <a:solidFill>
              <a:schemeClr val="accent2"/>
            </a:solidFill>
            <a:prstDash val="solid"/>
            <a:headEnd type="none" w="med" len="med"/>
            <a:tailEnd type="none" w="med" len="med"/>
          </a:ln>
        </p:spPr>
      </p:sp>
      <p:sp>
        <p:nvSpPr>
          <p:cNvPr id="6148" name="Rectangle 4"/>
          <p:cNvSpPr>
            <a:spLocks noGrp="1" noChangeArrowheads="1"/>
          </p:cNvSpPr>
          <p:nvPr>
            <p:ph type="ctrTitle"/>
          </p:nvPr>
        </p:nvSpPr>
        <p:spPr>
          <a:xfrm>
            <a:off x="685800" y="836613"/>
            <a:ext cx="7772400" cy="2019300"/>
          </a:xfrm>
          <a:noFill/>
        </p:spPr>
        <p:txBody>
          <a:bodyPr/>
          <a:lstStyle>
            <a:lvl1pPr algn="ctr">
              <a:defRPr sz="3600">
                <a:solidFill>
                  <a:srgbClr val="A50021"/>
                </a:solidFill>
              </a:defRPr>
            </a:lvl1pPr>
          </a:lstStyle>
          <a:p>
            <a:r>
              <a:rPr lang="ja-JP" altLang="en-US"/>
              <a:t>マスタ タイトルの書式設定</a:t>
            </a:r>
            <a:endParaRPr lang="ja-JP" altLang="en-US"/>
          </a:p>
        </p:txBody>
      </p:sp>
      <p:sp>
        <p:nvSpPr>
          <p:cNvPr id="6149" name="Rectangle 5"/>
          <p:cNvSpPr>
            <a:spLocks noGrp="1" noChangeArrowheads="1"/>
          </p:cNvSpPr>
          <p:nvPr>
            <p:ph type="subTitle" idx="1"/>
          </p:nvPr>
        </p:nvSpPr>
        <p:spPr>
          <a:xfrm>
            <a:off x="1447800" y="3213100"/>
            <a:ext cx="7010400" cy="1816100"/>
          </a:xfrm>
        </p:spPr>
        <p:txBody>
          <a:bodyPr/>
          <a:lstStyle>
            <a:lvl1pPr marL="0" indent="0" algn="r">
              <a:buFont typeface="Wingdings" panose="05000000000000000000" pitchFamily="2" charset="2"/>
              <a:buNone/>
              <a:defRPr sz="2800">
                <a:solidFill>
                  <a:schemeClr val="folHlink"/>
                </a:solidFill>
              </a:defRPr>
            </a:lvl1pPr>
          </a:lstStyle>
          <a:p>
            <a:r>
              <a:rPr lang="ja-JP" altLang="en-US"/>
              <a:t>マスタ サブタイトルの書式設定</a:t>
            </a:r>
            <a:endParaRPr lang="ja-JP" altLang="en-US"/>
          </a:p>
        </p:txBody>
      </p:sp>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timing>
    <p:tnLst>
      <p:par>
        <p:cTn id="1" dur="indefinite" restart="never" nodeType="tmRoot"/>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4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0"/>
            <a:ext cx="6705600" cy="63087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0" y="0"/>
            <a:ext cx="9144000" cy="765175"/>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250825"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250825"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灯片编号占位符 5"/>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395663"/>
            <a:ext cx="7772400" cy="109537"/>
          </a:xfrm>
          <a:custGeom>
            <a:avLst/>
            <a:gdLst/>
            <a:ahLst/>
            <a:cxnLst>
              <a:cxn ang="0">
                <a:pos x="0" y="0"/>
              </a:cxn>
              <a:cxn ang="0">
                <a:pos x="2147483646" y="0"/>
              </a:cxn>
              <a:cxn ang="0">
                <a:pos x="2147483646" y="1314263702"/>
              </a:cxn>
              <a:cxn ang="0">
                <a:pos x="0" y="1314263702"/>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alpha val="100000"/>
            </a:srgbClr>
          </a:solidFill>
          <a:ln w="9525" cap="flat" cmpd="sng">
            <a:solidFill>
              <a:schemeClr val="accent2">
                <a:alpha val="100000"/>
              </a:schemeClr>
            </a:solidFill>
            <a:prstDash val="solid"/>
            <a:round/>
            <a:headEnd type="none" w="med" len="med"/>
            <a:tailEnd type="none" w="med" len="med"/>
          </a:ln>
        </p:spPr>
        <p:txBody>
          <a:bodyPr/>
          <a:p>
            <a:endParaRPr lang="zh-CN" altLang="en-US"/>
          </a:p>
        </p:txBody>
      </p:sp>
      <p:sp>
        <p:nvSpPr>
          <p:cNvPr id="5" name="Text Box 10"/>
          <p:cNvSpPr txBox="1">
            <a:spLocks noChangeArrowheads="1"/>
          </p:cNvSpPr>
          <p:nvPr/>
        </p:nvSpPr>
        <p:spPr bwMode="auto">
          <a:xfrm>
            <a:off x="0" y="76200"/>
            <a:ext cx="9144000" cy="396875"/>
          </a:xfrm>
          <a:prstGeom prst="rect">
            <a:avLst/>
          </a:prstGeom>
          <a:noFill/>
          <a:ln>
            <a:noFill/>
          </a:ln>
        </p:spPr>
        <p:txBody>
          <a:bodyPr>
            <a:spAutoFit/>
          </a:bodyPr>
          <a:lstStyle>
            <a:lvl1pPr>
              <a:lnSpc>
                <a:spcPct val="120000"/>
              </a:lnSpc>
              <a:defRPr b="1">
                <a:solidFill>
                  <a:schemeClr val="tx1"/>
                </a:solidFill>
                <a:latin typeface="Arial" panose="020B0604020202020204" pitchFamily="34" charset="0"/>
                <a:ea typeface="宋体" panose="02010600030101010101" pitchFamily="2" charset="-122"/>
              </a:defRPr>
            </a:lvl1pPr>
            <a:lvl2pPr marL="742950" indent="-285750">
              <a:lnSpc>
                <a:spcPct val="120000"/>
              </a:lnSpc>
              <a:defRPr b="1">
                <a:solidFill>
                  <a:schemeClr val="tx1"/>
                </a:solidFill>
                <a:latin typeface="Arial" panose="020B0604020202020204" pitchFamily="34" charset="0"/>
                <a:ea typeface="宋体" panose="02010600030101010101" pitchFamily="2" charset="-122"/>
              </a:defRPr>
            </a:lvl2pPr>
            <a:lvl3pPr marL="1143000" indent="-228600">
              <a:lnSpc>
                <a:spcPct val="120000"/>
              </a:lnSpc>
              <a:defRPr b="1">
                <a:solidFill>
                  <a:schemeClr val="tx1"/>
                </a:solidFill>
                <a:latin typeface="Arial" panose="020B0604020202020204" pitchFamily="34" charset="0"/>
                <a:ea typeface="宋体" panose="02010600030101010101" pitchFamily="2" charset="-122"/>
              </a:defRPr>
            </a:lvl3pPr>
            <a:lvl4pPr marL="1600200" indent="-228600">
              <a:lnSpc>
                <a:spcPct val="120000"/>
              </a:lnSpc>
              <a:defRPr b="1">
                <a:solidFill>
                  <a:schemeClr val="tx1"/>
                </a:solidFill>
                <a:latin typeface="Arial" panose="020B0604020202020204" pitchFamily="34" charset="0"/>
                <a:ea typeface="宋体" panose="02010600030101010101" pitchFamily="2" charset="-122"/>
              </a:defRPr>
            </a:lvl4pPr>
            <a:lvl5pPr marL="2057400" indent="-228600">
              <a:lnSpc>
                <a:spcPct val="120000"/>
              </a:lnSpc>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054" name="Line 11"/>
          <p:cNvSpPr/>
          <p:nvPr userDrawn="1"/>
        </p:nvSpPr>
        <p:spPr>
          <a:xfrm>
            <a:off x="228600" y="457200"/>
            <a:ext cx="8686800" cy="0"/>
          </a:xfrm>
          <a:prstGeom prst="line">
            <a:avLst/>
          </a:prstGeom>
          <a:ln w="57150" cap="flat" cmpd="thinThick">
            <a:solidFill>
              <a:schemeClr val="accent2"/>
            </a:solidFill>
            <a:prstDash val="solid"/>
            <a:headEnd type="none" w="med" len="med"/>
            <a:tailEnd type="none" w="med" len="med"/>
          </a:ln>
        </p:spPr>
      </p:sp>
      <p:sp>
        <p:nvSpPr>
          <p:cNvPr id="6148" name="Rectangle 4"/>
          <p:cNvSpPr>
            <a:spLocks noGrp="1" noChangeArrowheads="1"/>
          </p:cNvSpPr>
          <p:nvPr>
            <p:ph type="ctrTitle"/>
          </p:nvPr>
        </p:nvSpPr>
        <p:spPr>
          <a:xfrm>
            <a:off x="685800" y="836613"/>
            <a:ext cx="7772400" cy="2019300"/>
          </a:xfrm>
          <a:noFill/>
        </p:spPr>
        <p:txBody>
          <a:bodyPr/>
          <a:lstStyle>
            <a:lvl1pPr algn="ctr">
              <a:defRPr sz="3600">
                <a:solidFill>
                  <a:srgbClr val="A50021"/>
                </a:solidFill>
              </a:defRPr>
            </a:lvl1pPr>
          </a:lstStyle>
          <a:p>
            <a:r>
              <a:rPr lang="ja-JP" altLang="en-US"/>
              <a:t>マスタ タイトルの書式設定</a:t>
            </a:r>
            <a:endParaRPr lang="ja-JP" altLang="en-US"/>
          </a:p>
        </p:txBody>
      </p:sp>
      <p:sp>
        <p:nvSpPr>
          <p:cNvPr id="6149" name="Rectangle 5"/>
          <p:cNvSpPr>
            <a:spLocks noGrp="1" noChangeArrowheads="1"/>
          </p:cNvSpPr>
          <p:nvPr>
            <p:ph type="subTitle" idx="1"/>
          </p:nvPr>
        </p:nvSpPr>
        <p:spPr>
          <a:xfrm>
            <a:off x="1447800" y="3213100"/>
            <a:ext cx="7010400" cy="1816100"/>
          </a:xfrm>
        </p:spPr>
        <p:txBody>
          <a:bodyPr/>
          <a:lstStyle>
            <a:lvl1pPr marL="0" indent="0" algn="r">
              <a:buFont typeface="Wingdings" panose="05000000000000000000" pitchFamily="2" charset="2"/>
              <a:buNone/>
              <a:defRPr sz="2800">
                <a:solidFill>
                  <a:schemeClr val="folHlink"/>
                </a:solidFill>
              </a:defRPr>
            </a:lvl1pPr>
          </a:lstStyle>
          <a:p>
            <a:r>
              <a:rPr lang="ja-JP" altLang="en-US"/>
              <a:t>マスタ サブタイトルの書式設定</a:t>
            </a:r>
            <a:endParaRPr lang="ja-JP" altLang="en-US"/>
          </a:p>
        </p:txBody>
      </p:sp>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timing>
    <p:tnLst>
      <p:par>
        <p:cTn id="1" dur="indefinite" restart="never" nodeType="tmRoot"/>
      </p:par>
    </p:tnLst>
  </p:timing>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4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0"/>
            <a:ext cx="6705600" cy="63087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0" y="0"/>
            <a:ext cx="9144000" cy="765175"/>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250825"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250825"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灯片编号占位符 5"/>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395663"/>
            <a:ext cx="7772400" cy="109537"/>
          </a:xfrm>
          <a:custGeom>
            <a:avLst/>
            <a:gdLst/>
            <a:ahLst/>
            <a:cxnLst>
              <a:cxn ang="0">
                <a:pos x="0" y="0"/>
              </a:cxn>
              <a:cxn ang="0">
                <a:pos x="2147483646" y="0"/>
              </a:cxn>
              <a:cxn ang="0">
                <a:pos x="2147483646" y="1314263702"/>
              </a:cxn>
              <a:cxn ang="0">
                <a:pos x="0" y="1314263702"/>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alpha val="100000"/>
            </a:srgbClr>
          </a:solidFill>
          <a:ln w="9525" cap="flat" cmpd="sng">
            <a:solidFill>
              <a:schemeClr val="accent2">
                <a:alpha val="100000"/>
              </a:schemeClr>
            </a:solidFill>
            <a:prstDash val="solid"/>
            <a:round/>
            <a:headEnd type="none" w="med" len="med"/>
            <a:tailEnd type="none" w="med" len="med"/>
          </a:ln>
        </p:spPr>
        <p:txBody>
          <a:bodyPr/>
          <a:p>
            <a:endParaRPr lang="zh-CN" altLang="en-US"/>
          </a:p>
        </p:txBody>
      </p:sp>
      <p:sp>
        <p:nvSpPr>
          <p:cNvPr id="5" name="Text Box 10"/>
          <p:cNvSpPr txBox="1">
            <a:spLocks noChangeArrowheads="1"/>
          </p:cNvSpPr>
          <p:nvPr/>
        </p:nvSpPr>
        <p:spPr bwMode="auto">
          <a:xfrm>
            <a:off x="0" y="76200"/>
            <a:ext cx="9144000" cy="396875"/>
          </a:xfrm>
          <a:prstGeom prst="rect">
            <a:avLst/>
          </a:prstGeom>
          <a:noFill/>
          <a:ln>
            <a:noFill/>
          </a:ln>
        </p:spPr>
        <p:txBody>
          <a:bodyPr>
            <a:spAutoFit/>
          </a:bodyPr>
          <a:lstStyle>
            <a:lvl1pPr>
              <a:lnSpc>
                <a:spcPct val="120000"/>
              </a:lnSpc>
              <a:defRPr b="1">
                <a:solidFill>
                  <a:schemeClr val="tx1"/>
                </a:solidFill>
                <a:latin typeface="Arial" panose="020B0604020202020204" pitchFamily="34" charset="0"/>
                <a:ea typeface="宋体" panose="02010600030101010101" pitchFamily="2" charset="-122"/>
              </a:defRPr>
            </a:lvl1pPr>
            <a:lvl2pPr marL="742950" indent="-285750">
              <a:lnSpc>
                <a:spcPct val="120000"/>
              </a:lnSpc>
              <a:defRPr b="1">
                <a:solidFill>
                  <a:schemeClr val="tx1"/>
                </a:solidFill>
                <a:latin typeface="Arial" panose="020B0604020202020204" pitchFamily="34" charset="0"/>
                <a:ea typeface="宋体" panose="02010600030101010101" pitchFamily="2" charset="-122"/>
              </a:defRPr>
            </a:lvl2pPr>
            <a:lvl3pPr marL="1143000" indent="-228600">
              <a:lnSpc>
                <a:spcPct val="120000"/>
              </a:lnSpc>
              <a:defRPr b="1">
                <a:solidFill>
                  <a:schemeClr val="tx1"/>
                </a:solidFill>
                <a:latin typeface="Arial" panose="020B0604020202020204" pitchFamily="34" charset="0"/>
                <a:ea typeface="宋体" panose="02010600030101010101" pitchFamily="2" charset="-122"/>
              </a:defRPr>
            </a:lvl3pPr>
            <a:lvl4pPr marL="1600200" indent="-228600">
              <a:lnSpc>
                <a:spcPct val="120000"/>
              </a:lnSpc>
              <a:defRPr b="1">
                <a:solidFill>
                  <a:schemeClr val="tx1"/>
                </a:solidFill>
                <a:latin typeface="Arial" panose="020B0604020202020204" pitchFamily="34" charset="0"/>
                <a:ea typeface="宋体" panose="02010600030101010101" pitchFamily="2" charset="-122"/>
              </a:defRPr>
            </a:lvl4pPr>
            <a:lvl5pPr marL="2057400" indent="-228600">
              <a:lnSpc>
                <a:spcPct val="120000"/>
              </a:lnSpc>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054" name="Line 11"/>
          <p:cNvSpPr/>
          <p:nvPr userDrawn="1"/>
        </p:nvSpPr>
        <p:spPr>
          <a:xfrm>
            <a:off x="228600" y="457200"/>
            <a:ext cx="8686800" cy="0"/>
          </a:xfrm>
          <a:prstGeom prst="line">
            <a:avLst/>
          </a:prstGeom>
          <a:ln w="57150" cap="flat" cmpd="thinThick">
            <a:solidFill>
              <a:schemeClr val="accent2"/>
            </a:solidFill>
            <a:prstDash val="solid"/>
            <a:headEnd type="none" w="med" len="med"/>
            <a:tailEnd type="none" w="med" len="med"/>
          </a:ln>
        </p:spPr>
      </p:sp>
      <p:sp>
        <p:nvSpPr>
          <p:cNvPr id="6148" name="Rectangle 4"/>
          <p:cNvSpPr>
            <a:spLocks noGrp="1" noChangeArrowheads="1"/>
          </p:cNvSpPr>
          <p:nvPr>
            <p:ph type="ctrTitle"/>
          </p:nvPr>
        </p:nvSpPr>
        <p:spPr>
          <a:xfrm>
            <a:off x="685800" y="836613"/>
            <a:ext cx="7772400" cy="2019300"/>
          </a:xfrm>
          <a:noFill/>
        </p:spPr>
        <p:txBody>
          <a:bodyPr/>
          <a:lstStyle>
            <a:lvl1pPr algn="ctr">
              <a:defRPr sz="3600">
                <a:solidFill>
                  <a:srgbClr val="A50021"/>
                </a:solidFill>
              </a:defRPr>
            </a:lvl1pPr>
          </a:lstStyle>
          <a:p>
            <a:r>
              <a:rPr lang="ja-JP" altLang="en-US"/>
              <a:t>マスタ タイトルの書式設定</a:t>
            </a:r>
            <a:endParaRPr lang="ja-JP" altLang="en-US"/>
          </a:p>
        </p:txBody>
      </p:sp>
      <p:sp>
        <p:nvSpPr>
          <p:cNvPr id="6149" name="Rectangle 5"/>
          <p:cNvSpPr>
            <a:spLocks noGrp="1" noChangeArrowheads="1"/>
          </p:cNvSpPr>
          <p:nvPr>
            <p:ph type="subTitle" idx="1"/>
          </p:nvPr>
        </p:nvSpPr>
        <p:spPr>
          <a:xfrm>
            <a:off x="1447800" y="3213100"/>
            <a:ext cx="7010400" cy="1816100"/>
          </a:xfrm>
        </p:spPr>
        <p:txBody>
          <a:bodyPr/>
          <a:lstStyle>
            <a:lvl1pPr marL="0" indent="0" algn="r">
              <a:buFont typeface="Wingdings" panose="05000000000000000000" pitchFamily="2" charset="2"/>
              <a:buNone/>
              <a:defRPr sz="2800">
                <a:solidFill>
                  <a:schemeClr val="folHlink"/>
                </a:solidFill>
              </a:defRPr>
            </a:lvl1pPr>
          </a:lstStyle>
          <a:p>
            <a:r>
              <a:rPr lang="ja-JP" altLang="en-US"/>
              <a:t>マスタ サブタイトルの書式設定</a:t>
            </a:r>
            <a:endParaRPr lang="ja-JP" altLang="en-US"/>
          </a:p>
        </p:txBody>
      </p:sp>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timing>
    <p:tnLst>
      <p:par>
        <p:cTn id="1" dur="indefinite" restart="never" nodeType="tmRoot"/>
      </p:par>
    </p:tnLst>
  </p:timing>
</p:sldLayout>
</file>

<file path=ppt/slideLayouts/slideLayout10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4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0"/>
            <a:ext cx="6705600" cy="63087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0" y="0"/>
            <a:ext cx="9144000" cy="765175"/>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250825"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250825"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灯片编号占位符 5"/>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395663"/>
            <a:ext cx="7772400" cy="109537"/>
          </a:xfrm>
          <a:custGeom>
            <a:avLst/>
            <a:gdLst/>
            <a:ahLst/>
            <a:cxnLst>
              <a:cxn ang="0">
                <a:pos x="0" y="0"/>
              </a:cxn>
              <a:cxn ang="0">
                <a:pos x="2147483646" y="0"/>
              </a:cxn>
              <a:cxn ang="0">
                <a:pos x="2147483646" y="1314263702"/>
              </a:cxn>
              <a:cxn ang="0">
                <a:pos x="0" y="1314263702"/>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alpha val="100000"/>
            </a:srgbClr>
          </a:solidFill>
          <a:ln w="9525" cap="flat" cmpd="sng">
            <a:solidFill>
              <a:schemeClr val="accent2">
                <a:alpha val="100000"/>
              </a:schemeClr>
            </a:solidFill>
            <a:prstDash val="solid"/>
            <a:round/>
            <a:headEnd type="none" w="med" len="med"/>
            <a:tailEnd type="none" w="med" len="med"/>
          </a:ln>
        </p:spPr>
        <p:txBody>
          <a:bodyPr/>
          <a:p>
            <a:endParaRPr lang="zh-CN" altLang="en-US"/>
          </a:p>
        </p:txBody>
      </p:sp>
      <p:sp>
        <p:nvSpPr>
          <p:cNvPr id="5" name="Text Box 10"/>
          <p:cNvSpPr txBox="1">
            <a:spLocks noChangeArrowheads="1"/>
          </p:cNvSpPr>
          <p:nvPr/>
        </p:nvSpPr>
        <p:spPr bwMode="auto">
          <a:xfrm>
            <a:off x="0" y="76200"/>
            <a:ext cx="9144000" cy="396875"/>
          </a:xfrm>
          <a:prstGeom prst="rect">
            <a:avLst/>
          </a:prstGeom>
          <a:noFill/>
          <a:ln>
            <a:noFill/>
          </a:ln>
        </p:spPr>
        <p:txBody>
          <a:bodyPr>
            <a:spAutoFit/>
          </a:bodyPr>
          <a:lstStyle>
            <a:lvl1pPr>
              <a:lnSpc>
                <a:spcPct val="120000"/>
              </a:lnSpc>
              <a:defRPr b="1">
                <a:solidFill>
                  <a:schemeClr val="tx1"/>
                </a:solidFill>
                <a:latin typeface="Arial" panose="020B0604020202020204" pitchFamily="34" charset="0"/>
                <a:ea typeface="宋体" panose="02010600030101010101" pitchFamily="2" charset="-122"/>
              </a:defRPr>
            </a:lvl1pPr>
            <a:lvl2pPr marL="742950" indent="-285750">
              <a:lnSpc>
                <a:spcPct val="120000"/>
              </a:lnSpc>
              <a:defRPr b="1">
                <a:solidFill>
                  <a:schemeClr val="tx1"/>
                </a:solidFill>
                <a:latin typeface="Arial" panose="020B0604020202020204" pitchFamily="34" charset="0"/>
                <a:ea typeface="宋体" panose="02010600030101010101" pitchFamily="2" charset="-122"/>
              </a:defRPr>
            </a:lvl2pPr>
            <a:lvl3pPr marL="1143000" indent="-228600">
              <a:lnSpc>
                <a:spcPct val="120000"/>
              </a:lnSpc>
              <a:defRPr b="1">
                <a:solidFill>
                  <a:schemeClr val="tx1"/>
                </a:solidFill>
                <a:latin typeface="Arial" panose="020B0604020202020204" pitchFamily="34" charset="0"/>
                <a:ea typeface="宋体" panose="02010600030101010101" pitchFamily="2" charset="-122"/>
              </a:defRPr>
            </a:lvl3pPr>
            <a:lvl4pPr marL="1600200" indent="-228600">
              <a:lnSpc>
                <a:spcPct val="120000"/>
              </a:lnSpc>
              <a:defRPr b="1">
                <a:solidFill>
                  <a:schemeClr val="tx1"/>
                </a:solidFill>
                <a:latin typeface="Arial" panose="020B0604020202020204" pitchFamily="34" charset="0"/>
                <a:ea typeface="宋体" panose="02010600030101010101" pitchFamily="2" charset="-122"/>
              </a:defRPr>
            </a:lvl4pPr>
            <a:lvl5pPr marL="2057400" indent="-228600">
              <a:lnSpc>
                <a:spcPct val="120000"/>
              </a:lnSpc>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054" name="Line 11"/>
          <p:cNvSpPr/>
          <p:nvPr userDrawn="1"/>
        </p:nvSpPr>
        <p:spPr>
          <a:xfrm>
            <a:off x="228600" y="457200"/>
            <a:ext cx="8686800" cy="0"/>
          </a:xfrm>
          <a:prstGeom prst="line">
            <a:avLst/>
          </a:prstGeom>
          <a:ln w="57150" cap="flat" cmpd="thinThick">
            <a:solidFill>
              <a:schemeClr val="accent2"/>
            </a:solidFill>
            <a:prstDash val="solid"/>
            <a:headEnd type="none" w="med" len="med"/>
            <a:tailEnd type="none" w="med" len="med"/>
          </a:ln>
        </p:spPr>
      </p:sp>
      <p:sp>
        <p:nvSpPr>
          <p:cNvPr id="6148" name="Rectangle 4"/>
          <p:cNvSpPr>
            <a:spLocks noGrp="1" noChangeArrowheads="1"/>
          </p:cNvSpPr>
          <p:nvPr>
            <p:ph type="ctrTitle"/>
          </p:nvPr>
        </p:nvSpPr>
        <p:spPr>
          <a:xfrm>
            <a:off x="685800" y="836613"/>
            <a:ext cx="7772400" cy="2019300"/>
          </a:xfrm>
          <a:noFill/>
        </p:spPr>
        <p:txBody>
          <a:bodyPr/>
          <a:lstStyle>
            <a:lvl1pPr algn="ctr">
              <a:defRPr sz="3600">
                <a:solidFill>
                  <a:srgbClr val="A50021"/>
                </a:solidFill>
              </a:defRPr>
            </a:lvl1pPr>
          </a:lstStyle>
          <a:p>
            <a:r>
              <a:rPr lang="ja-JP" altLang="en-US"/>
              <a:t>マスタ タイトルの書式設定</a:t>
            </a:r>
            <a:endParaRPr lang="ja-JP" altLang="en-US"/>
          </a:p>
        </p:txBody>
      </p:sp>
      <p:sp>
        <p:nvSpPr>
          <p:cNvPr id="6149" name="Rectangle 5"/>
          <p:cNvSpPr>
            <a:spLocks noGrp="1" noChangeArrowheads="1"/>
          </p:cNvSpPr>
          <p:nvPr>
            <p:ph type="subTitle" idx="1"/>
          </p:nvPr>
        </p:nvSpPr>
        <p:spPr>
          <a:xfrm>
            <a:off x="1447800" y="3213100"/>
            <a:ext cx="7010400" cy="1816100"/>
          </a:xfrm>
        </p:spPr>
        <p:txBody>
          <a:bodyPr/>
          <a:lstStyle>
            <a:lvl1pPr marL="0" indent="0" algn="r">
              <a:buFont typeface="Wingdings" panose="05000000000000000000" pitchFamily="2" charset="2"/>
              <a:buNone/>
              <a:defRPr sz="2800">
                <a:solidFill>
                  <a:schemeClr val="folHlink"/>
                </a:solidFill>
              </a:defRPr>
            </a:lvl1pPr>
          </a:lstStyle>
          <a:p>
            <a:r>
              <a:rPr lang="ja-JP" altLang="en-US"/>
              <a:t>マスタ サブタイトルの書式設定</a:t>
            </a:r>
            <a:endParaRPr lang="ja-JP" altLang="en-US"/>
          </a:p>
        </p:txBody>
      </p:sp>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timing>
    <p:tnLst>
      <p:par>
        <p:cTn id="1" dur="indefinite" restart="never" nodeType="tmRoot"/>
      </p:par>
    </p:tnLst>
  </p:timing>
</p:sldLayout>
</file>

<file path=ppt/slideLayouts/slideLayout1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4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0"/>
            <a:ext cx="6705600" cy="63087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0" y="0"/>
            <a:ext cx="9144000" cy="765175"/>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250825"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250825"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灯片编号占位符 5"/>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395663"/>
            <a:ext cx="7772400" cy="109537"/>
          </a:xfrm>
          <a:custGeom>
            <a:avLst/>
            <a:gdLst/>
            <a:ahLst/>
            <a:cxnLst>
              <a:cxn ang="0">
                <a:pos x="0" y="0"/>
              </a:cxn>
              <a:cxn ang="0">
                <a:pos x="2147483646" y="0"/>
              </a:cxn>
              <a:cxn ang="0">
                <a:pos x="2147483646" y="1314263702"/>
              </a:cxn>
              <a:cxn ang="0">
                <a:pos x="0" y="1314263702"/>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alpha val="100000"/>
            </a:srgbClr>
          </a:solidFill>
          <a:ln w="9525" cap="flat" cmpd="sng">
            <a:solidFill>
              <a:schemeClr val="accent2">
                <a:alpha val="100000"/>
              </a:schemeClr>
            </a:solidFill>
            <a:prstDash val="solid"/>
            <a:round/>
            <a:headEnd type="none" w="med" len="med"/>
            <a:tailEnd type="none" w="med" len="med"/>
          </a:ln>
        </p:spPr>
        <p:txBody>
          <a:bodyPr/>
          <a:p>
            <a:endParaRPr lang="zh-CN" altLang="en-US"/>
          </a:p>
        </p:txBody>
      </p:sp>
      <p:sp>
        <p:nvSpPr>
          <p:cNvPr id="5" name="Text Box 10"/>
          <p:cNvSpPr txBox="1">
            <a:spLocks noChangeArrowheads="1"/>
          </p:cNvSpPr>
          <p:nvPr/>
        </p:nvSpPr>
        <p:spPr bwMode="auto">
          <a:xfrm>
            <a:off x="0" y="76200"/>
            <a:ext cx="9144000" cy="396875"/>
          </a:xfrm>
          <a:prstGeom prst="rect">
            <a:avLst/>
          </a:prstGeom>
          <a:noFill/>
          <a:ln>
            <a:noFill/>
          </a:ln>
        </p:spPr>
        <p:txBody>
          <a:bodyPr>
            <a:spAutoFit/>
          </a:bodyPr>
          <a:lstStyle>
            <a:lvl1pPr>
              <a:lnSpc>
                <a:spcPct val="120000"/>
              </a:lnSpc>
              <a:defRPr b="1">
                <a:solidFill>
                  <a:schemeClr val="tx1"/>
                </a:solidFill>
                <a:latin typeface="Arial" panose="020B0604020202020204" pitchFamily="34" charset="0"/>
                <a:ea typeface="宋体" panose="02010600030101010101" pitchFamily="2" charset="-122"/>
              </a:defRPr>
            </a:lvl1pPr>
            <a:lvl2pPr marL="742950" indent="-285750">
              <a:lnSpc>
                <a:spcPct val="120000"/>
              </a:lnSpc>
              <a:defRPr b="1">
                <a:solidFill>
                  <a:schemeClr val="tx1"/>
                </a:solidFill>
                <a:latin typeface="Arial" panose="020B0604020202020204" pitchFamily="34" charset="0"/>
                <a:ea typeface="宋体" panose="02010600030101010101" pitchFamily="2" charset="-122"/>
              </a:defRPr>
            </a:lvl2pPr>
            <a:lvl3pPr marL="1143000" indent="-228600">
              <a:lnSpc>
                <a:spcPct val="120000"/>
              </a:lnSpc>
              <a:defRPr b="1">
                <a:solidFill>
                  <a:schemeClr val="tx1"/>
                </a:solidFill>
                <a:latin typeface="Arial" panose="020B0604020202020204" pitchFamily="34" charset="0"/>
                <a:ea typeface="宋体" panose="02010600030101010101" pitchFamily="2" charset="-122"/>
              </a:defRPr>
            </a:lvl3pPr>
            <a:lvl4pPr marL="1600200" indent="-228600">
              <a:lnSpc>
                <a:spcPct val="120000"/>
              </a:lnSpc>
              <a:defRPr b="1">
                <a:solidFill>
                  <a:schemeClr val="tx1"/>
                </a:solidFill>
                <a:latin typeface="Arial" panose="020B0604020202020204" pitchFamily="34" charset="0"/>
                <a:ea typeface="宋体" panose="02010600030101010101" pitchFamily="2" charset="-122"/>
              </a:defRPr>
            </a:lvl4pPr>
            <a:lvl5pPr marL="2057400" indent="-228600">
              <a:lnSpc>
                <a:spcPct val="120000"/>
              </a:lnSpc>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054" name="Line 11"/>
          <p:cNvSpPr/>
          <p:nvPr userDrawn="1"/>
        </p:nvSpPr>
        <p:spPr>
          <a:xfrm>
            <a:off x="228600" y="457200"/>
            <a:ext cx="8686800" cy="0"/>
          </a:xfrm>
          <a:prstGeom prst="line">
            <a:avLst/>
          </a:prstGeom>
          <a:ln w="57150" cap="flat" cmpd="thinThick">
            <a:solidFill>
              <a:schemeClr val="accent2"/>
            </a:solidFill>
            <a:prstDash val="solid"/>
            <a:headEnd type="none" w="med" len="med"/>
            <a:tailEnd type="none" w="med" len="med"/>
          </a:ln>
        </p:spPr>
      </p:sp>
      <p:sp>
        <p:nvSpPr>
          <p:cNvPr id="6148" name="Rectangle 4"/>
          <p:cNvSpPr>
            <a:spLocks noGrp="1" noChangeArrowheads="1"/>
          </p:cNvSpPr>
          <p:nvPr>
            <p:ph type="ctrTitle"/>
          </p:nvPr>
        </p:nvSpPr>
        <p:spPr>
          <a:xfrm>
            <a:off x="685800" y="836613"/>
            <a:ext cx="7772400" cy="2019300"/>
          </a:xfrm>
          <a:noFill/>
        </p:spPr>
        <p:txBody>
          <a:bodyPr/>
          <a:lstStyle>
            <a:lvl1pPr algn="ctr">
              <a:defRPr sz="3600">
                <a:solidFill>
                  <a:srgbClr val="A50021"/>
                </a:solidFill>
              </a:defRPr>
            </a:lvl1pPr>
          </a:lstStyle>
          <a:p>
            <a:r>
              <a:rPr lang="ja-JP" altLang="en-US"/>
              <a:t>マスタ タイトルの書式設定</a:t>
            </a:r>
            <a:endParaRPr lang="ja-JP" altLang="en-US"/>
          </a:p>
        </p:txBody>
      </p:sp>
      <p:sp>
        <p:nvSpPr>
          <p:cNvPr id="6149" name="Rectangle 5"/>
          <p:cNvSpPr>
            <a:spLocks noGrp="1" noChangeArrowheads="1"/>
          </p:cNvSpPr>
          <p:nvPr>
            <p:ph type="subTitle" idx="1"/>
          </p:nvPr>
        </p:nvSpPr>
        <p:spPr>
          <a:xfrm>
            <a:off x="1447800" y="3213100"/>
            <a:ext cx="7010400" cy="1816100"/>
          </a:xfrm>
        </p:spPr>
        <p:txBody>
          <a:bodyPr/>
          <a:lstStyle>
            <a:lvl1pPr marL="0" indent="0" algn="r">
              <a:buFont typeface="Wingdings" panose="05000000000000000000" pitchFamily="2" charset="2"/>
              <a:buNone/>
              <a:defRPr sz="2800">
                <a:solidFill>
                  <a:schemeClr val="folHlink"/>
                </a:solidFill>
              </a:defRPr>
            </a:lvl1pPr>
          </a:lstStyle>
          <a:p>
            <a:r>
              <a:rPr lang="ja-JP" altLang="en-US"/>
              <a:t>マスタ サブタイトルの書式設定</a:t>
            </a:r>
            <a:endParaRPr lang="ja-JP" altLang="en-US"/>
          </a:p>
        </p:txBody>
      </p:sp>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timing>
    <p:tnLst>
      <p:par>
        <p:cTn id="1" dur="indefinite" restart="never" nodeType="tmRoot"/>
      </p:par>
    </p:tnLst>
  </p:timing>
</p:sldLayout>
</file>

<file path=ppt/slideLayouts/slideLayout1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4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0"/>
            <a:ext cx="6705600" cy="63087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0" y="0"/>
            <a:ext cx="9144000" cy="765175"/>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250825"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250825"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灯片编号占位符 5"/>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395663"/>
            <a:ext cx="7772400" cy="109537"/>
          </a:xfrm>
          <a:custGeom>
            <a:avLst/>
            <a:gdLst/>
            <a:ahLst/>
            <a:cxnLst>
              <a:cxn ang="0">
                <a:pos x="0" y="0"/>
              </a:cxn>
              <a:cxn ang="0">
                <a:pos x="2147483646" y="0"/>
              </a:cxn>
              <a:cxn ang="0">
                <a:pos x="2147483646" y="1314263702"/>
              </a:cxn>
              <a:cxn ang="0">
                <a:pos x="0" y="1314263702"/>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alpha val="100000"/>
            </a:srgbClr>
          </a:solidFill>
          <a:ln w="9525" cap="flat" cmpd="sng">
            <a:solidFill>
              <a:schemeClr val="accent2">
                <a:alpha val="100000"/>
              </a:schemeClr>
            </a:solidFill>
            <a:prstDash val="solid"/>
            <a:round/>
            <a:headEnd type="none" w="med" len="med"/>
            <a:tailEnd type="none" w="med" len="med"/>
          </a:ln>
        </p:spPr>
        <p:txBody>
          <a:bodyPr/>
          <a:p>
            <a:endParaRPr lang="zh-CN" altLang="en-US"/>
          </a:p>
        </p:txBody>
      </p:sp>
      <p:sp>
        <p:nvSpPr>
          <p:cNvPr id="5" name="Text Box 10"/>
          <p:cNvSpPr txBox="1">
            <a:spLocks noChangeArrowheads="1"/>
          </p:cNvSpPr>
          <p:nvPr/>
        </p:nvSpPr>
        <p:spPr bwMode="auto">
          <a:xfrm>
            <a:off x="0" y="76200"/>
            <a:ext cx="9144000" cy="396875"/>
          </a:xfrm>
          <a:prstGeom prst="rect">
            <a:avLst/>
          </a:prstGeom>
          <a:noFill/>
          <a:ln>
            <a:noFill/>
          </a:ln>
        </p:spPr>
        <p:txBody>
          <a:bodyPr>
            <a:spAutoFit/>
          </a:bodyPr>
          <a:lstStyle>
            <a:lvl1pPr>
              <a:lnSpc>
                <a:spcPct val="120000"/>
              </a:lnSpc>
              <a:defRPr b="1">
                <a:solidFill>
                  <a:schemeClr val="tx1"/>
                </a:solidFill>
                <a:latin typeface="Arial" panose="020B0604020202020204" pitchFamily="34" charset="0"/>
                <a:ea typeface="宋体" panose="02010600030101010101" pitchFamily="2" charset="-122"/>
              </a:defRPr>
            </a:lvl1pPr>
            <a:lvl2pPr marL="742950" indent="-285750">
              <a:lnSpc>
                <a:spcPct val="120000"/>
              </a:lnSpc>
              <a:defRPr b="1">
                <a:solidFill>
                  <a:schemeClr val="tx1"/>
                </a:solidFill>
                <a:latin typeface="Arial" panose="020B0604020202020204" pitchFamily="34" charset="0"/>
                <a:ea typeface="宋体" panose="02010600030101010101" pitchFamily="2" charset="-122"/>
              </a:defRPr>
            </a:lvl2pPr>
            <a:lvl3pPr marL="1143000" indent="-228600">
              <a:lnSpc>
                <a:spcPct val="120000"/>
              </a:lnSpc>
              <a:defRPr b="1">
                <a:solidFill>
                  <a:schemeClr val="tx1"/>
                </a:solidFill>
                <a:latin typeface="Arial" panose="020B0604020202020204" pitchFamily="34" charset="0"/>
                <a:ea typeface="宋体" panose="02010600030101010101" pitchFamily="2" charset="-122"/>
              </a:defRPr>
            </a:lvl3pPr>
            <a:lvl4pPr marL="1600200" indent="-228600">
              <a:lnSpc>
                <a:spcPct val="120000"/>
              </a:lnSpc>
              <a:defRPr b="1">
                <a:solidFill>
                  <a:schemeClr val="tx1"/>
                </a:solidFill>
                <a:latin typeface="Arial" panose="020B0604020202020204" pitchFamily="34" charset="0"/>
                <a:ea typeface="宋体" panose="02010600030101010101" pitchFamily="2" charset="-122"/>
              </a:defRPr>
            </a:lvl4pPr>
            <a:lvl5pPr marL="2057400" indent="-228600">
              <a:lnSpc>
                <a:spcPct val="120000"/>
              </a:lnSpc>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054" name="Line 11"/>
          <p:cNvSpPr/>
          <p:nvPr userDrawn="1"/>
        </p:nvSpPr>
        <p:spPr>
          <a:xfrm>
            <a:off x="228600" y="457200"/>
            <a:ext cx="8686800" cy="0"/>
          </a:xfrm>
          <a:prstGeom prst="line">
            <a:avLst/>
          </a:prstGeom>
          <a:ln w="57150" cap="flat" cmpd="thinThick">
            <a:solidFill>
              <a:schemeClr val="accent2"/>
            </a:solidFill>
            <a:prstDash val="solid"/>
            <a:headEnd type="none" w="med" len="med"/>
            <a:tailEnd type="none" w="med" len="med"/>
          </a:ln>
        </p:spPr>
      </p:sp>
      <p:sp>
        <p:nvSpPr>
          <p:cNvPr id="6148" name="Rectangle 4"/>
          <p:cNvSpPr>
            <a:spLocks noGrp="1" noChangeArrowheads="1"/>
          </p:cNvSpPr>
          <p:nvPr>
            <p:ph type="ctrTitle"/>
          </p:nvPr>
        </p:nvSpPr>
        <p:spPr>
          <a:xfrm>
            <a:off x="685800" y="836613"/>
            <a:ext cx="7772400" cy="2019300"/>
          </a:xfrm>
          <a:noFill/>
        </p:spPr>
        <p:txBody>
          <a:bodyPr/>
          <a:lstStyle>
            <a:lvl1pPr algn="ctr">
              <a:defRPr sz="3600">
                <a:solidFill>
                  <a:srgbClr val="A50021"/>
                </a:solidFill>
              </a:defRPr>
            </a:lvl1pPr>
          </a:lstStyle>
          <a:p>
            <a:r>
              <a:rPr lang="ja-JP" altLang="en-US"/>
              <a:t>マスタ タイトルの書式設定</a:t>
            </a:r>
            <a:endParaRPr lang="ja-JP" altLang="en-US"/>
          </a:p>
        </p:txBody>
      </p:sp>
      <p:sp>
        <p:nvSpPr>
          <p:cNvPr id="6149" name="Rectangle 5"/>
          <p:cNvSpPr>
            <a:spLocks noGrp="1" noChangeArrowheads="1"/>
          </p:cNvSpPr>
          <p:nvPr>
            <p:ph type="subTitle" idx="1"/>
          </p:nvPr>
        </p:nvSpPr>
        <p:spPr>
          <a:xfrm>
            <a:off x="1447800" y="3213100"/>
            <a:ext cx="7010400" cy="1816100"/>
          </a:xfrm>
        </p:spPr>
        <p:txBody>
          <a:bodyPr/>
          <a:lstStyle>
            <a:lvl1pPr marL="0" indent="0" algn="r">
              <a:buFont typeface="Wingdings" panose="05000000000000000000" pitchFamily="2" charset="2"/>
              <a:buNone/>
              <a:defRPr sz="2800">
                <a:solidFill>
                  <a:schemeClr val="folHlink"/>
                </a:solidFill>
              </a:defRPr>
            </a:lvl1pPr>
          </a:lstStyle>
          <a:p>
            <a:r>
              <a:rPr lang="ja-JP" altLang="en-US"/>
              <a:t>マスタ サブタイトルの書式設定</a:t>
            </a:r>
            <a:endParaRPr lang="ja-JP" altLang="en-US"/>
          </a:p>
        </p:txBody>
      </p:sp>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timing>
    <p:tnLst>
      <p:par>
        <p:cTn id="1" dur="indefinite" restart="never" nodeType="tmRoot"/>
      </p:par>
    </p:tnLst>
  </p:timing>
</p:sldLayout>
</file>

<file path=ppt/slideLayouts/slideLayout14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4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0"/>
            <a:ext cx="6705600" cy="63087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0" y="0"/>
            <a:ext cx="9144000" cy="765175"/>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250825"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250825"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灯片编号占位符 5"/>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395663"/>
            <a:ext cx="7772400" cy="109537"/>
          </a:xfrm>
          <a:custGeom>
            <a:avLst/>
            <a:gdLst/>
            <a:ahLst/>
            <a:cxnLst>
              <a:cxn ang="0">
                <a:pos x="0" y="0"/>
              </a:cxn>
              <a:cxn ang="0">
                <a:pos x="2147483646" y="0"/>
              </a:cxn>
              <a:cxn ang="0">
                <a:pos x="2147483646" y="1314263702"/>
              </a:cxn>
              <a:cxn ang="0">
                <a:pos x="0" y="1314263702"/>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alpha val="100000"/>
            </a:srgbClr>
          </a:solidFill>
          <a:ln w="9525" cap="flat" cmpd="sng">
            <a:solidFill>
              <a:schemeClr val="accent2">
                <a:alpha val="100000"/>
              </a:schemeClr>
            </a:solidFill>
            <a:prstDash val="solid"/>
            <a:round/>
            <a:headEnd type="none" w="med" len="med"/>
            <a:tailEnd type="none" w="med" len="med"/>
          </a:ln>
        </p:spPr>
        <p:txBody>
          <a:bodyPr/>
          <a:p>
            <a:endParaRPr lang="zh-CN" altLang="en-US"/>
          </a:p>
        </p:txBody>
      </p:sp>
      <p:sp>
        <p:nvSpPr>
          <p:cNvPr id="5" name="Text Box 10"/>
          <p:cNvSpPr txBox="1">
            <a:spLocks noChangeArrowheads="1"/>
          </p:cNvSpPr>
          <p:nvPr/>
        </p:nvSpPr>
        <p:spPr bwMode="auto">
          <a:xfrm>
            <a:off x="0" y="76200"/>
            <a:ext cx="9144000" cy="396875"/>
          </a:xfrm>
          <a:prstGeom prst="rect">
            <a:avLst/>
          </a:prstGeom>
          <a:noFill/>
          <a:ln>
            <a:noFill/>
          </a:ln>
        </p:spPr>
        <p:txBody>
          <a:bodyPr>
            <a:spAutoFit/>
          </a:bodyPr>
          <a:lstStyle>
            <a:lvl1pPr>
              <a:lnSpc>
                <a:spcPct val="120000"/>
              </a:lnSpc>
              <a:defRPr b="1">
                <a:solidFill>
                  <a:schemeClr val="tx1"/>
                </a:solidFill>
                <a:latin typeface="Arial" panose="020B0604020202020204" pitchFamily="34" charset="0"/>
                <a:ea typeface="宋体" panose="02010600030101010101" pitchFamily="2" charset="-122"/>
              </a:defRPr>
            </a:lvl1pPr>
            <a:lvl2pPr marL="742950" indent="-285750">
              <a:lnSpc>
                <a:spcPct val="120000"/>
              </a:lnSpc>
              <a:defRPr b="1">
                <a:solidFill>
                  <a:schemeClr val="tx1"/>
                </a:solidFill>
                <a:latin typeface="Arial" panose="020B0604020202020204" pitchFamily="34" charset="0"/>
                <a:ea typeface="宋体" panose="02010600030101010101" pitchFamily="2" charset="-122"/>
              </a:defRPr>
            </a:lvl2pPr>
            <a:lvl3pPr marL="1143000" indent="-228600">
              <a:lnSpc>
                <a:spcPct val="120000"/>
              </a:lnSpc>
              <a:defRPr b="1">
                <a:solidFill>
                  <a:schemeClr val="tx1"/>
                </a:solidFill>
                <a:latin typeface="Arial" panose="020B0604020202020204" pitchFamily="34" charset="0"/>
                <a:ea typeface="宋体" panose="02010600030101010101" pitchFamily="2" charset="-122"/>
              </a:defRPr>
            </a:lvl3pPr>
            <a:lvl4pPr marL="1600200" indent="-228600">
              <a:lnSpc>
                <a:spcPct val="120000"/>
              </a:lnSpc>
              <a:defRPr b="1">
                <a:solidFill>
                  <a:schemeClr val="tx1"/>
                </a:solidFill>
                <a:latin typeface="Arial" panose="020B0604020202020204" pitchFamily="34" charset="0"/>
                <a:ea typeface="宋体" panose="02010600030101010101" pitchFamily="2" charset="-122"/>
              </a:defRPr>
            </a:lvl4pPr>
            <a:lvl5pPr marL="2057400" indent="-228600">
              <a:lnSpc>
                <a:spcPct val="120000"/>
              </a:lnSpc>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054" name="Line 11"/>
          <p:cNvSpPr/>
          <p:nvPr userDrawn="1"/>
        </p:nvSpPr>
        <p:spPr>
          <a:xfrm>
            <a:off x="228600" y="457200"/>
            <a:ext cx="8686800" cy="0"/>
          </a:xfrm>
          <a:prstGeom prst="line">
            <a:avLst/>
          </a:prstGeom>
          <a:ln w="57150" cap="flat" cmpd="thinThick">
            <a:solidFill>
              <a:schemeClr val="accent2"/>
            </a:solidFill>
            <a:prstDash val="solid"/>
            <a:headEnd type="none" w="med" len="med"/>
            <a:tailEnd type="none" w="med" len="med"/>
          </a:ln>
        </p:spPr>
      </p:sp>
      <p:sp>
        <p:nvSpPr>
          <p:cNvPr id="6148" name="Rectangle 4"/>
          <p:cNvSpPr>
            <a:spLocks noGrp="1" noChangeArrowheads="1"/>
          </p:cNvSpPr>
          <p:nvPr>
            <p:ph type="ctrTitle"/>
          </p:nvPr>
        </p:nvSpPr>
        <p:spPr>
          <a:xfrm>
            <a:off x="685800" y="836613"/>
            <a:ext cx="7772400" cy="2019300"/>
          </a:xfrm>
          <a:noFill/>
        </p:spPr>
        <p:txBody>
          <a:bodyPr/>
          <a:lstStyle>
            <a:lvl1pPr algn="ctr">
              <a:defRPr sz="3600">
                <a:solidFill>
                  <a:srgbClr val="A50021"/>
                </a:solidFill>
              </a:defRPr>
            </a:lvl1pPr>
          </a:lstStyle>
          <a:p>
            <a:r>
              <a:rPr lang="ja-JP" altLang="en-US"/>
              <a:t>マスタ タイトルの書式設定</a:t>
            </a:r>
            <a:endParaRPr lang="ja-JP" altLang="en-US"/>
          </a:p>
        </p:txBody>
      </p:sp>
      <p:sp>
        <p:nvSpPr>
          <p:cNvPr id="6149" name="Rectangle 5"/>
          <p:cNvSpPr>
            <a:spLocks noGrp="1" noChangeArrowheads="1"/>
          </p:cNvSpPr>
          <p:nvPr>
            <p:ph type="subTitle" idx="1"/>
          </p:nvPr>
        </p:nvSpPr>
        <p:spPr>
          <a:xfrm>
            <a:off x="1447800" y="3213100"/>
            <a:ext cx="7010400" cy="1816100"/>
          </a:xfrm>
        </p:spPr>
        <p:txBody>
          <a:bodyPr/>
          <a:lstStyle>
            <a:lvl1pPr marL="0" indent="0" algn="r">
              <a:buFont typeface="Wingdings" panose="05000000000000000000" pitchFamily="2" charset="2"/>
              <a:buNone/>
              <a:defRPr sz="2800">
                <a:solidFill>
                  <a:schemeClr val="folHlink"/>
                </a:solidFill>
              </a:defRPr>
            </a:lvl1pPr>
          </a:lstStyle>
          <a:p>
            <a:r>
              <a:rPr lang="ja-JP" altLang="en-US"/>
              <a:t>マスタ サブタイトルの書式設定</a:t>
            </a:r>
            <a:endParaRPr lang="ja-JP" altLang="en-US"/>
          </a:p>
        </p:txBody>
      </p:sp>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timing>
    <p:tnLst>
      <p:par>
        <p:cTn id="1" dur="indefinite" restart="never" nodeType="tmRoot"/>
      </p:par>
    </p:tnLst>
  </p:timing>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4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0"/>
            <a:ext cx="6705600" cy="63087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0" y="0"/>
            <a:ext cx="9144000" cy="765175"/>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250825"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250825"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灯片编号占位符 5"/>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395663"/>
            <a:ext cx="7772400" cy="109537"/>
          </a:xfrm>
          <a:custGeom>
            <a:avLst/>
            <a:gdLst/>
            <a:ahLst/>
            <a:cxnLst>
              <a:cxn ang="0">
                <a:pos x="0" y="0"/>
              </a:cxn>
              <a:cxn ang="0">
                <a:pos x="2147483646" y="0"/>
              </a:cxn>
              <a:cxn ang="0">
                <a:pos x="2147483646" y="1314263702"/>
              </a:cxn>
              <a:cxn ang="0">
                <a:pos x="0" y="1314263702"/>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alpha val="100000"/>
            </a:srgbClr>
          </a:solidFill>
          <a:ln w="9525" cap="flat" cmpd="sng">
            <a:solidFill>
              <a:schemeClr val="accent2">
                <a:alpha val="100000"/>
              </a:schemeClr>
            </a:solidFill>
            <a:prstDash val="solid"/>
            <a:round/>
            <a:headEnd type="none" w="med" len="med"/>
            <a:tailEnd type="none" w="med" len="med"/>
          </a:ln>
        </p:spPr>
        <p:txBody>
          <a:bodyPr/>
          <a:p>
            <a:endParaRPr lang="zh-CN" altLang="en-US"/>
          </a:p>
        </p:txBody>
      </p:sp>
      <p:sp>
        <p:nvSpPr>
          <p:cNvPr id="5" name="Text Box 10"/>
          <p:cNvSpPr txBox="1">
            <a:spLocks noChangeArrowheads="1"/>
          </p:cNvSpPr>
          <p:nvPr/>
        </p:nvSpPr>
        <p:spPr bwMode="auto">
          <a:xfrm>
            <a:off x="0" y="76200"/>
            <a:ext cx="9144000" cy="396875"/>
          </a:xfrm>
          <a:prstGeom prst="rect">
            <a:avLst/>
          </a:prstGeom>
          <a:noFill/>
          <a:ln>
            <a:noFill/>
          </a:ln>
        </p:spPr>
        <p:txBody>
          <a:bodyPr>
            <a:spAutoFit/>
          </a:bodyPr>
          <a:lstStyle>
            <a:lvl1pPr>
              <a:lnSpc>
                <a:spcPct val="120000"/>
              </a:lnSpc>
              <a:defRPr b="1">
                <a:solidFill>
                  <a:schemeClr val="tx1"/>
                </a:solidFill>
                <a:latin typeface="Arial" panose="020B0604020202020204" pitchFamily="34" charset="0"/>
                <a:ea typeface="宋体" panose="02010600030101010101" pitchFamily="2" charset="-122"/>
              </a:defRPr>
            </a:lvl1pPr>
            <a:lvl2pPr marL="742950" indent="-285750">
              <a:lnSpc>
                <a:spcPct val="120000"/>
              </a:lnSpc>
              <a:defRPr b="1">
                <a:solidFill>
                  <a:schemeClr val="tx1"/>
                </a:solidFill>
                <a:latin typeface="Arial" panose="020B0604020202020204" pitchFamily="34" charset="0"/>
                <a:ea typeface="宋体" panose="02010600030101010101" pitchFamily="2" charset="-122"/>
              </a:defRPr>
            </a:lvl2pPr>
            <a:lvl3pPr marL="1143000" indent="-228600">
              <a:lnSpc>
                <a:spcPct val="120000"/>
              </a:lnSpc>
              <a:defRPr b="1">
                <a:solidFill>
                  <a:schemeClr val="tx1"/>
                </a:solidFill>
                <a:latin typeface="Arial" panose="020B0604020202020204" pitchFamily="34" charset="0"/>
                <a:ea typeface="宋体" panose="02010600030101010101" pitchFamily="2" charset="-122"/>
              </a:defRPr>
            </a:lvl3pPr>
            <a:lvl4pPr marL="1600200" indent="-228600">
              <a:lnSpc>
                <a:spcPct val="120000"/>
              </a:lnSpc>
              <a:defRPr b="1">
                <a:solidFill>
                  <a:schemeClr val="tx1"/>
                </a:solidFill>
                <a:latin typeface="Arial" panose="020B0604020202020204" pitchFamily="34" charset="0"/>
                <a:ea typeface="宋体" panose="02010600030101010101" pitchFamily="2" charset="-122"/>
              </a:defRPr>
            </a:lvl4pPr>
            <a:lvl5pPr marL="2057400" indent="-228600">
              <a:lnSpc>
                <a:spcPct val="120000"/>
              </a:lnSpc>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054" name="Line 11"/>
          <p:cNvSpPr/>
          <p:nvPr userDrawn="1"/>
        </p:nvSpPr>
        <p:spPr>
          <a:xfrm>
            <a:off x="228600" y="457200"/>
            <a:ext cx="8686800" cy="0"/>
          </a:xfrm>
          <a:prstGeom prst="line">
            <a:avLst/>
          </a:prstGeom>
          <a:ln w="57150" cap="flat" cmpd="thinThick">
            <a:solidFill>
              <a:schemeClr val="accent2"/>
            </a:solidFill>
            <a:prstDash val="solid"/>
            <a:headEnd type="none" w="med" len="med"/>
            <a:tailEnd type="none" w="med" len="med"/>
          </a:ln>
        </p:spPr>
      </p:sp>
      <p:sp>
        <p:nvSpPr>
          <p:cNvPr id="6148" name="Rectangle 4"/>
          <p:cNvSpPr>
            <a:spLocks noGrp="1" noChangeArrowheads="1"/>
          </p:cNvSpPr>
          <p:nvPr>
            <p:ph type="ctrTitle"/>
          </p:nvPr>
        </p:nvSpPr>
        <p:spPr>
          <a:xfrm>
            <a:off x="685800" y="836613"/>
            <a:ext cx="7772400" cy="2019300"/>
          </a:xfrm>
          <a:noFill/>
        </p:spPr>
        <p:txBody>
          <a:bodyPr/>
          <a:lstStyle>
            <a:lvl1pPr algn="ctr">
              <a:defRPr sz="3600">
                <a:solidFill>
                  <a:srgbClr val="A50021"/>
                </a:solidFill>
              </a:defRPr>
            </a:lvl1pPr>
          </a:lstStyle>
          <a:p>
            <a:r>
              <a:rPr lang="ja-JP" altLang="en-US"/>
              <a:t>マスタ タイトルの書式設定</a:t>
            </a:r>
            <a:endParaRPr lang="ja-JP" altLang="en-US"/>
          </a:p>
        </p:txBody>
      </p:sp>
      <p:sp>
        <p:nvSpPr>
          <p:cNvPr id="6149" name="Rectangle 5"/>
          <p:cNvSpPr>
            <a:spLocks noGrp="1" noChangeArrowheads="1"/>
          </p:cNvSpPr>
          <p:nvPr>
            <p:ph type="subTitle" idx="1"/>
          </p:nvPr>
        </p:nvSpPr>
        <p:spPr>
          <a:xfrm>
            <a:off x="1447800" y="3213100"/>
            <a:ext cx="7010400" cy="1816100"/>
          </a:xfrm>
        </p:spPr>
        <p:txBody>
          <a:bodyPr/>
          <a:lstStyle>
            <a:lvl1pPr marL="0" indent="0" algn="r">
              <a:buFont typeface="Wingdings" panose="05000000000000000000" pitchFamily="2" charset="2"/>
              <a:buNone/>
              <a:defRPr sz="2800">
                <a:solidFill>
                  <a:schemeClr val="folHlink"/>
                </a:solidFill>
              </a:defRPr>
            </a:lvl1pPr>
          </a:lstStyle>
          <a:p>
            <a:r>
              <a:rPr lang="ja-JP" altLang="en-US"/>
              <a:t>マスタ サブタイトルの書式設定</a:t>
            </a:r>
            <a:endParaRPr lang="ja-JP" altLang="en-US"/>
          </a:p>
        </p:txBody>
      </p:sp>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timing>
    <p:tnLst>
      <p:par>
        <p:cTn id="1" dur="indefinite" restart="never" nodeType="tmRoot"/>
      </p:par>
    </p:tnLst>
  </p:timing>
</p:sldLayout>
</file>

<file path=ppt/slideLayouts/slideLayout17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7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7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4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7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7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0"/>
            <a:ext cx="6705600" cy="63087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80.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0" y="0"/>
            <a:ext cx="9144000" cy="765175"/>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250825"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250825"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8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灯片编号占位符 5"/>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8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83.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395663"/>
            <a:ext cx="7772400" cy="109537"/>
          </a:xfrm>
          <a:custGeom>
            <a:avLst/>
            <a:gdLst/>
            <a:ahLst/>
            <a:cxnLst>
              <a:cxn ang="0">
                <a:pos x="0" y="0"/>
              </a:cxn>
              <a:cxn ang="0">
                <a:pos x="2147483646" y="0"/>
              </a:cxn>
              <a:cxn ang="0">
                <a:pos x="2147483646" y="1314263702"/>
              </a:cxn>
              <a:cxn ang="0">
                <a:pos x="0" y="1314263702"/>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alpha val="100000"/>
            </a:srgbClr>
          </a:solidFill>
          <a:ln w="9525" cap="flat" cmpd="sng">
            <a:solidFill>
              <a:schemeClr val="accent2">
                <a:alpha val="100000"/>
              </a:schemeClr>
            </a:solidFill>
            <a:prstDash val="solid"/>
            <a:round/>
            <a:headEnd type="none" w="med" len="med"/>
            <a:tailEnd type="none" w="med" len="med"/>
          </a:ln>
        </p:spPr>
        <p:txBody>
          <a:bodyPr/>
          <a:p>
            <a:endParaRPr lang="zh-CN" altLang="en-US"/>
          </a:p>
        </p:txBody>
      </p:sp>
      <p:sp>
        <p:nvSpPr>
          <p:cNvPr id="5" name="Text Box 10"/>
          <p:cNvSpPr txBox="1">
            <a:spLocks noChangeArrowheads="1"/>
          </p:cNvSpPr>
          <p:nvPr/>
        </p:nvSpPr>
        <p:spPr bwMode="auto">
          <a:xfrm>
            <a:off x="0" y="76200"/>
            <a:ext cx="9144000" cy="396875"/>
          </a:xfrm>
          <a:prstGeom prst="rect">
            <a:avLst/>
          </a:prstGeom>
          <a:noFill/>
          <a:ln>
            <a:noFill/>
          </a:ln>
        </p:spPr>
        <p:txBody>
          <a:bodyPr>
            <a:spAutoFit/>
          </a:bodyPr>
          <a:lstStyle>
            <a:lvl1pPr>
              <a:lnSpc>
                <a:spcPct val="120000"/>
              </a:lnSpc>
              <a:defRPr b="1">
                <a:solidFill>
                  <a:schemeClr val="tx1"/>
                </a:solidFill>
                <a:latin typeface="Arial" panose="020B0604020202020204" pitchFamily="34" charset="0"/>
                <a:ea typeface="宋体" panose="02010600030101010101" pitchFamily="2" charset="-122"/>
              </a:defRPr>
            </a:lvl1pPr>
            <a:lvl2pPr marL="742950" indent="-285750">
              <a:lnSpc>
                <a:spcPct val="120000"/>
              </a:lnSpc>
              <a:defRPr b="1">
                <a:solidFill>
                  <a:schemeClr val="tx1"/>
                </a:solidFill>
                <a:latin typeface="Arial" panose="020B0604020202020204" pitchFamily="34" charset="0"/>
                <a:ea typeface="宋体" panose="02010600030101010101" pitchFamily="2" charset="-122"/>
              </a:defRPr>
            </a:lvl2pPr>
            <a:lvl3pPr marL="1143000" indent="-228600">
              <a:lnSpc>
                <a:spcPct val="120000"/>
              </a:lnSpc>
              <a:defRPr b="1">
                <a:solidFill>
                  <a:schemeClr val="tx1"/>
                </a:solidFill>
                <a:latin typeface="Arial" panose="020B0604020202020204" pitchFamily="34" charset="0"/>
                <a:ea typeface="宋体" panose="02010600030101010101" pitchFamily="2" charset="-122"/>
              </a:defRPr>
            </a:lvl3pPr>
            <a:lvl4pPr marL="1600200" indent="-228600">
              <a:lnSpc>
                <a:spcPct val="120000"/>
              </a:lnSpc>
              <a:defRPr b="1">
                <a:solidFill>
                  <a:schemeClr val="tx1"/>
                </a:solidFill>
                <a:latin typeface="Arial" panose="020B0604020202020204" pitchFamily="34" charset="0"/>
                <a:ea typeface="宋体" panose="02010600030101010101" pitchFamily="2" charset="-122"/>
              </a:defRPr>
            </a:lvl4pPr>
            <a:lvl5pPr marL="2057400" indent="-228600">
              <a:lnSpc>
                <a:spcPct val="120000"/>
              </a:lnSpc>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054" name="Line 11"/>
          <p:cNvSpPr/>
          <p:nvPr userDrawn="1"/>
        </p:nvSpPr>
        <p:spPr>
          <a:xfrm>
            <a:off x="228600" y="457200"/>
            <a:ext cx="8686800" cy="0"/>
          </a:xfrm>
          <a:prstGeom prst="line">
            <a:avLst/>
          </a:prstGeom>
          <a:ln w="57150" cap="flat" cmpd="thinThick">
            <a:solidFill>
              <a:schemeClr val="accent2"/>
            </a:solidFill>
            <a:prstDash val="solid"/>
            <a:headEnd type="none" w="med" len="med"/>
            <a:tailEnd type="none" w="med" len="med"/>
          </a:ln>
        </p:spPr>
      </p:sp>
      <p:sp>
        <p:nvSpPr>
          <p:cNvPr id="6148" name="Rectangle 4"/>
          <p:cNvSpPr>
            <a:spLocks noGrp="1" noChangeArrowheads="1"/>
          </p:cNvSpPr>
          <p:nvPr>
            <p:ph type="ctrTitle"/>
          </p:nvPr>
        </p:nvSpPr>
        <p:spPr>
          <a:xfrm>
            <a:off x="685800" y="836613"/>
            <a:ext cx="7772400" cy="2019300"/>
          </a:xfrm>
          <a:noFill/>
        </p:spPr>
        <p:txBody>
          <a:bodyPr/>
          <a:lstStyle>
            <a:lvl1pPr algn="ctr">
              <a:defRPr sz="3600">
                <a:solidFill>
                  <a:srgbClr val="A50021"/>
                </a:solidFill>
              </a:defRPr>
            </a:lvl1pPr>
          </a:lstStyle>
          <a:p>
            <a:r>
              <a:rPr lang="ja-JP" altLang="en-US"/>
              <a:t>マスタ タイトルの書式設定</a:t>
            </a:r>
            <a:endParaRPr lang="ja-JP" altLang="en-US"/>
          </a:p>
        </p:txBody>
      </p:sp>
      <p:sp>
        <p:nvSpPr>
          <p:cNvPr id="6149" name="Rectangle 5"/>
          <p:cNvSpPr>
            <a:spLocks noGrp="1" noChangeArrowheads="1"/>
          </p:cNvSpPr>
          <p:nvPr>
            <p:ph type="subTitle" idx="1"/>
          </p:nvPr>
        </p:nvSpPr>
        <p:spPr>
          <a:xfrm>
            <a:off x="1447800" y="3213100"/>
            <a:ext cx="7010400" cy="1816100"/>
          </a:xfrm>
        </p:spPr>
        <p:txBody>
          <a:bodyPr/>
          <a:lstStyle>
            <a:lvl1pPr marL="0" indent="0" algn="r">
              <a:buFont typeface="Wingdings" panose="05000000000000000000" pitchFamily="2" charset="2"/>
              <a:buNone/>
              <a:defRPr sz="2800">
                <a:solidFill>
                  <a:schemeClr val="folHlink"/>
                </a:solidFill>
              </a:defRPr>
            </a:lvl1pPr>
          </a:lstStyle>
          <a:p>
            <a:r>
              <a:rPr lang="ja-JP" altLang="en-US"/>
              <a:t>マスタ サブタイトルの書式設定</a:t>
            </a:r>
            <a:endParaRPr lang="ja-JP" altLang="en-US"/>
          </a:p>
        </p:txBody>
      </p:sp>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timing>
    <p:tnLst>
      <p:par>
        <p:cTn id="1" dur="indefinite" restart="never" nodeType="tmRoot"/>
      </p:par>
    </p:tnLst>
  </p:timing>
</p:sldLayout>
</file>

<file path=ppt/slideLayouts/slideLayout18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8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8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8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8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9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9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4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9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9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0"/>
            <a:ext cx="6705600" cy="63087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94.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0" y="0"/>
            <a:ext cx="9144000" cy="765175"/>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250825"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250825"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9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灯片编号占位符 5"/>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9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97.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395663"/>
            <a:ext cx="7772400" cy="109537"/>
          </a:xfrm>
          <a:custGeom>
            <a:avLst/>
            <a:gdLst/>
            <a:ahLst/>
            <a:cxnLst>
              <a:cxn ang="0">
                <a:pos x="0" y="0"/>
              </a:cxn>
              <a:cxn ang="0">
                <a:pos x="2147483646" y="0"/>
              </a:cxn>
              <a:cxn ang="0">
                <a:pos x="2147483646" y="1314263702"/>
              </a:cxn>
              <a:cxn ang="0">
                <a:pos x="0" y="1314263702"/>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alpha val="100000"/>
            </a:srgbClr>
          </a:solidFill>
          <a:ln w="9525" cap="flat" cmpd="sng">
            <a:solidFill>
              <a:schemeClr val="accent2">
                <a:alpha val="100000"/>
              </a:schemeClr>
            </a:solidFill>
            <a:prstDash val="solid"/>
            <a:round/>
            <a:headEnd type="none" w="med" len="med"/>
            <a:tailEnd type="none" w="med" len="med"/>
          </a:ln>
        </p:spPr>
        <p:txBody>
          <a:bodyPr/>
          <a:p>
            <a:endParaRPr lang="zh-CN" altLang="en-US"/>
          </a:p>
        </p:txBody>
      </p:sp>
      <p:sp>
        <p:nvSpPr>
          <p:cNvPr id="5" name="Text Box 10"/>
          <p:cNvSpPr txBox="1">
            <a:spLocks noChangeArrowheads="1"/>
          </p:cNvSpPr>
          <p:nvPr/>
        </p:nvSpPr>
        <p:spPr bwMode="auto">
          <a:xfrm>
            <a:off x="0" y="76200"/>
            <a:ext cx="9144000" cy="396875"/>
          </a:xfrm>
          <a:prstGeom prst="rect">
            <a:avLst/>
          </a:prstGeom>
          <a:noFill/>
          <a:ln>
            <a:noFill/>
          </a:ln>
        </p:spPr>
        <p:txBody>
          <a:bodyPr>
            <a:spAutoFit/>
          </a:bodyPr>
          <a:lstStyle>
            <a:lvl1pPr>
              <a:lnSpc>
                <a:spcPct val="120000"/>
              </a:lnSpc>
              <a:defRPr b="1">
                <a:solidFill>
                  <a:schemeClr val="tx1"/>
                </a:solidFill>
                <a:latin typeface="Arial" panose="020B0604020202020204" pitchFamily="34" charset="0"/>
                <a:ea typeface="宋体" panose="02010600030101010101" pitchFamily="2" charset="-122"/>
              </a:defRPr>
            </a:lvl1pPr>
            <a:lvl2pPr marL="742950" indent="-285750">
              <a:lnSpc>
                <a:spcPct val="120000"/>
              </a:lnSpc>
              <a:defRPr b="1">
                <a:solidFill>
                  <a:schemeClr val="tx1"/>
                </a:solidFill>
                <a:latin typeface="Arial" panose="020B0604020202020204" pitchFamily="34" charset="0"/>
                <a:ea typeface="宋体" panose="02010600030101010101" pitchFamily="2" charset="-122"/>
              </a:defRPr>
            </a:lvl2pPr>
            <a:lvl3pPr marL="1143000" indent="-228600">
              <a:lnSpc>
                <a:spcPct val="120000"/>
              </a:lnSpc>
              <a:defRPr b="1">
                <a:solidFill>
                  <a:schemeClr val="tx1"/>
                </a:solidFill>
                <a:latin typeface="Arial" panose="020B0604020202020204" pitchFamily="34" charset="0"/>
                <a:ea typeface="宋体" panose="02010600030101010101" pitchFamily="2" charset="-122"/>
              </a:defRPr>
            </a:lvl3pPr>
            <a:lvl4pPr marL="1600200" indent="-228600">
              <a:lnSpc>
                <a:spcPct val="120000"/>
              </a:lnSpc>
              <a:defRPr b="1">
                <a:solidFill>
                  <a:schemeClr val="tx1"/>
                </a:solidFill>
                <a:latin typeface="Arial" panose="020B0604020202020204" pitchFamily="34" charset="0"/>
                <a:ea typeface="宋体" panose="02010600030101010101" pitchFamily="2" charset="-122"/>
              </a:defRPr>
            </a:lvl4pPr>
            <a:lvl5pPr marL="2057400" indent="-228600">
              <a:lnSpc>
                <a:spcPct val="120000"/>
              </a:lnSpc>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054" name="Line 11"/>
          <p:cNvSpPr/>
          <p:nvPr userDrawn="1"/>
        </p:nvSpPr>
        <p:spPr>
          <a:xfrm>
            <a:off x="228600" y="457200"/>
            <a:ext cx="8686800" cy="0"/>
          </a:xfrm>
          <a:prstGeom prst="line">
            <a:avLst/>
          </a:prstGeom>
          <a:ln w="57150" cap="flat" cmpd="thinThick">
            <a:solidFill>
              <a:schemeClr val="accent2"/>
            </a:solidFill>
            <a:prstDash val="solid"/>
            <a:headEnd type="none" w="med" len="med"/>
            <a:tailEnd type="none" w="med" len="med"/>
          </a:ln>
        </p:spPr>
      </p:sp>
      <p:sp>
        <p:nvSpPr>
          <p:cNvPr id="6148" name="Rectangle 4"/>
          <p:cNvSpPr>
            <a:spLocks noGrp="1" noChangeArrowheads="1"/>
          </p:cNvSpPr>
          <p:nvPr>
            <p:ph type="ctrTitle"/>
          </p:nvPr>
        </p:nvSpPr>
        <p:spPr>
          <a:xfrm>
            <a:off x="685800" y="836613"/>
            <a:ext cx="7772400" cy="2019300"/>
          </a:xfrm>
          <a:noFill/>
        </p:spPr>
        <p:txBody>
          <a:bodyPr/>
          <a:lstStyle>
            <a:lvl1pPr algn="ctr">
              <a:defRPr sz="3600">
                <a:solidFill>
                  <a:srgbClr val="A50021"/>
                </a:solidFill>
              </a:defRPr>
            </a:lvl1pPr>
          </a:lstStyle>
          <a:p>
            <a:r>
              <a:rPr lang="ja-JP" altLang="en-US"/>
              <a:t>マスタ タイトルの書式設定</a:t>
            </a:r>
            <a:endParaRPr lang="ja-JP" altLang="en-US"/>
          </a:p>
        </p:txBody>
      </p:sp>
      <p:sp>
        <p:nvSpPr>
          <p:cNvPr id="6149" name="Rectangle 5"/>
          <p:cNvSpPr>
            <a:spLocks noGrp="1" noChangeArrowheads="1"/>
          </p:cNvSpPr>
          <p:nvPr>
            <p:ph type="subTitle" idx="1"/>
          </p:nvPr>
        </p:nvSpPr>
        <p:spPr>
          <a:xfrm>
            <a:off x="1447800" y="3213100"/>
            <a:ext cx="7010400" cy="1816100"/>
          </a:xfrm>
        </p:spPr>
        <p:txBody>
          <a:bodyPr/>
          <a:lstStyle>
            <a:lvl1pPr marL="0" indent="0" algn="r">
              <a:buFont typeface="Wingdings" panose="05000000000000000000" pitchFamily="2" charset="2"/>
              <a:buNone/>
              <a:defRPr sz="2800">
                <a:solidFill>
                  <a:schemeClr val="folHlink"/>
                </a:solidFill>
              </a:defRPr>
            </a:lvl1pPr>
          </a:lstStyle>
          <a:p>
            <a:r>
              <a:rPr lang="ja-JP" altLang="en-US"/>
              <a:t>マスタ サブタイトルの書式設定</a:t>
            </a:r>
            <a:endParaRPr lang="ja-JP" altLang="en-US"/>
          </a:p>
        </p:txBody>
      </p:sp>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timing>
    <p:tnLst>
      <p:par>
        <p:cTn id="1" dur="indefinite" restart="never" nodeType="tmRoot"/>
      </p:par>
    </p:tnLst>
  </p:timing>
</p:sldLayout>
</file>

<file path=ppt/slideLayouts/slideLayout19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19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0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0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0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0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0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0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4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0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0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0"/>
            <a:ext cx="6705600" cy="63087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08.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0" y="0"/>
            <a:ext cx="9144000" cy="765175"/>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250825"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250825"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09.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灯片编号占位符 5"/>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1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1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395663"/>
            <a:ext cx="7772400" cy="109537"/>
          </a:xfrm>
          <a:custGeom>
            <a:avLst/>
            <a:gdLst/>
            <a:ahLst/>
            <a:cxnLst>
              <a:cxn ang="0">
                <a:pos x="0" y="0"/>
              </a:cxn>
              <a:cxn ang="0">
                <a:pos x="2147483646" y="0"/>
              </a:cxn>
              <a:cxn ang="0">
                <a:pos x="2147483646" y="1314263702"/>
              </a:cxn>
              <a:cxn ang="0">
                <a:pos x="0" y="1314263702"/>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alpha val="100000"/>
            </a:srgbClr>
          </a:solidFill>
          <a:ln w="9525" cap="flat" cmpd="sng">
            <a:solidFill>
              <a:schemeClr val="accent2">
                <a:alpha val="100000"/>
              </a:schemeClr>
            </a:solidFill>
            <a:prstDash val="solid"/>
            <a:round/>
            <a:headEnd type="none" w="med" len="med"/>
            <a:tailEnd type="none" w="med" len="med"/>
          </a:ln>
        </p:spPr>
        <p:txBody>
          <a:bodyPr/>
          <a:p>
            <a:endParaRPr lang="zh-CN" altLang="en-US"/>
          </a:p>
        </p:txBody>
      </p:sp>
      <p:sp>
        <p:nvSpPr>
          <p:cNvPr id="5" name="Text Box 10"/>
          <p:cNvSpPr txBox="1">
            <a:spLocks noChangeArrowheads="1"/>
          </p:cNvSpPr>
          <p:nvPr/>
        </p:nvSpPr>
        <p:spPr bwMode="auto">
          <a:xfrm>
            <a:off x="0" y="76200"/>
            <a:ext cx="9144000" cy="396875"/>
          </a:xfrm>
          <a:prstGeom prst="rect">
            <a:avLst/>
          </a:prstGeom>
          <a:noFill/>
          <a:ln>
            <a:noFill/>
          </a:ln>
        </p:spPr>
        <p:txBody>
          <a:bodyPr>
            <a:spAutoFit/>
          </a:bodyPr>
          <a:lstStyle>
            <a:lvl1pPr>
              <a:lnSpc>
                <a:spcPct val="120000"/>
              </a:lnSpc>
              <a:defRPr b="1">
                <a:solidFill>
                  <a:schemeClr val="tx1"/>
                </a:solidFill>
                <a:latin typeface="Arial" panose="020B0604020202020204" pitchFamily="34" charset="0"/>
                <a:ea typeface="宋体" panose="02010600030101010101" pitchFamily="2" charset="-122"/>
              </a:defRPr>
            </a:lvl1pPr>
            <a:lvl2pPr marL="742950" indent="-285750">
              <a:lnSpc>
                <a:spcPct val="120000"/>
              </a:lnSpc>
              <a:defRPr b="1">
                <a:solidFill>
                  <a:schemeClr val="tx1"/>
                </a:solidFill>
                <a:latin typeface="Arial" panose="020B0604020202020204" pitchFamily="34" charset="0"/>
                <a:ea typeface="宋体" panose="02010600030101010101" pitchFamily="2" charset="-122"/>
              </a:defRPr>
            </a:lvl2pPr>
            <a:lvl3pPr marL="1143000" indent="-228600">
              <a:lnSpc>
                <a:spcPct val="120000"/>
              </a:lnSpc>
              <a:defRPr b="1">
                <a:solidFill>
                  <a:schemeClr val="tx1"/>
                </a:solidFill>
                <a:latin typeface="Arial" panose="020B0604020202020204" pitchFamily="34" charset="0"/>
                <a:ea typeface="宋体" panose="02010600030101010101" pitchFamily="2" charset="-122"/>
              </a:defRPr>
            </a:lvl3pPr>
            <a:lvl4pPr marL="1600200" indent="-228600">
              <a:lnSpc>
                <a:spcPct val="120000"/>
              </a:lnSpc>
              <a:defRPr b="1">
                <a:solidFill>
                  <a:schemeClr val="tx1"/>
                </a:solidFill>
                <a:latin typeface="Arial" panose="020B0604020202020204" pitchFamily="34" charset="0"/>
                <a:ea typeface="宋体" panose="02010600030101010101" pitchFamily="2" charset="-122"/>
              </a:defRPr>
            </a:lvl4pPr>
            <a:lvl5pPr marL="2057400" indent="-228600">
              <a:lnSpc>
                <a:spcPct val="120000"/>
              </a:lnSpc>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054" name="Line 11"/>
          <p:cNvSpPr/>
          <p:nvPr userDrawn="1"/>
        </p:nvSpPr>
        <p:spPr>
          <a:xfrm>
            <a:off x="228600" y="457200"/>
            <a:ext cx="8686800" cy="0"/>
          </a:xfrm>
          <a:prstGeom prst="line">
            <a:avLst/>
          </a:prstGeom>
          <a:ln w="57150" cap="flat" cmpd="thinThick">
            <a:solidFill>
              <a:schemeClr val="accent2"/>
            </a:solidFill>
            <a:prstDash val="solid"/>
            <a:headEnd type="none" w="med" len="med"/>
            <a:tailEnd type="none" w="med" len="med"/>
          </a:ln>
        </p:spPr>
      </p:sp>
      <p:sp>
        <p:nvSpPr>
          <p:cNvPr id="6148" name="Rectangle 4"/>
          <p:cNvSpPr>
            <a:spLocks noGrp="1" noChangeArrowheads="1"/>
          </p:cNvSpPr>
          <p:nvPr>
            <p:ph type="ctrTitle"/>
          </p:nvPr>
        </p:nvSpPr>
        <p:spPr>
          <a:xfrm>
            <a:off x="685800" y="836613"/>
            <a:ext cx="7772400" cy="2019300"/>
          </a:xfrm>
          <a:noFill/>
        </p:spPr>
        <p:txBody>
          <a:bodyPr/>
          <a:lstStyle>
            <a:lvl1pPr algn="ctr">
              <a:defRPr sz="3600">
                <a:solidFill>
                  <a:srgbClr val="A50021"/>
                </a:solidFill>
              </a:defRPr>
            </a:lvl1pPr>
          </a:lstStyle>
          <a:p>
            <a:r>
              <a:rPr lang="ja-JP" altLang="en-US"/>
              <a:t>マスタ タイトルの書式設定</a:t>
            </a:r>
            <a:endParaRPr lang="ja-JP" altLang="en-US"/>
          </a:p>
        </p:txBody>
      </p:sp>
      <p:sp>
        <p:nvSpPr>
          <p:cNvPr id="6149" name="Rectangle 5"/>
          <p:cNvSpPr>
            <a:spLocks noGrp="1" noChangeArrowheads="1"/>
          </p:cNvSpPr>
          <p:nvPr>
            <p:ph type="subTitle" idx="1"/>
          </p:nvPr>
        </p:nvSpPr>
        <p:spPr>
          <a:xfrm>
            <a:off x="1447800" y="3213100"/>
            <a:ext cx="7010400" cy="1816100"/>
          </a:xfrm>
        </p:spPr>
        <p:txBody>
          <a:bodyPr/>
          <a:lstStyle>
            <a:lvl1pPr marL="0" indent="0" algn="r">
              <a:buFont typeface="Wingdings" panose="05000000000000000000" pitchFamily="2" charset="2"/>
              <a:buNone/>
              <a:defRPr sz="2800">
                <a:solidFill>
                  <a:schemeClr val="folHlink"/>
                </a:solidFill>
              </a:defRPr>
            </a:lvl1pPr>
          </a:lstStyle>
          <a:p>
            <a:r>
              <a:rPr lang="ja-JP" altLang="en-US"/>
              <a:t>マスタ サブタイトルの書式設定</a:t>
            </a:r>
            <a:endParaRPr lang="ja-JP" altLang="en-US"/>
          </a:p>
        </p:txBody>
      </p:sp>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timing>
    <p:tnLst>
      <p:par>
        <p:cTn id="1" dur="indefinite" restart="never" nodeType="tmRoot"/>
      </p:par>
    </p:tnLst>
  </p:timing>
</p:sldLayout>
</file>

<file path=ppt/slideLayouts/slideLayout2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4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0"/>
            <a:ext cx="6705600" cy="63087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2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0" y="0"/>
            <a:ext cx="9144000" cy="765175"/>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250825"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250825"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2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灯片编号占位符 5"/>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2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25.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395663"/>
            <a:ext cx="7772400" cy="109537"/>
          </a:xfrm>
          <a:custGeom>
            <a:avLst/>
            <a:gdLst/>
            <a:ahLst/>
            <a:cxnLst>
              <a:cxn ang="0">
                <a:pos x="0" y="0"/>
              </a:cxn>
              <a:cxn ang="0">
                <a:pos x="2147483646" y="0"/>
              </a:cxn>
              <a:cxn ang="0">
                <a:pos x="2147483646" y="1314263702"/>
              </a:cxn>
              <a:cxn ang="0">
                <a:pos x="0" y="1314263702"/>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alpha val="100000"/>
            </a:srgbClr>
          </a:solidFill>
          <a:ln w="9525" cap="flat" cmpd="sng">
            <a:solidFill>
              <a:schemeClr val="accent2">
                <a:alpha val="100000"/>
              </a:schemeClr>
            </a:solidFill>
            <a:prstDash val="solid"/>
            <a:round/>
            <a:headEnd type="none" w="med" len="med"/>
            <a:tailEnd type="none" w="med" len="med"/>
          </a:ln>
        </p:spPr>
        <p:txBody>
          <a:bodyPr/>
          <a:p>
            <a:endParaRPr lang="zh-CN" altLang="en-US"/>
          </a:p>
        </p:txBody>
      </p:sp>
      <p:sp>
        <p:nvSpPr>
          <p:cNvPr id="5" name="Text Box 10"/>
          <p:cNvSpPr txBox="1">
            <a:spLocks noChangeArrowheads="1"/>
          </p:cNvSpPr>
          <p:nvPr/>
        </p:nvSpPr>
        <p:spPr bwMode="auto">
          <a:xfrm>
            <a:off x="0" y="76200"/>
            <a:ext cx="9144000" cy="396875"/>
          </a:xfrm>
          <a:prstGeom prst="rect">
            <a:avLst/>
          </a:prstGeom>
          <a:noFill/>
          <a:ln>
            <a:noFill/>
          </a:ln>
        </p:spPr>
        <p:txBody>
          <a:bodyPr>
            <a:spAutoFit/>
          </a:bodyPr>
          <a:lstStyle>
            <a:lvl1pPr>
              <a:lnSpc>
                <a:spcPct val="120000"/>
              </a:lnSpc>
              <a:defRPr b="1">
                <a:solidFill>
                  <a:schemeClr val="tx1"/>
                </a:solidFill>
                <a:latin typeface="Arial" panose="020B0604020202020204" pitchFamily="34" charset="0"/>
                <a:ea typeface="宋体" panose="02010600030101010101" pitchFamily="2" charset="-122"/>
              </a:defRPr>
            </a:lvl1pPr>
            <a:lvl2pPr marL="742950" indent="-285750">
              <a:lnSpc>
                <a:spcPct val="120000"/>
              </a:lnSpc>
              <a:defRPr b="1">
                <a:solidFill>
                  <a:schemeClr val="tx1"/>
                </a:solidFill>
                <a:latin typeface="Arial" panose="020B0604020202020204" pitchFamily="34" charset="0"/>
                <a:ea typeface="宋体" panose="02010600030101010101" pitchFamily="2" charset="-122"/>
              </a:defRPr>
            </a:lvl2pPr>
            <a:lvl3pPr marL="1143000" indent="-228600">
              <a:lnSpc>
                <a:spcPct val="120000"/>
              </a:lnSpc>
              <a:defRPr b="1">
                <a:solidFill>
                  <a:schemeClr val="tx1"/>
                </a:solidFill>
                <a:latin typeface="Arial" panose="020B0604020202020204" pitchFamily="34" charset="0"/>
                <a:ea typeface="宋体" panose="02010600030101010101" pitchFamily="2" charset="-122"/>
              </a:defRPr>
            </a:lvl3pPr>
            <a:lvl4pPr marL="1600200" indent="-228600">
              <a:lnSpc>
                <a:spcPct val="120000"/>
              </a:lnSpc>
              <a:defRPr b="1">
                <a:solidFill>
                  <a:schemeClr val="tx1"/>
                </a:solidFill>
                <a:latin typeface="Arial" panose="020B0604020202020204" pitchFamily="34" charset="0"/>
                <a:ea typeface="宋体" panose="02010600030101010101" pitchFamily="2" charset="-122"/>
              </a:defRPr>
            </a:lvl4pPr>
            <a:lvl5pPr marL="2057400" indent="-228600">
              <a:lnSpc>
                <a:spcPct val="120000"/>
              </a:lnSpc>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054" name="Line 11"/>
          <p:cNvSpPr/>
          <p:nvPr userDrawn="1"/>
        </p:nvSpPr>
        <p:spPr>
          <a:xfrm>
            <a:off x="228600" y="457200"/>
            <a:ext cx="8686800" cy="0"/>
          </a:xfrm>
          <a:prstGeom prst="line">
            <a:avLst/>
          </a:prstGeom>
          <a:ln w="57150" cap="flat" cmpd="thinThick">
            <a:solidFill>
              <a:schemeClr val="accent2"/>
            </a:solidFill>
            <a:prstDash val="solid"/>
            <a:headEnd type="none" w="med" len="med"/>
            <a:tailEnd type="none" w="med" len="med"/>
          </a:ln>
        </p:spPr>
      </p:sp>
      <p:sp>
        <p:nvSpPr>
          <p:cNvPr id="6148" name="Rectangle 4"/>
          <p:cNvSpPr>
            <a:spLocks noGrp="1" noChangeArrowheads="1"/>
          </p:cNvSpPr>
          <p:nvPr>
            <p:ph type="ctrTitle"/>
          </p:nvPr>
        </p:nvSpPr>
        <p:spPr>
          <a:xfrm>
            <a:off x="685800" y="836613"/>
            <a:ext cx="7772400" cy="2019300"/>
          </a:xfrm>
          <a:noFill/>
        </p:spPr>
        <p:txBody>
          <a:bodyPr/>
          <a:lstStyle>
            <a:lvl1pPr algn="ctr">
              <a:defRPr sz="3600">
                <a:solidFill>
                  <a:srgbClr val="A50021"/>
                </a:solidFill>
              </a:defRPr>
            </a:lvl1pPr>
          </a:lstStyle>
          <a:p>
            <a:r>
              <a:rPr lang="ja-JP" altLang="en-US"/>
              <a:t>マスタ タイトルの書式設定</a:t>
            </a:r>
            <a:endParaRPr lang="ja-JP" altLang="en-US"/>
          </a:p>
        </p:txBody>
      </p:sp>
      <p:sp>
        <p:nvSpPr>
          <p:cNvPr id="6149" name="Rectangle 5"/>
          <p:cNvSpPr>
            <a:spLocks noGrp="1" noChangeArrowheads="1"/>
          </p:cNvSpPr>
          <p:nvPr>
            <p:ph type="subTitle" idx="1"/>
          </p:nvPr>
        </p:nvSpPr>
        <p:spPr>
          <a:xfrm>
            <a:off x="1447800" y="3213100"/>
            <a:ext cx="7010400" cy="1816100"/>
          </a:xfrm>
        </p:spPr>
        <p:txBody>
          <a:bodyPr/>
          <a:lstStyle>
            <a:lvl1pPr marL="0" indent="0" algn="r">
              <a:buFont typeface="Wingdings" panose="05000000000000000000" pitchFamily="2" charset="2"/>
              <a:buNone/>
              <a:defRPr sz="2800">
                <a:solidFill>
                  <a:schemeClr val="folHlink"/>
                </a:solidFill>
              </a:defRPr>
            </a:lvl1pPr>
          </a:lstStyle>
          <a:p>
            <a:r>
              <a:rPr lang="ja-JP" altLang="en-US"/>
              <a:t>マスタ サブタイトルの書式設定</a:t>
            </a:r>
            <a:endParaRPr lang="ja-JP" altLang="en-US"/>
          </a:p>
        </p:txBody>
      </p:sp>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timing>
    <p:tnLst>
      <p:par>
        <p:cTn id="1" dur="indefinite" restart="never" nodeType="tmRoot"/>
      </p:par>
    </p:tnLst>
  </p:timing>
</p:sldLayout>
</file>

<file path=ppt/slideLayouts/slideLayout2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4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0"/>
            <a:ext cx="6705600" cy="63087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36.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0" y="0"/>
            <a:ext cx="9144000" cy="765175"/>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250825"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250825"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37.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灯片编号占位符 5"/>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3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39.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395663"/>
            <a:ext cx="7772400" cy="109537"/>
          </a:xfrm>
          <a:custGeom>
            <a:avLst/>
            <a:gdLst/>
            <a:ahLst/>
            <a:cxnLst>
              <a:cxn ang="0">
                <a:pos x="0" y="0"/>
              </a:cxn>
              <a:cxn ang="0">
                <a:pos x="2147483646" y="0"/>
              </a:cxn>
              <a:cxn ang="0">
                <a:pos x="2147483646" y="1314263702"/>
              </a:cxn>
              <a:cxn ang="0">
                <a:pos x="0" y="1314263702"/>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alpha val="100000"/>
            </a:srgbClr>
          </a:solidFill>
          <a:ln w="9525" cap="flat" cmpd="sng">
            <a:solidFill>
              <a:schemeClr val="accent2">
                <a:alpha val="100000"/>
              </a:schemeClr>
            </a:solidFill>
            <a:prstDash val="solid"/>
            <a:round/>
            <a:headEnd type="none" w="med" len="med"/>
            <a:tailEnd type="none" w="med" len="med"/>
          </a:ln>
        </p:spPr>
        <p:txBody>
          <a:bodyPr/>
          <a:p>
            <a:endParaRPr lang="zh-CN" altLang="en-US"/>
          </a:p>
        </p:txBody>
      </p:sp>
      <p:sp>
        <p:nvSpPr>
          <p:cNvPr id="5" name="Text Box 10"/>
          <p:cNvSpPr txBox="1">
            <a:spLocks noChangeArrowheads="1"/>
          </p:cNvSpPr>
          <p:nvPr/>
        </p:nvSpPr>
        <p:spPr bwMode="auto">
          <a:xfrm>
            <a:off x="0" y="76200"/>
            <a:ext cx="9144000" cy="396875"/>
          </a:xfrm>
          <a:prstGeom prst="rect">
            <a:avLst/>
          </a:prstGeom>
          <a:noFill/>
          <a:ln>
            <a:noFill/>
          </a:ln>
        </p:spPr>
        <p:txBody>
          <a:bodyPr>
            <a:spAutoFit/>
          </a:bodyPr>
          <a:lstStyle>
            <a:lvl1pPr>
              <a:lnSpc>
                <a:spcPct val="120000"/>
              </a:lnSpc>
              <a:defRPr b="1">
                <a:solidFill>
                  <a:schemeClr val="tx1"/>
                </a:solidFill>
                <a:latin typeface="Arial" panose="020B0604020202020204" pitchFamily="34" charset="0"/>
                <a:ea typeface="宋体" panose="02010600030101010101" pitchFamily="2" charset="-122"/>
              </a:defRPr>
            </a:lvl1pPr>
            <a:lvl2pPr marL="742950" indent="-285750">
              <a:lnSpc>
                <a:spcPct val="120000"/>
              </a:lnSpc>
              <a:defRPr b="1">
                <a:solidFill>
                  <a:schemeClr val="tx1"/>
                </a:solidFill>
                <a:latin typeface="Arial" panose="020B0604020202020204" pitchFamily="34" charset="0"/>
                <a:ea typeface="宋体" panose="02010600030101010101" pitchFamily="2" charset="-122"/>
              </a:defRPr>
            </a:lvl2pPr>
            <a:lvl3pPr marL="1143000" indent="-228600">
              <a:lnSpc>
                <a:spcPct val="120000"/>
              </a:lnSpc>
              <a:defRPr b="1">
                <a:solidFill>
                  <a:schemeClr val="tx1"/>
                </a:solidFill>
                <a:latin typeface="Arial" panose="020B0604020202020204" pitchFamily="34" charset="0"/>
                <a:ea typeface="宋体" panose="02010600030101010101" pitchFamily="2" charset="-122"/>
              </a:defRPr>
            </a:lvl3pPr>
            <a:lvl4pPr marL="1600200" indent="-228600">
              <a:lnSpc>
                <a:spcPct val="120000"/>
              </a:lnSpc>
              <a:defRPr b="1">
                <a:solidFill>
                  <a:schemeClr val="tx1"/>
                </a:solidFill>
                <a:latin typeface="Arial" panose="020B0604020202020204" pitchFamily="34" charset="0"/>
                <a:ea typeface="宋体" panose="02010600030101010101" pitchFamily="2" charset="-122"/>
              </a:defRPr>
            </a:lvl4pPr>
            <a:lvl5pPr marL="2057400" indent="-228600">
              <a:lnSpc>
                <a:spcPct val="120000"/>
              </a:lnSpc>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054" name="Line 11"/>
          <p:cNvSpPr/>
          <p:nvPr userDrawn="1"/>
        </p:nvSpPr>
        <p:spPr>
          <a:xfrm>
            <a:off x="228600" y="457200"/>
            <a:ext cx="8686800" cy="0"/>
          </a:xfrm>
          <a:prstGeom prst="line">
            <a:avLst/>
          </a:prstGeom>
          <a:ln w="57150" cap="flat" cmpd="thinThick">
            <a:solidFill>
              <a:schemeClr val="accent2"/>
            </a:solidFill>
            <a:prstDash val="solid"/>
            <a:headEnd type="none" w="med" len="med"/>
            <a:tailEnd type="none" w="med" len="med"/>
          </a:ln>
        </p:spPr>
      </p:sp>
      <p:sp>
        <p:nvSpPr>
          <p:cNvPr id="6148" name="Rectangle 4"/>
          <p:cNvSpPr>
            <a:spLocks noGrp="1" noChangeArrowheads="1"/>
          </p:cNvSpPr>
          <p:nvPr>
            <p:ph type="ctrTitle"/>
          </p:nvPr>
        </p:nvSpPr>
        <p:spPr>
          <a:xfrm>
            <a:off x="685800" y="836613"/>
            <a:ext cx="7772400" cy="2019300"/>
          </a:xfrm>
          <a:noFill/>
        </p:spPr>
        <p:txBody>
          <a:bodyPr/>
          <a:lstStyle>
            <a:lvl1pPr algn="ctr">
              <a:defRPr sz="3600">
                <a:solidFill>
                  <a:srgbClr val="A50021"/>
                </a:solidFill>
              </a:defRPr>
            </a:lvl1pPr>
          </a:lstStyle>
          <a:p>
            <a:r>
              <a:rPr lang="ja-JP" altLang="en-US"/>
              <a:t>マスタ タイトルの書式設定</a:t>
            </a:r>
            <a:endParaRPr lang="ja-JP" altLang="en-US"/>
          </a:p>
        </p:txBody>
      </p:sp>
      <p:sp>
        <p:nvSpPr>
          <p:cNvPr id="6149" name="Rectangle 5"/>
          <p:cNvSpPr>
            <a:spLocks noGrp="1" noChangeArrowheads="1"/>
          </p:cNvSpPr>
          <p:nvPr>
            <p:ph type="subTitle" idx="1"/>
          </p:nvPr>
        </p:nvSpPr>
        <p:spPr>
          <a:xfrm>
            <a:off x="1447800" y="3213100"/>
            <a:ext cx="7010400" cy="1816100"/>
          </a:xfrm>
        </p:spPr>
        <p:txBody>
          <a:bodyPr/>
          <a:lstStyle>
            <a:lvl1pPr marL="0" indent="0" algn="r">
              <a:buFont typeface="Wingdings" panose="05000000000000000000" pitchFamily="2" charset="2"/>
              <a:buNone/>
              <a:defRPr sz="2800">
                <a:solidFill>
                  <a:schemeClr val="folHlink"/>
                </a:solidFill>
              </a:defRPr>
            </a:lvl1pPr>
          </a:lstStyle>
          <a:p>
            <a:r>
              <a:rPr lang="ja-JP" altLang="en-US"/>
              <a:t>マスタ サブタイトルの書式設定</a:t>
            </a:r>
            <a:endParaRPr lang="ja-JP" altLang="en-US"/>
          </a:p>
        </p:txBody>
      </p:sp>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timing>
    <p:tnLst>
      <p:par>
        <p:cTn id="1" dur="indefinite" restart="never" nodeType="tmRoot"/>
      </p:par>
    </p:tnLst>
  </p:timing>
</p:sldLayout>
</file>

<file path=ppt/slideLayouts/slideLayout24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4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4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4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4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4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4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4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4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4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0"/>
            <a:ext cx="6705600" cy="63087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50.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0" y="0"/>
            <a:ext cx="9144000" cy="765175"/>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250825"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250825"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5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灯片编号占位符 5"/>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5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53.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395663"/>
            <a:ext cx="7772400" cy="109537"/>
          </a:xfrm>
          <a:custGeom>
            <a:avLst/>
            <a:gdLst/>
            <a:ahLst/>
            <a:cxnLst>
              <a:cxn ang="0">
                <a:pos x="0" y="0"/>
              </a:cxn>
              <a:cxn ang="0">
                <a:pos x="2147483646" y="0"/>
              </a:cxn>
              <a:cxn ang="0">
                <a:pos x="2147483646" y="1314263702"/>
              </a:cxn>
              <a:cxn ang="0">
                <a:pos x="0" y="1314263702"/>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alpha val="100000"/>
            </a:srgbClr>
          </a:solidFill>
          <a:ln w="9525" cap="flat" cmpd="sng">
            <a:solidFill>
              <a:schemeClr val="accent2">
                <a:alpha val="100000"/>
              </a:schemeClr>
            </a:solidFill>
            <a:prstDash val="solid"/>
            <a:round/>
            <a:headEnd type="none" w="med" len="med"/>
            <a:tailEnd type="none" w="med" len="med"/>
          </a:ln>
        </p:spPr>
        <p:txBody>
          <a:bodyPr/>
          <a:p>
            <a:endParaRPr lang="zh-CN" altLang="en-US"/>
          </a:p>
        </p:txBody>
      </p:sp>
      <p:sp>
        <p:nvSpPr>
          <p:cNvPr id="5" name="Text Box 10"/>
          <p:cNvSpPr txBox="1">
            <a:spLocks noChangeArrowheads="1"/>
          </p:cNvSpPr>
          <p:nvPr/>
        </p:nvSpPr>
        <p:spPr bwMode="auto">
          <a:xfrm>
            <a:off x="0" y="76200"/>
            <a:ext cx="9144000" cy="396875"/>
          </a:xfrm>
          <a:prstGeom prst="rect">
            <a:avLst/>
          </a:prstGeom>
          <a:noFill/>
          <a:ln>
            <a:noFill/>
          </a:ln>
        </p:spPr>
        <p:txBody>
          <a:bodyPr>
            <a:spAutoFit/>
          </a:bodyPr>
          <a:lstStyle>
            <a:lvl1pPr>
              <a:lnSpc>
                <a:spcPct val="120000"/>
              </a:lnSpc>
              <a:defRPr b="1">
                <a:solidFill>
                  <a:schemeClr val="tx1"/>
                </a:solidFill>
                <a:latin typeface="Arial" panose="020B0604020202020204" pitchFamily="34" charset="0"/>
                <a:ea typeface="宋体" panose="02010600030101010101" pitchFamily="2" charset="-122"/>
              </a:defRPr>
            </a:lvl1pPr>
            <a:lvl2pPr marL="742950" indent="-285750">
              <a:lnSpc>
                <a:spcPct val="120000"/>
              </a:lnSpc>
              <a:defRPr b="1">
                <a:solidFill>
                  <a:schemeClr val="tx1"/>
                </a:solidFill>
                <a:latin typeface="Arial" panose="020B0604020202020204" pitchFamily="34" charset="0"/>
                <a:ea typeface="宋体" panose="02010600030101010101" pitchFamily="2" charset="-122"/>
              </a:defRPr>
            </a:lvl2pPr>
            <a:lvl3pPr marL="1143000" indent="-228600">
              <a:lnSpc>
                <a:spcPct val="120000"/>
              </a:lnSpc>
              <a:defRPr b="1">
                <a:solidFill>
                  <a:schemeClr val="tx1"/>
                </a:solidFill>
                <a:latin typeface="Arial" panose="020B0604020202020204" pitchFamily="34" charset="0"/>
                <a:ea typeface="宋体" panose="02010600030101010101" pitchFamily="2" charset="-122"/>
              </a:defRPr>
            </a:lvl3pPr>
            <a:lvl4pPr marL="1600200" indent="-228600">
              <a:lnSpc>
                <a:spcPct val="120000"/>
              </a:lnSpc>
              <a:defRPr b="1">
                <a:solidFill>
                  <a:schemeClr val="tx1"/>
                </a:solidFill>
                <a:latin typeface="Arial" panose="020B0604020202020204" pitchFamily="34" charset="0"/>
                <a:ea typeface="宋体" panose="02010600030101010101" pitchFamily="2" charset="-122"/>
              </a:defRPr>
            </a:lvl4pPr>
            <a:lvl5pPr marL="2057400" indent="-228600">
              <a:lnSpc>
                <a:spcPct val="120000"/>
              </a:lnSpc>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054" name="Line 11"/>
          <p:cNvSpPr/>
          <p:nvPr userDrawn="1"/>
        </p:nvSpPr>
        <p:spPr>
          <a:xfrm>
            <a:off x="228600" y="457200"/>
            <a:ext cx="8686800" cy="0"/>
          </a:xfrm>
          <a:prstGeom prst="line">
            <a:avLst/>
          </a:prstGeom>
          <a:ln w="57150" cap="flat" cmpd="thinThick">
            <a:solidFill>
              <a:schemeClr val="accent2"/>
            </a:solidFill>
            <a:prstDash val="solid"/>
            <a:headEnd type="none" w="med" len="med"/>
            <a:tailEnd type="none" w="med" len="med"/>
          </a:ln>
        </p:spPr>
      </p:sp>
      <p:sp>
        <p:nvSpPr>
          <p:cNvPr id="6148" name="Rectangle 4"/>
          <p:cNvSpPr>
            <a:spLocks noGrp="1" noChangeArrowheads="1"/>
          </p:cNvSpPr>
          <p:nvPr>
            <p:ph type="ctrTitle"/>
          </p:nvPr>
        </p:nvSpPr>
        <p:spPr>
          <a:xfrm>
            <a:off x="685800" y="836613"/>
            <a:ext cx="7772400" cy="2019300"/>
          </a:xfrm>
          <a:noFill/>
        </p:spPr>
        <p:txBody>
          <a:bodyPr/>
          <a:lstStyle>
            <a:lvl1pPr algn="ctr">
              <a:defRPr sz="3600">
                <a:solidFill>
                  <a:srgbClr val="A50021"/>
                </a:solidFill>
              </a:defRPr>
            </a:lvl1pPr>
          </a:lstStyle>
          <a:p>
            <a:r>
              <a:rPr lang="ja-JP" altLang="en-US"/>
              <a:t>マスタ タイトルの書式設定</a:t>
            </a:r>
            <a:endParaRPr lang="ja-JP" altLang="en-US"/>
          </a:p>
        </p:txBody>
      </p:sp>
      <p:sp>
        <p:nvSpPr>
          <p:cNvPr id="6149" name="Rectangle 5"/>
          <p:cNvSpPr>
            <a:spLocks noGrp="1" noChangeArrowheads="1"/>
          </p:cNvSpPr>
          <p:nvPr>
            <p:ph type="subTitle" idx="1"/>
          </p:nvPr>
        </p:nvSpPr>
        <p:spPr>
          <a:xfrm>
            <a:off x="1447800" y="3213100"/>
            <a:ext cx="7010400" cy="1816100"/>
          </a:xfrm>
        </p:spPr>
        <p:txBody>
          <a:bodyPr/>
          <a:lstStyle>
            <a:lvl1pPr marL="0" indent="0" algn="r">
              <a:buFont typeface="Wingdings" panose="05000000000000000000" pitchFamily="2" charset="2"/>
              <a:buNone/>
              <a:defRPr sz="2800">
                <a:solidFill>
                  <a:schemeClr val="folHlink"/>
                </a:solidFill>
              </a:defRPr>
            </a:lvl1pPr>
          </a:lstStyle>
          <a:p>
            <a:r>
              <a:rPr lang="ja-JP" altLang="en-US"/>
              <a:t>マスタ サブタイトルの書式設定</a:t>
            </a:r>
            <a:endParaRPr lang="ja-JP" altLang="en-US"/>
          </a:p>
        </p:txBody>
      </p:sp>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timing>
    <p:tnLst>
      <p:par>
        <p:cTn id="1" dur="indefinite" restart="never" nodeType="tmRoot"/>
      </p:par>
    </p:tnLst>
  </p:timing>
</p:sldLayout>
</file>

<file path=ppt/slideLayouts/slideLayout2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6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6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4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6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0"/>
            <a:ext cx="6705600" cy="63087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64.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0" y="0"/>
            <a:ext cx="9144000" cy="765175"/>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250825"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250825"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6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灯片编号占位符 5"/>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6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67.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395663"/>
            <a:ext cx="7772400" cy="109537"/>
          </a:xfrm>
          <a:custGeom>
            <a:avLst/>
            <a:gdLst/>
            <a:ahLst/>
            <a:cxnLst>
              <a:cxn ang="0">
                <a:pos x="0" y="0"/>
              </a:cxn>
              <a:cxn ang="0">
                <a:pos x="2147483646" y="0"/>
              </a:cxn>
              <a:cxn ang="0">
                <a:pos x="2147483646" y="1314263702"/>
              </a:cxn>
              <a:cxn ang="0">
                <a:pos x="0" y="1314263702"/>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alpha val="100000"/>
            </a:srgbClr>
          </a:solidFill>
          <a:ln w="9525" cap="flat" cmpd="sng">
            <a:solidFill>
              <a:schemeClr val="accent2">
                <a:alpha val="100000"/>
              </a:schemeClr>
            </a:solidFill>
            <a:prstDash val="solid"/>
            <a:round/>
            <a:headEnd type="none" w="med" len="med"/>
            <a:tailEnd type="none" w="med" len="med"/>
          </a:ln>
        </p:spPr>
        <p:txBody>
          <a:bodyPr/>
          <a:p>
            <a:endParaRPr lang="zh-CN" altLang="en-US"/>
          </a:p>
        </p:txBody>
      </p:sp>
      <p:sp>
        <p:nvSpPr>
          <p:cNvPr id="5" name="Text Box 10"/>
          <p:cNvSpPr txBox="1">
            <a:spLocks noChangeArrowheads="1"/>
          </p:cNvSpPr>
          <p:nvPr/>
        </p:nvSpPr>
        <p:spPr bwMode="auto">
          <a:xfrm>
            <a:off x="0" y="76200"/>
            <a:ext cx="9144000" cy="396875"/>
          </a:xfrm>
          <a:prstGeom prst="rect">
            <a:avLst/>
          </a:prstGeom>
          <a:noFill/>
          <a:ln>
            <a:noFill/>
          </a:ln>
        </p:spPr>
        <p:txBody>
          <a:bodyPr>
            <a:spAutoFit/>
          </a:bodyPr>
          <a:lstStyle>
            <a:lvl1pPr>
              <a:lnSpc>
                <a:spcPct val="120000"/>
              </a:lnSpc>
              <a:defRPr b="1">
                <a:solidFill>
                  <a:schemeClr val="tx1"/>
                </a:solidFill>
                <a:latin typeface="Arial" panose="020B0604020202020204" pitchFamily="34" charset="0"/>
                <a:ea typeface="宋体" panose="02010600030101010101" pitchFamily="2" charset="-122"/>
              </a:defRPr>
            </a:lvl1pPr>
            <a:lvl2pPr marL="742950" indent="-285750">
              <a:lnSpc>
                <a:spcPct val="120000"/>
              </a:lnSpc>
              <a:defRPr b="1">
                <a:solidFill>
                  <a:schemeClr val="tx1"/>
                </a:solidFill>
                <a:latin typeface="Arial" panose="020B0604020202020204" pitchFamily="34" charset="0"/>
                <a:ea typeface="宋体" panose="02010600030101010101" pitchFamily="2" charset="-122"/>
              </a:defRPr>
            </a:lvl2pPr>
            <a:lvl3pPr marL="1143000" indent="-228600">
              <a:lnSpc>
                <a:spcPct val="120000"/>
              </a:lnSpc>
              <a:defRPr b="1">
                <a:solidFill>
                  <a:schemeClr val="tx1"/>
                </a:solidFill>
                <a:latin typeface="Arial" panose="020B0604020202020204" pitchFamily="34" charset="0"/>
                <a:ea typeface="宋体" panose="02010600030101010101" pitchFamily="2" charset="-122"/>
              </a:defRPr>
            </a:lvl3pPr>
            <a:lvl4pPr marL="1600200" indent="-228600">
              <a:lnSpc>
                <a:spcPct val="120000"/>
              </a:lnSpc>
              <a:defRPr b="1">
                <a:solidFill>
                  <a:schemeClr val="tx1"/>
                </a:solidFill>
                <a:latin typeface="Arial" panose="020B0604020202020204" pitchFamily="34" charset="0"/>
                <a:ea typeface="宋体" panose="02010600030101010101" pitchFamily="2" charset="-122"/>
              </a:defRPr>
            </a:lvl4pPr>
            <a:lvl5pPr marL="2057400" indent="-228600">
              <a:lnSpc>
                <a:spcPct val="120000"/>
              </a:lnSpc>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054" name="Line 11"/>
          <p:cNvSpPr/>
          <p:nvPr userDrawn="1"/>
        </p:nvSpPr>
        <p:spPr>
          <a:xfrm>
            <a:off x="228600" y="457200"/>
            <a:ext cx="8686800" cy="0"/>
          </a:xfrm>
          <a:prstGeom prst="line">
            <a:avLst/>
          </a:prstGeom>
          <a:ln w="57150" cap="flat" cmpd="thinThick">
            <a:solidFill>
              <a:schemeClr val="accent2"/>
            </a:solidFill>
            <a:prstDash val="solid"/>
            <a:headEnd type="none" w="med" len="med"/>
            <a:tailEnd type="none" w="med" len="med"/>
          </a:ln>
        </p:spPr>
      </p:sp>
      <p:sp>
        <p:nvSpPr>
          <p:cNvPr id="6148" name="Rectangle 4"/>
          <p:cNvSpPr>
            <a:spLocks noGrp="1" noChangeArrowheads="1"/>
          </p:cNvSpPr>
          <p:nvPr>
            <p:ph type="ctrTitle"/>
          </p:nvPr>
        </p:nvSpPr>
        <p:spPr>
          <a:xfrm>
            <a:off x="685800" y="836613"/>
            <a:ext cx="7772400" cy="2019300"/>
          </a:xfrm>
          <a:noFill/>
        </p:spPr>
        <p:txBody>
          <a:bodyPr/>
          <a:lstStyle>
            <a:lvl1pPr algn="ctr">
              <a:defRPr sz="3600">
                <a:solidFill>
                  <a:srgbClr val="A50021"/>
                </a:solidFill>
              </a:defRPr>
            </a:lvl1pPr>
          </a:lstStyle>
          <a:p>
            <a:r>
              <a:rPr lang="ja-JP" altLang="en-US"/>
              <a:t>マスタ タイトルの書式設定</a:t>
            </a:r>
            <a:endParaRPr lang="ja-JP" altLang="en-US"/>
          </a:p>
        </p:txBody>
      </p:sp>
      <p:sp>
        <p:nvSpPr>
          <p:cNvPr id="6149" name="Rectangle 5"/>
          <p:cNvSpPr>
            <a:spLocks noGrp="1" noChangeArrowheads="1"/>
          </p:cNvSpPr>
          <p:nvPr>
            <p:ph type="subTitle" idx="1"/>
          </p:nvPr>
        </p:nvSpPr>
        <p:spPr>
          <a:xfrm>
            <a:off x="1447800" y="3213100"/>
            <a:ext cx="7010400" cy="1816100"/>
          </a:xfrm>
        </p:spPr>
        <p:txBody>
          <a:bodyPr/>
          <a:lstStyle>
            <a:lvl1pPr marL="0" indent="0" algn="r">
              <a:buFont typeface="Wingdings" panose="05000000000000000000" pitchFamily="2" charset="2"/>
              <a:buNone/>
              <a:defRPr sz="2800">
                <a:solidFill>
                  <a:schemeClr val="folHlink"/>
                </a:solidFill>
              </a:defRPr>
            </a:lvl1pPr>
          </a:lstStyle>
          <a:p>
            <a:r>
              <a:rPr lang="ja-JP" altLang="en-US"/>
              <a:t>マスタ サブタイトルの書式設定</a:t>
            </a:r>
            <a:endParaRPr lang="ja-JP" altLang="en-US"/>
          </a:p>
        </p:txBody>
      </p:sp>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timing>
    <p:tnLst>
      <p:par>
        <p:cTn id="1" dur="indefinite" restart="never" nodeType="tmRoot"/>
      </p:par>
    </p:tnLst>
  </p:timing>
</p:sldLayout>
</file>

<file path=ppt/slideLayouts/slideLayout2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4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7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0"/>
            <a:ext cx="6705600" cy="63087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78.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0" y="0"/>
            <a:ext cx="9144000" cy="765175"/>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250825"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250825"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79.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08050"/>
            <a:ext cx="424497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684588"/>
            <a:ext cx="424497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灯片编号占位符 5"/>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Layouts/slideLayout28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8050"/>
            <a:ext cx="4244975"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4.png"/><Relationship Id="rId15" Type="http://schemas.openxmlformats.org/officeDocument/2006/relationships/image" Target="../media/image1.pn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7" Type="http://schemas.openxmlformats.org/officeDocument/2006/relationships/theme" Target="../theme/theme2.xml"/><Relationship Id="rId16" Type="http://schemas.openxmlformats.org/officeDocument/2006/relationships/image" Target="../media/image4.png"/><Relationship Id="rId15" Type="http://schemas.openxmlformats.org/officeDocument/2006/relationships/image" Target="../media/image1.png"/><Relationship Id="rId14" Type="http://schemas.openxmlformats.org/officeDocument/2006/relationships/slideLayout" Target="../slideLayouts/slideLayout28.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7.xml"/><Relationship Id="rId8" Type="http://schemas.openxmlformats.org/officeDocument/2006/relationships/slideLayout" Target="../slideLayouts/slideLayout36.xml"/><Relationship Id="rId7" Type="http://schemas.openxmlformats.org/officeDocument/2006/relationships/slideLayout" Target="../slideLayouts/slideLayout35.xml"/><Relationship Id="rId6" Type="http://schemas.openxmlformats.org/officeDocument/2006/relationships/slideLayout" Target="../slideLayouts/slideLayout34.xml"/><Relationship Id="rId5" Type="http://schemas.openxmlformats.org/officeDocument/2006/relationships/slideLayout" Target="../slideLayouts/slideLayout33.xml"/><Relationship Id="rId4" Type="http://schemas.openxmlformats.org/officeDocument/2006/relationships/slideLayout" Target="../slideLayouts/slideLayout32.xml"/><Relationship Id="rId3" Type="http://schemas.openxmlformats.org/officeDocument/2006/relationships/slideLayout" Target="../slideLayouts/slideLayout31.xml"/><Relationship Id="rId2" Type="http://schemas.openxmlformats.org/officeDocument/2006/relationships/slideLayout" Target="../slideLayouts/slideLayout30.xml"/><Relationship Id="rId17" Type="http://schemas.openxmlformats.org/officeDocument/2006/relationships/theme" Target="../theme/theme3.xml"/><Relationship Id="rId16" Type="http://schemas.openxmlformats.org/officeDocument/2006/relationships/image" Target="../media/image4.png"/><Relationship Id="rId15" Type="http://schemas.openxmlformats.org/officeDocument/2006/relationships/image" Target="../media/image1.png"/><Relationship Id="rId14" Type="http://schemas.openxmlformats.org/officeDocument/2006/relationships/slideLayout" Target="../slideLayouts/slideLayout42.xml"/><Relationship Id="rId13" Type="http://schemas.openxmlformats.org/officeDocument/2006/relationships/slideLayout" Target="../slideLayouts/slideLayout41.xml"/><Relationship Id="rId12" Type="http://schemas.openxmlformats.org/officeDocument/2006/relationships/slideLayout" Target="../slideLayouts/slideLayout40.xml"/><Relationship Id="rId11" Type="http://schemas.openxmlformats.org/officeDocument/2006/relationships/slideLayout" Target="../slideLayouts/slideLayout39.xml"/><Relationship Id="rId10" Type="http://schemas.openxmlformats.org/officeDocument/2006/relationships/slideLayout" Target="../slideLayouts/slideLayout38.xml"/><Relationship Id="rId1" Type="http://schemas.openxmlformats.org/officeDocument/2006/relationships/slideLayout" Target="../slideLayouts/slideLayout29.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51.xml"/><Relationship Id="rId8" Type="http://schemas.openxmlformats.org/officeDocument/2006/relationships/slideLayout" Target="../slideLayouts/slideLayout50.xml"/><Relationship Id="rId7" Type="http://schemas.openxmlformats.org/officeDocument/2006/relationships/slideLayout" Target="../slideLayouts/slideLayout49.xml"/><Relationship Id="rId6" Type="http://schemas.openxmlformats.org/officeDocument/2006/relationships/slideLayout" Target="../slideLayouts/slideLayout48.xml"/><Relationship Id="rId5" Type="http://schemas.openxmlformats.org/officeDocument/2006/relationships/slideLayout" Target="../slideLayouts/slideLayout47.xml"/><Relationship Id="rId4" Type="http://schemas.openxmlformats.org/officeDocument/2006/relationships/slideLayout" Target="../slideLayouts/slideLayout46.xml"/><Relationship Id="rId3" Type="http://schemas.openxmlformats.org/officeDocument/2006/relationships/slideLayout" Target="../slideLayouts/slideLayout45.xml"/><Relationship Id="rId2" Type="http://schemas.openxmlformats.org/officeDocument/2006/relationships/slideLayout" Target="../slideLayouts/slideLayout44.xml"/><Relationship Id="rId17" Type="http://schemas.openxmlformats.org/officeDocument/2006/relationships/theme" Target="../theme/theme4.xml"/><Relationship Id="rId16" Type="http://schemas.openxmlformats.org/officeDocument/2006/relationships/image" Target="../media/image4.png"/><Relationship Id="rId15" Type="http://schemas.openxmlformats.org/officeDocument/2006/relationships/image" Target="../media/image1.png"/><Relationship Id="rId14" Type="http://schemas.openxmlformats.org/officeDocument/2006/relationships/slideLayout" Target="../slideLayouts/slideLayout56.xml"/><Relationship Id="rId13" Type="http://schemas.openxmlformats.org/officeDocument/2006/relationships/slideLayout" Target="../slideLayouts/slideLayout55.xml"/><Relationship Id="rId12" Type="http://schemas.openxmlformats.org/officeDocument/2006/relationships/slideLayout" Target="../slideLayouts/slideLayout54.xml"/><Relationship Id="rId11" Type="http://schemas.openxmlformats.org/officeDocument/2006/relationships/slideLayout" Target="../slideLayouts/slideLayout53.xml"/><Relationship Id="rId10" Type="http://schemas.openxmlformats.org/officeDocument/2006/relationships/slideLayout" Target="../slideLayouts/slideLayout52.xml"/><Relationship Id="rId1"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65.xml"/><Relationship Id="rId8" Type="http://schemas.openxmlformats.org/officeDocument/2006/relationships/slideLayout" Target="../slideLayouts/slideLayout64.xml"/><Relationship Id="rId7" Type="http://schemas.openxmlformats.org/officeDocument/2006/relationships/slideLayout" Target="../slideLayouts/slideLayout63.xml"/><Relationship Id="rId6" Type="http://schemas.openxmlformats.org/officeDocument/2006/relationships/slideLayout" Target="../slideLayouts/slideLayout62.xml"/><Relationship Id="rId5" Type="http://schemas.openxmlformats.org/officeDocument/2006/relationships/slideLayout" Target="../slideLayouts/slideLayout61.xml"/><Relationship Id="rId4" Type="http://schemas.openxmlformats.org/officeDocument/2006/relationships/slideLayout" Target="../slideLayouts/slideLayout60.xml"/><Relationship Id="rId3" Type="http://schemas.openxmlformats.org/officeDocument/2006/relationships/slideLayout" Target="../slideLayouts/slideLayout59.xml"/><Relationship Id="rId2" Type="http://schemas.openxmlformats.org/officeDocument/2006/relationships/slideLayout" Target="../slideLayouts/slideLayout58.xml"/><Relationship Id="rId17" Type="http://schemas.openxmlformats.org/officeDocument/2006/relationships/theme" Target="../theme/theme5.xml"/><Relationship Id="rId16" Type="http://schemas.openxmlformats.org/officeDocument/2006/relationships/image" Target="../media/image4.png"/><Relationship Id="rId15" Type="http://schemas.openxmlformats.org/officeDocument/2006/relationships/image" Target="../media/image1.png"/><Relationship Id="rId14" Type="http://schemas.openxmlformats.org/officeDocument/2006/relationships/slideLayout" Target="../slideLayouts/slideLayout70.xml"/><Relationship Id="rId13" Type="http://schemas.openxmlformats.org/officeDocument/2006/relationships/slideLayout" Target="../slideLayouts/slideLayout69.xml"/><Relationship Id="rId12" Type="http://schemas.openxmlformats.org/officeDocument/2006/relationships/slideLayout" Target="../slideLayouts/slideLayout68.xml"/><Relationship Id="rId11" Type="http://schemas.openxmlformats.org/officeDocument/2006/relationships/slideLayout" Target="../slideLayouts/slideLayout67.xml"/><Relationship Id="rId10" Type="http://schemas.openxmlformats.org/officeDocument/2006/relationships/slideLayout" Target="../slideLayouts/slideLayout66.xml"/><Relationship Id="rId1"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79.xml"/><Relationship Id="rId8" Type="http://schemas.openxmlformats.org/officeDocument/2006/relationships/slideLayout" Target="../slideLayouts/slideLayout78.xml"/><Relationship Id="rId7" Type="http://schemas.openxmlformats.org/officeDocument/2006/relationships/slideLayout" Target="../slideLayouts/slideLayout77.xml"/><Relationship Id="rId6" Type="http://schemas.openxmlformats.org/officeDocument/2006/relationships/slideLayout" Target="../slideLayouts/slideLayout76.xml"/><Relationship Id="rId5" Type="http://schemas.openxmlformats.org/officeDocument/2006/relationships/slideLayout" Target="../slideLayouts/slideLayout75.xml"/><Relationship Id="rId4" Type="http://schemas.openxmlformats.org/officeDocument/2006/relationships/slideLayout" Target="../slideLayouts/slideLayout74.xml"/><Relationship Id="rId3" Type="http://schemas.openxmlformats.org/officeDocument/2006/relationships/slideLayout" Target="../slideLayouts/slideLayout73.xml"/><Relationship Id="rId2" Type="http://schemas.openxmlformats.org/officeDocument/2006/relationships/slideLayout" Target="../slideLayouts/slideLayout72.xml"/><Relationship Id="rId17" Type="http://schemas.openxmlformats.org/officeDocument/2006/relationships/theme" Target="../theme/theme6.xml"/><Relationship Id="rId16" Type="http://schemas.openxmlformats.org/officeDocument/2006/relationships/image" Target="../media/image4.png"/><Relationship Id="rId15" Type="http://schemas.openxmlformats.org/officeDocument/2006/relationships/image" Target="../media/image1.png"/><Relationship Id="rId14" Type="http://schemas.openxmlformats.org/officeDocument/2006/relationships/slideLayout" Target="../slideLayouts/slideLayout84.xml"/><Relationship Id="rId13" Type="http://schemas.openxmlformats.org/officeDocument/2006/relationships/slideLayout" Target="../slideLayouts/slideLayout83.xml"/><Relationship Id="rId12" Type="http://schemas.openxmlformats.org/officeDocument/2006/relationships/slideLayout" Target="../slideLayouts/slideLayout82.xml"/><Relationship Id="rId11" Type="http://schemas.openxmlformats.org/officeDocument/2006/relationships/slideLayout" Target="../slideLayouts/slideLayout81.xml"/><Relationship Id="rId10" Type="http://schemas.openxmlformats.org/officeDocument/2006/relationships/slideLayout" Target="../slideLayouts/slideLayout80.xml"/><Relationship Id="rId1" Type="http://schemas.openxmlformats.org/officeDocument/2006/relationships/slideLayout" Target="../slideLayouts/slideLayout71.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93.xml"/><Relationship Id="rId8" Type="http://schemas.openxmlformats.org/officeDocument/2006/relationships/slideLayout" Target="../slideLayouts/slideLayout92.xml"/><Relationship Id="rId7" Type="http://schemas.openxmlformats.org/officeDocument/2006/relationships/slideLayout" Target="../slideLayouts/slideLayout91.xml"/><Relationship Id="rId6" Type="http://schemas.openxmlformats.org/officeDocument/2006/relationships/slideLayout" Target="../slideLayouts/slideLayout90.xml"/><Relationship Id="rId5" Type="http://schemas.openxmlformats.org/officeDocument/2006/relationships/slideLayout" Target="../slideLayouts/slideLayout89.xml"/><Relationship Id="rId4" Type="http://schemas.openxmlformats.org/officeDocument/2006/relationships/slideLayout" Target="../slideLayouts/slideLayout88.xml"/><Relationship Id="rId3" Type="http://schemas.openxmlformats.org/officeDocument/2006/relationships/slideLayout" Target="../slideLayouts/slideLayout87.xml"/><Relationship Id="rId2" Type="http://schemas.openxmlformats.org/officeDocument/2006/relationships/slideLayout" Target="../slideLayouts/slideLayout86.xml"/><Relationship Id="rId17" Type="http://schemas.openxmlformats.org/officeDocument/2006/relationships/theme" Target="../theme/theme7.xml"/><Relationship Id="rId16" Type="http://schemas.openxmlformats.org/officeDocument/2006/relationships/image" Target="../media/image4.png"/><Relationship Id="rId15" Type="http://schemas.openxmlformats.org/officeDocument/2006/relationships/image" Target="../media/image1.png"/><Relationship Id="rId14" Type="http://schemas.openxmlformats.org/officeDocument/2006/relationships/slideLayout" Target="../slideLayouts/slideLayout98.xml"/><Relationship Id="rId13" Type="http://schemas.openxmlformats.org/officeDocument/2006/relationships/slideLayout" Target="../slideLayouts/slideLayout97.xml"/><Relationship Id="rId12" Type="http://schemas.openxmlformats.org/officeDocument/2006/relationships/slideLayout" Target="../slideLayouts/slideLayout96.xml"/><Relationship Id="rId11" Type="http://schemas.openxmlformats.org/officeDocument/2006/relationships/slideLayout" Target="../slideLayouts/slideLayout95.xml"/><Relationship Id="rId10" Type="http://schemas.openxmlformats.org/officeDocument/2006/relationships/slideLayout" Target="../slideLayouts/slideLayout94.xml"/><Relationship Id="rId1" Type="http://schemas.openxmlformats.org/officeDocument/2006/relationships/slideLayout" Target="../slideLayouts/slideLayout85.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107.xml"/><Relationship Id="rId8" Type="http://schemas.openxmlformats.org/officeDocument/2006/relationships/slideLayout" Target="../slideLayouts/slideLayout106.xml"/><Relationship Id="rId7" Type="http://schemas.openxmlformats.org/officeDocument/2006/relationships/slideLayout" Target="../slideLayouts/slideLayout105.xml"/><Relationship Id="rId6" Type="http://schemas.openxmlformats.org/officeDocument/2006/relationships/slideLayout" Target="../slideLayouts/slideLayout104.xml"/><Relationship Id="rId5" Type="http://schemas.openxmlformats.org/officeDocument/2006/relationships/slideLayout" Target="../slideLayouts/slideLayout103.xml"/><Relationship Id="rId4" Type="http://schemas.openxmlformats.org/officeDocument/2006/relationships/slideLayout" Target="../slideLayouts/slideLayout102.xml"/><Relationship Id="rId3" Type="http://schemas.openxmlformats.org/officeDocument/2006/relationships/slideLayout" Target="../slideLayouts/slideLayout101.xml"/><Relationship Id="rId2" Type="http://schemas.openxmlformats.org/officeDocument/2006/relationships/slideLayout" Target="../slideLayouts/slideLayout100.xml"/><Relationship Id="rId17" Type="http://schemas.openxmlformats.org/officeDocument/2006/relationships/theme" Target="../theme/theme8.xml"/><Relationship Id="rId16" Type="http://schemas.openxmlformats.org/officeDocument/2006/relationships/image" Target="../media/image4.png"/><Relationship Id="rId15" Type="http://schemas.openxmlformats.org/officeDocument/2006/relationships/image" Target="../media/image1.png"/><Relationship Id="rId14" Type="http://schemas.openxmlformats.org/officeDocument/2006/relationships/slideLayout" Target="../slideLayouts/slideLayout112.xml"/><Relationship Id="rId13" Type="http://schemas.openxmlformats.org/officeDocument/2006/relationships/slideLayout" Target="../slideLayouts/slideLayout111.xml"/><Relationship Id="rId12" Type="http://schemas.openxmlformats.org/officeDocument/2006/relationships/slideLayout" Target="../slideLayouts/slideLayout110.xml"/><Relationship Id="rId11" Type="http://schemas.openxmlformats.org/officeDocument/2006/relationships/slideLayout" Target="../slideLayouts/slideLayout109.xml"/><Relationship Id="rId10" Type="http://schemas.openxmlformats.org/officeDocument/2006/relationships/slideLayout" Target="../slideLayouts/slideLayout108.xml"/><Relationship Id="rId1" Type="http://schemas.openxmlformats.org/officeDocument/2006/relationships/slideLayout" Target="../slideLayouts/slideLayout99.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121.xml"/><Relationship Id="rId8" Type="http://schemas.openxmlformats.org/officeDocument/2006/relationships/slideLayout" Target="../slideLayouts/slideLayout120.xml"/><Relationship Id="rId7" Type="http://schemas.openxmlformats.org/officeDocument/2006/relationships/slideLayout" Target="../slideLayouts/slideLayout119.xml"/><Relationship Id="rId6" Type="http://schemas.openxmlformats.org/officeDocument/2006/relationships/slideLayout" Target="../slideLayouts/slideLayout118.xml"/><Relationship Id="rId5" Type="http://schemas.openxmlformats.org/officeDocument/2006/relationships/slideLayout" Target="../slideLayouts/slideLayout117.xml"/><Relationship Id="rId4" Type="http://schemas.openxmlformats.org/officeDocument/2006/relationships/slideLayout" Target="../slideLayouts/slideLayout116.xml"/><Relationship Id="rId3" Type="http://schemas.openxmlformats.org/officeDocument/2006/relationships/slideLayout" Target="../slideLayouts/slideLayout115.xml"/><Relationship Id="rId2" Type="http://schemas.openxmlformats.org/officeDocument/2006/relationships/slideLayout" Target="../slideLayouts/slideLayout114.xml"/><Relationship Id="rId17" Type="http://schemas.openxmlformats.org/officeDocument/2006/relationships/theme" Target="../theme/theme9.xml"/><Relationship Id="rId16" Type="http://schemas.openxmlformats.org/officeDocument/2006/relationships/image" Target="../media/image4.png"/><Relationship Id="rId15" Type="http://schemas.openxmlformats.org/officeDocument/2006/relationships/image" Target="../media/image1.png"/><Relationship Id="rId14" Type="http://schemas.openxmlformats.org/officeDocument/2006/relationships/slideLayout" Target="../slideLayouts/slideLayout126.xml"/><Relationship Id="rId13" Type="http://schemas.openxmlformats.org/officeDocument/2006/relationships/slideLayout" Target="../slideLayouts/slideLayout125.xml"/><Relationship Id="rId12" Type="http://schemas.openxmlformats.org/officeDocument/2006/relationships/slideLayout" Target="../slideLayouts/slideLayout124.xml"/><Relationship Id="rId11" Type="http://schemas.openxmlformats.org/officeDocument/2006/relationships/slideLayout" Target="../slideLayouts/slideLayout123.xml"/><Relationship Id="rId10" Type="http://schemas.openxmlformats.org/officeDocument/2006/relationships/slideLayout" Target="../slideLayouts/slideLayout122.xml"/><Relationship Id="rId1" Type="http://schemas.openxmlformats.org/officeDocument/2006/relationships/slideLayout" Target="../slideLayouts/slideLayout113.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35.xml"/><Relationship Id="rId8" Type="http://schemas.openxmlformats.org/officeDocument/2006/relationships/slideLayout" Target="../slideLayouts/slideLayout134.xml"/><Relationship Id="rId7" Type="http://schemas.openxmlformats.org/officeDocument/2006/relationships/slideLayout" Target="../slideLayouts/slideLayout133.xml"/><Relationship Id="rId6" Type="http://schemas.openxmlformats.org/officeDocument/2006/relationships/slideLayout" Target="../slideLayouts/slideLayout132.xml"/><Relationship Id="rId5" Type="http://schemas.openxmlformats.org/officeDocument/2006/relationships/slideLayout" Target="../slideLayouts/slideLayout131.xml"/><Relationship Id="rId4" Type="http://schemas.openxmlformats.org/officeDocument/2006/relationships/slideLayout" Target="../slideLayouts/slideLayout130.xml"/><Relationship Id="rId3" Type="http://schemas.openxmlformats.org/officeDocument/2006/relationships/slideLayout" Target="../slideLayouts/slideLayout129.xml"/><Relationship Id="rId2" Type="http://schemas.openxmlformats.org/officeDocument/2006/relationships/slideLayout" Target="../slideLayouts/slideLayout128.xml"/><Relationship Id="rId17" Type="http://schemas.openxmlformats.org/officeDocument/2006/relationships/theme" Target="../theme/theme10.xml"/><Relationship Id="rId16" Type="http://schemas.openxmlformats.org/officeDocument/2006/relationships/image" Target="../media/image4.png"/><Relationship Id="rId15" Type="http://schemas.openxmlformats.org/officeDocument/2006/relationships/image" Target="../media/image1.png"/><Relationship Id="rId14" Type="http://schemas.openxmlformats.org/officeDocument/2006/relationships/slideLayout" Target="../slideLayouts/slideLayout140.xml"/><Relationship Id="rId13" Type="http://schemas.openxmlformats.org/officeDocument/2006/relationships/slideLayout" Target="../slideLayouts/slideLayout139.xml"/><Relationship Id="rId12" Type="http://schemas.openxmlformats.org/officeDocument/2006/relationships/slideLayout" Target="../slideLayouts/slideLayout138.xml"/><Relationship Id="rId11" Type="http://schemas.openxmlformats.org/officeDocument/2006/relationships/slideLayout" Target="../slideLayouts/slideLayout137.xml"/><Relationship Id="rId10" Type="http://schemas.openxmlformats.org/officeDocument/2006/relationships/slideLayout" Target="../slideLayouts/slideLayout136.xml"/><Relationship Id="rId1" Type="http://schemas.openxmlformats.org/officeDocument/2006/relationships/slideLayout" Target="../slideLayouts/slideLayout127.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49.xml"/><Relationship Id="rId8" Type="http://schemas.openxmlformats.org/officeDocument/2006/relationships/slideLayout" Target="../slideLayouts/slideLayout148.xml"/><Relationship Id="rId7" Type="http://schemas.openxmlformats.org/officeDocument/2006/relationships/slideLayout" Target="../slideLayouts/slideLayout147.xml"/><Relationship Id="rId6" Type="http://schemas.openxmlformats.org/officeDocument/2006/relationships/slideLayout" Target="../slideLayouts/slideLayout146.xml"/><Relationship Id="rId5" Type="http://schemas.openxmlformats.org/officeDocument/2006/relationships/slideLayout" Target="../slideLayouts/slideLayout145.xml"/><Relationship Id="rId4" Type="http://schemas.openxmlformats.org/officeDocument/2006/relationships/slideLayout" Target="../slideLayouts/slideLayout144.xml"/><Relationship Id="rId3" Type="http://schemas.openxmlformats.org/officeDocument/2006/relationships/slideLayout" Target="../slideLayouts/slideLayout143.xml"/><Relationship Id="rId2" Type="http://schemas.openxmlformats.org/officeDocument/2006/relationships/slideLayout" Target="../slideLayouts/slideLayout142.xml"/><Relationship Id="rId17" Type="http://schemas.openxmlformats.org/officeDocument/2006/relationships/theme" Target="../theme/theme11.xml"/><Relationship Id="rId16" Type="http://schemas.openxmlformats.org/officeDocument/2006/relationships/image" Target="../media/image4.png"/><Relationship Id="rId15" Type="http://schemas.openxmlformats.org/officeDocument/2006/relationships/image" Target="../media/image1.png"/><Relationship Id="rId14" Type="http://schemas.openxmlformats.org/officeDocument/2006/relationships/slideLayout" Target="../slideLayouts/slideLayout154.xml"/><Relationship Id="rId13" Type="http://schemas.openxmlformats.org/officeDocument/2006/relationships/slideLayout" Target="../slideLayouts/slideLayout153.xml"/><Relationship Id="rId12" Type="http://schemas.openxmlformats.org/officeDocument/2006/relationships/slideLayout" Target="../slideLayouts/slideLayout152.xml"/><Relationship Id="rId11" Type="http://schemas.openxmlformats.org/officeDocument/2006/relationships/slideLayout" Target="../slideLayouts/slideLayout151.xml"/><Relationship Id="rId10" Type="http://schemas.openxmlformats.org/officeDocument/2006/relationships/slideLayout" Target="../slideLayouts/slideLayout150.xml"/><Relationship Id="rId1" Type="http://schemas.openxmlformats.org/officeDocument/2006/relationships/slideLayout" Target="../slideLayouts/slideLayout141.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63.xml"/><Relationship Id="rId8" Type="http://schemas.openxmlformats.org/officeDocument/2006/relationships/slideLayout" Target="../slideLayouts/slideLayout162.xml"/><Relationship Id="rId7" Type="http://schemas.openxmlformats.org/officeDocument/2006/relationships/slideLayout" Target="../slideLayouts/slideLayout161.xml"/><Relationship Id="rId6" Type="http://schemas.openxmlformats.org/officeDocument/2006/relationships/slideLayout" Target="../slideLayouts/slideLayout160.xml"/><Relationship Id="rId5" Type="http://schemas.openxmlformats.org/officeDocument/2006/relationships/slideLayout" Target="../slideLayouts/slideLayout159.xml"/><Relationship Id="rId4" Type="http://schemas.openxmlformats.org/officeDocument/2006/relationships/slideLayout" Target="../slideLayouts/slideLayout158.xml"/><Relationship Id="rId3" Type="http://schemas.openxmlformats.org/officeDocument/2006/relationships/slideLayout" Target="../slideLayouts/slideLayout157.xml"/><Relationship Id="rId2" Type="http://schemas.openxmlformats.org/officeDocument/2006/relationships/slideLayout" Target="../slideLayouts/slideLayout156.xml"/><Relationship Id="rId17" Type="http://schemas.openxmlformats.org/officeDocument/2006/relationships/theme" Target="../theme/theme12.xml"/><Relationship Id="rId16" Type="http://schemas.openxmlformats.org/officeDocument/2006/relationships/image" Target="../media/image4.png"/><Relationship Id="rId15" Type="http://schemas.openxmlformats.org/officeDocument/2006/relationships/image" Target="../media/image1.png"/><Relationship Id="rId14" Type="http://schemas.openxmlformats.org/officeDocument/2006/relationships/slideLayout" Target="../slideLayouts/slideLayout168.xml"/><Relationship Id="rId13" Type="http://schemas.openxmlformats.org/officeDocument/2006/relationships/slideLayout" Target="../slideLayouts/slideLayout167.xml"/><Relationship Id="rId12" Type="http://schemas.openxmlformats.org/officeDocument/2006/relationships/slideLayout" Target="../slideLayouts/slideLayout166.xml"/><Relationship Id="rId11" Type="http://schemas.openxmlformats.org/officeDocument/2006/relationships/slideLayout" Target="../slideLayouts/slideLayout165.xml"/><Relationship Id="rId10" Type="http://schemas.openxmlformats.org/officeDocument/2006/relationships/slideLayout" Target="../slideLayouts/slideLayout164.xml"/><Relationship Id="rId1" Type="http://schemas.openxmlformats.org/officeDocument/2006/relationships/slideLayout" Target="../slideLayouts/slideLayout155.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77.xml"/><Relationship Id="rId8" Type="http://schemas.openxmlformats.org/officeDocument/2006/relationships/slideLayout" Target="../slideLayouts/slideLayout176.xml"/><Relationship Id="rId7" Type="http://schemas.openxmlformats.org/officeDocument/2006/relationships/slideLayout" Target="../slideLayouts/slideLayout175.xml"/><Relationship Id="rId6" Type="http://schemas.openxmlformats.org/officeDocument/2006/relationships/slideLayout" Target="../slideLayouts/slideLayout174.xml"/><Relationship Id="rId5" Type="http://schemas.openxmlformats.org/officeDocument/2006/relationships/slideLayout" Target="../slideLayouts/slideLayout173.xml"/><Relationship Id="rId4" Type="http://schemas.openxmlformats.org/officeDocument/2006/relationships/slideLayout" Target="../slideLayouts/slideLayout172.xml"/><Relationship Id="rId3" Type="http://schemas.openxmlformats.org/officeDocument/2006/relationships/slideLayout" Target="../slideLayouts/slideLayout171.xml"/><Relationship Id="rId2" Type="http://schemas.openxmlformats.org/officeDocument/2006/relationships/slideLayout" Target="../slideLayouts/slideLayout170.xml"/><Relationship Id="rId17" Type="http://schemas.openxmlformats.org/officeDocument/2006/relationships/theme" Target="../theme/theme13.xml"/><Relationship Id="rId16" Type="http://schemas.openxmlformats.org/officeDocument/2006/relationships/image" Target="../media/image4.png"/><Relationship Id="rId15" Type="http://schemas.openxmlformats.org/officeDocument/2006/relationships/image" Target="../media/image1.png"/><Relationship Id="rId14" Type="http://schemas.openxmlformats.org/officeDocument/2006/relationships/slideLayout" Target="../slideLayouts/slideLayout182.xml"/><Relationship Id="rId13" Type="http://schemas.openxmlformats.org/officeDocument/2006/relationships/slideLayout" Target="../slideLayouts/slideLayout181.xml"/><Relationship Id="rId12" Type="http://schemas.openxmlformats.org/officeDocument/2006/relationships/slideLayout" Target="../slideLayouts/slideLayout180.xml"/><Relationship Id="rId11" Type="http://schemas.openxmlformats.org/officeDocument/2006/relationships/slideLayout" Target="../slideLayouts/slideLayout179.xml"/><Relationship Id="rId10" Type="http://schemas.openxmlformats.org/officeDocument/2006/relationships/slideLayout" Target="../slideLayouts/slideLayout178.xml"/><Relationship Id="rId1" Type="http://schemas.openxmlformats.org/officeDocument/2006/relationships/slideLayout" Target="../slideLayouts/slideLayout169.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191.xml"/><Relationship Id="rId8" Type="http://schemas.openxmlformats.org/officeDocument/2006/relationships/slideLayout" Target="../slideLayouts/slideLayout190.xml"/><Relationship Id="rId7" Type="http://schemas.openxmlformats.org/officeDocument/2006/relationships/slideLayout" Target="../slideLayouts/slideLayout189.xml"/><Relationship Id="rId6" Type="http://schemas.openxmlformats.org/officeDocument/2006/relationships/slideLayout" Target="../slideLayouts/slideLayout188.xml"/><Relationship Id="rId5" Type="http://schemas.openxmlformats.org/officeDocument/2006/relationships/slideLayout" Target="../slideLayouts/slideLayout187.xml"/><Relationship Id="rId4" Type="http://schemas.openxmlformats.org/officeDocument/2006/relationships/slideLayout" Target="../slideLayouts/slideLayout186.xml"/><Relationship Id="rId3" Type="http://schemas.openxmlformats.org/officeDocument/2006/relationships/slideLayout" Target="../slideLayouts/slideLayout185.xml"/><Relationship Id="rId2" Type="http://schemas.openxmlformats.org/officeDocument/2006/relationships/slideLayout" Target="../slideLayouts/slideLayout184.xml"/><Relationship Id="rId17" Type="http://schemas.openxmlformats.org/officeDocument/2006/relationships/theme" Target="../theme/theme14.xml"/><Relationship Id="rId16" Type="http://schemas.openxmlformats.org/officeDocument/2006/relationships/image" Target="../media/image4.png"/><Relationship Id="rId15" Type="http://schemas.openxmlformats.org/officeDocument/2006/relationships/image" Target="../media/image1.png"/><Relationship Id="rId14" Type="http://schemas.openxmlformats.org/officeDocument/2006/relationships/slideLayout" Target="../slideLayouts/slideLayout196.xml"/><Relationship Id="rId13" Type="http://schemas.openxmlformats.org/officeDocument/2006/relationships/slideLayout" Target="../slideLayouts/slideLayout195.xml"/><Relationship Id="rId12" Type="http://schemas.openxmlformats.org/officeDocument/2006/relationships/slideLayout" Target="../slideLayouts/slideLayout194.xml"/><Relationship Id="rId11" Type="http://schemas.openxmlformats.org/officeDocument/2006/relationships/slideLayout" Target="../slideLayouts/slideLayout193.xml"/><Relationship Id="rId10" Type="http://schemas.openxmlformats.org/officeDocument/2006/relationships/slideLayout" Target="../slideLayouts/slideLayout192.xml"/><Relationship Id="rId1" Type="http://schemas.openxmlformats.org/officeDocument/2006/relationships/slideLayout" Target="../slideLayouts/slideLayout183.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205.xml"/><Relationship Id="rId8" Type="http://schemas.openxmlformats.org/officeDocument/2006/relationships/slideLayout" Target="../slideLayouts/slideLayout204.xml"/><Relationship Id="rId7" Type="http://schemas.openxmlformats.org/officeDocument/2006/relationships/slideLayout" Target="../slideLayouts/slideLayout203.xml"/><Relationship Id="rId6" Type="http://schemas.openxmlformats.org/officeDocument/2006/relationships/slideLayout" Target="../slideLayouts/slideLayout202.xml"/><Relationship Id="rId5" Type="http://schemas.openxmlformats.org/officeDocument/2006/relationships/slideLayout" Target="../slideLayouts/slideLayout201.xml"/><Relationship Id="rId4" Type="http://schemas.openxmlformats.org/officeDocument/2006/relationships/slideLayout" Target="../slideLayouts/slideLayout200.xml"/><Relationship Id="rId3" Type="http://schemas.openxmlformats.org/officeDocument/2006/relationships/slideLayout" Target="../slideLayouts/slideLayout199.xml"/><Relationship Id="rId2" Type="http://schemas.openxmlformats.org/officeDocument/2006/relationships/slideLayout" Target="../slideLayouts/slideLayout198.xml"/><Relationship Id="rId17" Type="http://schemas.openxmlformats.org/officeDocument/2006/relationships/theme" Target="../theme/theme15.xml"/><Relationship Id="rId16" Type="http://schemas.openxmlformats.org/officeDocument/2006/relationships/image" Target="../media/image4.png"/><Relationship Id="rId15" Type="http://schemas.openxmlformats.org/officeDocument/2006/relationships/image" Target="../media/image1.png"/><Relationship Id="rId14" Type="http://schemas.openxmlformats.org/officeDocument/2006/relationships/slideLayout" Target="../slideLayouts/slideLayout210.xml"/><Relationship Id="rId13" Type="http://schemas.openxmlformats.org/officeDocument/2006/relationships/slideLayout" Target="../slideLayouts/slideLayout209.xml"/><Relationship Id="rId12" Type="http://schemas.openxmlformats.org/officeDocument/2006/relationships/slideLayout" Target="../slideLayouts/slideLayout208.xml"/><Relationship Id="rId11" Type="http://schemas.openxmlformats.org/officeDocument/2006/relationships/slideLayout" Target="../slideLayouts/slideLayout207.xml"/><Relationship Id="rId10" Type="http://schemas.openxmlformats.org/officeDocument/2006/relationships/slideLayout" Target="../slideLayouts/slideLayout206.xml"/><Relationship Id="rId1" Type="http://schemas.openxmlformats.org/officeDocument/2006/relationships/slideLayout" Target="../slideLayouts/slideLayout197.xml"/></Relationships>
</file>

<file path=ppt/slideMasters/_rels/slideMaster16.xml.rels><?xml version="1.0" encoding="UTF-8" standalone="yes"?>
<Relationships xmlns="http://schemas.openxmlformats.org/package/2006/relationships"><Relationship Id="rId9" Type="http://schemas.openxmlformats.org/officeDocument/2006/relationships/slideLayout" Target="../slideLayouts/slideLayout219.xml"/><Relationship Id="rId8" Type="http://schemas.openxmlformats.org/officeDocument/2006/relationships/slideLayout" Target="../slideLayouts/slideLayout218.xml"/><Relationship Id="rId7" Type="http://schemas.openxmlformats.org/officeDocument/2006/relationships/slideLayout" Target="../slideLayouts/slideLayout217.xml"/><Relationship Id="rId6" Type="http://schemas.openxmlformats.org/officeDocument/2006/relationships/slideLayout" Target="../slideLayouts/slideLayout216.xml"/><Relationship Id="rId5" Type="http://schemas.openxmlformats.org/officeDocument/2006/relationships/slideLayout" Target="../slideLayouts/slideLayout215.xml"/><Relationship Id="rId4" Type="http://schemas.openxmlformats.org/officeDocument/2006/relationships/slideLayout" Target="../slideLayouts/slideLayout214.xml"/><Relationship Id="rId3" Type="http://schemas.openxmlformats.org/officeDocument/2006/relationships/slideLayout" Target="../slideLayouts/slideLayout213.xml"/><Relationship Id="rId2" Type="http://schemas.openxmlformats.org/officeDocument/2006/relationships/slideLayout" Target="../slideLayouts/slideLayout212.xml"/><Relationship Id="rId17" Type="http://schemas.openxmlformats.org/officeDocument/2006/relationships/theme" Target="../theme/theme16.xml"/><Relationship Id="rId16" Type="http://schemas.openxmlformats.org/officeDocument/2006/relationships/image" Target="../media/image4.png"/><Relationship Id="rId15" Type="http://schemas.openxmlformats.org/officeDocument/2006/relationships/image" Target="../media/image1.png"/><Relationship Id="rId14" Type="http://schemas.openxmlformats.org/officeDocument/2006/relationships/slideLayout" Target="../slideLayouts/slideLayout224.xml"/><Relationship Id="rId13" Type="http://schemas.openxmlformats.org/officeDocument/2006/relationships/slideLayout" Target="../slideLayouts/slideLayout223.xml"/><Relationship Id="rId12" Type="http://schemas.openxmlformats.org/officeDocument/2006/relationships/slideLayout" Target="../slideLayouts/slideLayout222.xml"/><Relationship Id="rId11" Type="http://schemas.openxmlformats.org/officeDocument/2006/relationships/slideLayout" Target="../slideLayouts/slideLayout221.xml"/><Relationship Id="rId10" Type="http://schemas.openxmlformats.org/officeDocument/2006/relationships/slideLayout" Target="../slideLayouts/slideLayout220.xml"/><Relationship Id="rId1" Type="http://schemas.openxmlformats.org/officeDocument/2006/relationships/slideLayout" Target="../slideLayouts/slideLayout211.xml"/></Relationships>
</file>

<file path=ppt/slideMasters/_rels/slideMaster17.xml.rels><?xml version="1.0" encoding="UTF-8" standalone="yes"?>
<Relationships xmlns="http://schemas.openxmlformats.org/package/2006/relationships"><Relationship Id="rId9" Type="http://schemas.openxmlformats.org/officeDocument/2006/relationships/slideLayout" Target="../slideLayouts/slideLayout233.xml"/><Relationship Id="rId8" Type="http://schemas.openxmlformats.org/officeDocument/2006/relationships/slideLayout" Target="../slideLayouts/slideLayout232.xml"/><Relationship Id="rId7" Type="http://schemas.openxmlformats.org/officeDocument/2006/relationships/slideLayout" Target="../slideLayouts/slideLayout231.xml"/><Relationship Id="rId6" Type="http://schemas.openxmlformats.org/officeDocument/2006/relationships/slideLayout" Target="../slideLayouts/slideLayout230.xml"/><Relationship Id="rId5" Type="http://schemas.openxmlformats.org/officeDocument/2006/relationships/slideLayout" Target="../slideLayouts/slideLayout229.xml"/><Relationship Id="rId4" Type="http://schemas.openxmlformats.org/officeDocument/2006/relationships/slideLayout" Target="../slideLayouts/slideLayout228.xml"/><Relationship Id="rId3" Type="http://schemas.openxmlformats.org/officeDocument/2006/relationships/slideLayout" Target="../slideLayouts/slideLayout227.xml"/><Relationship Id="rId2" Type="http://schemas.openxmlformats.org/officeDocument/2006/relationships/slideLayout" Target="../slideLayouts/slideLayout226.xml"/><Relationship Id="rId17" Type="http://schemas.openxmlformats.org/officeDocument/2006/relationships/theme" Target="../theme/theme17.xml"/><Relationship Id="rId16" Type="http://schemas.openxmlformats.org/officeDocument/2006/relationships/image" Target="../media/image4.png"/><Relationship Id="rId15" Type="http://schemas.openxmlformats.org/officeDocument/2006/relationships/image" Target="../media/image1.png"/><Relationship Id="rId14" Type="http://schemas.openxmlformats.org/officeDocument/2006/relationships/slideLayout" Target="../slideLayouts/slideLayout238.xml"/><Relationship Id="rId13" Type="http://schemas.openxmlformats.org/officeDocument/2006/relationships/slideLayout" Target="../slideLayouts/slideLayout237.xml"/><Relationship Id="rId12" Type="http://schemas.openxmlformats.org/officeDocument/2006/relationships/slideLayout" Target="../slideLayouts/slideLayout236.xml"/><Relationship Id="rId11" Type="http://schemas.openxmlformats.org/officeDocument/2006/relationships/slideLayout" Target="../slideLayouts/slideLayout235.xml"/><Relationship Id="rId10" Type="http://schemas.openxmlformats.org/officeDocument/2006/relationships/slideLayout" Target="../slideLayouts/slideLayout234.xml"/><Relationship Id="rId1" Type="http://schemas.openxmlformats.org/officeDocument/2006/relationships/slideLayout" Target="../slideLayouts/slideLayout225.xml"/></Relationships>
</file>

<file path=ppt/slideMasters/_rels/slideMaster18.xml.rels><?xml version="1.0" encoding="UTF-8" standalone="yes"?>
<Relationships xmlns="http://schemas.openxmlformats.org/package/2006/relationships"><Relationship Id="rId9" Type="http://schemas.openxmlformats.org/officeDocument/2006/relationships/slideLayout" Target="../slideLayouts/slideLayout247.xml"/><Relationship Id="rId8" Type="http://schemas.openxmlformats.org/officeDocument/2006/relationships/slideLayout" Target="../slideLayouts/slideLayout246.xml"/><Relationship Id="rId7" Type="http://schemas.openxmlformats.org/officeDocument/2006/relationships/slideLayout" Target="../slideLayouts/slideLayout245.xml"/><Relationship Id="rId6" Type="http://schemas.openxmlformats.org/officeDocument/2006/relationships/slideLayout" Target="../slideLayouts/slideLayout244.xml"/><Relationship Id="rId5" Type="http://schemas.openxmlformats.org/officeDocument/2006/relationships/slideLayout" Target="../slideLayouts/slideLayout243.xml"/><Relationship Id="rId4" Type="http://schemas.openxmlformats.org/officeDocument/2006/relationships/slideLayout" Target="../slideLayouts/slideLayout242.xml"/><Relationship Id="rId3" Type="http://schemas.openxmlformats.org/officeDocument/2006/relationships/slideLayout" Target="../slideLayouts/slideLayout241.xml"/><Relationship Id="rId2" Type="http://schemas.openxmlformats.org/officeDocument/2006/relationships/slideLayout" Target="../slideLayouts/slideLayout240.xml"/><Relationship Id="rId17" Type="http://schemas.openxmlformats.org/officeDocument/2006/relationships/theme" Target="../theme/theme18.xml"/><Relationship Id="rId16" Type="http://schemas.openxmlformats.org/officeDocument/2006/relationships/image" Target="../media/image4.png"/><Relationship Id="rId15" Type="http://schemas.openxmlformats.org/officeDocument/2006/relationships/image" Target="../media/image1.png"/><Relationship Id="rId14" Type="http://schemas.openxmlformats.org/officeDocument/2006/relationships/slideLayout" Target="../slideLayouts/slideLayout252.xml"/><Relationship Id="rId13" Type="http://schemas.openxmlformats.org/officeDocument/2006/relationships/slideLayout" Target="../slideLayouts/slideLayout251.xml"/><Relationship Id="rId12" Type="http://schemas.openxmlformats.org/officeDocument/2006/relationships/slideLayout" Target="../slideLayouts/slideLayout250.xml"/><Relationship Id="rId11" Type="http://schemas.openxmlformats.org/officeDocument/2006/relationships/slideLayout" Target="../slideLayouts/slideLayout249.xml"/><Relationship Id="rId10" Type="http://schemas.openxmlformats.org/officeDocument/2006/relationships/slideLayout" Target="../slideLayouts/slideLayout248.xml"/><Relationship Id="rId1" Type="http://schemas.openxmlformats.org/officeDocument/2006/relationships/slideLayout" Target="../slideLayouts/slideLayout239.xml"/></Relationships>
</file>

<file path=ppt/slideMasters/_rels/slideMaster19.xml.rels><?xml version="1.0" encoding="UTF-8" standalone="yes"?>
<Relationships xmlns="http://schemas.openxmlformats.org/package/2006/relationships"><Relationship Id="rId9" Type="http://schemas.openxmlformats.org/officeDocument/2006/relationships/slideLayout" Target="../slideLayouts/slideLayout261.xml"/><Relationship Id="rId8" Type="http://schemas.openxmlformats.org/officeDocument/2006/relationships/slideLayout" Target="../slideLayouts/slideLayout260.xml"/><Relationship Id="rId7" Type="http://schemas.openxmlformats.org/officeDocument/2006/relationships/slideLayout" Target="../slideLayouts/slideLayout259.xml"/><Relationship Id="rId6" Type="http://schemas.openxmlformats.org/officeDocument/2006/relationships/slideLayout" Target="../slideLayouts/slideLayout258.xml"/><Relationship Id="rId5" Type="http://schemas.openxmlformats.org/officeDocument/2006/relationships/slideLayout" Target="../slideLayouts/slideLayout257.xml"/><Relationship Id="rId4" Type="http://schemas.openxmlformats.org/officeDocument/2006/relationships/slideLayout" Target="../slideLayouts/slideLayout256.xml"/><Relationship Id="rId3" Type="http://schemas.openxmlformats.org/officeDocument/2006/relationships/slideLayout" Target="../slideLayouts/slideLayout255.xml"/><Relationship Id="rId2" Type="http://schemas.openxmlformats.org/officeDocument/2006/relationships/slideLayout" Target="../slideLayouts/slideLayout254.xml"/><Relationship Id="rId17" Type="http://schemas.openxmlformats.org/officeDocument/2006/relationships/theme" Target="../theme/theme19.xml"/><Relationship Id="rId16" Type="http://schemas.openxmlformats.org/officeDocument/2006/relationships/image" Target="../media/image4.png"/><Relationship Id="rId15" Type="http://schemas.openxmlformats.org/officeDocument/2006/relationships/image" Target="../media/image1.png"/><Relationship Id="rId14" Type="http://schemas.openxmlformats.org/officeDocument/2006/relationships/slideLayout" Target="../slideLayouts/slideLayout266.xml"/><Relationship Id="rId13" Type="http://schemas.openxmlformats.org/officeDocument/2006/relationships/slideLayout" Target="../slideLayouts/slideLayout265.xml"/><Relationship Id="rId12" Type="http://schemas.openxmlformats.org/officeDocument/2006/relationships/slideLayout" Target="../slideLayouts/slideLayout264.xml"/><Relationship Id="rId11" Type="http://schemas.openxmlformats.org/officeDocument/2006/relationships/slideLayout" Target="../slideLayouts/slideLayout263.xml"/><Relationship Id="rId10" Type="http://schemas.openxmlformats.org/officeDocument/2006/relationships/slideLayout" Target="../slideLayouts/slideLayout262.xml"/><Relationship Id="rId1" Type="http://schemas.openxmlformats.org/officeDocument/2006/relationships/slideLayout" Target="../slideLayouts/slideLayout253.xml"/></Relationships>
</file>

<file path=ppt/slideMasters/_rels/slideMaster20.xml.rels><?xml version="1.0" encoding="UTF-8" standalone="yes"?>
<Relationships xmlns="http://schemas.openxmlformats.org/package/2006/relationships"><Relationship Id="rId9" Type="http://schemas.openxmlformats.org/officeDocument/2006/relationships/slideLayout" Target="../slideLayouts/slideLayout275.xml"/><Relationship Id="rId8" Type="http://schemas.openxmlformats.org/officeDocument/2006/relationships/slideLayout" Target="../slideLayouts/slideLayout274.xml"/><Relationship Id="rId7" Type="http://schemas.openxmlformats.org/officeDocument/2006/relationships/slideLayout" Target="../slideLayouts/slideLayout273.xml"/><Relationship Id="rId6" Type="http://schemas.openxmlformats.org/officeDocument/2006/relationships/slideLayout" Target="../slideLayouts/slideLayout272.xml"/><Relationship Id="rId5" Type="http://schemas.openxmlformats.org/officeDocument/2006/relationships/slideLayout" Target="../slideLayouts/slideLayout271.xml"/><Relationship Id="rId4" Type="http://schemas.openxmlformats.org/officeDocument/2006/relationships/slideLayout" Target="../slideLayouts/slideLayout270.xml"/><Relationship Id="rId3" Type="http://schemas.openxmlformats.org/officeDocument/2006/relationships/slideLayout" Target="../slideLayouts/slideLayout269.xml"/><Relationship Id="rId2" Type="http://schemas.openxmlformats.org/officeDocument/2006/relationships/slideLayout" Target="../slideLayouts/slideLayout268.xml"/><Relationship Id="rId17" Type="http://schemas.openxmlformats.org/officeDocument/2006/relationships/theme" Target="../theme/theme20.xml"/><Relationship Id="rId16" Type="http://schemas.openxmlformats.org/officeDocument/2006/relationships/image" Target="../media/image4.png"/><Relationship Id="rId15" Type="http://schemas.openxmlformats.org/officeDocument/2006/relationships/image" Target="../media/image1.png"/><Relationship Id="rId14" Type="http://schemas.openxmlformats.org/officeDocument/2006/relationships/slideLayout" Target="../slideLayouts/slideLayout280.xml"/><Relationship Id="rId13" Type="http://schemas.openxmlformats.org/officeDocument/2006/relationships/slideLayout" Target="../slideLayouts/slideLayout279.xml"/><Relationship Id="rId12" Type="http://schemas.openxmlformats.org/officeDocument/2006/relationships/slideLayout" Target="../slideLayouts/slideLayout278.xml"/><Relationship Id="rId11" Type="http://schemas.openxmlformats.org/officeDocument/2006/relationships/slideLayout" Target="../slideLayouts/slideLayout277.xml"/><Relationship Id="rId10" Type="http://schemas.openxmlformats.org/officeDocument/2006/relationships/slideLayout" Target="../slideLayouts/slideLayout276.xml"/><Relationship Id="rId1" Type="http://schemas.openxmlformats.org/officeDocument/2006/relationships/slideLayout" Target="../slideLayouts/slideLayout26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idx="1"/>
          </p:nvPr>
        </p:nvSpPr>
        <p:spPr>
          <a:xfrm>
            <a:off x="250825" y="908050"/>
            <a:ext cx="8642350" cy="5400675"/>
          </a:xfrm>
          <a:prstGeom prst="rect">
            <a:avLst/>
          </a:prstGeom>
          <a:noFill/>
          <a:ln w="9525">
            <a:noFill/>
          </a:ln>
        </p:spPr>
        <p:txBody>
          <a:bodyPr/>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5129" name="Rectangle 9"/>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b="0">
                <a:solidFill>
                  <a:srgbClr val="A50021"/>
                </a:solidFill>
                <a:ea typeface="MS PGothic" panose="020B0600070205080204" pitchFamily="34" charset="-128"/>
              </a:defRPr>
            </a:lvl1pPr>
          </a:lstStyle>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random/>
  </p:transition>
  <p:timing>
    <p:tnLst>
      <p:par>
        <p:cTn id="1" dur="indefinite" restart="never" nodeType="tmRoot"/>
      </p:par>
    </p:tnLst>
  </p:timing>
  <p:hf sldNum="0" hdr="0" ftr="0" dt="0"/>
  <p:txStyles>
    <p:titleStyle>
      <a:lvl1pPr indent="176530" algn="l" rtl="0" eaLnBrk="0" fontAlgn="base" hangingPunct="0">
        <a:spcBef>
          <a:spcPct val="0"/>
        </a:spcBef>
        <a:spcAft>
          <a:spcPct val="0"/>
        </a:spcAft>
        <a:defRPr sz="3400" b="1">
          <a:solidFill>
            <a:schemeClr val="bg1"/>
          </a:solidFill>
          <a:latin typeface="+mj-lt"/>
          <a:ea typeface="+mj-ea"/>
          <a:cs typeface="+mj-cs"/>
        </a:defRPr>
      </a:lvl1pPr>
      <a:lvl2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2pPr>
      <a:lvl3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3pPr>
      <a:lvl4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4pPr>
      <a:lvl5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5pPr>
      <a:lvl6pPr marL="4572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6pPr>
      <a:lvl7pPr marL="9144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7pPr>
      <a:lvl8pPr marL="13716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8pPr>
      <a:lvl9pPr marL="18288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9pPr>
    </p:titleStyle>
    <p:body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6"/>
        </a:buBlip>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idx="1"/>
          </p:nvPr>
        </p:nvSpPr>
        <p:spPr>
          <a:xfrm>
            <a:off x="250825" y="908050"/>
            <a:ext cx="8642350" cy="5400675"/>
          </a:xfrm>
          <a:prstGeom prst="rect">
            <a:avLst/>
          </a:prstGeom>
          <a:noFill/>
          <a:ln w="9525">
            <a:noFill/>
          </a:ln>
        </p:spPr>
        <p:txBody>
          <a:bodyPr/>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5129" name="Rectangle 9"/>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b="0">
                <a:solidFill>
                  <a:srgbClr val="A50021"/>
                </a:solidFill>
                <a:ea typeface="MS PGothic" panose="020B0600070205080204" pitchFamily="34" charset="-128"/>
              </a:defRPr>
            </a:lvl1pPr>
          </a:lstStyle>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transition>
    <p:random/>
  </p:transition>
  <p:timing>
    <p:tnLst>
      <p:par>
        <p:cTn id="1" dur="indefinite" restart="never" nodeType="tmRoot"/>
      </p:par>
    </p:tnLst>
  </p:timing>
  <p:hf sldNum="0" hdr="0" ftr="0" dt="0"/>
  <p:txStyles>
    <p:titleStyle>
      <a:lvl1pPr indent="176530" algn="l" rtl="0" eaLnBrk="0" fontAlgn="base" hangingPunct="0">
        <a:spcBef>
          <a:spcPct val="0"/>
        </a:spcBef>
        <a:spcAft>
          <a:spcPct val="0"/>
        </a:spcAft>
        <a:defRPr sz="3400" b="1">
          <a:solidFill>
            <a:schemeClr val="bg1"/>
          </a:solidFill>
          <a:latin typeface="+mj-lt"/>
          <a:ea typeface="+mj-ea"/>
          <a:cs typeface="+mj-cs"/>
        </a:defRPr>
      </a:lvl1pPr>
      <a:lvl2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2pPr>
      <a:lvl3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3pPr>
      <a:lvl4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4pPr>
      <a:lvl5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5pPr>
      <a:lvl6pPr marL="4572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6pPr>
      <a:lvl7pPr marL="9144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7pPr>
      <a:lvl8pPr marL="13716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8pPr>
      <a:lvl9pPr marL="18288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9pPr>
    </p:titleStyle>
    <p:body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6"/>
        </a:buBlip>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idx="1"/>
          </p:nvPr>
        </p:nvSpPr>
        <p:spPr>
          <a:xfrm>
            <a:off x="250825" y="908050"/>
            <a:ext cx="8642350" cy="5400675"/>
          </a:xfrm>
          <a:prstGeom prst="rect">
            <a:avLst/>
          </a:prstGeom>
          <a:noFill/>
          <a:ln w="9525">
            <a:noFill/>
          </a:ln>
        </p:spPr>
        <p:txBody>
          <a:bodyPr/>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5129" name="Rectangle 9"/>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b="0">
                <a:solidFill>
                  <a:srgbClr val="A50021"/>
                </a:solidFill>
                <a:ea typeface="MS PGothic" panose="020B0600070205080204" pitchFamily="34" charset="-128"/>
              </a:defRPr>
            </a:lvl1pPr>
          </a:lstStyle>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Lst>
  <p:transition>
    <p:random/>
  </p:transition>
  <p:timing>
    <p:tnLst>
      <p:par>
        <p:cTn id="1" dur="indefinite" restart="never" nodeType="tmRoot"/>
      </p:par>
    </p:tnLst>
  </p:timing>
  <p:hf sldNum="0" hdr="0" ftr="0" dt="0"/>
  <p:txStyles>
    <p:titleStyle>
      <a:lvl1pPr indent="176530" algn="l" rtl="0" eaLnBrk="0" fontAlgn="base" hangingPunct="0">
        <a:spcBef>
          <a:spcPct val="0"/>
        </a:spcBef>
        <a:spcAft>
          <a:spcPct val="0"/>
        </a:spcAft>
        <a:defRPr sz="3400" b="1">
          <a:solidFill>
            <a:schemeClr val="bg1"/>
          </a:solidFill>
          <a:latin typeface="+mj-lt"/>
          <a:ea typeface="+mj-ea"/>
          <a:cs typeface="+mj-cs"/>
        </a:defRPr>
      </a:lvl1pPr>
      <a:lvl2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2pPr>
      <a:lvl3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3pPr>
      <a:lvl4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4pPr>
      <a:lvl5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5pPr>
      <a:lvl6pPr marL="4572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6pPr>
      <a:lvl7pPr marL="9144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7pPr>
      <a:lvl8pPr marL="13716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8pPr>
      <a:lvl9pPr marL="18288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9pPr>
    </p:titleStyle>
    <p:body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6"/>
        </a:buBlip>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idx="1"/>
          </p:nvPr>
        </p:nvSpPr>
        <p:spPr>
          <a:xfrm>
            <a:off x="250825" y="908050"/>
            <a:ext cx="8642350" cy="5400675"/>
          </a:xfrm>
          <a:prstGeom prst="rect">
            <a:avLst/>
          </a:prstGeom>
          <a:noFill/>
          <a:ln w="9525">
            <a:noFill/>
          </a:ln>
        </p:spPr>
        <p:txBody>
          <a:bodyPr/>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5129" name="Rectangle 9"/>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b="0">
                <a:solidFill>
                  <a:srgbClr val="A50021"/>
                </a:solidFill>
                <a:ea typeface="MS PGothic" panose="020B0600070205080204" pitchFamily="34" charset="-128"/>
              </a:defRPr>
            </a:lvl1pPr>
          </a:lstStyle>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Lst>
  <p:transition>
    <p:random/>
  </p:transition>
  <p:timing>
    <p:tnLst>
      <p:par>
        <p:cTn id="1" dur="indefinite" restart="never" nodeType="tmRoot"/>
      </p:par>
    </p:tnLst>
  </p:timing>
  <p:hf sldNum="0" hdr="0" ftr="0" dt="0"/>
  <p:txStyles>
    <p:titleStyle>
      <a:lvl1pPr indent="176530" algn="l" rtl="0" eaLnBrk="0" fontAlgn="base" hangingPunct="0">
        <a:spcBef>
          <a:spcPct val="0"/>
        </a:spcBef>
        <a:spcAft>
          <a:spcPct val="0"/>
        </a:spcAft>
        <a:defRPr sz="3400" b="1">
          <a:solidFill>
            <a:schemeClr val="bg1"/>
          </a:solidFill>
          <a:latin typeface="+mj-lt"/>
          <a:ea typeface="+mj-ea"/>
          <a:cs typeface="+mj-cs"/>
        </a:defRPr>
      </a:lvl1pPr>
      <a:lvl2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2pPr>
      <a:lvl3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3pPr>
      <a:lvl4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4pPr>
      <a:lvl5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5pPr>
      <a:lvl6pPr marL="4572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6pPr>
      <a:lvl7pPr marL="9144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7pPr>
      <a:lvl8pPr marL="13716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8pPr>
      <a:lvl9pPr marL="18288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9pPr>
    </p:titleStyle>
    <p:body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6"/>
        </a:buBlip>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idx="1"/>
          </p:nvPr>
        </p:nvSpPr>
        <p:spPr>
          <a:xfrm>
            <a:off x="250825" y="908050"/>
            <a:ext cx="8642350" cy="5400675"/>
          </a:xfrm>
          <a:prstGeom prst="rect">
            <a:avLst/>
          </a:prstGeom>
          <a:noFill/>
          <a:ln w="9525">
            <a:noFill/>
          </a:ln>
        </p:spPr>
        <p:txBody>
          <a:bodyPr/>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5129" name="Rectangle 9"/>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b="0">
                <a:solidFill>
                  <a:srgbClr val="A50021"/>
                </a:solidFill>
                <a:ea typeface="MS PGothic" panose="020B0600070205080204" pitchFamily="34" charset="-128"/>
              </a:defRPr>
            </a:lvl1pPr>
          </a:lstStyle>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Lst>
  <p:transition>
    <p:random/>
  </p:transition>
  <p:timing>
    <p:tnLst>
      <p:par>
        <p:cTn id="1" dur="indefinite" restart="never" nodeType="tmRoot"/>
      </p:par>
    </p:tnLst>
  </p:timing>
  <p:hf sldNum="0" hdr="0" ftr="0" dt="0"/>
  <p:txStyles>
    <p:titleStyle>
      <a:lvl1pPr indent="176530" algn="l" rtl="0" eaLnBrk="0" fontAlgn="base" hangingPunct="0">
        <a:spcBef>
          <a:spcPct val="0"/>
        </a:spcBef>
        <a:spcAft>
          <a:spcPct val="0"/>
        </a:spcAft>
        <a:defRPr sz="3400" b="1">
          <a:solidFill>
            <a:schemeClr val="bg1"/>
          </a:solidFill>
          <a:latin typeface="+mj-lt"/>
          <a:ea typeface="+mj-ea"/>
          <a:cs typeface="+mj-cs"/>
        </a:defRPr>
      </a:lvl1pPr>
      <a:lvl2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2pPr>
      <a:lvl3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3pPr>
      <a:lvl4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4pPr>
      <a:lvl5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5pPr>
      <a:lvl6pPr marL="4572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6pPr>
      <a:lvl7pPr marL="9144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7pPr>
      <a:lvl8pPr marL="13716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8pPr>
      <a:lvl9pPr marL="18288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9pPr>
    </p:titleStyle>
    <p:body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6"/>
        </a:buBlip>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idx="1"/>
          </p:nvPr>
        </p:nvSpPr>
        <p:spPr>
          <a:xfrm>
            <a:off x="250825" y="908050"/>
            <a:ext cx="8642350" cy="5400675"/>
          </a:xfrm>
          <a:prstGeom prst="rect">
            <a:avLst/>
          </a:prstGeom>
          <a:noFill/>
          <a:ln w="9525">
            <a:noFill/>
          </a:ln>
        </p:spPr>
        <p:txBody>
          <a:bodyPr/>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5129" name="Rectangle 9"/>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b="0">
                <a:solidFill>
                  <a:srgbClr val="A50021"/>
                </a:solidFill>
                <a:ea typeface="MS PGothic" panose="020B0600070205080204" pitchFamily="34" charset="-128"/>
              </a:defRPr>
            </a:lvl1pPr>
          </a:lstStyle>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37" r:id="rId14"/>
  </p:sldLayoutIdLst>
  <p:transition>
    <p:random/>
  </p:transition>
  <p:timing>
    <p:tnLst>
      <p:par>
        <p:cTn id="1" dur="indefinite" restart="never" nodeType="tmRoot"/>
      </p:par>
    </p:tnLst>
  </p:timing>
  <p:hf sldNum="0" hdr="0" ftr="0" dt="0"/>
  <p:txStyles>
    <p:titleStyle>
      <a:lvl1pPr indent="176530" algn="l" rtl="0" eaLnBrk="0" fontAlgn="base" hangingPunct="0">
        <a:spcBef>
          <a:spcPct val="0"/>
        </a:spcBef>
        <a:spcAft>
          <a:spcPct val="0"/>
        </a:spcAft>
        <a:defRPr sz="3400" b="1">
          <a:solidFill>
            <a:schemeClr val="bg1"/>
          </a:solidFill>
          <a:latin typeface="+mj-lt"/>
          <a:ea typeface="+mj-ea"/>
          <a:cs typeface="+mj-cs"/>
        </a:defRPr>
      </a:lvl1pPr>
      <a:lvl2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2pPr>
      <a:lvl3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3pPr>
      <a:lvl4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4pPr>
      <a:lvl5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5pPr>
      <a:lvl6pPr marL="4572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6pPr>
      <a:lvl7pPr marL="9144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7pPr>
      <a:lvl8pPr marL="13716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8pPr>
      <a:lvl9pPr marL="18288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9pPr>
    </p:titleStyle>
    <p:body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6"/>
        </a:buBlip>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idx="1"/>
          </p:nvPr>
        </p:nvSpPr>
        <p:spPr>
          <a:xfrm>
            <a:off x="250825" y="908050"/>
            <a:ext cx="8642350" cy="5400675"/>
          </a:xfrm>
          <a:prstGeom prst="rect">
            <a:avLst/>
          </a:prstGeom>
          <a:noFill/>
          <a:ln w="9525">
            <a:noFill/>
          </a:ln>
        </p:spPr>
        <p:txBody>
          <a:bodyPr/>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5129" name="Rectangle 9"/>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b="0">
                <a:solidFill>
                  <a:srgbClr val="A50021"/>
                </a:solidFill>
                <a:ea typeface="MS PGothic" panose="020B0600070205080204" pitchFamily="34" charset="-128"/>
              </a:defRPr>
            </a:lvl1pPr>
          </a:lstStyle>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Lst>
  <p:transition>
    <p:random/>
  </p:transition>
  <p:timing>
    <p:tnLst>
      <p:par>
        <p:cTn id="1" dur="indefinite" restart="never" nodeType="tmRoot"/>
      </p:par>
    </p:tnLst>
  </p:timing>
  <p:hf sldNum="0" hdr="0" ftr="0" dt="0"/>
  <p:txStyles>
    <p:titleStyle>
      <a:lvl1pPr indent="176530" algn="l" rtl="0" eaLnBrk="0" fontAlgn="base" hangingPunct="0">
        <a:spcBef>
          <a:spcPct val="0"/>
        </a:spcBef>
        <a:spcAft>
          <a:spcPct val="0"/>
        </a:spcAft>
        <a:defRPr sz="3400" b="1">
          <a:solidFill>
            <a:schemeClr val="bg1"/>
          </a:solidFill>
          <a:latin typeface="+mj-lt"/>
          <a:ea typeface="+mj-ea"/>
          <a:cs typeface="+mj-cs"/>
        </a:defRPr>
      </a:lvl1pPr>
      <a:lvl2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2pPr>
      <a:lvl3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3pPr>
      <a:lvl4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4pPr>
      <a:lvl5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5pPr>
      <a:lvl6pPr marL="4572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6pPr>
      <a:lvl7pPr marL="9144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7pPr>
      <a:lvl8pPr marL="13716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8pPr>
      <a:lvl9pPr marL="18288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9pPr>
    </p:titleStyle>
    <p:body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6"/>
        </a:buBlip>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idx="1"/>
          </p:nvPr>
        </p:nvSpPr>
        <p:spPr>
          <a:xfrm>
            <a:off x="250825" y="908050"/>
            <a:ext cx="8642350" cy="5400675"/>
          </a:xfrm>
          <a:prstGeom prst="rect">
            <a:avLst/>
          </a:prstGeom>
          <a:noFill/>
          <a:ln w="9525">
            <a:noFill/>
          </a:ln>
        </p:spPr>
        <p:txBody>
          <a:bodyPr/>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5129" name="Rectangle 9"/>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b="0">
                <a:solidFill>
                  <a:srgbClr val="A50021"/>
                </a:solidFill>
                <a:ea typeface="MS PGothic" panose="020B0600070205080204" pitchFamily="34" charset="-128"/>
              </a:defRPr>
            </a:lvl1pPr>
          </a:lstStyle>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 id="2147483766" r:id="rId13"/>
    <p:sldLayoutId id="2147483767" r:id="rId14"/>
  </p:sldLayoutIdLst>
  <p:transition>
    <p:random/>
  </p:transition>
  <p:timing>
    <p:tnLst>
      <p:par>
        <p:cTn id="1" dur="indefinite" restart="never" nodeType="tmRoot"/>
      </p:par>
    </p:tnLst>
  </p:timing>
  <p:hf sldNum="0" hdr="0" ftr="0" dt="0"/>
  <p:txStyles>
    <p:titleStyle>
      <a:lvl1pPr indent="176530" algn="l" rtl="0" eaLnBrk="0" fontAlgn="base" hangingPunct="0">
        <a:spcBef>
          <a:spcPct val="0"/>
        </a:spcBef>
        <a:spcAft>
          <a:spcPct val="0"/>
        </a:spcAft>
        <a:defRPr sz="3400" b="1">
          <a:solidFill>
            <a:schemeClr val="bg1"/>
          </a:solidFill>
          <a:latin typeface="+mj-lt"/>
          <a:ea typeface="+mj-ea"/>
          <a:cs typeface="+mj-cs"/>
        </a:defRPr>
      </a:lvl1pPr>
      <a:lvl2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2pPr>
      <a:lvl3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3pPr>
      <a:lvl4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4pPr>
      <a:lvl5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5pPr>
      <a:lvl6pPr marL="4572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6pPr>
      <a:lvl7pPr marL="9144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7pPr>
      <a:lvl8pPr marL="13716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8pPr>
      <a:lvl9pPr marL="18288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9pPr>
    </p:titleStyle>
    <p:body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6"/>
        </a:buBlip>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idx="1"/>
          </p:nvPr>
        </p:nvSpPr>
        <p:spPr>
          <a:xfrm>
            <a:off x="250825" y="908050"/>
            <a:ext cx="8642350" cy="5400675"/>
          </a:xfrm>
          <a:prstGeom prst="rect">
            <a:avLst/>
          </a:prstGeom>
          <a:noFill/>
          <a:ln w="9525">
            <a:noFill/>
          </a:ln>
        </p:spPr>
        <p:txBody>
          <a:bodyPr/>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5129" name="Rectangle 9"/>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b="0">
                <a:solidFill>
                  <a:srgbClr val="A50021"/>
                </a:solidFill>
                <a:ea typeface="MS PGothic" panose="020B0600070205080204" pitchFamily="34" charset="-128"/>
              </a:defRPr>
            </a:lvl1pPr>
          </a:lstStyle>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Lst>
  <p:transition>
    <p:random/>
  </p:transition>
  <p:timing>
    <p:tnLst>
      <p:par>
        <p:cTn id="1" dur="indefinite" restart="never" nodeType="tmRoot"/>
      </p:par>
    </p:tnLst>
  </p:timing>
  <p:hf sldNum="0" hdr="0" ftr="0" dt="0"/>
  <p:txStyles>
    <p:titleStyle>
      <a:lvl1pPr indent="176530" algn="l" rtl="0" eaLnBrk="0" fontAlgn="base" hangingPunct="0">
        <a:spcBef>
          <a:spcPct val="0"/>
        </a:spcBef>
        <a:spcAft>
          <a:spcPct val="0"/>
        </a:spcAft>
        <a:defRPr sz="3400" b="1">
          <a:solidFill>
            <a:schemeClr val="bg1"/>
          </a:solidFill>
          <a:latin typeface="+mj-lt"/>
          <a:ea typeface="+mj-ea"/>
          <a:cs typeface="+mj-cs"/>
        </a:defRPr>
      </a:lvl1pPr>
      <a:lvl2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2pPr>
      <a:lvl3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3pPr>
      <a:lvl4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4pPr>
      <a:lvl5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5pPr>
      <a:lvl6pPr marL="4572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6pPr>
      <a:lvl7pPr marL="9144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7pPr>
      <a:lvl8pPr marL="13716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8pPr>
      <a:lvl9pPr marL="18288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9pPr>
    </p:titleStyle>
    <p:body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6"/>
        </a:buBlip>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idx="1"/>
          </p:nvPr>
        </p:nvSpPr>
        <p:spPr>
          <a:xfrm>
            <a:off x="250825" y="908050"/>
            <a:ext cx="8642350" cy="5400675"/>
          </a:xfrm>
          <a:prstGeom prst="rect">
            <a:avLst/>
          </a:prstGeom>
          <a:noFill/>
          <a:ln w="9525">
            <a:noFill/>
          </a:ln>
        </p:spPr>
        <p:txBody>
          <a:bodyPr/>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5129" name="Rectangle 9"/>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b="0">
                <a:solidFill>
                  <a:srgbClr val="A50021"/>
                </a:solidFill>
                <a:ea typeface="MS PGothic" panose="020B0600070205080204" pitchFamily="34" charset="-128"/>
              </a:defRPr>
            </a:lvl1pPr>
          </a:lstStyle>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 id="2147483796" r:id="rId13"/>
    <p:sldLayoutId id="2147483797" r:id="rId14"/>
  </p:sldLayoutIdLst>
  <p:transition>
    <p:random/>
  </p:transition>
  <p:timing>
    <p:tnLst>
      <p:par>
        <p:cTn id="1" dur="indefinite" restart="never" nodeType="tmRoot"/>
      </p:par>
    </p:tnLst>
  </p:timing>
  <p:hf sldNum="0" hdr="0" ftr="0" dt="0"/>
  <p:txStyles>
    <p:titleStyle>
      <a:lvl1pPr indent="176530" algn="l" rtl="0" eaLnBrk="0" fontAlgn="base" hangingPunct="0">
        <a:spcBef>
          <a:spcPct val="0"/>
        </a:spcBef>
        <a:spcAft>
          <a:spcPct val="0"/>
        </a:spcAft>
        <a:defRPr sz="3400" b="1">
          <a:solidFill>
            <a:schemeClr val="bg1"/>
          </a:solidFill>
          <a:latin typeface="+mj-lt"/>
          <a:ea typeface="+mj-ea"/>
          <a:cs typeface="+mj-cs"/>
        </a:defRPr>
      </a:lvl1pPr>
      <a:lvl2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2pPr>
      <a:lvl3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3pPr>
      <a:lvl4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4pPr>
      <a:lvl5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5pPr>
      <a:lvl6pPr marL="4572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6pPr>
      <a:lvl7pPr marL="9144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7pPr>
      <a:lvl8pPr marL="13716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8pPr>
      <a:lvl9pPr marL="18288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9pPr>
    </p:titleStyle>
    <p:body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6"/>
        </a:buBlip>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idx="1"/>
          </p:nvPr>
        </p:nvSpPr>
        <p:spPr>
          <a:xfrm>
            <a:off x="250825" y="908050"/>
            <a:ext cx="8642350" cy="5400675"/>
          </a:xfrm>
          <a:prstGeom prst="rect">
            <a:avLst/>
          </a:prstGeom>
          <a:noFill/>
          <a:ln w="9525">
            <a:noFill/>
          </a:ln>
        </p:spPr>
        <p:txBody>
          <a:bodyPr/>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5129" name="Rectangle 9"/>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b="0">
                <a:solidFill>
                  <a:srgbClr val="A50021"/>
                </a:solidFill>
                <a:ea typeface="MS PGothic" panose="020B0600070205080204" pitchFamily="34" charset="-128"/>
              </a:defRPr>
            </a:lvl1pPr>
          </a:lstStyle>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 id="2147483810" r:id="rId12"/>
    <p:sldLayoutId id="2147483811" r:id="rId13"/>
    <p:sldLayoutId id="2147483812" r:id="rId14"/>
  </p:sldLayoutIdLst>
  <p:transition>
    <p:random/>
  </p:transition>
  <p:timing>
    <p:tnLst>
      <p:par>
        <p:cTn id="1" dur="indefinite" restart="never" nodeType="tmRoot"/>
      </p:par>
    </p:tnLst>
  </p:timing>
  <p:hf sldNum="0" hdr="0" ftr="0" dt="0"/>
  <p:txStyles>
    <p:titleStyle>
      <a:lvl1pPr indent="176530" algn="l" rtl="0" eaLnBrk="0" fontAlgn="base" hangingPunct="0">
        <a:spcBef>
          <a:spcPct val="0"/>
        </a:spcBef>
        <a:spcAft>
          <a:spcPct val="0"/>
        </a:spcAft>
        <a:defRPr sz="3400" b="1">
          <a:solidFill>
            <a:schemeClr val="bg1"/>
          </a:solidFill>
          <a:latin typeface="+mj-lt"/>
          <a:ea typeface="+mj-ea"/>
          <a:cs typeface="+mj-cs"/>
        </a:defRPr>
      </a:lvl1pPr>
      <a:lvl2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2pPr>
      <a:lvl3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3pPr>
      <a:lvl4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4pPr>
      <a:lvl5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5pPr>
      <a:lvl6pPr marL="4572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6pPr>
      <a:lvl7pPr marL="9144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7pPr>
      <a:lvl8pPr marL="13716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8pPr>
      <a:lvl9pPr marL="18288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9pPr>
    </p:titleStyle>
    <p:body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6"/>
        </a:buBlip>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idx="1"/>
          </p:nvPr>
        </p:nvSpPr>
        <p:spPr>
          <a:xfrm>
            <a:off x="250825" y="908050"/>
            <a:ext cx="8642350" cy="5400675"/>
          </a:xfrm>
          <a:prstGeom prst="rect">
            <a:avLst/>
          </a:prstGeom>
          <a:noFill/>
          <a:ln w="9525">
            <a:noFill/>
          </a:ln>
        </p:spPr>
        <p:txBody>
          <a:bodyPr/>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5129" name="Rectangle 9"/>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b="0">
                <a:solidFill>
                  <a:srgbClr val="A50021"/>
                </a:solidFill>
                <a:ea typeface="MS PGothic" panose="020B0600070205080204" pitchFamily="34" charset="-128"/>
              </a:defRPr>
            </a:lvl1pPr>
          </a:lstStyle>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 id="2147483825" r:id="rId12"/>
    <p:sldLayoutId id="2147483826" r:id="rId13"/>
    <p:sldLayoutId id="2147483827" r:id="rId14"/>
  </p:sldLayoutIdLst>
  <p:transition>
    <p:random/>
  </p:transition>
  <p:timing>
    <p:tnLst>
      <p:par>
        <p:cTn id="1" dur="indefinite" restart="never" nodeType="tmRoot"/>
      </p:par>
    </p:tnLst>
  </p:timing>
  <p:hf sldNum="0" hdr="0" ftr="0" dt="0"/>
  <p:txStyles>
    <p:titleStyle>
      <a:lvl1pPr indent="176530" algn="l" rtl="0" eaLnBrk="0" fontAlgn="base" hangingPunct="0">
        <a:spcBef>
          <a:spcPct val="0"/>
        </a:spcBef>
        <a:spcAft>
          <a:spcPct val="0"/>
        </a:spcAft>
        <a:defRPr sz="3400" b="1">
          <a:solidFill>
            <a:schemeClr val="bg1"/>
          </a:solidFill>
          <a:latin typeface="+mj-lt"/>
          <a:ea typeface="+mj-ea"/>
          <a:cs typeface="+mj-cs"/>
        </a:defRPr>
      </a:lvl1pPr>
      <a:lvl2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2pPr>
      <a:lvl3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3pPr>
      <a:lvl4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4pPr>
      <a:lvl5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5pPr>
      <a:lvl6pPr marL="4572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6pPr>
      <a:lvl7pPr marL="9144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7pPr>
      <a:lvl8pPr marL="13716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8pPr>
      <a:lvl9pPr marL="18288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9pPr>
    </p:titleStyle>
    <p:body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6"/>
        </a:buBlip>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idx="1"/>
          </p:nvPr>
        </p:nvSpPr>
        <p:spPr>
          <a:xfrm>
            <a:off x="250825" y="908050"/>
            <a:ext cx="8642350" cy="5400675"/>
          </a:xfrm>
          <a:prstGeom prst="rect">
            <a:avLst/>
          </a:prstGeom>
          <a:noFill/>
          <a:ln w="9525">
            <a:noFill/>
          </a:ln>
        </p:spPr>
        <p:txBody>
          <a:bodyPr/>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5129" name="Rectangle 9"/>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b="0">
                <a:solidFill>
                  <a:srgbClr val="A50021"/>
                </a:solidFill>
                <a:ea typeface="MS PGothic" panose="020B0600070205080204" pitchFamily="34" charset="-128"/>
              </a:defRPr>
            </a:lvl1pPr>
          </a:lstStyle>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 id="2147483840" r:id="rId12"/>
    <p:sldLayoutId id="2147483841" r:id="rId13"/>
    <p:sldLayoutId id="2147483842" r:id="rId14"/>
  </p:sldLayoutIdLst>
  <p:transition>
    <p:random/>
  </p:transition>
  <p:timing>
    <p:tnLst>
      <p:par>
        <p:cTn id="1" dur="indefinite" restart="never" nodeType="tmRoot"/>
      </p:par>
    </p:tnLst>
  </p:timing>
  <p:hf sldNum="0" hdr="0" ftr="0" dt="0"/>
  <p:txStyles>
    <p:titleStyle>
      <a:lvl1pPr indent="176530" algn="l" rtl="0" eaLnBrk="0" fontAlgn="base" hangingPunct="0">
        <a:spcBef>
          <a:spcPct val="0"/>
        </a:spcBef>
        <a:spcAft>
          <a:spcPct val="0"/>
        </a:spcAft>
        <a:defRPr sz="3400" b="1">
          <a:solidFill>
            <a:schemeClr val="bg1"/>
          </a:solidFill>
          <a:latin typeface="+mj-lt"/>
          <a:ea typeface="+mj-ea"/>
          <a:cs typeface="+mj-cs"/>
        </a:defRPr>
      </a:lvl1pPr>
      <a:lvl2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2pPr>
      <a:lvl3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3pPr>
      <a:lvl4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4pPr>
      <a:lvl5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5pPr>
      <a:lvl6pPr marL="4572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6pPr>
      <a:lvl7pPr marL="9144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7pPr>
      <a:lvl8pPr marL="13716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8pPr>
      <a:lvl9pPr marL="18288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9pPr>
    </p:titleStyle>
    <p:body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6"/>
        </a:buBlip>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idx="1"/>
          </p:nvPr>
        </p:nvSpPr>
        <p:spPr>
          <a:xfrm>
            <a:off x="250825" y="908050"/>
            <a:ext cx="8642350" cy="5400675"/>
          </a:xfrm>
          <a:prstGeom prst="rect">
            <a:avLst/>
          </a:prstGeom>
          <a:noFill/>
          <a:ln w="9525">
            <a:noFill/>
          </a:ln>
        </p:spPr>
        <p:txBody>
          <a:bodyPr/>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5129" name="Rectangle 9"/>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b="0">
                <a:solidFill>
                  <a:srgbClr val="A50021"/>
                </a:solidFill>
                <a:ea typeface="MS PGothic" panose="020B0600070205080204" pitchFamily="34" charset="-128"/>
              </a:defRPr>
            </a:lvl1pPr>
          </a:lstStyle>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844" r:id="rId1"/>
    <p:sldLayoutId id="2147483845" r:id="rId2"/>
    <p:sldLayoutId id="2147483846" r:id="rId3"/>
    <p:sldLayoutId id="2147483847" r:id="rId4"/>
    <p:sldLayoutId id="2147483848" r:id="rId5"/>
    <p:sldLayoutId id="2147483849" r:id="rId6"/>
    <p:sldLayoutId id="2147483850" r:id="rId7"/>
    <p:sldLayoutId id="2147483851" r:id="rId8"/>
    <p:sldLayoutId id="2147483852" r:id="rId9"/>
    <p:sldLayoutId id="2147483853" r:id="rId10"/>
    <p:sldLayoutId id="2147483854" r:id="rId11"/>
    <p:sldLayoutId id="2147483855" r:id="rId12"/>
    <p:sldLayoutId id="2147483856" r:id="rId13"/>
    <p:sldLayoutId id="2147483857" r:id="rId14"/>
  </p:sldLayoutIdLst>
  <p:transition>
    <p:random/>
  </p:transition>
  <p:timing>
    <p:tnLst>
      <p:par>
        <p:cTn id="1" dur="indefinite" restart="never" nodeType="tmRoot"/>
      </p:par>
    </p:tnLst>
  </p:timing>
  <p:hf sldNum="0" hdr="0" ftr="0" dt="0"/>
  <p:txStyles>
    <p:titleStyle>
      <a:lvl1pPr indent="176530" algn="l" rtl="0" eaLnBrk="0" fontAlgn="base" hangingPunct="0">
        <a:spcBef>
          <a:spcPct val="0"/>
        </a:spcBef>
        <a:spcAft>
          <a:spcPct val="0"/>
        </a:spcAft>
        <a:defRPr sz="3400" b="1">
          <a:solidFill>
            <a:schemeClr val="bg1"/>
          </a:solidFill>
          <a:latin typeface="+mj-lt"/>
          <a:ea typeface="+mj-ea"/>
          <a:cs typeface="+mj-cs"/>
        </a:defRPr>
      </a:lvl1pPr>
      <a:lvl2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2pPr>
      <a:lvl3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3pPr>
      <a:lvl4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4pPr>
      <a:lvl5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5pPr>
      <a:lvl6pPr marL="4572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6pPr>
      <a:lvl7pPr marL="9144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7pPr>
      <a:lvl8pPr marL="13716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8pPr>
      <a:lvl9pPr marL="18288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9pPr>
    </p:titleStyle>
    <p:body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6"/>
        </a:buBlip>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idx="1"/>
          </p:nvPr>
        </p:nvSpPr>
        <p:spPr>
          <a:xfrm>
            <a:off x="250825" y="908050"/>
            <a:ext cx="8642350" cy="5400675"/>
          </a:xfrm>
          <a:prstGeom prst="rect">
            <a:avLst/>
          </a:prstGeom>
          <a:noFill/>
          <a:ln w="9525">
            <a:noFill/>
          </a:ln>
        </p:spPr>
        <p:txBody>
          <a:bodyPr/>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5129" name="Rectangle 9"/>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b="0">
                <a:solidFill>
                  <a:srgbClr val="A50021"/>
                </a:solidFill>
                <a:ea typeface="MS PGothic" panose="020B0600070205080204" pitchFamily="34" charset="-128"/>
              </a:defRPr>
            </a:lvl1pPr>
          </a:lstStyle>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 id="2147483870" r:id="rId12"/>
    <p:sldLayoutId id="2147483871" r:id="rId13"/>
    <p:sldLayoutId id="2147483872" r:id="rId14"/>
  </p:sldLayoutIdLst>
  <p:transition>
    <p:random/>
  </p:transition>
  <p:timing>
    <p:tnLst>
      <p:par>
        <p:cTn id="1" dur="indefinite" restart="never" nodeType="tmRoot"/>
      </p:par>
    </p:tnLst>
  </p:timing>
  <p:hf sldNum="0" hdr="0" ftr="0" dt="0"/>
  <p:txStyles>
    <p:titleStyle>
      <a:lvl1pPr indent="176530" algn="l" rtl="0" eaLnBrk="0" fontAlgn="base" hangingPunct="0">
        <a:spcBef>
          <a:spcPct val="0"/>
        </a:spcBef>
        <a:spcAft>
          <a:spcPct val="0"/>
        </a:spcAft>
        <a:defRPr sz="3400" b="1">
          <a:solidFill>
            <a:schemeClr val="bg1"/>
          </a:solidFill>
          <a:latin typeface="+mj-lt"/>
          <a:ea typeface="+mj-ea"/>
          <a:cs typeface="+mj-cs"/>
        </a:defRPr>
      </a:lvl1pPr>
      <a:lvl2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2pPr>
      <a:lvl3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3pPr>
      <a:lvl4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4pPr>
      <a:lvl5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5pPr>
      <a:lvl6pPr marL="4572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6pPr>
      <a:lvl7pPr marL="9144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7pPr>
      <a:lvl8pPr marL="13716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8pPr>
      <a:lvl9pPr marL="18288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9pPr>
    </p:titleStyle>
    <p:body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6"/>
        </a:buBlip>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idx="1"/>
          </p:nvPr>
        </p:nvSpPr>
        <p:spPr>
          <a:xfrm>
            <a:off x="250825" y="908050"/>
            <a:ext cx="8642350" cy="5400675"/>
          </a:xfrm>
          <a:prstGeom prst="rect">
            <a:avLst/>
          </a:prstGeom>
          <a:noFill/>
          <a:ln w="9525">
            <a:noFill/>
          </a:ln>
        </p:spPr>
        <p:txBody>
          <a:bodyPr/>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5129" name="Rectangle 9"/>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b="0">
                <a:solidFill>
                  <a:srgbClr val="A50021"/>
                </a:solidFill>
                <a:ea typeface="MS PGothic" panose="020B0600070205080204" pitchFamily="34" charset="-128"/>
              </a:defRPr>
            </a:lvl1pPr>
          </a:lstStyle>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874" r:id="rId1"/>
    <p:sldLayoutId id="2147483875" r:id="rId2"/>
    <p:sldLayoutId id="2147483876" r:id="rId3"/>
    <p:sldLayoutId id="2147483877" r:id="rId4"/>
    <p:sldLayoutId id="2147483878" r:id="rId5"/>
    <p:sldLayoutId id="2147483879" r:id="rId6"/>
    <p:sldLayoutId id="2147483880" r:id="rId7"/>
    <p:sldLayoutId id="2147483881" r:id="rId8"/>
    <p:sldLayoutId id="2147483882" r:id="rId9"/>
    <p:sldLayoutId id="2147483883" r:id="rId10"/>
    <p:sldLayoutId id="2147483884" r:id="rId11"/>
    <p:sldLayoutId id="2147483885" r:id="rId12"/>
    <p:sldLayoutId id="2147483886" r:id="rId13"/>
    <p:sldLayoutId id="2147483887" r:id="rId14"/>
  </p:sldLayoutIdLst>
  <p:transition>
    <p:random/>
  </p:transition>
  <p:timing>
    <p:tnLst>
      <p:par>
        <p:cTn id="1" dur="indefinite" restart="never" nodeType="tmRoot"/>
      </p:par>
    </p:tnLst>
  </p:timing>
  <p:hf sldNum="0" hdr="0" ftr="0" dt="0"/>
  <p:txStyles>
    <p:titleStyle>
      <a:lvl1pPr indent="176530" algn="l" rtl="0" eaLnBrk="0" fontAlgn="base" hangingPunct="0">
        <a:spcBef>
          <a:spcPct val="0"/>
        </a:spcBef>
        <a:spcAft>
          <a:spcPct val="0"/>
        </a:spcAft>
        <a:defRPr sz="3400" b="1">
          <a:solidFill>
            <a:schemeClr val="bg1"/>
          </a:solidFill>
          <a:latin typeface="+mj-lt"/>
          <a:ea typeface="+mj-ea"/>
          <a:cs typeface="+mj-cs"/>
        </a:defRPr>
      </a:lvl1pPr>
      <a:lvl2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2pPr>
      <a:lvl3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3pPr>
      <a:lvl4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4pPr>
      <a:lvl5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5pPr>
      <a:lvl6pPr marL="4572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6pPr>
      <a:lvl7pPr marL="9144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7pPr>
      <a:lvl8pPr marL="13716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8pPr>
      <a:lvl9pPr marL="18288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9pPr>
    </p:titleStyle>
    <p:body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6"/>
        </a:buBlip>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idx="1"/>
          </p:nvPr>
        </p:nvSpPr>
        <p:spPr>
          <a:xfrm>
            <a:off x="250825" y="908050"/>
            <a:ext cx="8642350" cy="5400675"/>
          </a:xfrm>
          <a:prstGeom prst="rect">
            <a:avLst/>
          </a:prstGeom>
          <a:noFill/>
          <a:ln w="9525">
            <a:noFill/>
          </a:ln>
        </p:spPr>
        <p:txBody>
          <a:bodyPr/>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5129" name="Rectangle 9"/>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b="0">
                <a:solidFill>
                  <a:srgbClr val="A50021"/>
                </a:solidFill>
                <a:ea typeface="MS PGothic" panose="020B0600070205080204" pitchFamily="34" charset="-128"/>
              </a:defRPr>
            </a:lvl1pPr>
          </a:lstStyle>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 id="2147483901" r:id="rId13"/>
    <p:sldLayoutId id="2147483902" r:id="rId14"/>
  </p:sldLayoutIdLst>
  <p:transition>
    <p:random/>
  </p:transition>
  <p:timing>
    <p:tnLst>
      <p:par>
        <p:cTn id="1" dur="indefinite" restart="never" nodeType="tmRoot"/>
      </p:par>
    </p:tnLst>
  </p:timing>
  <p:hf sldNum="0" hdr="0" ftr="0" dt="0"/>
  <p:txStyles>
    <p:titleStyle>
      <a:lvl1pPr indent="176530" algn="l" rtl="0" eaLnBrk="0" fontAlgn="base" hangingPunct="0">
        <a:spcBef>
          <a:spcPct val="0"/>
        </a:spcBef>
        <a:spcAft>
          <a:spcPct val="0"/>
        </a:spcAft>
        <a:defRPr sz="3400" b="1">
          <a:solidFill>
            <a:schemeClr val="bg1"/>
          </a:solidFill>
          <a:latin typeface="+mj-lt"/>
          <a:ea typeface="+mj-ea"/>
          <a:cs typeface="+mj-cs"/>
        </a:defRPr>
      </a:lvl1pPr>
      <a:lvl2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2pPr>
      <a:lvl3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3pPr>
      <a:lvl4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4pPr>
      <a:lvl5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5pPr>
      <a:lvl6pPr marL="4572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6pPr>
      <a:lvl7pPr marL="9144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7pPr>
      <a:lvl8pPr marL="13716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8pPr>
      <a:lvl9pPr marL="18288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9pPr>
    </p:titleStyle>
    <p:body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6"/>
        </a:buBlip>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idx="1"/>
          </p:nvPr>
        </p:nvSpPr>
        <p:spPr>
          <a:xfrm>
            <a:off x="250825" y="908050"/>
            <a:ext cx="8642350" cy="5400675"/>
          </a:xfrm>
          <a:prstGeom prst="rect">
            <a:avLst/>
          </a:prstGeom>
          <a:noFill/>
          <a:ln w="9525">
            <a:noFill/>
          </a:ln>
        </p:spPr>
        <p:txBody>
          <a:bodyPr/>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5129" name="Rectangle 9"/>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b="0">
                <a:solidFill>
                  <a:srgbClr val="A50021"/>
                </a:solidFill>
                <a:ea typeface="MS PGothic" panose="020B0600070205080204" pitchFamily="34" charset="-128"/>
              </a:defRPr>
            </a:lvl1pPr>
          </a:lstStyle>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904"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 id="2147483915" r:id="rId12"/>
    <p:sldLayoutId id="2147483916" r:id="rId13"/>
    <p:sldLayoutId id="2147483917" r:id="rId14"/>
  </p:sldLayoutIdLst>
  <p:transition>
    <p:random/>
  </p:transition>
  <p:timing>
    <p:tnLst>
      <p:par>
        <p:cTn id="1" dur="indefinite" restart="never" nodeType="tmRoot"/>
      </p:par>
    </p:tnLst>
  </p:timing>
  <p:hf sldNum="0" hdr="0" ftr="0" dt="0"/>
  <p:txStyles>
    <p:titleStyle>
      <a:lvl1pPr indent="176530" algn="l" rtl="0" eaLnBrk="0" fontAlgn="base" hangingPunct="0">
        <a:spcBef>
          <a:spcPct val="0"/>
        </a:spcBef>
        <a:spcAft>
          <a:spcPct val="0"/>
        </a:spcAft>
        <a:defRPr sz="3400" b="1">
          <a:solidFill>
            <a:schemeClr val="bg1"/>
          </a:solidFill>
          <a:latin typeface="+mj-lt"/>
          <a:ea typeface="+mj-ea"/>
          <a:cs typeface="+mj-cs"/>
        </a:defRPr>
      </a:lvl1pPr>
      <a:lvl2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2pPr>
      <a:lvl3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3pPr>
      <a:lvl4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4pPr>
      <a:lvl5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5pPr>
      <a:lvl6pPr marL="4572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6pPr>
      <a:lvl7pPr marL="9144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7pPr>
      <a:lvl8pPr marL="13716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8pPr>
      <a:lvl9pPr marL="18288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9pPr>
    </p:titleStyle>
    <p:body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6"/>
        </a:buBlip>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idx="1"/>
          </p:nvPr>
        </p:nvSpPr>
        <p:spPr>
          <a:xfrm>
            <a:off x="250825" y="908050"/>
            <a:ext cx="8642350" cy="5400675"/>
          </a:xfrm>
          <a:prstGeom prst="rect">
            <a:avLst/>
          </a:prstGeom>
          <a:noFill/>
          <a:ln w="9525">
            <a:noFill/>
          </a:ln>
        </p:spPr>
        <p:txBody>
          <a:bodyPr/>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5129" name="Rectangle 9"/>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b="0">
                <a:solidFill>
                  <a:srgbClr val="A50021"/>
                </a:solidFill>
                <a:ea typeface="MS PGothic" panose="020B0600070205080204" pitchFamily="34" charset="-128"/>
              </a:defRPr>
            </a:lvl1pPr>
          </a:lstStyle>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919" r:id="rId1"/>
    <p:sldLayoutId id="2147483920" r:id="rId2"/>
    <p:sldLayoutId id="2147483921" r:id="rId3"/>
    <p:sldLayoutId id="2147483922" r:id="rId4"/>
    <p:sldLayoutId id="2147483923" r:id="rId5"/>
    <p:sldLayoutId id="2147483924" r:id="rId6"/>
    <p:sldLayoutId id="2147483925" r:id="rId7"/>
    <p:sldLayoutId id="2147483926" r:id="rId8"/>
    <p:sldLayoutId id="2147483927" r:id="rId9"/>
    <p:sldLayoutId id="2147483928" r:id="rId10"/>
    <p:sldLayoutId id="2147483929" r:id="rId11"/>
    <p:sldLayoutId id="2147483930" r:id="rId12"/>
    <p:sldLayoutId id="2147483931" r:id="rId13"/>
    <p:sldLayoutId id="2147483932" r:id="rId14"/>
  </p:sldLayoutIdLst>
  <p:transition>
    <p:random/>
  </p:transition>
  <p:timing>
    <p:tnLst>
      <p:par>
        <p:cTn id="1" dur="indefinite" restart="never" nodeType="tmRoot"/>
      </p:par>
    </p:tnLst>
  </p:timing>
  <p:hf sldNum="0" hdr="0" ftr="0" dt="0"/>
  <p:txStyles>
    <p:titleStyle>
      <a:lvl1pPr indent="176530" algn="l" rtl="0" eaLnBrk="0" fontAlgn="base" hangingPunct="0">
        <a:spcBef>
          <a:spcPct val="0"/>
        </a:spcBef>
        <a:spcAft>
          <a:spcPct val="0"/>
        </a:spcAft>
        <a:defRPr sz="3400" b="1">
          <a:solidFill>
            <a:schemeClr val="bg1"/>
          </a:solidFill>
          <a:latin typeface="+mj-lt"/>
          <a:ea typeface="+mj-ea"/>
          <a:cs typeface="+mj-cs"/>
        </a:defRPr>
      </a:lvl1pPr>
      <a:lvl2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2pPr>
      <a:lvl3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3pPr>
      <a:lvl4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4pPr>
      <a:lvl5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5pPr>
      <a:lvl6pPr marL="4572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6pPr>
      <a:lvl7pPr marL="9144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7pPr>
      <a:lvl8pPr marL="13716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8pPr>
      <a:lvl9pPr marL="18288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9pPr>
    </p:titleStyle>
    <p:body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6"/>
        </a:buBlip>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idx="1"/>
          </p:nvPr>
        </p:nvSpPr>
        <p:spPr>
          <a:xfrm>
            <a:off x="250825" y="908050"/>
            <a:ext cx="8642350" cy="5400675"/>
          </a:xfrm>
          <a:prstGeom prst="rect">
            <a:avLst/>
          </a:prstGeom>
          <a:noFill/>
          <a:ln w="9525">
            <a:noFill/>
          </a:ln>
        </p:spPr>
        <p:txBody>
          <a:bodyPr/>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5129" name="Rectangle 9"/>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b="0">
                <a:solidFill>
                  <a:srgbClr val="A50021"/>
                </a:solidFill>
                <a:ea typeface="MS PGothic" panose="020B0600070205080204" pitchFamily="34" charset="-128"/>
              </a:defRPr>
            </a:lvl1pPr>
          </a:lstStyle>
          <a:p>
            <a:pPr lvl="0" eaLnBrk="1" hangingPunct="1">
              <a:buNone/>
            </a:pPr>
            <a:fld id="{9A0DB2DC-4C9A-4742-B13C-FB6460FD3503}" type="slidenum">
              <a:rPr lang="ja-JP" altLang="en-US" dirty="0">
                <a:latin typeface="Arial" panose="020B0604020202020204" pitchFamily="34" charset="0"/>
              </a:rPr>
            </a:fld>
            <a:endParaRPr lang="ja-JP"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934" r:id="rId1"/>
    <p:sldLayoutId id="2147483935" r:id="rId2"/>
    <p:sldLayoutId id="2147483936" r:id="rId3"/>
    <p:sldLayoutId id="2147483937" r:id="rId4"/>
    <p:sldLayoutId id="2147483938" r:id="rId5"/>
    <p:sldLayoutId id="2147483939" r:id="rId6"/>
    <p:sldLayoutId id="2147483940" r:id="rId7"/>
    <p:sldLayoutId id="2147483941" r:id="rId8"/>
    <p:sldLayoutId id="2147483942" r:id="rId9"/>
    <p:sldLayoutId id="2147483943" r:id="rId10"/>
    <p:sldLayoutId id="2147483944" r:id="rId11"/>
    <p:sldLayoutId id="2147483945" r:id="rId12"/>
    <p:sldLayoutId id="2147483946" r:id="rId13"/>
    <p:sldLayoutId id="2147483947" r:id="rId14"/>
  </p:sldLayoutIdLst>
  <p:transition>
    <p:random/>
  </p:transition>
  <p:timing>
    <p:tnLst>
      <p:par>
        <p:cTn id="1" dur="indefinite" restart="never" nodeType="tmRoot"/>
      </p:par>
    </p:tnLst>
  </p:timing>
  <p:hf sldNum="0" hdr="0" ftr="0" dt="0"/>
  <p:txStyles>
    <p:titleStyle>
      <a:lvl1pPr indent="176530" algn="l" rtl="0" eaLnBrk="0" fontAlgn="base" hangingPunct="0">
        <a:spcBef>
          <a:spcPct val="0"/>
        </a:spcBef>
        <a:spcAft>
          <a:spcPct val="0"/>
        </a:spcAft>
        <a:defRPr sz="3400" b="1">
          <a:solidFill>
            <a:schemeClr val="bg1"/>
          </a:solidFill>
          <a:latin typeface="+mj-lt"/>
          <a:ea typeface="+mj-ea"/>
          <a:cs typeface="+mj-cs"/>
        </a:defRPr>
      </a:lvl1pPr>
      <a:lvl2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2pPr>
      <a:lvl3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3pPr>
      <a:lvl4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4pPr>
      <a:lvl5pPr indent="176530" algn="l" rtl="0" eaLnBrk="0" fontAlgn="base" hangingPunct="0">
        <a:spcBef>
          <a:spcPct val="0"/>
        </a:spcBef>
        <a:spcAft>
          <a:spcPct val="0"/>
        </a:spcAft>
        <a:defRPr sz="3400" b="1">
          <a:solidFill>
            <a:schemeClr val="bg1"/>
          </a:solidFill>
          <a:latin typeface="Arial" panose="020B0604020202020204" pitchFamily="34" charset="0"/>
          <a:ea typeface="宋体" panose="02010600030101010101" pitchFamily="2" charset="-122"/>
        </a:defRPr>
      </a:lvl5pPr>
      <a:lvl6pPr marL="4572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6pPr>
      <a:lvl7pPr marL="9144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7pPr>
      <a:lvl8pPr marL="13716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8pPr>
      <a:lvl9pPr marL="1828800" indent="176530" algn="l" rtl="0" fontAlgn="base">
        <a:spcBef>
          <a:spcPct val="0"/>
        </a:spcBef>
        <a:spcAft>
          <a:spcPct val="0"/>
        </a:spcAft>
        <a:defRPr sz="3400" b="1">
          <a:solidFill>
            <a:schemeClr val="bg1"/>
          </a:solidFill>
          <a:latin typeface="Arial" panose="020B0604020202020204" pitchFamily="34" charset="0"/>
          <a:ea typeface="宋体" panose="02010600030101010101" pitchFamily="2" charset="-122"/>
        </a:defRPr>
      </a:lvl9pPr>
    </p:titleStyle>
    <p:body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6"/>
        </a:buBlip>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12.xml"/><Relationship Id="rId7" Type="http://schemas.openxmlformats.org/officeDocument/2006/relationships/image" Target="../media/image7.wmf"/><Relationship Id="rId6" Type="http://schemas.openxmlformats.org/officeDocument/2006/relationships/oleObject" Target="../embeddings/oleObject3.bin"/><Relationship Id="rId5" Type="http://schemas.openxmlformats.org/officeDocument/2006/relationships/image" Target="../media/image6.wmf"/><Relationship Id="rId4" Type="http://schemas.openxmlformats.org/officeDocument/2006/relationships/oleObject" Target="../embeddings/oleObject2.bin"/><Relationship Id="rId3" Type="http://schemas.openxmlformats.org/officeDocument/2006/relationships/image" Target="../media/image4.png"/><Relationship Id="rId2" Type="http://schemas.openxmlformats.org/officeDocument/2006/relationships/image" Target="../media/image5.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7" Type="http://schemas.openxmlformats.org/officeDocument/2006/relationships/vmlDrawing" Target="../drawings/vmlDrawing2.vml"/><Relationship Id="rId6" Type="http://schemas.openxmlformats.org/officeDocument/2006/relationships/slideLayout" Target="../slideLayouts/slideLayout13.xml"/><Relationship Id="rId5" Type="http://schemas.openxmlformats.org/officeDocument/2006/relationships/image" Target="../media/image10.wmf"/><Relationship Id="rId4" Type="http://schemas.openxmlformats.org/officeDocument/2006/relationships/oleObject" Target="../embeddings/oleObject5.bin"/><Relationship Id="rId3" Type="http://schemas.openxmlformats.org/officeDocument/2006/relationships/image" Target="../media/image9.wmf"/><Relationship Id="rId2" Type="http://schemas.openxmlformats.org/officeDocument/2006/relationships/oleObject" Target="../embeddings/oleObject4.bin"/><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4.xml"/><Relationship Id="rId4" Type="http://schemas.openxmlformats.org/officeDocument/2006/relationships/image" Target="../media/image13.wmf"/><Relationship Id="rId3" Type="http://schemas.openxmlformats.org/officeDocument/2006/relationships/oleObject" Target="../embeddings/oleObject7.bin"/><Relationship Id="rId2" Type="http://schemas.openxmlformats.org/officeDocument/2006/relationships/image" Target="../media/image12.wmf"/><Relationship Id="rId1" Type="http://schemas.openxmlformats.org/officeDocument/2006/relationships/oleObject" Target="../embeddings/oleObject6.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14.wmf"/><Relationship Id="rId1" Type="http://schemas.openxmlformats.org/officeDocument/2006/relationships/oleObject" Target="../embeddings/oleObject8.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7" Type="http://schemas.openxmlformats.org/officeDocument/2006/relationships/notesSlide" Target="../notesSlides/notesSlide23.xml"/><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oleObject" Target="../embeddings/oleObject10.bin"/><Relationship Id="rId3" Type="http://schemas.openxmlformats.org/officeDocument/2006/relationships/image" Target="../media/image18.wmf"/><Relationship Id="rId2" Type="http://schemas.openxmlformats.org/officeDocument/2006/relationships/oleObject" Target="../embeddings/oleObject9.bin"/><Relationship Id="rId1" Type="http://schemas.openxmlformats.org/officeDocument/2006/relationships/image" Target="../media/image4.png"/></Relationships>
</file>

<file path=ppt/slides/_rels/slide33.xml.rels><?xml version="1.0" encoding="UTF-8" standalone="yes"?>
<Relationships xmlns="http://schemas.openxmlformats.org/package/2006/relationships"><Relationship Id="rId8" Type="http://schemas.openxmlformats.org/officeDocument/2006/relationships/notesSlide" Target="../notesSlides/notesSlide24.xml"/><Relationship Id="rId7" Type="http://schemas.openxmlformats.org/officeDocument/2006/relationships/vmlDrawing" Target="../drawings/vmlDrawing6.vml"/><Relationship Id="rId6" Type="http://schemas.openxmlformats.org/officeDocument/2006/relationships/slideLayout" Target="../slideLayouts/slideLayout13.xml"/><Relationship Id="rId5" Type="http://schemas.openxmlformats.org/officeDocument/2006/relationships/oleObject" Target="../embeddings/oleObject12.bin"/><Relationship Id="rId4" Type="http://schemas.openxmlformats.org/officeDocument/2006/relationships/image" Target="../media/image20.wmf"/><Relationship Id="rId3" Type="http://schemas.openxmlformats.org/officeDocument/2006/relationships/oleObject" Target="../embeddings/oleObject11.bin"/><Relationship Id="rId2" Type="http://schemas.openxmlformats.org/officeDocument/2006/relationships/image" Target="../media/image19.png"/><Relationship Id="rId1" Type="http://schemas.openxmlformats.org/officeDocument/2006/relationships/image" Target="../media/image4.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11.png"/></Relationships>
</file>

<file path=ppt/slides/_rels/slide35.xml.rels><?xml version="1.0" encoding="UTF-8" standalone="yes"?>
<Relationships xmlns="http://schemas.openxmlformats.org/package/2006/relationships"><Relationship Id="rId7" Type="http://schemas.openxmlformats.org/officeDocument/2006/relationships/vmlDrawing" Target="../drawings/vmlDrawing7.vml"/><Relationship Id="rId6" Type="http://schemas.openxmlformats.org/officeDocument/2006/relationships/slideLayout" Target="../slideLayouts/slideLayout2.xml"/><Relationship Id="rId5" Type="http://schemas.openxmlformats.org/officeDocument/2006/relationships/oleObject" Target="../embeddings/oleObject14.bin"/><Relationship Id="rId4" Type="http://schemas.openxmlformats.org/officeDocument/2006/relationships/image" Target="../media/image21.wmf"/><Relationship Id="rId3" Type="http://schemas.openxmlformats.org/officeDocument/2006/relationships/oleObject" Target="../embeddings/oleObject13.bin"/><Relationship Id="rId2" Type="http://schemas.openxmlformats.org/officeDocument/2006/relationships/image" Target="../media/image4.png"/><Relationship Id="rId1" Type="http://schemas.openxmlformats.org/officeDocument/2006/relationships/image" Target="../media/image11.png"/></Relationships>
</file>

<file path=ppt/slides/_rels/slide36.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oleObject" Target="../embeddings/oleObject18.bin"/><Relationship Id="rId7" Type="http://schemas.openxmlformats.org/officeDocument/2006/relationships/image" Target="../media/image22.wmf"/><Relationship Id="rId6" Type="http://schemas.openxmlformats.org/officeDocument/2006/relationships/oleObject" Target="../embeddings/oleObject17.bin"/><Relationship Id="rId5" Type="http://schemas.openxmlformats.org/officeDocument/2006/relationships/oleObject" Target="../embeddings/oleObject16.bin"/><Relationship Id="rId4" Type="http://schemas.openxmlformats.org/officeDocument/2006/relationships/image" Target="../media/image21.wmf"/><Relationship Id="rId3" Type="http://schemas.openxmlformats.org/officeDocument/2006/relationships/oleObject" Target="../embeddings/oleObject15.bin"/><Relationship Id="rId2" Type="http://schemas.openxmlformats.org/officeDocument/2006/relationships/image" Target="../media/image4.png"/><Relationship Id="rId10" Type="http://schemas.openxmlformats.org/officeDocument/2006/relationships/vmlDrawing" Target="../drawings/vmlDrawing8.vml"/><Relationship Id="rId1" Type="http://schemas.openxmlformats.org/officeDocument/2006/relationships/image" Target="../media/image11.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19.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9.xml.rels><?xml version="1.0" encoding="UTF-8" standalone="yes"?>
<Relationships xmlns="http://schemas.openxmlformats.org/package/2006/relationships"><Relationship Id="rId9" Type="http://schemas.openxmlformats.org/officeDocument/2006/relationships/oleObject" Target="../embeddings/oleObject22.bin"/><Relationship Id="rId8" Type="http://schemas.openxmlformats.org/officeDocument/2006/relationships/image" Target="../media/image26.wmf"/><Relationship Id="rId7" Type="http://schemas.openxmlformats.org/officeDocument/2006/relationships/oleObject" Target="../embeddings/oleObject21.bin"/><Relationship Id="rId6" Type="http://schemas.openxmlformats.org/officeDocument/2006/relationships/image" Target="../media/image25.wmf"/><Relationship Id="rId5" Type="http://schemas.openxmlformats.org/officeDocument/2006/relationships/oleObject" Target="../embeddings/oleObject20.bin"/><Relationship Id="rId4" Type="http://schemas.openxmlformats.org/officeDocument/2006/relationships/image" Target="../media/image24.wmf"/><Relationship Id="rId3" Type="http://schemas.openxmlformats.org/officeDocument/2006/relationships/oleObject" Target="../embeddings/oleObject19.bin"/><Relationship Id="rId2" Type="http://schemas.openxmlformats.org/officeDocument/2006/relationships/image" Target="../media/image4.png"/><Relationship Id="rId18" Type="http://schemas.openxmlformats.org/officeDocument/2006/relationships/vmlDrawing" Target="../drawings/vmlDrawing9.vml"/><Relationship Id="rId17" Type="http://schemas.openxmlformats.org/officeDocument/2006/relationships/slideLayout" Target="../slideLayouts/slideLayout2.xml"/><Relationship Id="rId16" Type="http://schemas.openxmlformats.org/officeDocument/2006/relationships/image" Target="../media/image30.wmf"/><Relationship Id="rId15" Type="http://schemas.openxmlformats.org/officeDocument/2006/relationships/oleObject" Target="../embeddings/oleObject25.bin"/><Relationship Id="rId14" Type="http://schemas.openxmlformats.org/officeDocument/2006/relationships/image" Target="../media/image29.wmf"/><Relationship Id="rId13" Type="http://schemas.openxmlformats.org/officeDocument/2006/relationships/oleObject" Target="../embeddings/oleObject24.bin"/><Relationship Id="rId12" Type="http://schemas.openxmlformats.org/officeDocument/2006/relationships/image" Target="../media/image28.wmf"/><Relationship Id="rId11" Type="http://schemas.openxmlformats.org/officeDocument/2006/relationships/oleObject" Target="../embeddings/oleObject23.bin"/><Relationship Id="rId10" Type="http://schemas.openxmlformats.org/officeDocument/2006/relationships/image" Target="../media/image27.wmf"/><Relationship Id="rId1" Type="http://schemas.openxmlformats.org/officeDocument/2006/relationships/image" Target="../media/image23.png"/></Relationships>
</file>

<file path=ppt/slides/_rels/slide40.xml.rels><?xml version="1.0" encoding="UTF-8" standalone="yes"?>
<Relationships xmlns="http://schemas.openxmlformats.org/package/2006/relationships"><Relationship Id="rId8" Type="http://schemas.openxmlformats.org/officeDocument/2006/relationships/vmlDrawing" Target="../drawings/vmlDrawing10.vml"/><Relationship Id="rId7" Type="http://schemas.openxmlformats.org/officeDocument/2006/relationships/slideLayout" Target="../slideLayouts/slideLayout7.xml"/><Relationship Id="rId6" Type="http://schemas.openxmlformats.org/officeDocument/2006/relationships/image" Target="../media/image26.wmf"/><Relationship Id="rId5" Type="http://schemas.openxmlformats.org/officeDocument/2006/relationships/oleObject" Target="../embeddings/oleObject27.bin"/><Relationship Id="rId4" Type="http://schemas.openxmlformats.org/officeDocument/2006/relationships/image" Target="../media/image24.wmf"/><Relationship Id="rId3" Type="http://schemas.openxmlformats.org/officeDocument/2006/relationships/oleObject" Target="../embeddings/oleObject26.bin"/><Relationship Id="rId2" Type="http://schemas.openxmlformats.org/officeDocument/2006/relationships/image" Target="../media/image23.png"/><Relationship Id="rId1" Type="http://schemas.openxmlformats.org/officeDocument/2006/relationships/image" Target="../media/image4.png"/></Relationships>
</file>

<file path=ppt/slides/_rels/slide41.xml.rels><?xml version="1.0" encoding="UTF-8" standalone="yes"?>
<Relationships xmlns="http://schemas.openxmlformats.org/package/2006/relationships"><Relationship Id="rId9" Type="http://schemas.openxmlformats.org/officeDocument/2006/relationships/vmlDrawing" Target="../drawings/vmlDrawing11.vml"/><Relationship Id="rId8" Type="http://schemas.openxmlformats.org/officeDocument/2006/relationships/slideLayout" Target="../slideLayouts/slideLayout14.xml"/><Relationship Id="rId7" Type="http://schemas.openxmlformats.org/officeDocument/2006/relationships/image" Target="../media/image33.wmf"/><Relationship Id="rId6" Type="http://schemas.openxmlformats.org/officeDocument/2006/relationships/oleObject" Target="../embeddings/oleObject30.bin"/><Relationship Id="rId5" Type="http://schemas.openxmlformats.org/officeDocument/2006/relationships/image" Target="../media/image32.wmf"/><Relationship Id="rId4" Type="http://schemas.openxmlformats.org/officeDocument/2006/relationships/oleObject" Target="../embeddings/oleObject29.bin"/><Relationship Id="rId3" Type="http://schemas.openxmlformats.org/officeDocument/2006/relationships/image" Target="../media/image31.wmf"/><Relationship Id="rId2" Type="http://schemas.openxmlformats.org/officeDocument/2006/relationships/oleObject" Target="../embeddings/oleObject28.bin"/><Relationship Id="rId10" Type="http://schemas.openxmlformats.org/officeDocument/2006/relationships/notesSlide" Target="../notesSlides/notesSlide26.xml"/><Relationship Id="rId1" Type="http://schemas.openxmlformats.org/officeDocument/2006/relationships/image" Target="../media/image4.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8.xml"/><Relationship Id="rId1" Type="http://schemas.openxmlformats.org/officeDocument/2006/relationships/image" Target="../media/image4.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2.xml"/><Relationship Id="rId1" Type="http://schemas.openxmlformats.org/officeDocument/2006/relationships/image" Target="../media/image4.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6.xml"/><Relationship Id="rId1"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0.xml"/><Relationship Id="rId1" Type="http://schemas.openxmlformats.org/officeDocument/2006/relationships/image" Target="../media/image4.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84.xml"/><Relationship Id="rId1" Type="http://schemas.openxmlformats.org/officeDocument/2006/relationships/image" Target="../media/image4.png"/></Relationships>
</file>

<file path=ppt/slides/_rels/slide47.xml.rels><?xml version="1.0" encoding="UTF-8" standalone="yes"?>
<Relationships xmlns="http://schemas.openxmlformats.org/package/2006/relationships"><Relationship Id="rId8" Type="http://schemas.openxmlformats.org/officeDocument/2006/relationships/notesSlide" Target="../notesSlides/notesSlide32.xml"/><Relationship Id="rId7" Type="http://schemas.openxmlformats.org/officeDocument/2006/relationships/vmlDrawing" Target="../drawings/vmlDrawing12.vml"/><Relationship Id="rId6" Type="http://schemas.openxmlformats.org/officeDocument/2006/relationships/slideLayout" Target="../slideLayouts/slideLayout98.xml"/><Relationship Id="rId5" Type="http://schemas.openxmlformats.org/officeDocument/2006/relationships/image" Target="../media/image35.emf"/><Relationship Id="rId4" Type="http://schemas.openxmlformats.org/officeDocument/2006/relationships/oleObject" Target="../embeddings/oleObject32.bin"/><Relationship Id="rId3" Type="http://schemas.openxmlformats.org/officeDocument/2006/relationships/image" Target="../media/image34.emf"/><Relationship Id="rId2" Type="http://schemas.openxmlformats.org/officeDocument/2006/relationships/oleObject" Target="../embeddings/oleObject31.bin"/><Relationship Id="rId1" Type="http://schemas.openxmlformats.org/officeDocument/2006/relationships/image" Target="../media/image4.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12.xml"/><Relationship Id="rId1" Type="http://schemas.openxmlformats.org/officeDocument/2006/relationships/image" Target="../media/image4.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26.xml"/><Relationship Id="rId1" Type="http://schemas.openxmlformats.org/officeDocument/2006/relationships/image" Target="../media/image4.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40.xml"/><Relationship Id="rId1" Type="http://schemas.openxmlformats.org/officeDocument/2006/relationships/image" Target="../media/image4.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54.xml"/><Relationship Id="rId1" Type="http://schemas.openxmlformats.org/officeDocument/2006/relationships/image" Target="../media/image4.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68.xml"/><Relationship Id="rId1" Type="http://schemas.openxmlformats.org/officeDocument/2006/relationships/image" Target="../media/image4.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82.xml"/><Relationship Id="rId1" Type="http://schemas.openxmlformats.org/officeDocument/2006/relationships/image" Target="../media/image4.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96.xml"/><Relationship Id="rId1" Type="http://schemas.openxmlformats.org/officeDocument/2006/relationships/image" Target="../media/image4.png"/></Relationships>
</file>

<file path=ppt/slides/_rels/slide55.xml.rels><?xml version="1.0" encoding="UTF-8" standalone="yes"?>
<Relationships xmlns="http://schemas.openxmlformats.org/package/2006/relationships"><Relationship Id="rId9" Type="http://schemas.openxmlformats.org/officeDocument/2006/relationships/image" Target="../media/image39.wmf"/><Relationship Id="rId8" Type="http://schemas.openxmlformats.org/officeDocument/2006/relationships/oleObject" Target="../embeddings/oleObject36.bin"/><Relationship Id="rId7" Type="http://schemas.openxmlformats.org/officeDocument/2006/relationships/image" Target="../media/image38.wmf"/><Relationship Id="rId6" Type="http://schemas.openxmlformats.org/officeDocument/2006/relationships/oleObject" Target="../embeddings/oleObject35.bin"/><Relationship Id="rId5" Type="http://schemas.openxmlformats.org/officeDocument/2006/relationships/image" Target="../media/image37.wmf"/><Relationship Id="rId4" Type="http://schemas.openxmlformats.org/officeDocument/2006/relationships/oleObject" Target="../embeddings/oleObject34.bin"/><Relationship Id="rId32" Type="http://schemas.openxmlformats.org/officeDocument/2006/relationships/notesSlide" Target="../notesSlides/notesSlide40.xml"/><Relationship Id="rId31" Type="http://schemas.openxmlformats.org/officeDocument/2006/relationships/vmlDrawing" Target="../drawings/vmlDrawing13.vml"/><Relationship Id="rId30" Type="http://schemas.openxmlformats.org/officeDocument/2006/relationships/slideLayout" Target="../slideLayouts/slideLayout2.xml"/><Relationship Id="rId3" Type="http://schemas.openxmlformats.org/officeDocument/2006/relationships/image" Target="../media/image36.wmf"/><Relationship Id="rId29" Type="http://schemas.openxmlformats.org/officeDocument/2006/relationships/image" Target="../media/image47.wmf"/><Relationship Id="rId28" Type="http://schemas.openxmlformats.org/officeDocument/2006/relationships/oleObject" Target="../embeddings/oleObject46.bin"/><Relationship Id="rId27" Type="http://schemas.openxmlformats.org/officeDocument/2006/relationships/image" Target="../media/image46.wmf"/><Relationship Id="rId26" Type="http://schemas.openxmlformats.org/officeDocument/2006/relationships/oleObject" Target="../embeddings/oleObject45.bin"/><Relationship Id="rId25" Type="http://schemas.openxmlformats.org/officeDocument/2006/relationships/image" Target="../media/image45.wmf"/><Relationship Id="rId24" Type="http://schemas.openxmlformats.org/officeDocument/2006/relationships/oleObject" Target="../embeddings/oleObject44.bin"/><Relationship Id="rId23" Type="http://schemas.openxmlformats.org/officeDocument/2006/relationships/image" Target="../media/image44.wmf"/><Relationship Id="rId22" Type="http://schemas.openxmlformats.org/officeDocument/2006/relationships/oleObject" Target="../embeddings/oleObject43.bin"/><Relationship Id="rId21" Type="http://schemas.openxmlformats.org/officeDocument/2006/relationships/image" Target="../media/image43.wmf"/><Relationship Id="rId20" Type="http://schemas.openxmlformats.org/officeDocument/2006/relationships/oleObject" Target="../embeddings/oleObject42.bin"/><Relationship Id="rId2" Type="http://schemas.openxmlformats.org/officeDocument/2006/relationships/oleObject" Target="../embeddings/oleObject33.bin"/><Relationship Id="rId19" Type="http://schemas.openxmlformats.org/officeDocument/2006/relationships/image" Target="../media/image35.emf"/><Relationship Id="rId18" Type="http://schemas.openxmlformats.org/officeDocument/2006/relationships/oleObject" Target="../embeddings/oleObject41.bin"/><Relationship Id="rId17" Type="http://schemas.openxmlformats.org/officeDocument/2006/relationships/image" Target="../media/image34.emf"/><Relationship Id="rId16" Type="http://schemas.openxmlformats.org/officeDocument/2006/relationships/oleObject" Target="../embeddings/oleObject40.bin"/><Relationship Id="rId15" Type="http://schemas.openxmlformats.org/officeDocument/2006/relationships/image" Target="../media/image42.emf"/><Relationship Id="rId14" Type="http://schemas.openxmlformats.org/officeDocument/2006/relationships/oleObject" Target="../embeddings/oleObject39.bin"/><Relationship Id="rId13" Type="http://schemas.openxmlformats.org/officeDocument/2006/relationships/image" Target="../media/image41.wmf"/><Relationship Id="rId12" Type="http://schemas.openxmlformats.org/officeDocument/2006/relationships/oleObject" Target="../embeddings/oleObject38.bin"/><Relationship Id="rId11" Type="http://schemas.openxmlformats.org/officeDocument/2006/relationships/image" Target="../media/image40.wmf"/><Relationship Id="rId10" Type="http://schemas.openxmlformats.org/officeDocument/2006/relationships/oleObject" Target="../embeddings/oleObject37.bin"/><Relationship Id="rId1" Type="http://schemas.openxmlformats.org/officeDocument/2006/relationships/image" Target="../media/image4.png"/></Relationships>
</file>

<file path=ppt/slides/_rels/slide56.xml.rels><?xml version="1.0" encoding="UTF-8" standalone="yes"?>
<Relationships xmlns="http://schemas.openxmlformats.org/package/2006/relationships"><Relationship Id="rId9" Type="http://schemas.openxmlformats.org/officeDocument/2006/relationships/image" Target="../media/image51.wmf"/><Relationship Id="rId8" Type="http://schemas.openxmlformats.org/officeDocument/2006/relationships/oleObject" Target="../embeddings/oleObject50.bin"/><Relationship Id="rId7" Type="http://schemas.openxmlformats.org/officeDocument/2006/relationships/image" Target="../media/image50.wmf"/><Relationship Id="rId6" Type="http://schemas.openxmlformats.org/officeDocument/2006/relationships/oleObject" Target="../embeddings/oleObject49.bin"/><Relationship Id="rId5" Type="http://schemas.openxmlformats.org/officeDocument/2006/relationships/image" Target="../media/image49.wmf"/><Relationship Id="rId4" Type="http://schemas.openxmlformats.org/officeDocument/2006/relationships/oleObject" Target="../embeddings/oleObject48.bin"/><Relationship Id="rId3" Type="http://schemas.openxmlformats.org/officeDocument/2006/relationships/image" Target="../media/image4.png"/><Relationship Id="rId2" Type="http://schemas.openxmlformats.org/officeDocument/2006/relationships/image" Target="../media/image48.wmf"/><Relationship Id="rId13" Type="http://schemas.openxmlformats.org/officeDocument/2006/relationships/vmlDrawing" Target="../drawings/vmlDrawing14.vml"/><Relationship Id="rId12" Type="http://schemas.openxmlformats.org/officeDocument/2006/relationships/slideLayout" Target="../slideLayouts/slideLayout2.xml"/><Relationship Id="rId11" Type="http://schemas.openxmlformats.org/officeDocument/2006/relationships/image" Target="../media/image47.wmf"/><Relationship Id="rId10" Type="http://schemas.openxmlformats.org/officeDocument/2006/relationships/oleObject" Target="../embeddings/oleObject51.bin"/><Relationship Id="rId1" Type="http://schemas.openxmlformats.org/officeDocument/2006/relationships/oleObject" Target="../embeddings/oleObject47.bin"/></Relationships>
</file>

<file path=ppt/slides/_rels/slide57.xml.rels><?xml version="1.0" encoding="UTF-8" standalone="yes"?>
<Relationships xmlns="http://schemas.openxmlformats.org/package/2006/relationships"><Relationship Id="rId9" Type="http://schemas.openxmlformats.org/officeDocument/2006/relationships/image" Target="../media/image55.wmf"/><Relationship Id="rId8" Type="http://schemas.openxmlformats.org/officeDocument/2006/relationships/oleObject" Target="../embeddings/oleObject55.bin"/><Relationship Id="rId7" Type="http://schemas.openxmlformats.org/officeDocument/2006/relationships/image" Target="../media/image54.wmf"/><Relationship Id="rId6" Type="http://schemas.openxmlformats.org/officeDocument/2006/relationships/oleObject" Target="../embeddings/oleObject54.bin"/><Relationship Id="rId5" Type="http://schemas.openxmlformats.org/officeDocument/2006/relationships/image" Target="../media/image53.wmf"/><Relationship Id="rId4" Type="http://schemas.openxmlformats.org/officeDocument/2006/relationships/oleObject" Target="../embeddings/oleObject53.bin"/><Relationship Id="rId3" Type="http://schemas.openxmlformats.org/officeDocument/2006/relationships/image" Target="../media/image52.wmf"/><Relationship Id="rId2" Type="http://schemas.openxmlformats.org/officeDocument/2006/relationships/oleObject" Target="../embeddings/oleObject52.bin"/><Relationship Id="rId17" Type="http://schemas.openxmlformats.org/officeDocument/2006/relationships/vmlDrawing" Target="../drawings/vmlDrawing15.vml"/><Relationship Id="rId16" Type="http://schemas.openxmlformats.org/officeDocument/2006/relationships/slideLayout" Target="../slideLayouts/slideLayout2.xml"/><Relationship Id="rId15" Type="http://schemas.openxmlformats.org/officeDocument/2006/relationships/image" Target="../media/image58.wmf"/><Relationship Id="rId14" Type="http://schemas.openxmlformats.org/officeDocument/2006/relationships/oleObject" Target="../embeddings/oleObject58.bin"/><Relationship Id="rId13" Type="http://schemas.openxmlformats.org/officeDocument/2006/relationships/image" Target="../media/image57.wmf"/><Relationship Id="rId12" Type="http://schemas.openxmlformats.org/officeDocument/2006/relationships/oleObject" Target="../embeddings/oleObject57.bin"/><Relationship Id="rId11" Type="http://schemas.openxmlformats.org/officeDocument/2006/relationships/image" Target="../media/image56.wmf"/><Relationship Id="rId10" Type="http://schemas.openxmlformats.org/officeDocument/2006/relationships/oleObject" Target="../embeddings/oleObject56.bin"/><Relationship Id="rId1" Type="http://schemas.openxmlformats.org/officeDocument/2006/relationships/image" Target="../media/image4.png"/></Relationships>
</file>

<file path=ppt/slides/_rels/slide58.xml.rels><?xml version="1.0" encoding="UTF-8" standalone="yes"?>
<Relationships xmlns="http://schemas.openxmlformats.org/package/2006/relationships"><Relationship Id="rId9" Type="http://schemas.openxmlformats.org/officeDocument/2006/relationships/image" Target="../media/image62.wmf"/><Relationship Id="rId8" Type="http://schemas.openxmlformats.org/officeDocument/2006/relationships/oleObject" Target="../embeddings/oleObject62.bin"/><Relationship Id="rId7" Type="http://schemas.openxmlformats.org/officeDocument/2006/relationships/image" Target="../media/image61.wmf"/><Relationship Id="rId6" Type="http://schemas.openxmlformats.org/officeDocument/2006/relationships/oleObject" Target="../embeddings/oleObject61.bin"/><Relationship Id="rId5" Type="http://schemas.openxmlformats.org/officeDocument/2006/relationships/image" Target="../media/image60.wmf"/><Relationship Id="rId4" Type="http://schemas.openxmlformats.org/officeDocument/2006/relationships/oleObject" Target="../embeddings/oleObject60.bin"/><Relationship Id="rId3" Type="http://schemas.openxmlformats.org/officeDocument/2006/relationships/image" Target="../media/image59.wmf"/><Relationship Id="rId2" Type="http://schemas.openxmlformats.org/officeDocument/2006/relationships/oleObject" Target="../embeddings/oleObject59.bin"/><Relationship Id="rId13" Type="http://schemas.openxmlformats.org/officeDocument/2006/relationships/vmlDrawing" Target="../drawings/vmlDrawing16.vml"/><Relationship Id="rId12" Type="http://schemas.openxmlformats.org/officeDocument/2006/relationships/slideLayout" Target="../slideLayouts/slideLayout7.xml"/><Relationship Id="rId11" Type="http://schemas.openxmlformats.org/officeDocument/2006/relationships/image" Target="../media/image63.wmf"/><Relationship Id="rId10" Type="http://schemas.openxmlformats.org/officeDocument/2006/relationships/oleObject" Target="../embeddings/oleObject63.bin"/><Relationship Id="rId1" Type="http://schemas.openxmlformats.org/officeDocument/2006/relationships/image" Target="../media/image4.png"/></Relationships>
</file>

<file path=ppt/slides/_rels/slide59.xml.rels><?xml version="1.0" encoding="UTF-8" standalone="yes"?>
<Relationships xmlns="http://schemas.openxmlformats.org/package/2006/relationships"><Relationship Id="rId9" Type="http://schemas.openxmlformats.org/officeDocument/2006/relationships/image" Target="../media/image67.wmf"/><Relationship Id="rId8" Type="http://schemas.openxmlformats.org/officeDocument/2006/relationships/oleObject" Target="../embeddings/oleObject67.bin"/><Relationship Id="rId7" Type="http://schemas.openxmlformats.org/officeDocument/2006/relationships/image" Target="../media/image66.wmf"/><Relationship Id="rId6" Type="http://schemas.openxmlformats.org/officeDocument/2006/relationships/oleObject" Target="../embeddings/oleObject66.bin"/><Relationship Id="rId5" Type="http://schemas.openxmlformats.org/officeDocument/2006/relationships/image" Target="../media/image65.wmf"/><Relationship Id="rId4" Type="http://schemas.openxmlformats.org/officeDocument/2006/relationships/oleObject" Target="../embeddings/oleObject65.bin"/><Relationship Id="rId3" Type="http://schemas.openxmlformats.org/officeDocument/2006/relationships/image" Target="../media/image64.wmf"/><Relationship Id="rId23" Type="http://schemas.openxmlformats.org/officeDocument/2006/relationships/vmlDrawing" Target="../drawings/vmlDrawing17.vml"/><Relationship Id="rId22" Type="http://schemas.openxmlformats.org/officeDocument/2006/relationships/slideLayout" Target="../slideLayouts/slideLayout7.xml"/><Relationship Id="rId21" Type="http://schemas.openxmlformats.org/officeDocument/2006/relationships/image" Target="../media/image73.wmf"/><Relationship Id="rId20" Type="http://schemas.openxmlformats.org/officeDocument/2006/relationships/oleObject" Target="../embeddings/oleObject73.bin"/><Relationship Id="rId2" Type="http://schemas.openxmlformats.org/officeDocument/2006/relationships/oleObject" Target="../embeddings/oleObject64.bin"/><Relationship Id="rId19" Type="http://schemas.openxmlformats.org/officeDocument/2006/relationships/image" Target="../media/image72.wmf"/><Relationship Id="rId18" Type="http://schemas.openxmlformats.org/officeDocument/2006/relationships/oleObject" Target="../embeddings/oleObject72.bin"/><Relationship Id="rId17" Type="http://schemas.openxmlformats.org/officeDocument/2006/relationships/image" Target="../media/image71.wmf"/><Relationship Id="rId16" Type="http://schemas.openxmlformats.org/officeDocument/2006/relationships/oleObject" Target="../embeddings/oleObject71.bin"/><Relationship Id="rId15" Type="http://schemas.openxmlformats.org/officeDocument/2006/relationships/image" Target="../media/image70.wmf"/><Relationship Id="rId14" Type="http://schemas.openxmlformats.org/officeDocument/2006/relationships/oleObject" Target="../embeddings/oleObject70.bin"/><Relationship Id="rId13" Type="http://schemas.openxmlformats.org/officeDocument/2006/relationships/image" Target="../media/image69.wmf"/><Relationship Id="rId12" Type="http://schemas.openxmlformats.org/officeDocument/2006/relationships/oleObject" Target="../embeddings/oleObject69.bin"/><Relationship Id="rId11" Type="http://schemas.openxmlformats.org/officeDocument/2006/relationships/image" Target="../media/image68.wmf"/><Relationship Id="rId10" Type="http://schemas.openxmlformats.org/officeDocument/2006/relationships/oleObject" Target="../embeddings/oleObject68.bin"/><Relationship Id="rId1" Type="http://schemas.openxmlformats.org/officeDocument/2006/relationships/image" Target="../media/image4.png"/></Relationships>
</file>

<file path=ppt/slides/_rels/slide60.xml.rels><?xml version="1.0" encoding="UTF-8" standalone="yes"?>
<Relationships xmlns="http://schemas.openxmlformats.org/package/2006/relationships"><Relationship Id="rId9" Type="http://schemas.openxmlformats.org/officeDocument/2006/relationships/image" Target="../media/image77.wmf"/><Relationship Id="rId8" Type="http://schemas.openxmlformats.org/officeDocument/2006/relationships/oleObject" Target="../embeddings/oleObject77.bin"/><Relationship Id="rId7" Type="http://schemas.openxmlformats.org/officeDocument/2006/relationships/image" Target="../media/image76.wmf"/><Relationship Id="rId6" Type="http://schemas.openxmlformats.org/officeDocument/2006/relationships/oleObject" Target="../embeddings/oleObject76.bin"/><Relationship Id="rId5" Type="http://schemas.openxmlformats.org/officeDocument/2006/relationships/image" Target="../media/image75.wmf"/><Relationship Id="rId4" Type="http://schemas.openxmlformats.org/officeDocument/2006/relationships/oleObject" Target="../embeddings/oleObject75.bin"/><Relationship Id="rId3" Type="http://schemas.openxmlformats.org/officeDocument/2006/relationships/image" Target="../media/image74.wmf"/><Relationship Id="rId2" Type="http://schemas.openxmlformats.org/officeDocument/2006/relationships/oleObject" Target="../embeddings/oleObject74.bin"/><Relationship Id="rId13" Type="http://schemas.openxmlformats.org/officeDocument/2006/relationships/vmlDrawing" Target="../drawings/vmlDrawing18.vml"/><Relationship Id="rId12" Type="http://schemas.openxmlformats.org/officeDocument/2006/relationships/slideLayout" Target="../slideLayouts/slideLayout7.xml"/><Relationship Id="rId11" Type="http://schemas.openxmlformats.org/officeDocument/2006/relationships/image" Target="../media/image78.wmf"/><Relationship Id="rId10" Type="http://schemas.openxmlformats.org/officeDocument/2006/relationships/oleObject" Target="../embeddings/oleObject78.bin"/><Relationship Id="rId1" Type="http://schemas.openxmlformats.org/officeDocument/2006/relationships/image" Target="../media/image4.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4.xml.rels><?xml version="1.0" encoding="UTF-8" standalone="yes"?>
<Relationships xmlns="http://schemas.openxmlformats.org/package/2006/relationships"><Relationship Id="rId9" Type="http://schemas.openxmlformats.org/officeDocument/2006/relationships/oleObject" Target="../embeddings/oleObject82.bin"/><Relationship Id="rId8" Type="http://schemas.openxmlformats.org/officeDocument/2006/relationships/image" Target="../media/image4.png"/><Relationship Id="rId7" Type="http://schemas.openxmlformats.org/officeDocument/2006/relationships/image" Target="../media/image82.wmf"/><Relationship Id="rId6" Type="http://schemas.openxmlformats.org/officeDocument/2006/relationships/oleObject" Target="../embeddings/oleObject81.bin"/><Relationship Id="rId5" Type="http://schemas.openxmlformats.org/officeDocument/2006/relationships/image" Target="../media/image81.wmf"/><Relationship Id="rId4" Type="http://schemas.openxmlformats.org/officeDocument/2006/relationships/oleObject" Target="../embeddings/oleObject80.bin"/><Relationship Id="rId3" Type="http://schemas.openxmlformats.org/officeDocument/2006/relationships/image" Target="../media/image80.wmf"/><Relationship Id="rId20" Type="http://schemas.openxmlformats.org/officeDocument/2006/relationships/vmlDrawing" Target="../drawings/vmlDrawing19.vml"/><Relationship Id="rId2" Type="http://schemas.openxmlformats.org/officeDocument/2006/relationships/oleObject" Target="../embeddings/oleObject79.bin"/><Relationship Id="rId19" Type="http://schemas.openxmlformats.org/officeDocument/2006/relationships/slideLayout" Target="../slideLayouts/slideLayout14.xml"/><Relationship Id="rId18" Type="http://schemas.openxmlformats.org/officeDocument/2006/relationships/image" Target="../media/image87.wmf"/><Relationship Id="rId17" Type="http://schemas.openxmlformats.org/officeDocument/2006/relationships/oleObject" Target="../embeddings/oleObject86.bin"/><Relationship Id="rId16" Type="http://schemas.openxmlformats.org/officeDocument/2006/relationships/image" Target="../media/image86.wmf"/><Relationship Id="rId15" Type="http://schemas.openxmlformats.org/officeDocument/2006/relationships/oleObject" Target="../embeddings/oleObject85.bin"/><Relationship Id="rId14" Type="http://schemas.openxmlformats.org/officeDocument/2006/relationships/image" Target="../media/image85.wmf"/><Relationship Id="rId13" Type="http://schemas.openxmlformats.org/officeDocument/2006/relationships/oleObject" Target="../embeddings/oleObject84.bin"/><Relationship Id="rId12" Type="http://schemas.openxmlformats.org/officeDocument/2006/relationships/image" Target="../media/image84.wmf"/><Relationship Id="rId11" Type="http://schemas.openxmlformats.org/officeDocument/2006/relationships/oleObject" Target="../embeddings/oleObject83.bin"/><Relationship Id="rId10" Type="http://schemas.openxmlformats.org/officeDocument/2006/relationships/image" Target="../media/image83.wmf"/><Relationship Id="rId1" Type="http://schemas.openxmlformats.org/officeDocument/2006/relationships/image" Target="../media/image79.wmf"/></Relationships>
</file>

<file path=ppt/slides/_rels/slide65.xml.rels><?xml version="1.0" encoding="UTF-8" standalone="yes"?>
<Relationships xmlns="http://schemas.openxmlformats.org/package/2006/relationships"><Relationship Id="rId9" Type="http://schemas.openxmlformats.org/officeDocument/2006/relationships/vmlDrawing" Target="../drawings/vmlDrawing20.vml"/><Relationship Id="rId8" Type="http://schemas.openxmlformats.org/officeDocument/2006/relationships/slideLayout" Target="../slideLayouts/slideLayout2.xml"/><Relationship Id="rId7" Type="http://schemas.openxmlformats.org/officeDocument/2006/relationships/image" Target="../media/image90.emf"/><Relationship Id="rId6" Type="http://schemas.openxmlformats.org/officeDocument/2006/relationships/oleObject" Target="../embeddings/oleObject89.bin"/><Relationship Id="rId5" Type="http://schemas.openxmlformats.org/officeDocument/2006/relationships/image" Target="../media/image89.emf"/><Relationship Id="rId4" Type="http://schemas.openxmlformats.org/officeDocument/2006/relationships/oleObject" Target="../embeddings/oleObject88.bin"/><Relationship Id="rId3" Type="http://schemas.openxmlformats.org/officeDocument/2006/relationships/image" Target="../media/image88.emf"/><Relationship Id="rId2" Type="http://schemas.openxmlformats.org/officeDocument/2006/relationships/oleObject" Target="../embeddings/oleObject87.bin"/><Relationship Id="rId1" Type="http://schemas.openxmlformats.org/officeDocument/2006/relationships/image" Target="../media/image4.png"/></Relationships>
</file>

<file path=ppt/slides/_rels/slide66.xml.rels><?xml version="1.0" encoding="UTF-8" standalone="yes"?>
<Relationships xmlns="http://schemas.openxmlformats.org/package/2006/relationships"><Relationship Id="rId9" Type="http://schemas.openxmlformats.org/officeDocument/2006/relationships/image" Target="../media/image94.wmf"/><Relationship Id="rId8" Type="http://schemas.openxmlformats.org/officeDocument/2006/relationships/oleObject" Target="../embeddings/oleObject93.bin"/><Relationship Id="rId7" Type="http://schemas.openxmlformats.org/officeDocument/2006/relationships/image" Target="../media/image93.emf"/><Relationship Id="rId6" Type="http://schemas.openxmlformats.org/officeDocument/2006/relationships/oleObject" Target="../embeddings/oleObject92.bin"/><Relationship Id="rId5" Type="http://schemas.openxmlformats.org/officeDocument/2006/relationships/image" Target="../media/image92.wmf"/><Relationship Id="rId4" Type="http://schemas.openxmlformats.org/officeDocument/2006/relationships/oleObject" Target="../embeddings/oleObject91.bin"/><Relationship Id="rId30" Type="http://schemas.openxmlformats.org/officeDocument/2006/relationships/vmlDrawing" Target="../drawings/vmlDrawing21.vml"/><Relationship Id="rId3" Type="http://schemas.openxmlformats.org/officeDocument/2006/relationships/image" Target="../media/image91.wmf"/><Relationship Id="rId29" Type="http://schemas.openxmlformats.org/officeDocument/2006/relationships/slideLayout" Target="../slideLayouts/slideLayout2.xml"/><Relationship Id="rId28" Type="http://schemas.openxmlformats.org/officeDocument/2006/relationships/oleObject" Target="../embeddings/oleObject103.bin"/><Relationship Id="rId27" Type="http://schemas.openxmlformats.org/officeDocument/2006/relationships/image" Target="../media/image103.wmf"/><Relationship Id="rId26" Type="http://schemas.openxmlformats.org/officeDocument/2006/relationships/oleObject" Target="../embeddings/oleObject102.bin"/><Relationship Id="rId25" Type="http://schemas.openxmlformats.org/officeDocument/2006/relationships/image" Target="../media/image102.wmf"/><Relationship Id="rId24" Type="http://schemas.openxmlformats.org/officeDocument/2006/relationships/oleObject" Target="../embeddings/oleObject101.bin"/><Relationship Id="rId23" Type="http://schemas.openxmlformats.org/officeDocument/2006/relationships/image" Target="../media/image101.wmf"/><Relationship Id="rId22" Type="http://schemas.openxmlformats.org/officeDocument/2006/relationships/oleObject" Target="../embeddings/oleObject100.bin"/><Relationship Id="rId21" Type="http://schemas.openxmlformats.org/officeDocument/2006/relationships/image" Target="../media/image100.wmf"/><Relationship Id="rId20" Type="http://schemas.openxmlformats.org/officeDocument/2006/relationships/oleObject" Target="../embeddings/oleObject99.bin"/><Relationship Id="rId2" Type="http://schemas.openxmlformats.org/officeDocument/2006/relationships/oleObject" Target="../embeddings/oleObject90.bin"/><Relationship Id="rId19" Type="http://schemas.openxmlformats.org/officeDocument/2006/relationships/image" Target="../media/image99.wmf"/><Relationship Id="rId18" Type="http://schemas.openxmlformats.org/officeDocument/2006/relationships/oleObject" Target="../embeddings/oleObject98.bin"/><Relationship Id="rId17" Type="http://schemas.openxmlformats.org/officeDocument/2006/relationships/image" Target="../media/image98.wmf"/><Relationship Id="rId16" Type="http://schemas.openxmlformats.org/officeDocument/2006/relationships/oleObject" Target="../embeddings/oleObject97.bin"/><Relationship Id="rId15" Type="http://schemas.openxmlformats.org/officeDocument/2006/relationships/image" Target="../media/image97.wmf"/><Relationship Id="rId14" Type="http://schemas.openxmlformats.org/officeDocument/2006/relationships/oleObject" Target="../embeddings/oleObject96.bin"/><Relationship Id="rId13" Type="http://schemas.openxmlformats.org/officeDocument/2006/relationships/image" Target="../media/image96.emf"/><Relationship Id="rId12" Type="http://schemas.openxmlformats.org/officeDocument/2006/relationships/oleObject" Target="../embeddings/oleObject95.bin"/><Relationship Id="rId11" Type="http://schemas.openxmlformats.org/officeDocument/2006/relationships/image" Target="../media/image95.wmf"/><Relationship Id="rId10" Type="http://schemas.openxmlformats.org/officeDocument/2006/relationships/oleObject" Target="../embeddings/oleObject94.bin"/><Relationship Id="rId1" Type="http://schemas.openxmlformats.org/officeDocument/2006/relationships/image" Target="../media/image4.png"/></Relationships>
</file>

<file path=ppt/slides/_rels/slide67.xml.rels><?xml version="1.0" encoding="UTF-8" standalone="yes"?>
<Relationships xmlns="http://schemas.openxmlformats.org/package/2006/relationships"><Relationship Id="rId9" Type="http://schemas.openxmlformats.org/officeDocument/2006/relationships/image" Target="../media/image107.wmf"/><Relationship Id="rId8" Type="http://schemas.openxmlformats.org/officeDocument/2006/relationships/oleObject" Target="../embeddings/oleObject107.bin"/><Relationship Id="rId7" Type="http://schemas.openxmlformats.org/officeDocument/2006/relationships/image" Target="../media/image106.wmf"/><Relationship Id="rId6" Type="http://schemas.openxmlformats.org/officeDocument/2006/relationships/oleObject" Target="../embeddings/oleObject106.bin"/><Relationship Id="rId5" Type="http://schemas.openxmlformats.org/officeDocument/2006/relationships/image" Target="../media/image105.wmf"/><Relationship Id="rId4" Type="http://schemas.openxmlformats.org/officeDocument/2006/relationships/oleObject" Target="../embeddings/oleObject105.bin"/><Relationship Id="rId3" Type="http://schemas.openxmlformats.org/officeDocument/2006/relationships/image" Target="../media/image104.wmf"/><Relationship Id="rId21" Type="http://schemas.openxmlformats.org/officeDocument/2006/relationships/vmlDrawing" Target="../drawings/vmlDrawing22.vml"/><Relationship Id="rId20" Type="http://schemas.openxmlformats.org/officeDocument/2006/relationships/slideLayout" Target="../slideLayouts/slideLayout14.xml"/><Relationship Id="rId2" Type="http://schemas.openxmlformats.org/officeDocument/2006/relationships/oleObject" Target="../embeddings/oleObject104.bin"/><Relationship Id="rId19" Type="http://schemas.openxmlformats.org/officeDocument/2006/relationships/image" Target="../media/image112.wmf"/><Relationship Id="rId18" Type="http://schemas.openxmlformats.org/officeDocument/2006/relationships/oleObject" Target="../embeddings/oleObject112.bin"/><Relationship Id="rId17" Type="http://schemas.openxmlformats.org/officeDocument/2006/relationships/image" Target="../media/image111.wmf"/><Relationship Id="rId16" Type="http://schemas.openxmlformats.org/officeDocument/2006/relationships/oleObject" Target="../embeddings/oleObject111.bin"/><Relationship Id="rId15" Type="http://schemas.openxmlformats.org/officeDocument/2006/relationships/image" Target="../media/image110.wmf"/><Relationship Id="rId14" Type="http://schemas.openxmlformats.org/officeDocument/2006/relationships/oleObject" Target="../embeddings/oleObject110.bin"/><Relationship Id="rId13" Type="http://schemas.openxmlformats.org/officeDocument/2006/relationships/image" Target="../media/image109.wmf"/><Relationship Id="rId12" Type="http://schemas.openxmlformats.org/officeDocument/2006/relationships/oleObject" Target="../embeddings/oleObject109.bin"/><Relationship Id="rId11" Type="http://schemas.openxmlformats.org/officeDocument/2006/relationships/image" Target="../media/image108.wmf"/><Relationship Id="rId10" Type="http://schemas.openxmlformats.org/officeDocument/2006/relationships/oleObject" Target="../embeddings/oleObject108.bin"/><Relationship Id="rId1" Type="http://schemas.openxmlformats.org/officeDocument/2006/relationships/image" Target="../media/image4.png"/></Relationships>
</file>

<file path=ppt/slides/_rels/slide68.xml.rels><?xml version="1.0" encoding="UTF-8" standalone="yes"?>
<Relationships xmlns="http://schemas.openxmlformats.org/package/2006/relationships"><Relationship Id="rId9" Type="http://schemas.openxmlformats.org/officeDocument/2006/relationships/image" Target="../media/image116.wmf"/><Relationship Id="rId8" Type="http://schemas.openxmlformats.org/officeDocument/2006/relationships/oleObject" Target="../embeddings/oleObject116.bin"/><Relationship Id="rId7" Type="http://schemas.openxmlformats.org/officeDocument/2006/relationships/image" Target="../media/image115.wmf"/><Relationship Id="rId6" Type="http://schemas.openxmlformats.org/officeDocument/2006/relationships/oleObject" Target="../embeddings/oleObject115.bin"/><Relationship Id="rId5" Type="http://schemas.openxmlformats.org/officeDocument/2006/relationships/image" Target="../media/image114.wmf"/><Relationship Id="rId4" Type="http://schemas.openxmlformats.org/officeDocument/2006/relationships/oleObject" Target="../embeddings/oleObject114.bin"/><Relationship Id="rId3" Type="http://schemas.openxmlformats.org/officeDocument/2006/relationships/image" Target="../media/image113.wmf"/><Relationship Id="rId2" Type="http://schemas.openxmlformats.org/officeDocument/2006/relationships/oleObject" Target="../embeddings/oleObject113.bin"/><Relationship Id="rId17" Type="http://schemas.openxmlformats.org/officeDocument/2006/relationships/vmlDrawing" Target="../drawings/vmlDrawing23.vml"/><Relationship Id="rId16" Type="http://schemas.openxmlformats.org/officeDocument/2006/relationships/slideLayout" Target="../slideLayouts/slideLayout7.xml"/><Relationship Id="rId15" Type="http://schemas.openxmlformats.org/officeDocument/2006/relationships/image" Target="../media/image119.wmf"/><Relationship Id="rId14" Type="http://schemas.openxmlformats.org/officeDocument/2006/relationships/oleObject" Target="../embeddings/oleObject119.bin"/><Relationship Id="rId13" Type="http://schemas.openxmlformats.org/officeDocument/2006/relationships/image" Target="../media/image118.wmf"/><Relationship Id="rId12" Type="http://schemas.openxmlformats.org/officeDocument/2006/relationships/oleObject" Target="../embeddings/oleObject118.bin"/><Relationship Id="rId11" Type="http://schemas.openxmlformats.org/officeDocument/2006/relationships/image" Target="../media/image117.wmf"/><Relationship Id="rId10" Type="http://schemas.openxmlformats.org/officeDocument/2006/relationships/oleObject" Target="../embeddings/oleObject117.bin"/><Relationship Id="rId1" Type="http://schemas.openxmlformats.org/officeDocument/2006/relationships/image" Target="../media/image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1.xml.rels><?xml version="1.0" encoding="UTF-8" standalone="yes"?>
<Relationships xmlns="http://schemas.openxmlformats.org/package/2006/relationships"><Relationship Id="rId5" Type="http://schemas.openxmlformats.org/officeDocument/2006/relationships/vmlDrawing" Target="../drawings/vmlDrawing24.vml"/><Relationship Id="rId4" Type="http://schemas.openxmlformats.org/officeDocument/2006/relationships/slideLayout" Target="../slideLayouts/slideLayout13.xml"/><Relationship Id="rId3" Type="http://schemas.openxmlformats.org/officeDocument/2006/relationships/image" Target="../media/image120.wmf"/><Relationship Id="rId2" Type="http://schemas.openxmlformats.org/officeDocument/2006/relationships/oleObject" Target="../embeddings/oleObject120.bin"/><Relationship Id="rId1" Type="http://schemas.openxmlformats.org/officeDocument/2006/relationships/image" Target="../media/image4.png"/></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209.xml"/><Relationship Id="rId2" Type="http://schemas.openxmlformats.org/officeDocument/2006/relationships/image" Target="../media/image121.png"/><Relationship Id="rId1" Type="http://schemas.openxmlformats.org/officeDocument/2006/relationships/image" Target="../media/image4.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4.xml.rels><?xml version="1.0" encoding="UTF-8" standalone="yes"?>
<Relationships xmlns="http://schemas.openxmlformats.org/package/2006/relationships"><Relationship Id="rId9" Type="http://schemas.openxmlformats.org/officeDocument/2006/relationships/image" Target="../media/image125.emf"/><Relationship Id="rId8" Type="http://schemas.openxmlformats.org/officeDocument/2006/relationships/oleObject" Target="../embeddings/oleObject124.bin"/><Relationship Id="rId7" Type="http://schemas.openxmlformats.org/officeDocument/2006/relationships/image" Target="../media/image124.emf"/><Relationship Id="rId6" Type="http://schemas.openxmlformats.org/officeDocument/2006/relationships/oleObject" Target="../embeddings/oleObject123.bin"/><Relationship Id="rId5" Type="http://schemas.openxmlformats.org/officeDocument/2006/relationships/image" Target="../media/image123.wmf"/><Relationship Id="rId4" Type="http://schemas.openxmlformats.org/officeDocument/2006/relationships/oleObject" Target="../embeddings/oleObject122.bin"/><Relationship Id="rId3" Type="http://schemas.openxmlformats.org/officeDocument/2006/relationships/image" Target="../media/image122.wmf"/><Relationship Id="rId2" Type="http://schemas.openxmlformats.org/officeDocument/2006/relationships/oleObject" Target="../embeddings/oleObject121.bin"/><Relationship Id="rId19" Type="http://schemas.openxmlformats.org/officeDocument/2006/relationships/vmlDrawing" Target="../drawings/vmlDrawing25.vml"/><Relationship Id="rId18" Type="http://schemas.openxmlformats.org/officeDocument/2006/relationships/slideLayout" Target="../slideLayouts/slideLayout2.xml"/><Relationship Id="rId17" Type="http://schemas.openxmlformats.org/officeDocument/2006/relationships/oleObject" Target="../embeddings/oleObject129.bin"/><Relationship Id="rId16" Type="http://schemas.openxmlformats.org/officeDocument/2006/relationships/image" Target="../media/image128.emf"/><Relationship Id="rId15" Type="http://schemas.openxmlformats.org/officeDocument/2006/relationships/oleObject" Target="../embeddings/oleObject128.bin"/><Relationship Id="rId14" Type="http://schemas.openxmlformats.org/officeDocument/2006/relationships/image" Target="../media/image127.emf"/><Relationship Id="rId13" Type="http://schemas.openxmlformats.org/officeDocument/2006/relationships/oleObject" Target="../embeddings/oleObject127.bin"/><Relationship Id="rId12" Type="http://schemas.openxmlformats.org/officeDocument/2006/relationships/oleObject" Target="../embeddings/oleObject126.bin"/><Relationship Id="rId11" Type="http://schemas.openxmlformats.org/officeDocument/2006/relationships/image" Target="../media/image126.wmf"/><Relationship Id="rId10" Type="http://schemas.openxmlformats.org/officeDocument/2006/relationships/oleObject" Target="../embeddings/oleObject125.bin"/><Relationship Id="rId1" Type="http://schemas.openxmlformats.org/officeDocument/2006/relationships/image" Target="../media/image4.png"/></Relationships>
</file>

<file path=ppt/slides/_rels/slide7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32.png"/><Relationship Id="rId7" Type="http://schemas.openxmlformats.org/officeDocument/2006/relationships/image" Target="../media/image131.wmf"/><Relationship Id="rId6" Type="http://schemas.openxmlformats.org/officeDocument/2006/relationships/oleObject" Target="../embeddings/oleObject132.bin"/><Relationship Id="rId5" Type="http://schemas.openxmlformats.org/officeDocument/2006/relationships/image" Target="../media/image130.wmf"/><Relationship Id="rId4" Type="http://schemas.openxmlformats.org/officeDocument/2006/relationships/oleObject" Target="../embeddings/oleObject131.bin"/><Relationship Id="rId3" Type="http://schemas.openxmlformats.org/officeDocument/2006/relationships/image" Target="../media/image129.wmf"/><Relationship Id="rId2" Type="http://schemas.openxmlformats.org/officeDocument/2006/relationships/oleObject" Target="../embeddings/oleObject130.bin"/><Relationship Id="rId10" Type="http://schemas.openxmlformats.org/officeDocument/2006/relationships/vmlDrawing" Target="../drawings/vmlDrawing26.vml"/><Relationship Id="rId1" Type="http://schemas.openxmlformats.org/officeDocument/2006/relationships/image" Target="../media/image4.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77.xml.rels><?xml version="1.0" encoding="UTF-8" standalone="yes"?>
<Relationships xmlns="http://schemas.openxmlformats.org/package/2006/relationships"><Relationship Id="rId9" Type="http://schemas.openxmlformats.org/officeDocument/2006/relationships/image" Target="../media/image136.wmf"/><Relationship Id="rId8" Type="http://schemas.openxmlformats.org/officeDocument/2006/relationships/oleObject" Target="../embeddings/oleObject136.bin"/><Relationship Id="rId7" Type="http://schemas.openxmlformats.org/officeDocument/2006/relationships/image" Target="../media/image135.wmf"/><Relationship Id="rId6" Type="http://schemas.openxmlformats.org/officeDocument/2006/relationships/oleObject" Target="../embeddings/oleObject135.bin"/><Relationship Id="rId5" Type="http://schemas.openxmlformats.org/officeDocument/2006/relationships/image" Target="../media/image134.wmf"/><Relationship Id="rId4" Type="http://schemas.openxmlformats.org/officeDocument/2006/relationships/oleObject" Target="../embeddings/oleObject134.bin"/><Relationship Id="rId3" Type="http://schemas.openxmlformats.org/officeDocument/2006/relationships/image" Target="../media/image133.wmf"/><Relationship Id="rId25" Type="http://schemas.openxmlformats.org/officeDocument/2006/relationships/vmlDrawing" Target="../drawings/vmlDrawing27.vml"/><Relationship Id="rId24" Type="http://schemas.openxmlformats.org/officeDocument/2006/relationships/slideLayout" Target="../slideLayouts/slideLayout7.xml"/><Relationship Id="rId23" Type="http://schemas.openxmlformats.org/officeDocument/2006/relationships/image" Target="../media/image143.wmf"/><Relationship Id="rId22" Type="http://schemas.openxmlformats.org/officeDocument/2006/relationships/oleObject" Target="../embeddings/oleObject143.bin"/><Relationship Id="rId21" Type="http://schemas.openxmlformats.org/officeDocument/2006/relationships/image" Target="../media/image142.wmf"/><Relationship Id="rId20" Type="http://schemas.openxmlformats.org/officeDocument/2006/relationships/oleObject" Target="../embeddings/oleObject142.bin"/><Relationship Id="rId2" Type="http://schemas.openxmlformats.org/officeDocument/2006/relationships/oleObject" Target="../embeddings/oleObject133.bin"/><Relationship Id="rId19" Type="http://schemas.openxmlformats.org/officeDocument/2006/relationships/image" Target="../media/image141.wmf"/><Relationship Id="rId18" Type="http://schemas.openxmlformats.org/officeDocument/2006/relationships/oleObject" Target="../embeddings/oleObject141.bin"/><Relationship Id="rId17" Type="http://schemas.openxmlformats.org/officeDocument/2006/relationships/image" Target="../media/image140.wmf"/><Relationship Id="rId16" Type="http://schemas.openxmlformats.org/officeDocument/2006/relationships/oleObject" Target="../embeddings/oleObject140.bin"/><Relationship Id="rId15" Type="http://schemas.openxmlformats.org/officeDocument/2006/relationships/image" Target="../media/image139.wmf"/><Relationship Id="rId14" Type="http://schemas.openxmlformats.org/officeDocument/2006/relationships/oleObject" Target="../embeddings/oleObject139.bin"/><Relationship Id="rId13" Type="http://schemas.openxmlformats.org/officeDocument/2006/relationships/image" Target="../media/image138.wmf"/><Relationship Id="rId12" Type="http://schemas.openxmlformats.org/officeDocument/2006/relationships/oleObject" Target="../embeddings/oleObject138.bin"/><Relationship Id="rId11" Type="http://schemas.openxmlformats.org/officeDocument/2006/relationships/image" Target="../media/image137.wmf"/><Relationship Id="rId10" Type="http://schemas.openxmlformats.org/officeDocument/2006/relationships/oleObject" Target="../embeddings/oleObject137.bin"/><Relationship Id="rId1" Type="http://schemas.openxmlformats.org/officeDocument/2006/relationships/image" Target="../media/image4.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0.xml.rels><?xml version="1.0" encoding="UTF-8" standalone="yes"?>
<Relationships xmlns="http://schemas.openxmlformats.org/package/2006/relationships"><Relationship Id="rId7" Type="http://schemas.openxmlformats.org/officeDocument/2006/relationships/vmlDrawing" Target="../drawings/vmlDrawing28.vml"/><Relationship Id="rId6" Type="http://schemas.openxmlformats.org/officeDocument/2006/relationships/slideLayout" Target="../slideLayouts/slideLayout212.xml"/><Relationship Id="rId5" Type="http://schemas.openxmlformats.org/officeDocument/2006/relationships/image" Target="../media/image145.emf"/><Relationship Id="rId4" Type="http://schemas.openxmlformats.org/officeDocument/2006/relationships/oleObject" Target="../embeddings/oleObject145.bin"/><Relationship Id="rId3" Type="http://schemas.openxmlformats.org/officeDocument/2006/relationships/image" Target="../media/image144.emf"/><Relationship Id="rId2" Type="http://schemas.openxmlformats.org/officeDocument/2006/relationships/oleObject" Target="../embeddings/oleObject144.bin"/><Relationship Id="rId1" Type="http://schemas.openxmlformats.org/officeDocument/2006/relationships/image" Target="../media/image4.png"/></Relationships>
</file>

<file path=ppt/slides/_rels/slide81.xml.rels><?xml version="1.0" encoding="UTF-8" standalone="yes"?>
<Relationships xmlns="http://schemas.openxmlformats.org/package/2006/relationships"><Relationship Id="rId9" Type="http://schemas.openxmlformats.org/officeDocument/2006/relationships/image" Target="../media/image149.wmf"/><Relationship Id="rId8" Type="http://schemas.openxmlformats.org/officeDocument/2006/relationships/oleObject" Target="../embeddings/oleObject149.bin"/><Relationship Id="rId7" Type="http://schemas.openxmlformats.org/officeDocument/2006/relationships/image" Target="../media/image148.wmf"/><Relationship Id="rId6" Type="http://schemas.openxmlformats.org/officeDocument/2006/relationships/oleObject" Target="../embeddings/oleObject148.bin"/><Relationship Id="rId5" Type="http://schemas.openxmlformats.org/officeDocument/2006/relationships/image" Target="../media/image147.wmf"/><Relationship Id="rId4" Type="http://schemas.openxmlformats.org/officeDocument/2006/relationships/oleObject" Target="../embeddings/oleObject147.bin"/><Relationship Id="rId3" Type="http://schemas.openxmlformats.org/officeDocument/2006/relationships/image" Target="../media/image146.wmf"/><Relationship Id="rId2" Type="http://schemas.openxmlformats.org/officeDocument/2006/relationships/oleObject" Target="../embeddings/oleObject146.bin"/><Relationship Id="rId16" Type="http://schemas.openxmlformats.org/officeDocument/2006/relationships/vmlDrawing" Target="../drawings/vmlDrawing29.vml"/><Relationship Id="rId15" Type="http://schemas.openxmlformats.org/officeDocument/2006/relationships/slideLayout" Target="../slideLayouts/slideLayout2.xml"/><Relationship Id="rId14" Type="http://schemas.openxmlformats.org/officeDocument/2006/relationships/oleObject" Target="../embeddings/oleObject152.bin"/><Relationship Id="rId13" Type="http://schemas.openxmlformats.org/officeDocument/2006/relationships/image" Target="../media/image151.wmf"/><Relationship Id="rId12" Type="http://schemas.openxmlformats.org/officeDocument/2006/relationships/oleObject" Target="../embeddings/oleObject151.bin"/><Relationship Id="rId11" Type="http://schemas.openxmlformats.org/officeDocument/2006/relationships/image" Target="../media/image150.wmf"/><Relationship Id="rId10" Type="http://schemas.openxmlformats.org/officeDocument/2006/relationships/oleObject" Target="../embeddings/oleObject150.bin"/><Relationship Id="rId1" Type="http://schemas.openxmlformats.org/officeDocument/2006/relationships/image" Target="../media/image4.png"/></Relationships>
</file>

<file path=ppt/slides/_rels/slide82.xml.rels><?xml version="1.0" encoding="UTF-8" standalone="yes"?>
<Relationships xmlns="http://schemas.openxmlformats.org/package/2006/relationships"><Relationship Id="rId9" Type="http://schemas.openxmlformats.org/officeDocument/2006/relationships/oleObject" Target="../embeddings/oleObject156.bin"/><Relationship Id="rId8" Type="http://schemas.openxmlformats.org/officeDocument/2006/relationships/image" Target="../media/image155.wmf"/><Relationship Id="rId7" Type="http://schemas.openxmlformats.org/officeDocument/2006/relationships/oleObject" Target="../embeddings/oleObject155.bin"/><Relationship Id="rId6" Type="http://schemas.openxmlformats.org/officeDocument/2006/relationships/image" Target="../media/image154.emf"/><Relationship Id="rId5" Type="http://schemas.openxmlformats.org/officeDocument/2006/relationships/oleObject" Target="../embeddings/oleObject154.bin"/><Relationship Id="rId4" Type="http://schemas.openxmlformats.org/officeDocument/2006/relationships/image" Target="../media/image153.emf"/><Relationship Id="rId3" Type="http://schemas.openxmlformats.org/officeDocument/2006/relationships/oleObject" Target="../embeddings/oleObject153.bin"/><Relationship Id="rId22" Type="http://schemas.openxmlformats.org/officeDocument/2006/relationships/vmlDrawing" Target="../drawings/vmlDrawing30.vml"/><Relationship Id="rId21" Type="http://schemas.openxmlformats.org/officeDocument/2006/relationships/slideLayout" Target="../slideLayouts/slideLayout2.xml"/><Relationship Id="rId20" Type="http://schemas.openxmlformats.org/officeDocument/2006/relationships/image" Target="../media/image159.wmf"/><Relationship Id="rId2" Type="http://schemas.openxmlformats.org/officeDocument/2006/relationships/image" Target="../media/image4.png"/><Relationship Id="rId19" Type="http://schemas.openxmlformats.org/officeDocument/2006/relationships/oleObject" Target="../embeddings/oleObject162.bin"/><Relationship Id="rId18" Type="http://schemas.openxmlformats.org/officeDocument/2006/relationships/image" Target="../media/image158.wmf"/><Relationship Id="rId17" Type="http://schemas.openxmlformats.org/officeDocument/2006/relationships/oleObject" Target="../embeddings/oleObject161.bin"/><Relationship Id="rId16" Type="http://schemas.openxmlformats.org/officeDocument/2006/relationships/image" Target="../media/image157.wmf"/><Relationship Id="rId15" Type="http://schemas.openxmlformats.org/officeDocument/2006/relationships/oleObject" Target="../embeddings/oleObject160.bin"/><Relationship Id="rId14" Type="http://schemas.openxmlformats.org/officeDocument/2006/relationships/image" Target="../media/image156.wmf"/><Relationship Id="rId13" Type="http://schemas.openxmlformats.org/officeDocument/2006/relationships/oleObject" Target="../embeddings/oleObject159.bin"/><Relationship Id="rId12" Type="http://schemas.openxmlformats.org/officeDocument/2006/relationships/oleObject" Target="../embeddings/oleObject158.bin"/><Relationship Id="rId11" Type="http://schemas.openxmlformats.org/officeDocument/2006/relationships/oleObject" Target="../embeddings/oleObject157.bin"/><Relationship Id="rId10" Type="http://schemas.openxmlformats.org/officeDocument/2006/relationships/image" Target="../media/image151.wmf"/><Relationship Id="rId1" Type="http://schemas.openxmlformats.org/officeDocument/2006/relationships/image" Target="../media/image152.png"/></Relationships>
</file>

<file path=ppt/slides/_rels/slide83.xml.rels><?xml version="1.0" encoding="UTF-8" standalone="yes"?>
<Relationships xmlns="http://schemas.openxmlformats.org/package/2006/relationships"><Relationship Id="rId9" Type="http://schemas.openxmlformats.org/officeDocument/2006/relationships/image" Target="../media/image163.emf"/><Relationship Id="rId8" Type="http://schemas.openxmlformats.org/officeDocument/2006/relationships/oleObject" Target="../embeddings/oleObject166.bin"/><Relationship Id="rId7" Type="http://schemas.openxmlformats.org/officeDocument/2006/relationships/image" Target="../media/image162.emf"/><Relationship Id="rId6" Type="http://schemas.openxmlformats.org/officeDocument/2006/relationships/oleObject" Target="../embeddings/oleObject165.bin"/><Relationship Id="rId5" Type="http://schemas.openxmlformats.org/officeDocument/2006/relationships/image" Target="../media/image161.wmf"/><Relationship Id="rId4" Type="http://schemas.openxmlformats.org/officeDocument/2006/relationships/oleObject" Target="../embeddings/oleObject164.bin"/><Relationship Id="rId3" Type="http://schemas.openxmlformats.org/officeDocument/2006/relationships/image" Target="../media/image160.wmf"/><Relationship Id="rId2" Type="http://schemas.openxmlformats.org/officeDocument/2006/relationships/oleObject" Target="../embeddings/oleObject163.bin"/><Relationship Id="rId17" Type="http://schemas.openxmlformats.org/officeDocument/2006/relationships/vmlDrawing" Target="../drawings/vmlDrawing31.vml"/><Relationship Id="rId16" Type="http://schemas.openxmlformats.org/officeDocument/2006/relationships/slideLayout" Target="../slideLayouts/slideLayout2.xml"/><Relationship Id="rId15" Type="http://schemas.openxmlformats.org/officeDocument/2006/relationships/image" Target="../media/image166.wmf"/><Relationship Id="rId14" Type="http://schemas.openxmlformats.org/officeDocument/2006/relationships/oleObject" Target="../embeddings/oleObject169.bin"/><Relationship Id="rId13" Type="http://schemas.openxmlformats.org/officeDocument/2006/relationships/image" Target="../media/image165.wmf"/><Relationship Id="rId12" Type="http://schemas.openxmlformats.org/officeDocument/2006/relationships/oleObject" Target="../embeddings/oleObject168.bin"/><Relationship Id="rId11" Type="http://schemas.openxmlformats.org/officeDocument/2006/relationships/image" Target="../media/image164.wmf"/><Relationship Id="rId10" Type="http://schemas.openxmlformats.org/officeDocument/2006/relationships/oleObject" Target="../embeddings/oleObject167.bin"/><Relationship Id="rId1" Type="http://schemas.openxmlformats.org/officeDocument/2006/relationships/image" Target="../media/image4.png"/></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167.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26.xml"/><Relationship Id="rId1" Type="http://schemas.openxmlformats.org/officeDocument/2006/relationships/image" Target="../media/image23.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40.xml"/><Relationship Id="rId1" Type="http://schemas.openxmlformats.org/officeDocument/2006/relationships/image" Target="../media/image23.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54.xml"/><Relationship Id="rId1" Type="http://schemas.openxmlformats.org/officeDocument/2006/relationships/image" Target="../media/image23.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68.xml"/><Relationship Id="rId1" Type="http://schemas.openxmlformats.org/officeDocument/2006/relationships/image" Target="../media/image23.png"/></Relationships>
</file>

<file path=ppt/slides/_rels/slide8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ctrTitle"/>
          </p:nvPr>
        </p:nvSpPr>
        <p:spPr>
          <a:xfrm>
            <a:off x="609600" y="1143000"/>
            <a:ext cx="7772400" cy="2019300"/>
          </a:xfrm>
        </p:spPr>
        <p:txBody>
          <a:bodyPr vert="horz" wrap="square" lIns="91440" tIns="45720" rIns="91440" bIns="45720" anchor="b" anchorCtr="0"/>
          <a:p>
            <a:pPr eaLnBrk="1" hangingPunct="1">
              <a:buClrTx/>
              <a:buSzTx/>
              <a:buFontTx/>
            </a:pPr>
            <a:r>
              <a:rPr lang="zh-CN" altLang="en-US" sz="4600" dirty="0">
                <a:solidFill>
                  <a:schemeClr val="tx1"/>
                </a:solidFill>
                <a:latin typeface="Times New Roman" panose="02020603050405020304" pitchFamily="18" charset="0"/>
                <a:ea typeface="黑体" panose="02010609060101010101" pitchFamily="49" charset="-122"/>
                <a:cs typeface="+mj-cs"/>
              </a:rPr>
              <a:t>第 </a:t>
            </a:r>
            <a:r>
              <a:rPr lang="en-US" altLang="zh-CN" sz="4600" dirty="0">
                <a:solidFill>
                  <a:schemeClr val="tx1"/>
                </a:solidFill>
                <a:latin typeface="Times New Roman" panose="02020603050405020304" pitchFamily="18" charset="0"/>
                <a:ea typeface="黑体" panose="02010609060101010101" pitchFamily="49" charset="-122"/>
                <a:cs typeface="+mj-cs"/>
              </a:rPr>
              <a:t>3 </a:t>
            </a:r>
            <a:r>
              <a:rPr lang="zh-CN" altLang="en-US" sz="4600" dirty="0">
                <a:solidFill>
                  <a:schemeClr val="tx1"/>
                </a:solidFill>
                <a:latin typeface="Times New Roman" panose="02020603050405020304" pitchFamily="18" charset="0"/>
                <a:ea typeface="黑体" panose="02010609060101010101" pitchFamily="49" charset="-122"/>
                <a:cs typeface="+mj-cs"/>
              </a:rPr>
              <a:t>章   确定性推理方法</a:t>
            </a:r>
            <a:endParaRPr lang="zh-CN" altLang="en-US" sz="4600" dirty="0">
              <a:solidFill>
                <a:schemeClr val="tx1"/>
              </a:solidFill>
              <a:latin typeface="Times New Roman" panose="02020603050405020304" pitchFamily="18" charset="0"/>
              <a:ea typeface="黑体" panose="02010609060101010101" pitchFamily="49" charset="-122"/>
              <a:cs typeface="+mj-cs"/>
            </a:endParaRPr>
          </a:p>
        </p:txBody>
      </p:sp>
      <p:sp>
        <p:nvSpPr>
          <p:cNvPr id="4099" name="Rectangle 4"/>
          <p:cNvSpPr>
            <a:spLocks noGrp="1"/>
          </p:cNvSpPr>
          <p:nvPr>
            <p:ph type="subTitle" idx="1"/>
          </p:nvPr>
        </p:nvSpPr>
        <p:spPr>
          <a:xfrm>
            <a:off x="609600" y="3657600"/>
            <a:ext cx="8001000" cy="1981200"/>
          </a:xfrm>
        </p:spPr>
        <p:txBody>
          <a:bodyPr vert="horz" wrap="square" lIns="91440" tIns="45720" rIns="91440" bIns="45720" anchor="t" anchorCtr="0"/>
          <a:p>
            <a:pPr algn="l" eaLnBrk="1" hangingPunct="1">
              <a:buSzTx/>
              <a:buFont typeface="Wingdings" panose="05000000000000000000" pitchFamily="2" charset="2"/>
              <a:buNone/>
            </a:pPr>
            <a:r>
              <a:rPr lang="zh-CN" altLang="en-US" sz="3200" b="1" dirty="0">
                <a:solidFill>
                  <a:schemeClr val="accent2"/>
                </a:solidFill>
                <a:latin typeface="华文琥珀" panose="02010800040101010101" pitchFamily="2" charset="-122"/>
                <a:ea typeface="华文琥珀" panose="02010800040101010101" pitchFamily="2" charset="-122"/>
                <a:cs typeface="+mn-cs"/>
              </a:rPr>
              <a:t>教材：</a:t>
            </a:r>
            <a:endParaRPr lang="zh-CN" altLang="en-US" sz="3200" b="1" dirty="0">
              <a:solidFill>
                <a:schemeClr val="accent2"/>
              </a:solidFill>
              <a:latin typeface="华文琥珀" panose="02010800040101010101" pitchFamily="2" charset="-122"/>
              <a:ea typeface="华文琥珀" panose="02010800040101010101" pitchFamily="2" charset="-122"/>
              <a:cs typeface="+mn-cs"/>
            </a:endParaRPr>
          </a:p>
          <a:p>
            <a:pPr algn="l" eaLnBrk="1" hangingPunct="1">
              <a:spcBef>
                <a:spcPct val="20000"/>
              </a:spcBef>
              <a:buSzTx/>
              <a:buFont typeface="Wingdings" panose="05000000000000000000" pitchFamily="2" charset="2"/>
              <a:buNone/>
            </a:pPr>
            <a:r>
              <a:rPr lang="zh-CN" altLang="en-US" sz="3000" b="1" dirty="0">
                <a:solidFill>
                  <a:srgbClr val="0000FF"/>
                </a:solidFill>
                <a:latin typeface="楷体_GB2312" pitchFamily="49" charset="-122"/>
                <a:ea typeface="楷体_GB2312" pitchFamily="49" charset="-122"/>
                <a:cs typeface="+mn-cs"/>
              </a:rPr>
              <a:t>     </a:t>
            </a:r>
            <a:r>
              <a:rPr lang="zh-CN" altLang="en-US" sz="3000" b="1" dirty="0">
                <a:solidFill>
                  <a:srgbClr val="0000FF"/>
                </a:solidFill>
                <a:latin typeface="Times New Roman" panose="02020603050405020304" pitchFamily="18" charset="0"/>
                <a:ea typeface="楷体_GB2312" pitchFamily="49" charset="-122"/>
                <a:cs typeface="+mn-cs"/>
              </a:rPr>
              <a:t>王万良</a:t>
            </a:r>
            <a:r>
              <a:rPr lang="en-US" altLang="zh-CN" sz="3000" b="1" dirty="0">
                <a:solidFill>
                  <a:srgbClr val="0000FF"/>
                </a:solidFill>
                <a:latin typeface="Times New Roman" panose="02020603050405020304" pitchFamily="18" charset="0"/>
                <a:ea typeface="楷体_GB2312" pitchFamily="49" charset="-122"/>
                <a:cs typeface="+mn-cs"/>
              </a:rPr>
              <a:t>《</a:t>
            </a:r>
            <a:r>
              <a:rPr lang="zh-CN" altLang="en-US" sz="3000" b="1" dirty="0">
                <a:solidFill>
                  <a:srgbClr val="0000FF"/>
                </a:solidFill>
                <a:latin typeface="Times New Roman" panose="02020603050405020304" pitchFamily="18" charset="0"/>
                <a:ea typeface="楷体_GB2312" pitchFamily="49" charset="-122"/>
                <a:cs typeface="+mn-cs"/>
              </a:rPr>
              <a:t>人工智能导论</a:t>
            </a:r>
            <a:r>
              <a:rPr lang="en-US" altLang="zh-CN" sz="3000" b="1" dirty="0">
                <a:solidFill>
                  <a:srgbClr val="0000FF"/>
                </a:solidFill>
                <a:latin typeface="Times New Roman" panose="02020603050405020304" pitchFamily="18" charset="0"/>
                <a:ea typeface="楷体_GB2312" pitchFamily="49" charset="-122"/>
                <a:cs typeface="+mn-cs"/>
              </a:rPr>
              <a:t>》</a:t>
            </a:r>
            <a:r>
              <a:rPr lang="zh-CN" altLang="en-US" sz="3000" b="1" dirty="0">
                <a:solidFill>
                  <a:srgbClr val="0000FF"/>
                </a:solidFill>
                <a:latin typeface="Times New Roman" panose="02020603050405020304" pitchFamily="18" charset="0"/>
                <a:ea typeface="楷体_GB2312" pitchFamily="49" charset="-122"/>
                <a:cs typeface="+mn-cs"/>
              </a:rPr>
              <a:t>（第</a:t>
            </a:r>
            <a:r>
              <a:rPr lang="en-US" altLang="zh-CN" sz="3000" b="1" dirty="0">
                <a:solidFill>
                  <a:srgbClr val="0000FF"/>
                </a:solidFill>
                <a:latin typeface="Times New Roman" panose="02020603050405020304" pitchFamily="18" charset="0"/>
                <a:ea typeface="楷体_GB2312" pitchFamily="49" charset="-122"/>
                <a:cs typeface="+mn-cs"/>
              </a:rPr>
              <a:t>5</a:t>
            </a:r>
            <a:r>
              <a:rPr lang="zh-CN" altLang="en-US" sz="3000" b="1" dirty="0">
                <a:solidFill>
                  <a:srgbClr val="0000FF"/>
                </a:solidFill>
                <a:latin typeface="Times New Roman" panose="02020603050405020304" pitchFamily="18" charset="0"/>
                <a:ea typeface="楷体_GB2312" pitchFamily="49" charset="-122"/>
                <a:cs typeface="+mn-cs"/>
              </a:rPr>
              <a:t>版）</a:t>
            </a:r>
            <a:endParaRPr lang="zh-CN" altLang="en-US" sz="3000" b="1" dirty="0">
              <a:solidFill>
                <a:srgbClr val="0000FF"/>
              </a:solidFill>
              <a:latin typeface="Times New Roman" panose="02020603050405020304" pitchFamily="18" charset="0"/>
              <a:ea typeface="楷体_GB2312" pitchFamily="49" charset="-122"/>
              <a:cs typeface="+mn-cs"/>
            </a:endParaRPr>
          </a:p>
          <a:p>
            <a:pPr algn="l" eaLnBrk="1" hangingPunct="1">
              <a:lnSpc>
                <a:spcPct val="150000"/>
              </a:lnSpc>
              <a:spcBef>
                <a:spcPct val="0"/>
              </a:spcBef>
              <a:buSzTx/>
              <a:buFont typeface="Wingdings" panose="05000000000000000000" pitchFamily="2" charset="2"/>
              <a:buNone/>
            </a:pPr>
            <a:r>
              <a:rPr lang="zh-CN" altLang="en-US" sz="3000" b="1" dirty="0">
                <a:solidFill>
                  <a:srgbClr val="0000FF"/>
                </a:solidFill>
                <a:latin typeface="Times New Roman" panose="02020603050405020304" pitchFamily="18" charset="0"/>
                <a:ea typeface="楷体_GB2312" pitchFamily="49" charset="-122"/>
                <a:cs typeface="+mn-cs"/>
              </a:rPr>
              <a:t>          高等教育出版社，</a:t>
            </a:r>
            <a:r>
              <a:rPr lang="en-US" altLang="zh-CN" sz="3000" b="1" dirty="0">
                <a:solidFill>
                  <a:srgbClr val="0000FF"/>
                </a:solidFill>
                <a:latin typeface="Times New Roman" panose="02020603050405020304" pitchFamily="18" charset="0"/>
                <a:ea typeface="楷体_GB2312" pitchFamily="49" charset="-122"/>
                <a:cs typeface="+mn-cs"/>
              </a:rPr>
              <a:t>2020</a:t>
            </a:r>
            <a:endParaRPr lang="en-US" altLang="zh-CN" sz="2400" b="1" dirty="0">
              <a:solidFill>
                <a:srgbClr val="0000FF"/>
              </a:solidFill>
              <a:latin typeface="Times New Roman" panose="02020603050405020304" pitchFamily="18" charset="0"/>
              <a:ea typeface="楷体_GB2312" pitchFamily="49" charset="-122"/>
              <a:cs typeface="+mn-cs"/>
            </a:endParaRPr>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灯片编号占位符 1"/>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6147" name="Rectangle 7"/>
          <p:cNvSpPr/>
          <p:nvPr/>
        </p:nvSpPr>
        <p:spPr>
          <a:xfrm>
            <a:off x="0" y="0"/>
            <a:ext cx="9144000" cy="765175"/>
          </a:xfrm>
          <a:prstGeom prst="rect">
            <a:avLst/>
          </a:prstGeom>
          <a:solidFill>
            <a:srgbClr val="A50021"/>
          </a:solidFill>
          <a:ln w="9525">
            <a:noFill/>
          </a:ln>
        </p:spPr>
        <p:txBody>
          <a:bodyPr anchor="b"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176530" eaLnBrk="1" hangingPunct="1">
              <a:spcBef>
                <a:spcPct val="0"/>
              </a:spcBef>
              <a:buClrTx/>
              <a:buFontTx/>
              <a:buNone/>
            </a:pPr>
            <a:r>
              <a:rPr lang="zh-CN" altLang="en-US" sz="3600" dirty="0">
                <a:solidFill>
                  <a:schemeClr val="bg1"/>
                </a:solidFill>
                <a:latin typeface="Times New Roman" panose="02020603050405020304" pitchFamily="18" charset="0"/>
                <a:ea typeface="黑体" panose="02010609060101010101" pitchFamily="49" charset="-122"/>
              </a:rPr>
              <a:t>第</a:t>
            </a:r>
            <a:r>
              <a:rPr lang="en-US" altLang="zh-CN" sz="3600" dirty="0">
                <a:solidFill>
                  <a:schemeClr val="bg1"/>
                </a:solidFill>
                <a:latin typeface="Times New Roman" panose="02020603050405020304" pitchFamily="18" charset="0"/>
                <a:ea typeface="黑体" panose="02010609060101010101" pitchFamily="49" charset="-122"/>
              </a:rPr>
              <a:t>3</a:t>
            </a:r>
            <a:r>
              <a:rPr lang="zh-CN" altLang="en-US" sz="3600" dirty="0">
                <a:solidFill>
                  <a:schemeClr val="bg1"/>
                </a:solidFill>
                <a:latin typeface="Times New Roman" panose="02020603050405020304" pitchFamily="18" charset="0"/>
                <a:ea typeface="黑体" panose="02010609060101010101" pitchFamily="49" charset="-122"/>
              </a:rPr>
              <a:t>章  确定性推理方法</a:t>
            </a:r>
            <a:endParaRPr lang="zh-CN" altLang="en-US" sz="3600" dirty="0">
              <a:solidFill>
                <a:schemeClr val="bg1"/>
              </a:solidFill>
              <a:latin typeface="Times New Roman" panose="02020603050405020304" pitchFamily="18" charset="0"/>
              <a:ea typeface="黑体" panose="02010609060101010101" pitchFamily="49" charset="-122"/>
            </a:endParaRPr>
          </a:p>
        </p:txBody>
      </p:sp>
      <p:sp>
        <p:nvSpPr>
          <p:cNvPr id="6148" name="Rectangle 8"/>
          <p:cNvSpPr/>
          <p:nvPr/>
        </p:nvSpPr>
        <p:spPr>
          <a:xfrm>
            <a:off x="304800" y="1066800"/>
            <a:ext cx="8566150" cy="5400675"/>
          </a:xfrm>
          <a:prstGeom prst="rect">
            <a:avLst/>
          </a:prstGeom>
          <a:noFill/>
          <a:ln w="9525">
            <a:noFill/>
          </a:ln>
        </p:spPr>
        <p:txBody>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469900" lvl="0" indent="-469900" eaLnBrk="1" hangingPunct="1">
              <a:lnSpc>
                <a:spcPct val="120000"/>
              </a:lnSpc>
              <a:spcBef>
                <a:spcPct val="20000"/>
              </a:spcBef>
            </a:pPr>
            <a:r>
              <a:rPr lang="zh-CN" altLang="en-US" sz="2800" b="1" dirty="0">
                <a:latin typeface="Times New Roman" panose="02020603050405020304" pitchFamily="18" charset="0"/>
              </a:rPr>
              <a:t>前面讨论了把知识用某种模式表示出来存储到计算机中去。但是，为使计算机具有智能，还必须使它具有思维能力。推理是求解问题的一种重要方法。因此，推理方法成为人工智能的一个重要研究课题。</a:t>
            </a:r>
            <a:endParaRPr lang="zh-CN" altLang="en-US" sz="2800" b="1" dirty="0">
              <a:latin typeface="Times New Roman" panose="02020603050405020304" pitchFamily="18" charset="0"/>
            </a:endParaRPr>
          </a:p>
          <a:p>
            <a:pPr marL="469900" lvl="0" indent="-469900" eaLnBrk="1" hangingPunct="1">
              <a:lnSpc>
                <a:spcPct val="120000"/>
              </a:lnSpc>
              <a:spcBef>
                <a:spcPct val="20000"/>
              </a:spcBef>
            </a:pPr>
            <a:r>
              <a:rPr lang="zh-CN" altLang="en-US" sz="2800" b="1" dirty="0">
                <a:latin typeface="Times New Roman" panose="02020603050405020304" pitchFamily="18" charset="0"/>
              </a:rPr>
              <a:t>下面首先讨论关于推理的基本概念，然后着重介绍鲁宾逊归结原理及其在机器定理证明和问题求解中的应用。鲁宾逊归结原理使定理证明能够在计算机上实现。</a:t>
            </a:r>
            <a:endParaRPr lang="zh-CN" altLang="en-US" sz="2800" b="1" dirty="0">
              <a:latin typeface="Times New Roman" panose="02020603050405020304" pitchFamily="18" charset="0"/>
            </a:endParaRPr>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灯片编号占位符 6"/>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graphicFrame>
        <p:nvGraphicFramePr>
          <p:cNvPr id="7171" name="Object 20"/>
          <p:cNvGraphicFramePr>
            <a:graphicFrameLocks noChangeAspect="1"/>
          </p:cNvGraphicFramePr>
          <p:nvPr>
            <p:ph sz="quarter" idx="4"/>
          </p:nvPr>
        </p:nvGraphicFramePr>
        <p:xfrm>
          <a:off x="2368550" y="1004888"/>
          <a:ext cx="3727450" cy="2424112"/>
        </p:xfrm>
        <a:graphic>
          <a:graphicData uri="http://schemas.openxmlformats.org/presentationml/2006/ole">
            <mc:AlternateContent xmlns:mc="http://schemas.openxmlformats.org/markup-compatibility/2006">
              <mc:Choice xmlns:v="urn:schemas-microsoft-com:vml" Requires="v">
                <p:oleObj spid="_x0000_s3077" name="" r:id="rId1" imgW="15059025" imgH="9791700" progId="SmartDraw.2">
                  <p:embed/>
                </p:oleObj>
              </mc:Choice>
              <mc:Fallback>
                <p:oleObj name="" r:id="rId1" imgW="15059025" imgH="9791700" progId="SmartDraw.2">
                  <p:embed/>
                  <p:pic>
                    <p:nvPicPr>
                      <p:cNvPr id="0" name="图片 3076"/>
                      <p:cNvPicPr/>
                      <p:nvPr/>
                    </p:nvPicPr>
                    <p:blipFill>
                      <a:blip r:embed="rId2"/>
                      <a:srcRect/>
                      <a:stretch>
                        <a:fillRect/>
                      </a:stretch>
                    </p:blipFill>
                    <p:spPr>
                      <a:xfrm>
                        <a:off x="2368550" y="1004888"/>
                        <a:ext cx="3727450" cy="2424112"/>
                      </a:xfrm>
                      <a:prstGeom prst="rect">
                        <a:avLst/>
                      </a:prstGeom>
                      <a:noFill/>
                      <a:ln w="38100">
                        <a:miter/>
                      </a:ln>
                    </p:spPr>
                  </p:pic>
                </p:oleObj>
              </mc:Fallback>
            </mc:AlternateContent>
          </a:graphicData>
        </a:graphic>
      </p:graphicFrame>
      <p:sp>
        <p:nvSpPr>
          <p:cNvPr id="7172" name="Rectangle 4"/>
          <p:cNvSpPr/>
          <p:nvPr/>
        </p:nvSpPr>
        <p:spPr>
          <a:xfrm>
            <a:off x="0" y="0"/>
            <a:ext cx="9144000" cy="765175"/>
          </a:xfrm>
          <a:prstGeom prst="rect">
            <a:avLst/>
          </a:prstGeom>
          <a:solidFill>
            <a:srgbClr val="A50021"/>
          </a:solidFill>
          <a:ln w="9525">
            <a:noFill/>
          </a:ln>
        </p:spPr>
        <p:txBody>
          <a:bodyPr anchor="b"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3"/>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176530" eaLnBrk="1" hangingPunct="1">
              <a:spcBef>
                <a:spcPct val="0"/>
              </a:spcBef>
              <a:buClrTx/>
              <a:buFontTx/>
              <a:buNone/>
            </a:pPr>
            <a:r>
              <a:rPr lang="zh-CN" altLang="en-US" sz="3400" b="1" dirty="0">
                <a:solidFill>
                  <a:schemeClr val="bg1"/>
                </a:solidFill>
              </a:rPr>
              <a:t>第</a:t>
            </a:r>
            <a:r>
              <a:rPr lang="en-US" altLang="zh-CN" sz="3400" b="1" dirty="0">
                <a:solidFill>
                  <a:schemeClr val="bg1"/>
                </a:solidFill>
              </a:rPr>
              <a:t>3</a:t>
            </a:r>
            <a:r>
              <a:rPr lang="zh-CN" altLang="en-US" sz="3400" b="1" dirty="0">
                <a:solidFill>
                  <a:schemeClr val="bg1"/>
                </a:solidFill>
              </a:rPr>
              <a:t>章  确定性推理方法</a:t>
            </a:r>
            <a:endParaRPr lang="zh-CN" altLang="en-US" sz="3400" b="1" dirty="0">
              <a:solidFill>
                <a:schemeClr val="bg1"/>
              </a:solidFill>
            </a:endParaRPr>
          </a:p>
        </p:txBody>
      </p:sp>
      <p:sp>
        <p:nvSpPr>
          <p:cNvPr id="7173" name="Rectangle 18"/>
          <p:cNvSpPr>
            <a:spLocks noGrp="1"/>
          </p:cNvSpPr>
          <p:nvPr>
            <p:ph type="title" sz="quarter"/>
          </p:nvPr>
        </p:nvSpPr>
        <p:spPr/>
        <p:txBody>
          <a:bodyPr vert="horz" wrap="square" lIns="91440" tIns="45720" rIns="91440" bIns="45720" anchor="b" anchorCtr="0"/>
          <a:p>
            <a:pPr eaLnBrk="1" hangingPunct="1"/>
            <a:r>
              <a:rPr lang="zh-CN" altLang="en-US" sz="3600" b="0" dirty="0">
                <a:latin typeface="Times New Roman" panose="02020603050405020304" pitchFamily="18" charset="0"/>
                <a:ea typeface="黑体" panose="02010609060101010101" pitchFamily="49" charset="-122"/>
              </a:rPr>
              <a:t>第</a:t>
            </a:r>
            <a:r>
              <a:rPr lang="en-US" altLang="zh-CN" sz="3600" b="0" dirty="0">
                <a:latin typeface="Times New Roman" panose="02020603050405020304" pitchFamily="18" charset="0"/>
                <a:ea typeface="黑体" panose="02010609060101010101" pitchFamily="49" charset="-122"/>
              </a:rPr>
              <a:t>3</a:t>
            </a:r>
            <a:r>
              <a:rPr lang="zh-CN" altLang="en-US" sz="3600" b="0" dirty="0">
                <a:latin typeface="Times New Roman" panose="02020603050405020304" pitchFamily="18" charset="0"/>
                <a:ea typeface="黑体" panose="02010609060101010101" pitchFamily="49" charset="-122"/>
              </a:rPr>
              <a:t>章  确定性推理方法</a:t>
            </a:r>
            <a:endParaRPr lang="zh-CN" altLang="en-US" sz="3600" b="0" dirty="0">
              <a:latin typeface="Times New Roman" panose="02020603050405020304" pitchFamily="18" charset="0"/>
              <a:ea typeface="黑体" panose="02010609060101010101" pitchFamily="49" charset="-122"/>
            </a:endParaRPr>
          </a:p>
        </p:txBody>
      </p:sp>
      <p:graphicFrame>
        <p:nvGraphicFramePr>
          <p:cNvPr id="122889" name="Object 9"/>
          <p:cNvGraphicFramePr>
            <a:graphicFrameLocks noChangeAspect="1"/>
          </p:cNvGraphicFramePr>
          <p:nvPr>
            <p:ph sz="quarter" idx="1"/>
          </p:nvPr>
        </p:nvGraphicFramePr>
        <p:xfrm>
          <a:off x="1295400" y="2971800"/>
          <a:ext cx="6781800" cy="3505200"/>
        </p:xfrm>
        <a:graphic>
          <a:graphicData uri="http://schemas.openxmlformats.org/presentationml/2006/ole">
            <mc:AlternateContent xmlns:mc="http://schemas.openxmlformats.org/markup-compatibility/2006">
              <mc:Choice xmlns:v="urn:schemas-microsoft-com:vml" Requires="v">
                <p:oleObj spid="_x0000_s3076" name="" r:id="rId4" imgW="16192500" imgH="8943975" progId="SmartDraw.2">
                  <p:embed/>
                </p:oleObj>
              </mc:Choice>
              <mc:Fallback>
                <p:oleObj name="" r:id="rId4" imgW="16192500" imgH="8943975" progId="SmartDraw.2">
                  <p:embed/>
                  <p:pic>
                    <p:nvPicPr>
                      <p:cNvPr id="0" name="图片 3075"/>
                      <p:cNvPicPr/>
                      <p:nvPr/>
                    </p:nvPicPr>
                    <p:blipFill>
                      <a:blip r:embed="rId5"/>
                      <a:srcRect/>
                      <a:stretch>
                        <a:fillRect/>
                      </a:stretch>
                    </p:blipFill>
                    <p:spPr>
                      <a:xfrm>
                        <a:off x="1295400" y="2971800"/>
                        <a:ext cx="6781800" cy="3505200"/>
                      </a:xfrm>
                      <a:prstGeom prst="rect">
                        <a:avLst/>
                      </a:prstGeom>
                      <a:noFill/>
                      <a:ln w="38100">
                        <a:miter/>
                      </a:ln>
                    </p:spPr>
                  </p:pic>
                </p:oleObj>
              </mc:Fallback>
            </mc:AlternateContent>
          </a:graphicData>
        </a:graphic>
      </p:graphicFrame>
      <p:graphicFrame>
        <p:nvGraphicFramePr>
          <p:cNvPr id="122897" name="Object 17"/>
          <p:cNvGraphicFramePr>
            <a:graphicFrameLocks noChangeAspect="1"/>
          </p:cNvGraphicFramePr>
          <p:nvPr>
            <p:ph sz="quarter" idx="3"/>
          </p:nvPr>
        </p:nvGraphicFramePr>
        <p:xfrm>
          <a:off x="2286000" y="955675"/>
          <a:ext cx="3803650" cy="2473325"/>
        </p:xfrm>
        <a:graphic>
          <a:graphicData uri="http://schemas.openxmlformats.org/presentationml/2006/ole">
            <mc:AlternateContent xmlns:mc="http://schemas.openxmlformats.org/markup-compatibility/2006">
              <mc:Choice xmlns:v="urn:schemas-microsoft-com:vml" Requires="v">
                <p:oleObj spid="_x0000_s3078" name="" r:id="rId6" imgW="15059025" imgH="9791700" progId="SmartDraw.2">
                  <p:embed/>
                </p:oleObj>
              </mc:Choice>
              <mc:Fallback>
                <p:oleObj name="" r:id="rId6" imgW="15059025" imgH="9791700" progId="SmartDraw.2">
                  <p:embed/>
                  <p:pic>
                    <p:nvPicPr>
                      <p:cNvPr id="0" name="图片 3077"/>
                      <p:cNvPicPr/>
                      <p:nvPr/>
                    </p:nvPicPr>
                    <p:blipFill>
                      <a:blip r:embed="rId7"/>
                      <a:srcRect/>
                      <a:stretch>
                        <a:fillRect/>
                      </a:stretch>
                    </p:blipFill>
                    <p:spPr>
                      <a:xfrm>
                        <a:off x="2286000" y="955675"/>
                        <a:ext cx="3803650" cy="2473325"/>
                      </a:xfrm>
                      <a:prstGeom prst="rect">
                        <a:avLst/>
                      </a:prstGeom>
                      <a:noFill/>
                      <a:ln w="38100">
                        <a:miter/>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897"/>
                                        </p:tgtEl>
                                        <p:attrNameLst>
                                          <p:attrName>style.visibility</p:attrName>
                                        </p:attrNameLst>
                                      </p:cBhvr>
                                      <p:to>
                                        <p:strVal val="visible"/>
                                      </p:to>
                                    </p:set>
                                  </p:childTnLst>
                                </p:cTn>
                              </p:par>
                            </p:childTnLst>
                          </p:cTn>
                        </p:par>
                        <p:par>
                          <p:cTn id="7" fill="hold">
                            <p:stCondLst>
                              <p:cond delay="0"/>
                            </p:stCondLst>
                            <p:childTnLst>
                              <p:par>
                                <p:cTn id="8" presetID="4" presetClass="entr" presetSubtype="16" fill="hold" nodeType="afterEffect">
                                  <p:stCondLst>
                                    <p:cond delay="0"/>
                                  </p:stCondLst>
                                  <p:childTnLst>
                                    <p:set>
                                      <p:cBhvr>
                                        <p:cTn id="9" dur="1" fill="hold">
                                          <p:stCondLst>
                                            <p:cond delay="0"/>
                                          </p:stCondLst>
                                        </p:cTn>
                                        <p:tgtEl>
                                          <p:spTgt spid="122889"/>
                                        </p:tgtEl>
                                        <p:attrNameLst>
                                          <p:attrName>style.visibility</p:attrName>
                                        </p:attrNameLst>
                                      </p:cBhvr>
                                      <p:to>
                                        <p:strVal val="visible"/>
                                      </p:to>
                                    </p:set>
                                    <p:animEffect transition="in" filter="box(in)">
                                      <p:cBhvr>
                                        <p:cTn id="10" dur="500"/>
                                        <p:tgtEl>
                                          <p:spTgt spid="1228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grpSp>
        <p:nvGrpSpPr>
          <p:cNvPr id="2" name="Group 2"/>
          <p:cNvGrpSpPr/>
          <p:nvPr/>
        </p:nvGrpSpPr>
        <p:grpSpPr>
          <a:xfrm>
            <a:off x="457200" y="2362200"/>
            <a:ext cx="8001000" cy="3429000"/>
            <a:chOff x="576" y="1488"/>
            <a:chExt cx="4512" cy="2160"/>
          </a:xfrm>
        </p:grpSpPr>
        <p:sp>
          <p:nvSpPr>
            <p:cNvPr id="8198" name="AutoShape 3"/>
            <p:cNvSpPr/>
            <p:nvPr/>
          </p:nvSpPr>
          <p:spPr>
            <a:xfrm>
              <a:off x="576" y="1488"/>
              <a:ext cx="3888" cy="2064"/>
            </a:xfrm>
            <a:prstGeom prst="rightArrowCallout">
              <a:avLst>
                <a:gd name="adj1" fmla="val 18796"/>
                <a:gd name="adj2" fmla="val 24564"/>
                <a:gd name="adj3" fmla="val 19238"/>
                <a:gd name="adj4" fmla="val 84130"/>
              </a:avLst>
            </a:prstGeom>
            <a:solidFill>
              <a:srgbClr val="CCFFCC"/>
            </a:soli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199" name="Text Box 4"/>
            <p:cNvSpPr txBox="1"/>
            <p:nvPr/>
          </p:nvSpPr>
          <p:spPr>
            <a:xfrm>
              <a:off x="4560" y="1501"/>
              <a:ext cx="528" cy="2147"/>
            </a:xfrm>
            <a:prstGeom prst="rect">
              <a:avLst/>
            </a:prstGeom>
            <a:solidFill>
              <a:srgbClr val="FFFF99"/>
            </a:solidFill>
            <a:ln w="9525" cap="flat" cmpd="sng">
              <a:solidFill>
                <a:srgbClr val="808080"/>
              </a:solidFill>
              <a:prstDash val="solid"/>
              <a:miter/>
              <a:headEnd type="none" w="med" len="med"/>
              <a:tailEnd type="none" w="med" len="med"/>
            </a:ln>
          </p:spPr>
          <p:txBody>
            <a:bodyPr anchor="ctr" anchorCtr="1">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30000"/>
                </a:spcBef>
                <a:buClrTx/>
                <a:buFontTx/>
                <a:buNone/>
              </a:pPr>
              <a:r>
                <a:rPr lang="zh-CN" altLang="en-US" sz="2900" b="1" dirty="0"/>
                <a:t>归</a:t>
              </a:r>
              <a:endParaRPr lang="zh-CN" altLang="en-US" sz="2900" b="1" dirty="0"/>
            </a:p>
            <a:p>
              <a:pPr marL="0" lvl="0" indent="0" eaLnBrk="1" hangingPunct="1">
                <a:spcBef>
                  <a:spcPct val="30000"/>
                </a:spcBef>
                <a:buClrTx/>
                <a:buFontTx/>
                <a:buNone/>
              </a:pPr>
              <a:r>
                <a:rPr lang="zh-CN" altLang="en-US" sz="2900" b="1" dirty="0"/>
                <a:t>结</a:t>
              </a:r>
              <a:endParaRPr lang="zh-CN" altLang="en-US" sz="2900" b="1" dirty="0"/>
            </a:p>
            <a:p>
              <a:pPr marL="0" lvl="0" indent="0" eaLnBrk="1" hangingPunct="1">
                <a:spcBef>
                  <a:spcPct val="30000"/>
                </a:spcBef>
                <a:buClrTx/>
                <a:buFontTx/>
                <a:buNone/>
              </a:pPr>
              <a:r>
                <a:rPr lang="zh-CN" altLang="en-US" sz="2900" b="1" dirty="0"/>
                <a:t>演</a:t>
              </a:r>
              <a:endParaRPr lang="zh-CN" altLang="en-US" sz="2900" b="1" dirty="0"/>
            </a:p>
            <a:p>
              <a:pPr marL="0" lvl="0" indent="0" eaLnBrk="1" hangingPunct="1">
                <a:spcBef>
                  <a:spcPct val="30000"/>
                </a:spcBef>
                <a:buClrTx/>
                <a:buFontTx/>
                <a:buNone/>
              </a:pPr>
              <a:r>
                <a:rPr lang="zh-CN" altLang="en-US" sz="2900" b="1" dirty="0"/>
                <a:t>绎</a:t>
              </a:r>
              <a:endParaRPr lang="zh-CN" altLang="en-US" sz="2900" b="1" dirty="0"/>
            </a:p>
            <a:p>
              <a:pPr marL="0" lvl="0" indent="0" eaLnBrk="1" hangingPunct="1">
                <a:spcBef>
                  <a:spcPct val="30000"/>
                </a:spcBef>
                <a:buClrTx/>
                <a:buFontTx/>
                <a:buNone/>
              </a:pPr>
              <a:r>
                <a:rPr lang="zh-CN" altLang="en-US" sz="2900" b="1" dirty="0"/>
                <a:t>推</a:t>
              </a:r>
              <a:endParaRPr lang="zh-CN" altLang="en-US" sz="2900" b="1" dirty="0"/>
            </a:p>
            <a:p>
              <a:pPr marL="0" lvl="0" indent="0" eaLnBrk="1" hangingPunct="1">
                <a:spcBef>
                  <a:spcPct val="30000"/>
                </a:spcBef>
                <a:buClrTx/>
                <a:buFontTx/>
                <a:buNone/>
              </a:pPr>
              <a:r>
                <a:rPr lang="zh-CN" altLang="en-US" sz="2900" b="1" dirty="0"/>
                <a:t>理</a:t>
              </a:r>
              <a:endParaRPr lang="zh-CN" altLang="en-US" sz="2900" b="1" dirty="0"/>
            </a:p>
          </p:txBody>
        </p:sp>
      </p:grpSp>
      <p:sp>
        <p:nvSpPr>
          <p:cNvPr id="8196" name="Rectangle 5"/>
          <p:cNvSpPr>
            <a:spLocks noGrp="1"/>
          </p:cNvSpPr>
          <p:nvPr>
            <p:ph type="title"/>
          </p:nvPr>
        </p:nvSpPr>
        <p:spPr/>
        <p:txBody>
          <a:bodyPr vert="horz" wrap="square" lIns="91440" tIns="45720" rIns="91440" bIns="45720" anchor="b" anchorCtr="0"/>
          <a:p>
            <a:pPr eaLnBrk="1" hangingPunct="1"/>
            <a:r>
              <a:rPr lang="zh-CN" altLang="en-US" sz="3600" b="0" dirty="0">
                <a:latin typeface="Times New Roman" panose="02020603050405020304" pitchFamily="18" charset="0"/>
                <a:ea typeface="黑体" panose="02010609060101010101" pitchFamily="49" charset="-122"/>
              </a:rPr>
              <a:t>第</a:t>
            </a:r>
            <a:r>
              <a:rPr lang="en-US" altLang="zh-CN" sz="3600" b="0" dirty="0">
                <a:latin typeface="Times New Roman" panose="02020603050405020304" pitchFamily="18" charset="0"/>
                <a:ea typeface="黑体" panose="02010609060101010101" pitchFamily="49" charset="-122"/>
              </a:rPr>
              <a:t>3</a:t>
            </a:r>
            <a:r>
              <a:rPr lang="zh-CN" altLang="en-US" sz="3600" b="0" dirty="0">
                <a:latin typeface="Times New Roman" panose="02020603050405020304" pitchFamily="18" charset="0"/>
                <a:ea typeface="黑体" panose="02010609060101010101" pitchFamily="49" charset="-122"/>
              </a:rPr>
              <a:t>章  确定性推理方法</a:t>
            </a:r>
            <a:endParaRPr lang="zh-CN" altLang="en-US" sz="3600" b="0" dirty="0">
              <a:latin typeface="Times New Roman" panose="02020603050405020304" pitchFamily="18" charset="0"/>
              <a:ea typeface="黑体" panose="02010609060101010101" pitchFamily="49" charset="-122"/>
            </a:endParaRPr>
          </a:p>
        </p:txBody>
      </p:sp>
      <p:sp>
        <p:nvSpPr>
          <p:cNvPr id="8197" name="Rectangle 6"/>
          <p:cNvSpPr>
            <a:spLocks noGrp="1"/>
          </p:cNvSpPr>
          <p:nvPr>
            <p:ph idx="1"/>
          </p:nvPr>
        </p:nvSpPr>
        <p:spPr>
          <a:xfrm>
            <a:off x="425450" y="908050"/>
            <a:ext cx="8642350" cy="5400675"/>
          </a:xfrm>
        </p:spPr>
        <p:txBody>
          <a:bodyPr vert="horz" wrap="square" lIns="91440" tIns="45720" rIns="91440" bIns="45720" anchor="t" anchorCtr="0"/>
          <a:p>
            <a:pPr eaLnBrk="1" hangingPunct="1">
              <a:lnSpc>
                <a:spcPct val="120000"/>
              </a:lnSpc>
            </a:pPr>
            <a:r>
              <a:rPr lang="en-US" altLang="zh-CN" sz="2800" b="1" dirty="0">
                <a:latin typeface="Times New Roman" panose="02020603050405020304" pitchFamily="18" charset="0"/>
              </a:rPr>
              <a:t>3.1  </a:t>
            </a:r>
            <a:r>
              <a:rPr lang="zh-CN" altLang="en-US" sz="2800" b="1" dirty="0">
                <a:latin typeface="Times New Roman" panose="02020603050405020304" pitchFamily="18" charset="0"/>
              </a:rPr>
              <a:t>推理的基本概念 </a:t>
            </a:r>
            <a:endParaRPr lang="zh-CN" altLang="en-US" sz="2800" b="1" dirty="0">
              <a:latin typeface="Times New Roman" panose="02020603050405020304" pitchFamily="18" charset="0"/>
            </a:endParaRPr>
          </a:p>
          <a:p>
            <a:pPr eaLnBrk="1" hangingPunct="1">
              <a:lnSpc>
                <a:spcPct val="120000"/>
              </a:lnSpc>
            </a:pPr>
            <a:r>
              <a:rPr lang="en-US" altLang="zh-CN" sz="2800" b="1" dirty="0">
                <a:latin typeface="Times New Roman" panose="02020603050405020304" pitchFamily="18" charset="0"/>
              </a:rPr>
              <a:t>3.2  </a:t>
            </a:r>
            <a:r>
              <a:rPr lang="zh-CN" altLang="en-US" sz="2800" b="1" dirty="0">
                <a:latin typeface="Times New Roman" panose="02020603050405020304" pitchFamily="18" charset="0"/>
              </a:rPr>
              <a:t>自然演绎推理 </a:t>
            </a:r>
            <a:endParaRPr lang="zh-CN" altLang="en-US" sz="2800" b="1" dirty="0">
              <a:latin typeface="Times New Roman" panose="02020603050405020304" pitchFamily="18" charset="0"/>
            </a:endParaRPr>
          </a:p>
          <a:p>
            <a:pPr eaLnBrk="1" hangingPunct="1">
              <a:lnSpc>
                <a:spcPct val="120000"/>
              </a:lnSpc>
            </a:pPr>
            <a:r>
              <a:rPr lang="en-US" altLang="zh-CN" sz="2800" b="1" dirty="0">
                <a:latin typeface="Times New Roman" panose="02020603050405020304" pitchFamily="18" charset="0"/>
              </a:rPr>
              <a:t>3.3  </a:t>
            </a:r>
            <a:r>
              <a:rPr lang="zh-CN" altLang="en-US" sz="2800" b="1" dirty="0">
                <a:latin typeface="Times New Roman" panose="02020603050405020304" pitchFamily="18" charset="0"/>
              </a:rPr>
              <a:t>谓词公式化为子句集的方法</a:t>
            </a:r>
            <a:endParaRPr lang="zh-CN" altLang="en-US" sz="2800" b="1" dirty="0">
              <a:latin typeface="Times New Roman" panose="02020603050405020304" pitchFamily="18" charset="0"/>
            </a:endParaRPr>
          </a:p>
          <a:p>
            <a:pPr eaLnBrk="1" hangingPunct="1">
              <a:lnSpc>
                <a:spcPct val="120000"/>
              </a:lnSpc>
            </a:pPr>
            <a:r>
              <a:rPr lang="en-US" altLang="zh-CN" sz="2800" b="1" dirty="0">
                <a:latin typeface="Times New Roman" panose="02020603050405020304" pitchFamily="18" charset="0"/>
              </a:rPr>
              <a:t>3.4  </a:t>
            </a:r>
            <a:r>
              <a:rPr lang="zh-CN" altLang="en-US" sz="2800" b="1" dirty="0">
                <a:latin typeface="Times New Roman" panose="02020603050405020304" pitchFamily="18" charset="0"/>
              </a:rPr>
              <a:t>鲁宾逊归结原理</a:t>
            </a:r>
            <a:endParaRPr lang="zh-CN" altLang="en-US" sz="2800" b="1" dirty="0">
              <a:latin typeface="Times New Roman" panose="02020603050405020304" pitchFamily="18" charset="0"/>
            </a:endParaRPr>
          </a:p>
          <a:p>
            <a:pPr eaLnBrk="1" hangingPunct="1">
              <a:lnSpc>
                <a:spcPct val="120000"/>
              </a:lnSpc>
            </a:pPr>
            <a:r>
              <a:rPr lang="en-US" altLang="zh-CN" sz="2800" b="1" dirty="0">
                <a:latin typeface="Times New Roman" panose="02020603050405020304" pitchFamily="18" charset="0"/>
              </a:rPr>
              <a:t>3.5  </a:t>
            </a:r>
            <a:r>
              <a:rPr lang="zh-CN" altLang="en-US" sz="2800" b="1" dirty="0">
                <a:latin typeface="Times New Roman" panose="02020603050405020304" pitchFamily="18" charset="0"/>
              </a:rPr>
              <a:t>归结反演</a:t>
            </a:r>
            <a:endParaRPr lang="zh-CN" altLang="en-US" sz="2800" b="1" dirty="0">
              <a:latin typeface="Times New Roman" panose="02020603050405020304" pitchFamily="18" charset="0"/>
            </a:endParaRPr>
          </a:p>
          <a:p>
            <a:pPr eaLnBrk="1" hangingPunct="1">
              <a:lnSpc>
                <a:spcPct val="120000"/>
              </a:lnSpc>
            </a:pPr>
            <a:r>
              <a:rPr lang="en-US" altLang="zh-CN" sz="2800" b="1" dirty="0">
                <a:latin typeface="Times New Roman" panose="02020603050405020304" pitchFamily="18" charset="0"/>
              </a:rPr>
              <a:t>3.6  </a:t>
            </a:r>
            <a:r>
              <a:rPr lang="zh-CN" altLang="en-US" sz="2800" b="1" dirty="0">
                <a:latin typeface="Times New Roman" panose="02020603050405020304" pitchFamily="18" charset="0"/>
              </a:rPr>
              <a:t>应用归结反演求解问题 </a:t>
            </a:r>
            <a:endParaRPr lang="zh-CN" altLang="en-US" sz="2800" b="1"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grpSp>
        <p:nvGrpSpPr>
          <p:cNvPr id="9219" name="Group 2"/>
          <p:cNvGrpSpPr/>
          <p:nvPr/>
        </p:nvGrpSpPr>
        <p:grpSpPr>
          <a:xfrm>
            <a:off x="457200" y="2362200"/>
            <a:ext cx="8001000" cy="3429000"/>
            <a:chOff x="576" y="1488"/>
            <a:chExt cx="4512" cy="2160"/>
          </a:xfrm>
        </p:grpSpPr>
        <p:sp>
          <p:nvSpPr>
            <p:cNvPr id="9222" name="AutoShape 3"/>
            <p:cNvSpPr/>
            <p:nvPr/>
          </p:nvSpPr>
          <p:spPr>
            <a:xfrm>
              <a:off x="576" y="1488"/>
              <a:ext cx="3888" cy="2064"/>
            </a:xfrm>
            <a:prstGeom prst="rightArrowCallout">
              <a:avLst>
                <a:gd name="adj1" fmla="val 18796"/>
                <a:gd name="adj2" fmla="val 24564"/>
                <a:gd name="adj3" fmla="val 19238"/>
                <a:gd name="adj4" fmla="val 84130"/>
              </a:avLst>
            </a:prstGeom>
            <a:solidFill>
              <a:srgbClr val="CCFFCC"/>
            </a:soli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9223" name="Text Box 4"/>
            <p:cNvSpPr txBox="1"/>
            <p:nvPr/>
          </p:nvSpPr>
          <p:spPr>
            <a:xfrm>
              <a:off x="4560" y="1501"/>
              <a:ext cx="528" cy="2147"/>
            </a:xfrm>
            <a:prstGeom prst="rect">
              <a:avLst/>
            </a:prstGeom>
            <a:solidFill>
              <a:srgbClr val="FFFF99"/>
            </a:solidFill>
            <a:ln w="9525" cap="flat" cmpd="sng">
              <a:solidFill>
                <a:srgbClr val="808080"/>
              </a:solidFill>
              <a:prstDash val="solid"/>
              <a:miter/>
              <a:headEnd type="none" w="med" len="med"/>
              <a:tailEnd type="none" w="med" len="med"/>
            </a:ln>
          </p:spPr>
          <p:txBody>
            <a:bodyPr anchor="ctr" anchorCtr="1">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30000"/>
                </a:spcBef>
                <a:buClrTx/>
                <a:buFontTx/>
                <a:buNone/>
              </a:pPr>
              <a:r>
                <a:rPr lang="zh-CN" altLang="en-US" sz="2900" b="1" dirty="0"/>
                <a:t>归</a:t>
              </a:r>
              <a:endParaRPr lang="zh-CN" altLang="en-US" sz="2900" b="1" dirty="0"/>
            </a:p>
            <a:p>
              <a:pPr marL="0" lvl="0" indent="0" eaLnBrk="1" hangingPunct="1">
                <a:spcBef>
                  <a:spcPct val="30000"/>
                </a:spcBef>
                <a:buClrTx/>
                <a:buFontTx/>
                <a:buNone/>
              </a:pPr>
              <a:r>
                <a:rPr lang="zh-CN" altLang="en-US" sz="2900" b="1" dirty="0"/>
                <a:t>结</a:t>
              </a:r>
              <a:endParaRPr lang="zh-CN" altLang="en-US" sz="2900" b="1" dirty="0"/>
            </a:p>
            <a:p>
              <a:pPr marL="0" lvl="0" indent="0" eaLnBrk="1" hangingPunct="1">
                <a:spcBef>
                  <a:spcPct val="30000"/>
                </a:spcBef>
                <a:buClrTx/>
                <a:buFontTx/>
                <a:buNone/>
              </a:pPr>
              <a:r>
                <a:rPr lang="zh-CN" altLang="en-US" sz="2900" b="1" dirty="0"/>
                <a:t>演</a:t>
              </a:r>
              <a:endParaRPr lang="zh-CN" altLang="en-US" sz="2900" b="1" dirty="0"/>
            </a:p>
            <a:p>
              <a:pPr marL="0" lvl="0" indent="0" eaLnBrk="1" hangingPunct="1">
                <a:spcBef>
                  <a:spcPct val="30000"/>
                </a:spcBef>
                <a:buClrTx/>
                <a:buFontTx/>
                <a:buNone/>
              </a:pPr>
              <a:r>
                <a:rPr lang="zh-CN" altLang="en-US" sz="2900" b="1" dirty="0"/>
                <a:t>绎</a:t>
              </a:r>
              <a:endParaRPr lang="zh-CN" altLang="en-US" sz="2900" b="1" dirty="0"/>
            </a:p>
            <a:p>
              <a:pPr marL="0" lvl="0" indent="0" eaLnBrk="1" hangingPunct="1">
                <a:spcBef>
                  <a:spcPct val="30000"/>
                </a:spcBef>
                <a:buClrTx/>
                <a:buFontTx/>
                <a:buNone/>
              </a:pPr>
              <a:r>
                <a:rPr lang="zh-CN" altLang="en-US" sz="2900" b="1" dirty="0"/>
                <a:t>推</a:t>
              </a:r>
              <a:endParaRPr lang="zh-CN" altLang="en-US" sz="2900" b="1" dirty="0"/>
            </a:p>
            <a:p>
              <a:pPr marL="0" lvl="0" indent="0" eaLnBrk="1" hangingPunct="1">
                <a:spcBef>
                  <a:spcPct val="30000"/>
                </a:spcBef>
                <a:buClrTx/>
                <a:buFontTx/>
                <a:buNone/>
              </a:pPr>
              <a:r>
                <a:rPr lang="zh-CN" altLang="en-US" sz="2900" b="1" dirty="0"/>
                <a:t>理</a:t>
              </a:r>
              <a:endParaRPr lang="zh-CN" altLang="en-US" sz="2900" b="1" dirty="0"/>
            </a:p>
          </p:txBody>
        </p:sp>
      </p:grpSp>
      <p:sp>
        <p:nvSpPr>
          <p:cNvPr id="9220" name="Rectangle 5"/>
          <p:cNvSpPr>
            <a:spLocks noGrp="1"/>
          </p:cNvSpPr>
          <p:nvPr>
            <p:ph type="title"/>
          </p:nvPr>
        </p:nvSpPr>
        <p:spPr/>
        <p:txBody>
          <a:bodyPr vert="horz" wrap="square" lIns="91440" tIns="45720" rIns="91440" bIns="45720" anchor="b" anchorCtr="0"/>
          <a:p>
            <a:pPr eaLnBrk="1" hangingPunct="1"/>
            <a:r>
              <a:rPr lang="zh-CN" altLang="en-US" sz="3600" b="0" dirty="0">
                <a:latin typeface="Times New Roman" panose="02020603050405020304" pitchFamily="18" charset="0"/>
                <a:ea typeface="黑体" panose="02010609060101010101" pitchFamily="49" charset="-122"/>
              </a:rPr>
              <a:t>第</a:t>
            </a:r>
            <a:r>
              <a:rPr lang="en-US" altLang="zh-CN" sz="3600" b="0" dirty="0">
                <a:latin typeface="Times New Roman" panose="02020603050405020304" pitchFamily="18" charset="0"/>
                <a:ea typeface="黑体" panose="02010609060101010101" pitchFamily="49" charset="-122"/>
              </a:rPr>
              <a:t>3</a:t>
            </a:r>
            <a:r>
              <a:rPr lang="zh-CN" altLang="en-US" sz="3600" b="0" dirty="0">
                <a:latin typeface="Times New Roman" panose="02020603050405020304" pitchFamily="18" charset="0"/>
                <a:ea typeface="黑体" panose="02010609060101010101" pitchFamily="49" charset="-122"/>
              </a:rPr>
              <a:t>章  确定性推理方法</a:t>
            </a:r>
            <a:endParaRPr lang="zh-CN" altLang="en-US" sz="3600" b="0" dirty="0">
              <a:latin typeface="Times New Roman" panose="02020603050405020304" pitchFamily="18" charset="0"/>
              <a:ea typeface="黑体" panose="02010609060101010101" pitchFamily="49" charset="-122"/>
            </a:endParaRPr>
          </a:p>
        </p:txBody>
      </p:sp>
      <p:sp>
        <p:nvSpPr>
          <p:cNvPr id="9221" name="Rectangle 6"/>
          <p:cNvSpPr>
            <a:spLocks noGrp="1"/>
          </p:cNvSpPr>
          <p:nvPr>
            <p:ph idx="1"/>
          </p:nvPr>
        </p:nvSpPr>
        <p:spPr>
          <a:xfrm>
            <a:off x="425450" y="908050"/>
            <a:ext cx="8642350" cy="5400675"/>
          </a:xfrm>
        </p:spPr>
        <p:txBody>
          <a:bodyPr vert="horz" wrap="square" lIns="91440" tIns="45720" rIns="91440" bIns="45720" anchor="t" anchorCtr="0"/>
          <a:p>
            <a:pPr eaLnBrk="1" hangingPunct="1">
              <a:lnSpc>
                <a:spcPct val="120000"/>
              </a:lnSpc>
              <a:buClr>
                <a:srgbClr val="0000FF"/>
              </a:buClr>
              <a:buSzPct val="150000"/>
              <a:buFont typeface="Wingdings" panose="05000000000000000000" pitchFamily="2" charset="2"/>
              <a:buChar char="ü"/>
            </a:pPr>
            <a:r>
              <a:rPr lang="en-US" altLang="zh-CN" sz="2800" b="1" dirty="0">
                <a:solidFill>
                  <a:srgbClr val="0000FF"/>
                </a:solidFill>
                <a:latin typeface="Times New Roman" panose="02020603050405020304" pitchFamily="18" charset="0"/>
              </a:rPr>
              <a:t>3.1  </a:t>
            </a:r>
            <a:r>
              <a:rPr lang="zh-CN" altLang="en-US" sz="2800" b="1" dirty="0">
                <a:solidFill>
                  <a:srgbClr val="0000FF"/>
                </a:solidFill>
                <a:latin typeface="Times New Roman" panose="02020603050405020304" pitchFamily="18" charset="0"/>
              </a:rPr>
              <a:t>推理的基本概念</a:t>
            </a:r>
            <a:r>
              <a:rPr lang="zh-CN" altLang="en-US" sz="2800" b="1" dirty="0">
                <a:latin typeface="Times New Roman" panose="02020603050405020304" pitchFamily="18" charset="0"/>
              </a:rPr>
              <a:t> </a:t>
            </a:r>
            <a:endParaRPr lang="zh-CN" altLang="en-US" sz="2800" b="1" dirty="0">
              <a:latin typeface="Times New Roman" panose="02020603050405020304" pitchFamily="18" charset="0"/>
            </a:endParaRPr>
          </a:p>
          <a:p>
            <a:pPr eaLnBrk="1" hangingPunct="1">
              <a:lnSpc>
                <a:spcPct val="120000"/>
              </a:lnSpc>
            </a:pPr>
            <a:r>
              <a:rPr lang="en-US" altLang="zh-CN" sz="2800" b="1" dirty="0">
                <a:latin typeface="Times New Roman" panose="02020603050405020304" pitchFamily="18" charset="0"/>
              </a:rPr>
              <a:t>3.2  </a:t>
            </a:r>
            <a:r>
              <a:rPr lang="zh-CN" altLang="en-US" sz="2800" b="1" dirty="0">
                <a:latin typeface="Times New Roman" panose="02020603050405020304" pitchFamily="18" charset="0"/>
              </a:rPr>
              <a:t>自然演绎推理 </a:t>
            </a:r>
            <a:endParaRPr lang="zh-CN" altLang="en-US" sz="2800" b="1" dirty="0">
              <a:latin typeface="Times New Roman" panose="02020603050405020304" pitchFamily="18" charset="0"/>
            </a:endParaRPr>
          </a:p>
          <a:p>
            <a:pPr eaLnBrk="1" hangingPunct="1">
              <a:lnSpc>
                <a:spcPct val="120000"/>
              </a:lnSpc>
            </a:pPr>
            <a:r>
              <a:rPr lang="en-US" altLang="zh-CN" sz="2800" b="1" dirty="0">
                <a:latin typeface="Times New Roman" panose="02020603050405020304" pitchFamily="18" charset="0"/>
              </a:rPr>
              <a:t>3.3  </a:t>
            </a:r>
            <a:r>
              <a:rPr lang="zh-CN" altLang="en-US" sz="2800" b="1" dirty="0">
                <a:latin typeface="Times New Roman" panose="02020603050405020304" pitchFamily="18" charset="0"/>
              </a:rPr>
              <a:t>谓词公式化为子句集的方法</a:t>
            </a:r>
            <a:endParaRPr lang="zh-CN" altLang="en-US" sz="2800" b="1" dirty="0">
              <a:latin typeface="Times New Roman" panose="02020603050405020304" pitchFamily="18" charset="0"/>
            </a:endParaRPr>
          </a:p>
          <a:p>
            <a:pPr eaLnBrk="1" hangingPunct="1">
              <a:lnSpc>
                <a:spcPct val="120000"/>
              </a:lnSpc>
            </a:pPr>
            <a:r>
              <a:rPr lang="en-US" altLang="zh-CN" sz="2800" b="1" dirty="0">
                <a:latin typeface="Times New Roman" panose="02020603050405020304" pitchFamily="18" charset="0"/>
              </a:rPr>
              <a:t>3.4  </a:t>
            </a:r>
            <a:r>
              <a:rPr lang="zh-CN" altLang="en-US" sz="2800" b="1" dirty="0">
                <a:latin typeface="Times New Roman" panose="02020603050405020304" pitchFamily="18" charset="0"/>
              </a:rPr>
              <a:t>鲁宾逊归结原理</a:t>
            </a:r>
            <a:endParaRPr lang="zh-CN" altLang="en-US" sz="2800" b="1" dirty="0">
              <a:latin typeface="Times New Roman" panose="02020603050405020304" pitchFamily="18" charset="0"/>
            </a:endParaRPr>
          </a:p>
          <a:p>
            <a:pPr eaLnBrk="1" hangingPunct="1">
              <a:lnSpc>
                <a:spcPct val="120000"/>
              </a:lnSpc>
            </a:pPr>
            <a:r>
              <a:rPr lang="en-US" altLang="zh-CN" sz="2800" b="1" dirty="0">
                <a:latin typeface="Times New Roman" panose="02020603050405020304" pitchFamily="18" charset="0"/>
              </a:rPr>
              <a:t>3.5  </a:t>
            </a:r>
            <a:r>
              <a:rPr lang="zh-CN" altLang="en-US" sz="2800" b="1" dirty="0">
                <a:latin typeface="Times New Roman" panose="02020603050405020304" pitchFamily="18" charset="0"/>
              </a:rPr>
              <a:t>归结反演</a:t>
            </a:r>
            <a:endParaRPr lang="zh-CN" altLang="en-US" sz="2800" b="1" dirty="0">
              <a:latin typeface="Times New Roman" panose="02020603050405020304" pitchFamily="18" charset="0"/>
            </a:endParaRPr>
          </a:p>
          <a:p>
            <a:pPr eaLnBrk="1" hangingPunct="1">
              <a:lnSpc>
                <a:spcPct val="120000"/>
              </a:lnSpc>
            </a:pPr>
            <a:r>
              <a:rPr lang="en-US" altLang="zh-CN" sz="2800" b="1" dirty="0">
                <a:latin typeface="Times New Roman" panose="02020603050405020304" pitchFamily="18" charset="0"/>
              </a:rPr>
              <a:t>3.6  </a:t>
            </a:r>
            <a:r>
              <a:rPr lang="zh-CN" altLang="en-US" sz="2800" b="1" dirty="0">
                <a:latin typeface="Times New Roman" panose="02020603050405020304" pitchFamily="18" charset="0"/>
              </a:rPr>
              <a:t>应用归结反演求解问题 </a:t>
            </a:r>
            <a:endParaRPr lang="zh-CN" altLang="en-US" sz="2800" b="1" dirty="0">
              <a:latin typeface="Times New Roman" panose="02020603050405020304" pitchFamily="18"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0243"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3.1  </a:t>
            </a:r>
            <a:r>
              <a:rPr lang="zh-CN" altLang="en-US" sz="3600" b="0" dirty="0">
                <a:latin typeface="Times New Roman" panose="02020603050405020304" pitchFamily="18" charset="0"/>
                <a:ea typeface="黑体" panose="02010609060101010101" pitchFamily="49" charset="-122"/>
              </a:rPr>
              <a:t>推理的基本概念</a:t>
            </a:r>
            <a:endParaRPr lang="zh-CN" altLang="en-US" sz="3600" b="0" dirty="0">
              <a:latin typeface="Times New Roman" panose="02020603050405020304" pitchFamily="18" charset="0"/>
              <a:ea typeface="黑体" panose="02010609060101010101" pitchFamily="49" charset="-122"/>
            </a:endParaRPr>
          </a:p>
        </p:txBody>
      </p:sp>
      <p:sp>
        <p:nvSpPr>
          <p:cNvPr id="10244" name="Rectangle 3"/>
          <p:cNvSpPr>
            <a:spLocks noGrp="1"/>
          </p:cNvSpPr>
          <p:nvPr>
            <p:ph idx="1"/>
          </p:nvPr>
        </p:nvSpPr>
        <p:spPr>
          <a:xfrm>
            <a:off x="381000" y="908050"/>
            <a:ext cx="8512175" cy="5400675"/>
          </a:xfrm>
        </p:spPr>
        <p:txBody>
          <a:bodyPr vert="horz" wrap="square" lIns="91440" tIns="45720" rIns="91440" bIns="45720" anchor="t" anchorCtr="0"/>
          <a:p>
            <a:pPr eaLnBrk="1" hangingPunct="1">
              <a:lnSpc>
                <a:spcPct val="140000"/>
              </a:lnSpc>
              <a:buSzPct val="60000"/>
              <a:buFontTx/>
              <a:buBlip>
                <a:blip r:embed="rId1"/>
              </a:buBlip>
            </a:pPr>
            <a:r>
              <a:rPr lang="en-US" altLang="zh-CN" b="1" dirty="0">
                <a:latin typeface="Times New Roman" panose="02020603050405020304" pitchFamily="18" charset="0"/>
              </a:rPr>
              <a:t>3.1.1  </a:t>
            </a:r>
            <a:r>
              <a:rPr lang="zh-CN" altLang="en-US" b="1" dirty="0">
                <a:latin typeface="Times New Roman" panose="02020603050405020304" pitchFamily="18" charset="0"/>
              </a:rPr>
              <a:t>推理的定义</a:t>
            </a:r>
            <a:endParaRPr lang="zh-CN" altLang="en-US" b="1" dirty="0">
              <a:latin typeface="Times New Roman" panose="02020603050405020304" pitchFamily="18" charset="0"/>
            </a:endParaRPr>
          </a:p>
          <a:p>
            <a:pPr eaLnBrk="1" hangingPunct="1">
              <a:lnSpc>
                <a:spcPct val="140000"/>
              </a:lnSpc>
              <a:buSzPct val="60000"/>
              <a:buFontTx/>
              <a:buBlip>
                <a:blip r:embed="rId1"/>
              </a:buBlip>
            </a:pPr>
            <a:r>
              <a:rPr lang="en-US" altLang="zh-CN" b="1" dirty="0">
                <a:latin typeface="Times New Roman" panose="02020603050405020304" pitchFamily="18" charset="0"/>
              </a:rPr>
              <a:t>3.1.2  </a:t>
            </a:r>
            <a:r>
              <a:rPr lang="zh-CN" altLang="en-US" b="1" dirty="0">
                <a:latin typeface="Times New Roman" panose="02020603050405020304" pitchFamily="18" charset="0"/>
              </a:rPr>
              <a:t>推理方式及其分类</a:t>
            </a:r>
            <a:endParaRPr lang="zh-CN" altLang="en-US" b="1" dirty="0">
              <a:latin typeface="Times New Roman" panose="02020603050405020304" pitchFamily="18" charset="0"/>
            </a:endParaRPr>
          </a:p>
          <a:p>
            <a:pPr eaLnBrk="1" hangingPunct="1">
              <a:lnSpc>
                <a:spcPct val="140000"/>
              </a:lnSpc>
              <a:buSzPct val="60000"/>
              <a:buFontTx/>
              <a:buBlip>
                <a:blip r:embed="rId1"/>
              </a:buBlip>
            </a:pPr>
            <a:r>
              <a:rPr lang="en-US" altLang="zh-CN" b="1" dirty="0">
                <a:latin typeface="Times New Roman" panose="02020603050405020304" pitchFamily="18" charset="0"/>
              </a:rPr>
              <a:t>3.1.3  </a:t>
            </a:r>
            <a:r>
              <a:rPr lang="zh-CN" altLang="en-US" b="1" dirty="0">
                <a:latin typeface="Times New Roman" panose="02020603050405020304" pitchFamily="18" charset="0"/>
              </a:rPr>
              <a:t>推理的方向</a:t>
            </a:r>
            <a:endParaRPr lang="zh-CN" altLang="en-US" b="1" dirty="0">
              <a:latin typeface="Times New Roman" panose="02020603050405020304" pitchFamily="18" charset="0"/>
            </a:endParaRPr>
          </a:p>
          <a:p>
            <a:pPr eaLnBrk="1" hangingPunct="1">
              <a:lnSpc>
                <a:spcPct val="140000"/>
              </a:lnSpc>
              <a:buSzPct val="60000"/>
              <a:buFontTx/>
              <a:buBlip>
                <a:blip r:embed="rId1"/>
              </a:buBlip>
            </a:pPr>
            <a:r>
              <a:rPr lang="en-US" altLang="zh-CN" b="1" dirty="0">
                <a:latin typeface="Times New Roman" panose="02020603050405020304" pitchFamily="18" charset="0"/>
              </a:rPr>
              <a:t>3.1.4  </a:t>
            </a:r>
            <a:r>
              <a:rPr lang="zh-CN" altLang="en-US" b="1" dirty="0">
                <a:latin typeface="Times New Roman" panose="02020603050405020304" pitchFamily="18" charset="0"/>
              </a:rPr>
              <a:t>冲突消解策略</a:t>
            </a:r>
            <a:endParaRPr lang="zh-CN" altLang="en-US" b="1" dirty="0">
              <a:latin typeface="Times New Roman" panose="02020603050405020304" pitchFamily="18" charset="0"/>
            </a:endParaRPr>
          </a:p>
        </p:txBody>
      </p:sp>
    </p:spTree>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灯片编号占位符 5"/>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grpSp>
        <p:nvGrpSpPr>
          <p:cNvPr id="12291" name="Group 53"/>
          <p:cNvGrpSpPr/>
          <p:nvPr/>
        </p:nvGrpSpPr>
        <p:grpSpPr>
          <a:xfrm>
            <a:off x="152400" y="3200400"/>
            <a:ext cx="8763000" cy="3276600"/>
            <a:chOff x="96" y="2016"/>
            <a:chExt cx="5520" cy="2064"/>
          </a:xfrm>
        </p:grpSpPr>
        <p:sp>
          <p:nvSpPr>
            <p:cNvPr id="12312" name="Rectangle 47"/>
            <p:cNvSpPr/>
            <p:nvPr/>
          </p:nvSpPr>
          <p:spPr>
            <a:xfrm>
              <a:off x="96" y="2016"/>
              <a:ext cx="5520" cy="2064"/>
            </a:xfrm>
            <a:prstGeom prst="rect">
              <a:avLst/>
            </a:prstGeom>
            <a:solidFill>
              <a:srgbClr val="FFFFFF"/>
            </a:solidFill>
            <a:ln w="9525" cap="flat" cmpd="sng">
              <a:solidFill>
                <a:srgbClr val="808080"/>
              </a:solidFill>
              <a:prstDash val="solid"/>
              <a:miter/>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12313" name="Object 4"/>
            <p:cNvGraphicFramePr>
              <a:graphicFrameLocks noChangeAspect="1"/>
            </p:cNvGraphicFramePr>
            <p:nvPr/>
          </p:nvGraphicFramePr>
          <p:xfrm>
            <a:off x="240" y="2215"/>
            <a:ext cx="2880" cy="1625"/>
          </p:xfrm>
          <a:graphic>
            <a:graphicData uri="http://schemas.openxmlformats.org/presentationml/2006/ole">
              <mc:AlternateContent xmlns:mc="http://schemas.openxmlformats.org/markup-compatibility/2006">
                <mc:Choice xmlns:v="urn:schemas-microsoft-com:vml" Requires="v">
                  <p:oleObj spid="_x0000_s3079" name="" r:id="rId2" imgW="15020925" imgH="8191500" progId="SmartDraw.2">
                    <p:embed/>
                  </p:oleObj>
                </mc:Choice>
                <mc:Fallback>
                  <p:oleObj name="" r:id="rId2" imgW="15020925" imgH="8191500" progId="SmartDraw.2">
                    <p:embed/>
                    <p:pic>
                      <p:nvPicPr>
                        <p:cNvPr id="0" name="图片 3078"/>
                        <p:cNvPicPr/>
                        <p:nvPr/>
                      </p:nvPicPr>
                      <p:blipFill>
                        <a:blip r:embed="rId3"/>
                        <a:stretch>
                          <a:fillRect/>
                        </a:stretch>
                      </p:blipFill>
                      <p:spPr>
                        <a:xfrm>
                          <a:off x="240" y="2215"/>
                          <a:ext cx="2880" cy="1625"/>
                        </a:xfrm>
                        <a:prstGeom prst="rect">
                          <a:avLst/>
                        </a:prstGeom>
                        <a:noFill/>
                        <a:ln w="38100">
                          <a:noFill/>
                          <a:miter/>
                        </a:ln>
                      </p:spPr>
                    </p:pic>
                  </p:oleObj>
                </mc:Fallback>
              </mc:AlternateContent>
            </a:graphicData>
          </a:graphic>
        </p:graphicFrame>
        <p:sp>
          <p:nvSpPr>
            <p:cNvPr id="12314" name="Text Box 48"/>
            <p:cNvSpPr txBox="1"/>
            <p:nvPr/>
          </p:nvSpPr>
          <p:spPr>
            <a:xfrm>
              <a:off x="4512" y="2112"/>
              <a:ext cx="1056" cy="231"/>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algn="ctr" eaLnBrk="1" hangingPunct="1">
                <a:spcBef>
                  <a:spcPct val="50000"/>
                </a:spcBef>
                <a:buClrTx/>
                <a:buFontTx/>
                <a:buNone/>
              </a:pPr>
              <a:r>
                <a:rPr lang="zh-CN" altLang="en-US" sz="1800" b="1" dirty="0"/>
                <a:t>医疗专家系统</a:t>
              </a:r>
              <a:endParaRPr lang="zh-CN" altLang="en-US" sz="1800" b="1" dirty="0"/>
            </a:p>
          </p:txBody>
        </p:sp>
      </p:grpSp>
      <p:sp>
        <p:nvSpPr>
          <p:cNvPr id="12292" name="Rectangle 5"/>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3.1.1  </a:t>
            </a:r>
            <a:r>
              <a:rPr lang="zh-CN" altLang="en-US" sz="3600" b="0" dirty="0">
                <a:latin typeface="Times New Roman" panose="02020603050405020304" pitchFamily="18" charset="0"/>
                <a:ea typeface="黑体" panose="02010609060101010101" pitchFamily="49" charset="-122"/>
              </a:rPr>
              <a:t>推理的定义</a:t>
            </a:r>
            <a:endParaRPr lang="zh-CN" altLang="en-US" sz="3600" b="0" dirty="0">
              <a:latin typeface="Times New Roman" panose="02020603050405020304" pitchFamily="18" charset="0"/>
              <a:ea typeface="黑体" panose="02010609060101010101" pitchFamily="49" charset="-122"/>
            </a:endParaRPr>
          </a:p>
        </p:txBody>
      </p:sp>
      <p:sp>
        <p:nvSpPr>
          <p:cNvPr id="12293" name="Rectangle 7"/>
          <p:cNvSpPr>
            <a:spLocks noGrp="1"/>
          </p:cNvSpPr>
          <p:nvPr>
            <p:ph type="body" sz="half" idx="1"/>
          </p:nvPr>
        </p:nvSpPr>
        <p:spPr>
          <a:xfrm>
            <a:off x="228600" y="923925"/>
            <a:ext cx="4244975" cy="5400675"/>
          </a:xfrm>
        </p:spPr>
        <p:txBody>
          <a:bodyPr vert="horz" wrap="square" lIns="91440" tIns="45720" rIns="91440" bIns="45720" anchor="t" anchorCtr="0"/>
          <a:p>
            <a:pPr eaLnBrk="1" hangingPunct="1">
              <a:buClr>
                <a:schemeClr val="accent2"/>
              </a:buClr>
              <a:buSzTx/>
              <a:buFont typeface="Wingdings" panose="05000000000000000000" pitchFamily="2" charset="2"/>
            </a:pPr>
            <a:endParaRPr lang="en-US" altLang="zh-CN" sz="2600" b="1" dirty="0"/>
          </a:p>
          <a:p>
            <a:pPr eaLnBrk="1" hangingPunct="1">
              <a:buClr>
                <a:schemeClr val="accent2"/>
              </a:buClr>
              <a:buSzTx/>
              <a:buFont typeface="Wingdings" panose="05000000000000000000" pitchFamily="2" charset="2"/>
            </a:pPr>
            <a:r>
              <a:rPr lang="zh-CN" altLang="en-US" sz="2600" b="1" dirty="0"/>
              <a:t>推理：</a:t>
            </a:r>
            <a:endParaRPr lang="zh-CN" altLang="en-US" sz="2600" b="1" dirty="0"/>
          </a:p>
        </p:txBody>
      </p:sp>
      <p:graphicFrame>
        <p:nvGraphicFramePr>
          <p:cNvPr id="12294" name="Object 12"/>
          <p:cNvGraphicFramePr>
            <a:graphicFrameLocks noChangeAspect="1"/>
          </p:cNvGraphicFramePr>
          <p:nvPr>
            <p:ph sz="quarter" idx="2"/>
          </p:nvPr>
        </p:nvGraphicFramePr>
        <p:xfrm>
          <a:off x="1905000" y="989013"/>
          <a:ext cx="4419600" cy="1865312"/>
        </p:xfrm>
        <a:graphic>
          <a:graphicData uri="http://schemas.openxmlformats.org/presentationml/2006/ole">
            <mc:AlternateContent xmlns:mc="http://schemas.openxmlformats.org/markup-compatibility/2006">
              <mc:Choice xmlns:v="urn:schemas-microsoft-com:vml" Requires="v">
                <p:oleObj spid="_x0000_s3080" name="" r:id="rId4" imgW="13354050" imgH="5638800" progId="SmartDraw.2">
                  <p:embed/>
                </p:oleObj>
              </mc:Choice>
              <mc:Fallback>
                <p:oleObj name="" r:id="rId4" imgW="13354050" imgH="5638800" progId="SmartDraw.2">
                  <p:embed/>
                  <p:pic>
                    <p:nvPicPr>
                      <p:cNvPr id="0" name="图片 3079"/>
                      <p:cNvPicPr/>
                      <p:nvPr/>
                    </p:nvPicPr>
                    <p:blipFill>
                      <a:blip r:embed="rId5"/>
                      <a:srcRect/>
                      <a:stretch>
                        <a:fillRect/>
                      </a:stretch>
                    </p:blipFill>
                    <p:spPr>
                      <a:xfrm>
                        <a:off x="1905000" y="989013"/>
                        <a:ext cx="4419600" cy="1865312"/>
                      </a:xfrm>
                      <a:prstGeom prst="rect">
                        <a:avLst/>
                      </a:prstGeom>
                      <a:noFill/>
                      <a:ln w="38100">
                        <a:miter/>
                      </a:ln>
                    </p:spPr>
                  </p:pic>
                </p:oleObj>
              </mc:Fallback>
            </mc:AlternateContent>
          </a:graphicData>
        </a:graphic>
      </p:graphicFrame>
      <p:graphicFrame>
        <p:nvGraphicFramePr>
          <p:cNvPr id="130097" name="Group 49"/>
          <p:cNvGraphicFramePr>
            <a:graphicFrameLocks noGrp="1"/>
          </p:cNvGraphicFramePr>
          <p:nvPr>
            <p:ph sz="quarter" idx="1"/>
          </p:nvPr>
        </p:nvGraphicFramePr>
        <p:xfrm>
          <a:off x="5105400" y="4130675"/>
          <a:ext cx="3581400" cy="1662113"/>
        </p:xfrm>
        <a:graphic>
          <a:graphicData uri="http://schemas.openxmlformats.org/drawingml/2006/table">
            <a:tbl>
              <a:tblPr/>
              <a:tblGrid>
                <a:gridCol w="808038"/>
                <a:gridCol w="2773362"/>
              </a:tblGrid>
              <a:tr h="461963">
                <a:tc>
                  <a:txBody>
                    <a:bodyPr/>
                    <a:lstStyle>
                      <a:lvl1pPr>
                        <a:spcBef>
                          <a:spcPct val="40000"/>
                        </a:spcBef>
                        <a:buClr>
                          <a:schemeClr val="accent2"/>
                        </a:buClr>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folHlink"/>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rgbClr val="009900"/>
                          </a:solidFill>
                          <a:latin typeface="Arial" panose="020B060402020202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rgbClr val="0099CC"/>
                          </a:solidFill>
                          <a:latin typeface="Arial" panose="020B060402020202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rgbClr val="99CC00"/>
                          </a:solidFill>
                          <a:latin typeface="Arial" panose="020B060402020202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rgbClr val="99CC00"/>
                          </a:solidFill>
                          <a:latin typeface="Arial" panose="020B060402020202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rgbClr val="99CC00"/>
                          </a:solidFill>
                          <a:latin typeface="Arial" panose="020B060402020202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rgbClr val="99CC00"/>
                          </a:solidFill>
                          <a:latin typeface="Arial" panose="020B060402020202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rgbClr val="99CC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40000"/>
                        </a:spcBef>
                        <a:spcAft>
                          <a:spcPct val="0"/>
                        </a:spcAft>
                        <a:buClr>
                          <a:schemeClr val="accent2"/>
                        </a:buClr>
                        <a:buSzTx/>
                        <a:buFont typeface="Wingdings" panose="05000000000000000000" pitchFamily="2" charset="2"/>
                        <a:buNone/>
                      </a:pPr>
                      <a:r>
                        <a:rPr kumimoji="0" lang="zh-CN" altLang="en-US" sz="2000" b="1" i="0" u="none" strike="noStrike" cap="none" normalizeH="0" baseline="0">
                          <a:ln>
                            <a:noFill/>
                          </a:ln>
                          <a:solidFill>
                            <a:schemeClr val="accent2"/>
                          </a:solidFill>
                          <a:effectLst/>
                          <a:latin typeface="Arial" panose="020B0604020202020204" pitchFamily="34" charset="0"/>
                          <a:ea typeface="宋体" panose="02010600030101010101" pitchFamily="2" charset="-122"/>
                        </a:rPr>
                        <a:t>知识</a:t>
                      </a:r>
                      <a:endParaRPr kumimoji="0" lang="zh-CN" altLang="en-US" sz="2000" b="1"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marT="45737" marB="4573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spcBef>
                          <a:spcPct val="40000"/>
                        </a:spcBef>
                        <a:buClr>
                          <a:schemeClr val="accent2"/>
                        </a:buClr>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folHlink"/>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rgbClr val="009900"/>
                          </a:solidFill>
                          <a:latin typeface="Arial" panose="020B060402020202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rgbClr val="0099CC"/>
                          </a:solidFill>
                          <a:latin typeface="Arial" panose="020B060402020202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rgbClr val="99CC00"/>
                          </a:solidFill>
                          <a:latin typeface="Arial" panose="020B060402020202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rgbClr val="99CC00"/>
                          </a:solidFill>
                          <a:latin typeface="Arial" panose="020B060402020202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rgbClr val="99CC00"/>
                          </a:solidFill>
                          <a:latin typeface="Arial" panose="020B060402020202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rgbClr val="99CC00"/>
                          </a:solidFill>
                          <a:latin typeface="Arial" panose="020B060402020202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rgbClr val="99CC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40000"/>
                        </a:spcBef>
                        <a:spcAft>
                          <a:spcPct val="0"/>
                        </a:spcAft>
                        <a:buClr>
                          <a:schemeClr val="accent2"/>
                        </a:buClr>
                        <a:buSzTx/>
                        <a:buFont typeface="Wingdings" panose="05000000000000000000" pitchFamily="2" charset="2"/>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专家的经验、医学常识</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7" marB="4573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701675">
                <a:tc>
                  <a:txBody>
                    <a:bodyPr/>
                    <a:lstStyle>
                      <a:lvl1pPr>
                        <a:spcBef>
                          <a:spcPct val="40000"/>
                        </a:spcBef>
                        <a:buClr>
                          <a:schemeClr val="accent2"/>
                        </a:buClr>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folHlink"/>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rgbClr val="009900"/>
                          </a:solidFill>
                          <a:latin typeface="Arial" panose="020B060402020202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rgbClr val="0099CC"/>
                          </a:solidFill>
                          <a:latin typeface="Arial" panose="020B060402020202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rgbClr val="99CC00"/>
                          </a:solidFill>
                          <a:latin typeface="Arial" panose="020B060402020202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rgbClr val="99CC00"/>
                          </a:solidFill>
                          <a:latin typeface="Arial" panose="020B060402020202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rgbClr val="99CC00"/>
                          </a:solidFill>
                          <a:latin typeface="Arial" panose="020B060402020202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rgbClr val="99CC00"/>
                          </a:solidFill>
                          <a:latin typeface="Arial" panose="020B060402020202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rgbClr val="99CC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2000" b="1" i="0" u="none" strike="noStrike" cap="none" normalizeH="0" baseline="0">
                          <a:ln>
                            <a:noFill/>
                          </a:ln>
                          <a:solidFill>
                            <a:schemeClr val="accent2"/>
                          </a:solidFill>
                          <a:effectLst/>
                          <a:latin typeface="Arial" panose="020B0604020202020204" pitchFamily="34" charset="0"/>
                          <a:ea typeface="宋体" panose="02010600030101010101" pitchFamily="2" charset="-122"/>
                        </a:rPr>
                        <a:t>初始</a:t>
                      </a:r>
                      <a:endParaRPr kumimoji="0" lang="zh-CN" altLang="en-US" sz="2000" b="1"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2000" b="1" i="0" u="none" strike="noStrike" cap="none" normalizeH="0" baseline="0">
                          <a:ln>
                            <a:noFill/>
                          </a:ln>
                          <a:solidFill>
                            <a:schemeClr val="accent2"/>
                          </a:solidFill>
                          <a:effectLst/>
                          <a:latin typeface="Arial" panose="020B0604020202020204" pitchFamily="34" charset="0"/>
                          <a:ea typeface="宋体" panose="02010600030101010101" pitchFamily="2" charset="-122"/>
                        </a:rPr>
                        <a:t>证据</a:t>
                      </a:r>
                      <a:endParaRPr kumimoji="0" lang="zh-CN" altLang="en-US" sz="2000" b="1"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marT="45737" marB="4573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spcBef>
                          <a:spcPct val="40000"/>
                        </a:spcBef>
                        <a:buClr>
                          <a:schemeClr val="accent2"/>
                        </a:buClr>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folHlink"/>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rgbClr val="009900"/>
                          </a:solidFill>
                          <a:latin typeface="Arial" panose="020B060402020202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rgbClr val="0099CC"/>
                          </a:solidFill>
                          <a:latin typeface="Arial" panose="020B060402020202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rgbClr val="99CC00"/>
                          </a:solidFill>
                          <a:latin typeface="Arial" panose="020B060402020202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rgbClr val="99CC00"/>
                          </a:solidFill>
                          <a:latin typeface="Arial" panose="020B060402020202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rgbClr val="99CC00"/>
                          </a:solidFill>
                          <a:latin typeface="Arial" panose="020B060402020202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rgbClr val="99CC00"/>
                          </a:solidFill>
                          <a:latin typeface="Arial" panose="020B060402020202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rgbClr val="99CC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病人的症状、化验结果</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7" marB="4573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498475">
                <a:tc>
                  <a:txBody>
                    <a:bodyPr/>
                    <a:lstStyle>
                      <a:lvl1pPr>
                        <a:spcBef>
                          <a:spcPct val="40000"/>
                        </a:spcBef>
                        <a:buClr>
                          <a:schemeClr val="accent2"/>
                        </a:buClr>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folHlink"/>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rgbClr val="009900"/>
                          </a:solidFill>
                          <a:latin typeface="Arial" panose="020B060402020202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rgbClr val="0099CC"/>
                          </a:solidFill>
                          <a:latin typeface="Arial" panose="020B060402020202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rgbClr val="99CC00"/>
                          </a:solidFill>
                          <a:latin typeface="Arial" panose="020B060402020202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rgbClr val="99CC00"/>
                          </a:solidFill>
                          <a:latin typeface="Arial" panose="020B060402020202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rgbClr val="99CC00"/>
                          </a:solidFill>
                          <a:latin typeface="Arial" panose="020B060402020202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rgbClr val="99CC00"/>
                          </a:solidFill>
                          <a:latin typeface="Arial" panose="020B060402020202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rgbClr val="99CC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40000"/>
                        </a:spcBef>
                        <a:spcAft>
                          <a:spcPct val="0"/>
                        </a:spcAft>
                        <a:buClr>
                          <a:schemeClr val="accent2"/>
                        </a:buClr>
                        <a:buSzTx/>
                        <a:buFont typeface="Wingdings" panose="05000000000000000000" pitchFamily="2" charset="2"/>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证据</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7" marB="4573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spcBef>
                          <a:spcPct val="40000"/>
                        </a:spcBef>
                        <a:buClr>
                          <a:schemeClr val="accent2"/>
                        </a:buClr>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folHlink"/>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rgbClr val="009900"/>
                          </a:solidFill>
                          <a:latin typeface="Arial" panose="020B060402020202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rgbClr val="0099CC"/>
                          </a:solidFill>
                          <a:latin typeface="Arial" panose="020B060402020202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rgbClr val="99CC00"/>
                          </a:solidFill>
                          <a:latin typeface="Arial" panose="020B060402020202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rgbClr val="99CC00"/>
                          </a:solidFill>
                          <a:latin typeface="Arial" panose="020B060402020202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rgbClr val="99CC00"/>
                          </a:solidFill>
                          <a:latin typeface="Arial" panose="020B060402020202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rgbClr val="99CC00"/>
                          </a:solidFill>
                          <a:latin typeface="Arial" panose="020B060402020202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rgbClr val="99CC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40000"/>
                        </a:spcBef>
                        <a:spcAft>
                          <a:spcPct val="0"/>
                        </a:spcAft>
                        <a:buClr>
                          <a:schemeClr val="accent2"/>
                        </a:buClr>
                        <a:buSzTx/>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中间结论</a:t>
                      </a:r>
                      <a:endPar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37" marB="4573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tr>
            </a:tbl>
          </a:graphicData>
        </a:graphic>
      </p:graphicFrame>
      <p:sp>
        <p:nvSpPr>
          <p:cNvPr id="130099" name="Line 51"/>
          <p:cNvSpPr/>
          <p:nvPr/>
        </p:nvSpPr>
        <p:spPr>
          <a:xfrm>
            <a:off x="1066800" y="1905000"/>
            <a:ext cx="457200" cy="3657600"/>
          </a:xfrm>
          <a:prstGeom prst="line">
            <a:avLst/>
          </a:prstGeom>
          <a:ln w="38100" cap="flat" cmpd="sng">
            <a:solidFill>
              <a:srgbClr val="0000FF"/>
            </a:solidFill>
            <a:prstDash val="solid"/>
            <a:headEnd type="triangle" w="lg" len="med"/>
            <a:tailEnd type="triangle" w="lg" len="med"/>
          </a:ln>
        </p:spPr>
      </p:sp>
      <p:sp>
        <p:nvSpPr>
          <p:cNvPr id="130102" name="Line 54"/>
          <p:cNvSpPr/>
          <p:nvPr/>
        </p:nvSpPr>
        <p:spPr>
          <a:xfrm flipH="1">
            <a:off x="1371600" y="1828800"/>
            <a:ext cx="685800" cy="2286000"/>
          </a:xfrm>
          <a:prstGeom prst="line">
            <a:avLst/>
          </a:prstGeom>
          <a:ln w="38100" cap="flat" cmpd="sng">
            <a:solidFill>
              <a:srgbClr val="0000FF"/>
            </a:solidFill>
            <a:prstDash val="solid"/>
            <a:headEnd type="triangle" w="lg" len="med"/>
            <a:tailEnd type="triangle" w="med" len="med"/>
          </a:ln>
        </p:spPr>
      </p:sp>
      <p:sp>
        <p:nvSpPr>
          <p:cNvPr id="130103" name="Line 55"/>
          <p:cNvSpPr/>
          <p:nvPr/>
        </p:nvSpPr>
        <p:spPr>
          <a:xfrm>
            <a:off x="2667000" y="2743200"/>
            <a:ext cx="76200" cy="1219200"/>
          </a:xfrm>
          <a:prstGeom prst="line">
            <a:avLst/>
          </a:prstGeom>
          <a:ln w="38100" cap="flat" cmpd="sng">
            <a:solidFill>
              <a:srgbClr val="0000FF"/>
            </a:solidFill>
            <a:prstDash val="solid"/>
            <a:headEnd type="triangle" w="lg" len="med"/>
            <a:tailEnd type="triangle" w="med" len="med"/>
          </a:ln>
        </p:spPr>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30099"/>
                                        </p:tgtEl>
                                        <p:attrNameLst>
                                          <p:attrName>style.visibility</p:attrName>
                                        </p:attrNameLst>
                                      </p:cBhvr>
                                      <p:to>
                                        <p:strVal val="visible"/>
                                      </p:to>
                                    </p:set>
                                    <p:anim calcmode="lin" valueType="num">
                                      <p:cBhvr>
                                        <p:cTn id="7" dur="3000" fill="hold"/>
                                        <p:tgtEl>
                                          <p:spTgt spid="130099"/>
                                        </p:tgtEl>
                                        <p:attrNameLst>
                                          <p:attrName>ppt_w</p:attrName>
                                        </p:attrNameLst>
                                      </p:cBhvr>
                                      <p:tavLst>
                                        <p:tav tm="0">
                                          <p:val>
                                            <p:strVal val="#ppt_w*0.70"/>
                                          </p:val>
                                        </p:tav>
                                        <p:tav tm="100000">
                                          <p:val>
                                            <p:strVal val="#ppt_w"/>
                                          </p:val>
                                        </p:tav>
                                      </p:tavLst>
                                    </p:anim>
                                    <p:anim calcmode="lin" valueType="num">
                                      <p:cBhvr>
                                        <p:cTn id="8" dur="3000" fill="hold"/>
                                        <p:tgtEl>
                                          <p:spTgt spid="130099"/>
                                        </p:tgtEl>
                                        <p:attrNameLst>
                                          <p:attrName>ppt_h</p:attrName>
                                        </p:attrNameLst>
                                      </p:cBhvr>
                                      <p:tavLst>
                                        <p:tav tm="0">
                                          <p:val>
                                            <p:strVal val="#ppt_h"/>
                                          </p:val>
                                        </p:tav>
                                        <p:tav tm="100000">
                                          <p:val>
                                            <p:strVal val="#ppt_h"/>
                                          </p:val>
                                        </p:tav>
                                      </p:tavLst>
                                    </p:anim>
                                    <p:animEffect transition="in" filter="fade">
                                      <p:cBhvr>
                                        <p:cTn id="9" dur="3000"/>
                                        <p:tgtEl>
                                          <p:spTgt spid="130099"/>
                                        </p:tgtEl>
                                      </p:cBhvr>
                                    </p:animEffect>
                                  </p:childTnLst>
                                  <p:subTnLst>
                                    <p:set>
                                      <p:cBhvr override="childStyle">
                                        <p:cTn dur="1" fill="hold" display="0" masterRel="nextClick" afterEffect="1"/>
                                        <p:tgtEl>
                                          <p:spTgt spid="130099"/>
                                        </p:tgtEl>
                                        <p:attrNameLst>
                                          <p:attrName>style.visibility</p:attrName>
                                        </p:attrNameLst>
                                      </p:cBhvr>
                                      <p:to>
                                        <p:strVal val="hidden"/>
                                      </p:to>
                                    </p:set>
                                  </p:subTnLst>
                                </p:cTn>
                              </p:par>
                            </p:childTnLst>
                          </p:cTn>
                        </p:par>
                        <p:par>
                          <p:cTn id="10" fill="hold">
                            <p:stCondLst>
                              <p:cond delay="3000"/>
                            </p:stCondLst>
                            <p:childTnLst>
                              <p:par>
                                <p:cTn id="11" presetID="55" presetClass="entr" presetSubtype="0" fill="hold" nodeType="afterEffect">
                                  <p:stCondLst>
                                    <p:cond delay="0"/>
                                  </p:stCondLst>
                                  <p:childTnLst>
                                    <p:set>
                                      <p:cBhvr>
                                        <p:cTn id="12" dur="1" fill="hold">
                                          <p:stCondLst>
                                            <p:cond delay="0"/>
                                          </p:stCondLst>
                                        </p:cTn>
                                        <p:tgtEl>
                                          <p:spTgt spid="130102"/>
                                        </p:tgtEl>
                                        <p:attrNameLst>
                                          <p:attrName>style.visibility</p:attrName>
                                        </p:attrNameLst>
                                      </p:cBhvr>
                                      <p:to>
                                        <p:strVal val="visible"/>
                                      </p:to>
                                    </p:set>
                                    <p:anim calcmode="lin" valueType="num">
                                      <p:cBhvr>
                                        <p:cTn id="13" dur="3000" fill="hold"/>
                                        <p:tgtEl>
                                          <p:spTgt spid="130102"/>
                                        </p:tgtEl>
                                        <p:attrNameLst>
                                          <p:attrName>ppt_w</p:attrName>
                                        </p:attrNameLst>
                                      </p:cBhvr>
                                      <p:tavLst>
                                        <p:tav tm="0">
                                          <p:val>
                                            <p:strVal val="#ppt_w*0.70"/>
                                          </p:val>
                                        </p:tav>
                                        <p:tav tm="100000">
                                          <p:val>
                                            <p:strVal val="#ppt_w"/>
                                          </p:val>
                                        </p:tav>
                                      </p:tavLst>
                                    </p:anim>
                                    <p:anim calcmode="lin" valueType="num">
                                      <p:cBhvr>
                                        <p:cTn id="14" dur="3000" fill="hold"/>
                                        <p:tgtEl>
                                          <p:spTgt spid="130102"/>
                                        </p:tgtEl>
                                        <p:attrNameLst>
                                          <p:attrName>ppt_h</p:attrName>
                                        </p:attrNameLst>
                                      </p:cBhvr>
                                      <p:tavLst>
                                        <p:tav tm="0">
                                          <p:val>
                                            <p:strVal val="#ppt_h"/>
                                          </p:val>
                                        </p:tav>
                                        <p:tav tm="100000">
                                          <p:val>
                                            <p:strVal val="#ppt_h"/>
                                          </p:val>
                                        </p:tav>
                                      </p:tavLst>
                                    </p:anim>
                                    <p:animEffect transition="in" filter="fade">
                                      <p:cBhvr>
                                        <p:cTn id="15" dur="3000"/>
                                        <p:tgtEl>
                                          <p:spTgt spid="130102"/>
                                        </p:tgtEl>
                                      </p:cBhvr>
                                    </p:animEffect>
                                  </p:childTnLst>
                                  <p:subTnLst>
                                    <p:set>
                                      <p:cBhvr override="childStyle">
                                        <p:cTn dur="1" fill="hold" display="0" masterRel="nextClick" afterEffect="1"/>
                                        <p:tgtEl>
                                          <p:spTgt spid="130102"/>
                                        </p:tgtEl>
                                        <p:attrNameLst>
                                          <p:attrName>style.visibility</p:attrName>
                                        </p:attrNameLst>
                                      </p:cBhvr>
                                      <p:to>
                                        <p:strVal val="hidden"/>
                                      </p:to>
                                    </p:set>
                                  </p:subTnLst>
                                </p:cTn>
                              </p:par>
                            </p:childTnLst>
                          </p:cTn>
                        </p:par>
                        <p:par>
                          <p:cTn id="16" fill="hold">
                            <p:stCondLst>
                              <p:cond delay="6000"/>
                            </p:stCondLst>
                            <p:childTnLst>
                              <p:par>
                                <p:cTn id="17" presetID="55" presetClass="entr" presetSubtype="0" fill="hold" nodeType="afterEffect">
                                  <p:stCondLst>
                                    <p:cond delay="0"/>
                                  </p:stCondLst>
                                  <p:childTnLst>
                                    <p:set>
                                      <p:cBhvr>
                                        <p:cTn id="18" dur="1" fill="hold">
                                          <p:stCondLst>
                                            <p:cond delay="0"/>
                                          </p:stCondLst>
                                        </p:cTn>
                                        <p:tgtEl>
                                          <p:spTgt spid="130103"/>
                                        </p:tgtEl>
                                        <p:attrNameLst>
                                          <p:attrName>style.visibility</p:attrName>
                                        </p:attrNameLst>
                                      </p:cBhvr>
                                      <p:to>
                                        <p:strVal val="visible"/>
                                      </p:to>
                                    </p:set>
                                    <p:anim calcmode="lin" valueType="num">
                                      <p:cBhvr>
                                        <p:cTn id="19" dur="3000" fill="hold"/>
                                        <p:tgtEl>
                                          <p:spTgt spid="130103"/>
                                        </p:tgtEl>
                                        <p:attrNameLst>
                                          <p:attrName>ppt_w</p:attrName>
                                        </p:attrNameLst>
                                      </p:cBhvr>
                                      <p:tavLst>
                                        <p:tav tm="0">
                                          <p:val>
                                            <p:strVal val="#ppt_w*0.70"/>
                                          </p:val>
                                        </p:tav>
                                        <p:tav tm="100000">
                                          <p:val>
                                            <p:strVal val="#ppt_w"/>
                                          </p:val>
                                        </p:tav>
                                      </p:tavLst>
                                    </p:anim>
                                    <p:anim calcmode="lin" valueType="num">
                                      <p:cBhvr>
                                        <p:cTn id="20" dur="3000" fill="hold"/>
                                        <p:tgtEl>
                                          <p:spTgt spid="130103"/>
                                        </p:tgtEl>
                                        <p:attrNameLst>
                                          <p:attrName>ppt_h</p:attrName>
                                        </p:attrNameLst>
                                      </p:cBhvr>
                                      <p:tavLst>
                                        <p:tav tm="0">
                                          <p:val>
                                            <p:strVal val="#ppt_h"/>
                                          </p:val>
                                        </p:tav>
                                        <p:tav tm="100000">
                                          <p:val>
                                            <p:strVal val="#ppt_h"/>
                                          </p:val>
                                        </p:tav>
                                      </p:tavLst>
                                    </p:anim>
                                    <p:animEffect transition="in" filter="fade">
                                      <p:cBhvr>
                                        <p:cTn id="21" dur="3000"/>
                                        <p:tgtEl>
                                          <p:spTgt spid="130103"/>
                                        </p:tgtEl>
                                      </p:cBhvr>
                                    </p:animEffect>
                                  </p:childTnLst>
                                  <p:subTnLst>
                                    <p:set>
                                      <p:cBhvr override="childStyle">
                                        <p:cTn dur="1" fill="hold" display="0" masterRel="nextClick" afterEffect="1"/>
                                        <p:tgtEl>
                                          <p:spTgt spid="13010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3315"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3.1  </a:t>
            </a:r>
            <a:r>
              <a:rPr lang="zh-CN" altLang="en-US" sz="3600" b="0" dirty="0">
                <a:latin typeface="Times New Roman" panose="02020603050405020304" pitchFamily="18" charset="0"/>
                <a:ea typeface="黑体" panose="02010609060101010101" pitchFamily="49" charset="-122"/>
              </a:rPr>
              <a:t>推理的基本概念</a:t>
            </a:r>
            <a:endParaRPr lang="zh-CN" altLang="en-US" sz="3600" b="0" dirty="0">
              <a:latin typeface="Times New Roman" panose="02020603050405020304" pitchFamily="18" charset="0"/>
              <a:ea typeface="黑体" panose="02010609060101010101" pitchFamily="49" charset="-122"/>
            </a:endParaRPr>
          </a:p>
        </p:txBody>
      </p:sp>
      <p:sp>
        <p:nvSpPr>
          <p:cNvPr id="13316" name="Rectangle 3"/>
          <p:cNvSpPr>
            <a:spLocks noGrp="1"/>
          </p:cNvSpPr>
          <p:nvPr>
            <p:ph idx="1"/>
          </p:nvPr>
        </p:nvSpPr>
        <p:spPr>
          <a:xfrm>
            <a:off x="457200" y="908050"/>
            <a:ext cx="8435975" cy="5400675"/>
          </a:xfrm>
        </p:spPr>
        <p:txBody>
          <a:bodyPr vert="horz" wrap="square" lIns="91440" tIns="45720" rIns="91440" bIns="45720" anchor="t" anchorCtr="0"/>
          <a:p>
            <a:pPr eaLnBrk="1" hangingPunct="1">
              <a:lnSpc>
                <a:spcPct val="140000"/>
              </a:lnSpc>
              <a:buSzPct val="60000"/>
              <a:buFontTx/>
              <a:buBlip>
                <a:blip r:embed="rId1"/>
              </a:buBlip>
            </a:pPr>
            <a:r>
              <a:rPr lang="en-US" altLang="zh-CN" b="1" dirty="0">
                <a:latin typeface="Times New Roman" panose="02020603050405020304" pitchFamily="18" charset="0"/>
              </a:rPr>
              <a:t>3.1.1  </a:t>
            </a:r>
            <a:r>
              <a:rPr lang="zh-CN" altLang="en-US" b="1" dirty="0">
                <a:latin typeface="Times New Roman" panose="02020603050405020304" pitchFamily="18" charset="0"/>
              </a:rPr>
              <a:t>推理的定义</a:t>
            </a:r>
            <a:endParaRPr lang="zh-CN" altLang="en-US" b="1" dirty="0">
              <a:latin typeface="Times New Roman" panose="02020603050405020304" pitchFamily="18" charset="0"/>
            </a:endParaRPr>
          </a:p>
          <a:p>
            <a:pPr eaLnBrk="1" hangingPunct="1">
              <a:lnSpc>
                <a:spcPct val="140000"/>
              </a:lnSpc>
              <a:buSzPct val="60000"/>
              <a:buFontTx/>
              <a:buBlip>
                <a:blip r:embed="rId1"/>
              </a:buBlip>
            </a:pPr>
            <a:r>
              <a:rPr lang="en-US" altLang="zh-CN" b="1" dirty="0">
                <a:solidFill>
                  <a:srgbClr val="0000FF"/>
                </a:solidFill>
                <a:latin typeface="Times New Roman" panose="02020603050405020304" pitchFamily="18" charset="0"/>
              </a:rPr>
              <a:t>3.1.2  </a:t>
            </a:r>
            <a:r>
              <a:rPr lang="zh-CN" altLang="en-US" b="1" dirty="0">
                <a:solidFill>
                  <a:srgbClr val="0000FF"/>
                </a:solidFill>
                <a:latin typeface="Times New Roman" panose="02020603050405020304" pitchFamily="18" charset="0"/>
              </a:rPr>
              <a:t>推理方式及其分类</a:t>
            </a:r>
            <a:endParaRPr lang="zh-CN" altLang="en-US" b="1" dirty="0">
              <a:solidFill>
                <a:srgbClr val="0000FF"/>
              </a:solidFill>
              <a:latin typeface="Times New Roman" panose="02020603050405020304" pitchFamily="18" charset="0"/>
            </a:endParaRPr>
          </a:p>
          <a:p>
            <a:pPr eaLnBrk="1" hangingPunct="1">
              <a:lnSpc>
                <a:spcPct val="140000"/>
              </a:lnSpc>
              <a:buSzPct val="60000"/>
              <a:buFontTx/>
              <a:buBlip>
                <a:blip r:embed="rId1"/>
              </a:buBlip>
            </a:pPr>
            <a:r>
              <a:rPr lang="en-US" altLang="zh-CN" b="1" dirty="0">
                <a:latin typeface="Times New Roman" panose="02020603050405020304" pitchFamily="18" charset="0"/>
              </a:rPr>
              <a:t>3.1.3  </a:t>
            </a:r>
            <a:r>
              <a:rPr lang="zh-CN" altLang="en-US" b="1" dirty="0">
                <a:latin typeface="Times New Roman" panose="02020603050405020304" pitchFamily="18" charset="0"/>
              </a:rPr>
              <a:t>推理的方向</a:t>
            </a:r>
            <a:endParaRPr lang="zh-CN" altLang="en-US" b="1" dirty="0">
              <a:latin typeface="Times New Roman" panose="02020603050405020304" pitchFamily="18" charset="0"/>
            </a:endParaRPr>
          </a:p>
          <a:p>
            <a:pPr eaLnBrk="1" hangingPunct="1">
              <a:lnSpc>
                <a:spcPct val="140000"/>
              </a:lnSpc>
              <a:buSzPct val="60000"/>
              <a:buFontTx/>
              <a:buBlip>
                <a:blip r:embed="rId1"/>
              </a:buBlip>
            </a:pPr>
            <a:r>
              <a:rPr lang="en-US" altLang="zh-CN" b="1" dirty="0">
                <a:latin typeface="Times New Roman" panose="02020603050405020304" pitchFamily="18" charset="0"/>
              </a:rPr>
              <a:t>3.1.4  </a:t>
            </a:r>
            <a:r>
              <a:rPr lang="zh-CN" altLang="en-US" b="1" dirty="0">
                <a:latin typeface="Times New Roman" panose="02020603050405020304" pitchFamily="18" charset="0"/>
              </a:rPr>
              <a:t>冲突消解策略</a:t>
            </a:r>
            <a:endParaRPr lang="zh-CN" altLang="en-US" b="1" dirty="0">
              <a:latin typeface="Times New Roman" panose="02020603050405020304" pitchFamily="18" charset="0"/>
            </a:endParaRPr>
          </a:p>
        </p:txBody>
      </p:sp>
    </p:spTree>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5363" name="Rectangle 16"/>
          <p:cNvSpPr/>
          <p:nvPr/>
        </p:nvSpPr>
        <p:spPr>
          <a:xfrm>
            <a:off x="304800" y="1651000"/>
            <a:ext cx="8534400" cy="3111500"/>
          </a:xfrm>
          <a:prstGeom prst="rect">
            <a:avLst/>
          </a:prstGeom>
          <a:noFill/>
          <a:ln w="9525" cap="flat" cmpd="sng">
            <a:solidFill>
              <a:srgbClr val="666699"/>
            </a:solidFill>
            <a:prstDash val="solid"/>
            <a:miter/>
            <a:headEnd type="none" w="med" len="med"/>
            <a:tailEnd type="none" w="med" len="med"/>
          </a:ln>
        </p:spPr>
        <p:txBody>
          <a:bodyPr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363855" lvl="0" indent="-363855" eaLnBrk="1" hangingPunct="1">
              <a:spcBef>
                <a:spcPct val="50000"/>
              </a:spcBef>
              <a:buNone/>
            </a:pPr>
            <a:r>
              <a:rPr lang="zh-CN" altLang="en-US" sz="2500" b="1" dirty="0">
                <a:latin typeface="Times New Roman" panose="02020603050405020304" pitchFamily="18" charset="0"/>
              </a:rPr>
              <a:t>（</a:t>
            </a:r>
            <a:r>
              <a:rPr lang="en-US" altLang="zh-CN" sz="2500" b="1" dirty="0">
                <a:latin typeface="Times New Roman" panose="02020603050405020304" pitchFamily="18" charset="0"/>
              </a:rPr>
              <a:t>1</a:t>
            </a:r>
            <a:r>
              <a:rPr lang="zh-CN" altLang="en-US" sz="2500" b="1" dirty="0">
                <a:latin typeface="Times New Roman" panose="02020603050405020304" pitchFamily="18" charset="0"/>
              </a:rPr>
              <a:t>）</a:t>
            </a:r>
            <a:r>
              <a:rPr lang="zh-CN" altLang="en-US" sz="2500" b="1" dirty="0">
                <a:solidFill>
                  <a:schemeClr val="accent2"/>
                </a:solidFill>
                <a:latin typeface="Times New Roman" panose="02020603050405020304" pitchFamily="18" charset="0"/>
              </a:rPr>
              <a:t>演绎推理</a:t>
            </a:r>
            <a:r>
              <a:rPr lang="zh-CN" altLang="en-US" sz="2500" b="1" dirty="0">
                <a:latin typeface="Times New Roman" panose="02020603050405020304" pitchFamily="18" charset="0"/>
              </a:rPr>
              <a:t> </a:t>
            </a:r>
            <a:r>
              <a:rPr lang="en-US" altLang="zh-CN" sz="2500" b="1" dirty="0">
                <a:latin typeface="Times New Roman" panose="02020603050405020304" pitchFamily="18" charset="0"/>
              </a:rPr>
              <a:t>(deductive reasoning) :    </a:t>
            </a:r>
            <a:r>
              <a:rPr lang="zh-CN" altLang="en-US" sz="2400" b="1" dirty="0">
                <a:latin typeface="Times New Roman" panose="02020603050405020304" pitchFamily="18" charset="0"/>
              </a:rPr>
              <a:t>一般   </a:t>
            </a:r>
            <a:r>
              <a:rPr lang="zh-CN" altLang="en-US" sz="3200" b="1" dirty="0">
                <a:latin typeface="Times New Roman" panose="02020603050405020304" pitchFamily="18" charset="0"/>
              </a:rPr>
              <a:t>→</a:t>
            </a:r>
            <a:r>
              <a:rPr lang="zh-CN" altLang="en-US" sz="2400" b="1" dirty="0">
                <a:latin typeface="Times New Roman" panose="02020603050405020304" pitchFamily="18" charset="0"/>
              </a:rPr>
              <a:t>  个别</a:t>
            </a:r>
            <a:endParaRPr lang="zh-CN" altLang="en-US" sz="2400" b="1" dirty="0">
              <a:latin typeface="Times New Roman" panose="02020603050405020304" pitchFamily="18" charset="0"/>
            </a:endParaRPr>
          </a:p>
          <a:p>
            <a:pPr marL="363855" lvl="0" indent="-363855" eaLnBrk="1" hangingPunct="1">
              <a:spcBef>
                <a:spcPct val="50000"/>
              </a:spcBef>
              <a:buFont typeface="Wingdings" panose="05000000000000000000" pitchFamily="2" charset="2"/>
              <a:buChar char="§"/>
            </a:pPr>
            <a:r>
              <a:rPr lang="zh-CN" altLang="en-US" sz="2400" b="1" dirty="0">
                <a:latin typeface="Times New Roman" panose="02020603050405020304" pitchFamily="18" charset="0"/>
              </a:rPr>
              <a:t> </a:t>
            </a:r>
            <a:r>
              <a:rPr lang="zh-CN" altLang="en-US" sz="2400" b="1" dirty="0">
                <a:solidFill>
                  <a:srgbClr val="0000FF"/>
                </a:solidFill>
                <a:latin typeface="Times New Roman" panose="02020603050405020304" pitchFamily="18" charset="0"/>
              </a:rPr>
              <a:t>三段论式</a:t>
            </a:r>
            <a:r>
              <a:rPr lang="zh-CN" altLang="en-US" sz="2400" b="1" dirty="0">
                <a:latin typeface="Times New Roman" panose="02020603050405020304" pitchFamily="18" charset="0"/>
              </a:rPr>
              <a:t>（三段论法）</a:t>
            </a:r>
            <a:endParaRPr lang="zh-CN" altLang="en-US" sz="2400" b="1" dirty="0">
              <a:latin typeface="Times New Roman" panose="02020603050405020304" pitchFamily="18" charset="0"/>
            </a:endParaRPr>
          </a:p>
          <a:p>
            <a:pPr marL="363855" lvl="0" indent="-363855" eaLnBrk="1" hangingPunct="1">
              <a:spcBef>
                <a:spcPct val="50000"/>
              </a:spcBef>
              <a:buClrTx/>
              <a:buFontTx/>
              <a:buAutoNum type="circleNumDbPlain"/>
            </a:pPr>
            <a:r>
              <a:rPr lang="zh-CN" altLang="en-US" sz="2400" b="1" dirty="0">
                <a:latin typeface="Times New Roman" panose="02020603050405020304" pitchFamily="18" charset="0"/>
              </a:rPr>
              <a:t> 已知的一般性知识或假设；</a:t>
            </a:r>
            <a:endParaRPr lang="zh-CN" altLang="en-US" sz="2400" b="1" dirty="0">
              <a:latin typeface="Times New Roman" panose="02020603050405020304" pitchFamily="18" charset="0"/>
            </a:endParaRPr>
          </a:p>
          <a:p>
            <a:pPr marL="363855" lvl="0" indent="-363855" eaLnBrk="1" hangingPunct="1">
              <a:buClrTx/>
              <a:buFontTx/>
              <a:buAutoNum type="circleNumDbPlain"/>
            </a:pPr>
            <a:r>
              <a:rPr lang="zh-CN" altLang="en-US" sz="2400" b="1" dirty="0">
                <a:latin typeface="Times New Roman" panose="02020603050405020304" pitchFamily="18" charset="0"/>
              </a:rPr>
              <a:t> 关于所研究的具体情况或个别事实的判断；</a:t>
            </a:r>
            <a:endParaRPr lang="zh-CN" altLang="en-US" sz="2400" b="1" dirty="0">
              <a:latin typeface="Times New Roman" panose="02020603050405020304" pitchFamily="18" charset="0"/>
            </a:endParaRPr>
          </a:p>
          <a:p>
            <a:pPr marL="363855" lvl="0" indent="-363855" eaLnBrk="1" hangingPunct="1">
              <a:spcBef>
                <a:spcPct val="70000"/>
              </a:spcBef>
              <a:spcAft>
                <a:spcPct val="40000"/>
              </a:spcAft>
              <a:buClrTx/>
              <a:buFontTx/>
              <a:buAutoNum type="circleNumDbPlain"/>
            </a:pPr>
            <a:r>
              <a:rPr lang="zh-CN" altLang="en-US" sz="2400" b="1" dirty="0">
                <a:latin typeface="Times New Roman" panose="02020603050405020304" pitchFamily="18" charset="0"/>
              </a:rPr>
              <a:t> 由大前提推出的适合于小前提所示情况的新判断。</a:t>
            </a:r>
            <a:endParaRPr lang="zh-CN" altLang="en-US" sz="2400" b="1" dirty="0">
              <a:latin typeface="Times New Roman" panose="02020603050405020304" pitchFamily="18" charset="0"/>
            </a:endParaRPr>
          </a:p>
          <a:p>
            <a:pPr marL="363855" lvl="0" indent="-363855" eaLnBrk="1" hangingPunct="1">
              <a:lnSpc>
                <a:spcPct val="20000"/>
              </a:lnSpc>
              <a:spcBef>
                <a:spcPct val="0"/>
              </a:spcBef>
              <a:buClrTx/>
              <a:buFontTx/>
              <a:buAutoNum type="circleNumDbPlain"/>
            </a:pPr>
            <a:endParaRPr lang="en-US" altLang="zh-CN" sz="2400" b="1" dirty="0">
              <a:latin typeface="Times New Roman" panose="02020603050405020304" pitchFamily="18" charset="0"/>
            </a:endParaRPr>
          </a:p>
        </p:txBody>
      </p:sp>
      <p:sp>
        <p:nvSpPr>
          <p:cNvPr id="15364"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3.1.2  </a:t>
            </a:r>
            <a:r>
              <a:rPr lang="zh-CN" altLang="en-US" sz="3600" b="0" dirty="0">
                <a:latin typeface="Times New Roman" panose="02020603050405020304" pitchFamily="18" charset="0"/>
                <a:ea typeface="黑体" panose="02010609060101010101" pitchFamily="49" charset="-122"/>
              </a:rPr>
              <a:t>推理方式及其分类</a:t>
            </a:r>
            <a:endParaRPr lang="zh-CN" altLang="en-US" sz="3600" b="0" dirty="0">
              <a:latin typeface="Times New Roman" panose="02020603050405020304" pitchFamily="18" charset="0"/>
              <a:ea typeface="黑体" panose="02010609060101010101" pitchFamily="49" charset="-122"/>
            </a:endParaRPr>
          </a:p>
        </p:txBody>
      </p:sp>
      <p:sp>
        <p:nvSpPr>
          <p:cNvPr id="15365" name="Rectangle 3"/>
          <p:cNvSpPr>
            <a:spLocks noGrp="1"/>
          </p:cNvSpPr>
          <p:nvPr>
            <p:ph idx="1"/>
          </p:nvPr>
        </p:nvSpPr>
        <p:spPr>
          <a:xfrm>
            <a:off x="250825" y="1060450"/>
            <a:ext cx="8893175" cy="387350"/>
          </a:xfrm>
        </p:spPr>
        <p:txBody>
          <a:bodyPr vert="horz" wrap="square" lIns="91440" tIns="45720" rIns="91440" bIns="45720" anchor="t" anchorCtr="0"/>
          <a:p>
            <a:pPr marL="195580" indent="-195580" eaLnBrk="1" hangingPunct="1">
              <a:lnSpc>
                <a:spcPct val="90000"/>
              </a:lnSpc>
              <a:buClr>
                <a:schemeClr val="tx1"/>
              </a:buClr>
              <a:buFont typeface="Wingdings" panose="05000000000000000000" pitchFamily="2" charset="2"/>
              <a:buAutoNum type="arabicPeriod"/>
            </a:pPr>
            <a:r>
              <a:rPr lang="en-US" altLang="zh-CN" sz="2600" b="1" dirty="0">
                <a:latin typeface="Times New Roman" panose="02020603050405020304" pitchFamily="18" charset="0"/>
              </a:rPr>
              <a:t>  </a:t>
            </a:r>
            <a:r>
              <a:rPr lang="zh-CN" altLang="en-US" sz="2600" b="1" dirty="0">
                <a:latin typeface="Times New Roman" panose="02020603050405020304" pitchFamily="18" charset="0"/>
              </a:rPr>
              <a:t>演绎推理、归纳推理、默认推理</a:t>
            </a:r>
            <a:endParaRPr lang="zh-CN" altLang="en-US" sz="2400" dirty="0">
              <a:latin typeface="Times New Roman" panose="02020603050405020304" pitchFamily="18" charset="0"/>
            </a:endParaRPr>
          </a:p>
        </p:txBody>
      </p:sp>
      <p:sp>
        <p:nvSpPr>
          <p:cNvPr id="10259" name="Line 19"/>
          <p:cNvSpPr/>
          <p:nvPr/>
        </p:nvSpPr>
        <p:spPr>
          <a:xfrm>
            <a:off x="381000" y="3962400"/>
            <a:ext cx="7086600" cy="0"/>
          </a:xfrm>
          <a:prstGeom prst="line">
            <a:avLst/>
          </a:prstGeom>
          <a:ln w="28575" cap="flat" cmpd="sng">
            <a:solidFill>
              <a:schemeClr val="accent2"/>
            </a:solidFill>
            <a:prstDash val="solid"/>
            <a:headEnd type="none" w="med" len="med"/>
            <a:tailEnd type="none" w="med" len="med"/>
          </a:ln>
        </p:spPr>
      </p:sp>
      <p:sp>
        <p:nvSpPr>
          <p:cNvPr id="10260" name="Rectangle 20"/>
          <p:cNvSpPr/>
          <p:nvPr/>
        </p:nvSpPr>
        <p:spPr>
          <a:xfrm>
            <a:off x="7162800" y="2667000"/>
            <a:ext cx="1981200" cy="1844675"/>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50000"/>
              </a:lnSpc>
              <a:spcBef>
                <a:spcPct val="0"/>
              </a:spcBef>
              <a:buClrTx/>
              <a:buFontTx/>
              <a:buNone/>
            </a:pPr>
            <a:r>
              <a:rPr lang="zh-CN" altLang="en-US" sz="2400" b="1" dirty="0"/>
              <a:t>（ </a:t>
            </a:r>
            <a:r>
              <a:rPr lang="zh-CN" altLang="en-US" sz="2400" b="1" dirty="0">
                <a:solidFill>
                  <a:srgbClr val="0000FF"/>
                </a:solidFill>
              </a:rPr>
              <a:t>大前提 </a:t>
            </a:r>
            <a:r>
              <a:rPr lang="zh-CN" altLang="en-US" sz="2400" b="1" dirty="0"/>
              <a:t>）</a:t>
            </a:r>
            <a:endParaRPr lang="zh-CN" altLang="en-US" sz="2400" b="1" dirty="0"/>
          </a:p>
          <a:p>
            <a:pPr marL="0" lvl="0" indent="0" eaLnBrk="1" hangingPunct="1">
              <a:lnSpc>
                <a:spcPct val="150000"/>
              </a:lnSpc>
              <a:spcBef>
                <a:spcPct val="0"/>
              </a:spcBef>
              <a:buClrTx/>
              <a:buFontTx/>
              <a:buNone/>
            </a:pPr>
            <a:r>
              <a:rPr lang="zh-CN" altLang="en-US" sz="2400" b="1" dirty="0"/>
              <a:t>（ </a:t>
            </a:r>
            <a:r>
              <a:rPr lang="zh-CN" altLang="en-US" sz="2400" b="1" dirty="0">
                <a:solidFill>
                  <a:srgbClr val="0000FF"/>
                </a:solidFill>
              </a:rPr>
              <a:t>小前提 </a:t>
            </a:r>
            <a:r>
              <a:rPr lang="zh-CN" altLang="en-US" sz="2400" b="1" dirty="0"/>
              <a:t>）</a:t>
            </a:r>
            <a:endParaRPr lang="zh-CN" altLang="en-US" sz="2400" b="1" dirty="0"/>
          </a:p>
          <a:p>
            <a:pPr marL="0" lvl="0" indent="0" eaLnBrk="1" hangingPunct="1">
              <a:lnSpc>
                <a:spcPct val="150000"/>
              </a:lnSpc>
              <a:spcBef>
                <a:spcPct val="30000"/>
              </a:spcBef>
              <a:buClrTx/>
              <a:buFontTx/>
              <a:buNone/>
            </a:pPr>
            <a:r>
              <a:rPr lang="zh-CN" altLang="en-US" sz="2400" b="1" dirty="0"/>
              <a:t>（ </a:t>
            </a:r>
            <a:r>
              <a:rPr lang="zh-CN" altLang="en-US" sz="2400" b="1" dirty="0">
                <a:solidFill>
                  <a:srgbClr val="0000FF"/>
                </a:solidFill>
              </a:rPr>
              <a:t>结   论 </a:t>
            </a:r>
            <a:r>
              <a:rPr lang="zh-CN" altLang="en-US" sz="2400" b="1" dirty="0"/>
              <a:t>）</a:t>
            </a:r>
            <a:endParaRPr lang="zh-CN" altLang="en-US" sz="2400" b="1"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0260"/>
                                        </p:tgtEl>
                                        <p:attrNameLst>
                                          <p:attrName>style.visibility</p:attrName>
                                        </p:attrNameLst>
                                      </p:cBhvr>
                                      <p:to>
                                        <p:strVal val="visible"/>
                                      </p:to>
                                    </p:set>
                                    <p:animEffect transition="in" filter="blinds(horizontal)">
                                      <p:cBhvr>
                                        <p:cTn id="7" dur="500"/>
                                        <p:tgtEl>
                                          <p:spTgt spid="10260"/>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0259"/>
                                        </p:tgtEl>
                                        <p:attrNameLst>
                                          <p:attrName>style.visibility</p:attrName>
                                        </p:attrNameLst>
                                      </p:cBhvr>
                                      <p:to>
                                        <p:strVal val="visible"/>
                                      </p:to>
                                    </p:set>
                                    <p:animEffect transition="in" filter="wipe(down)">
                                      <p:cBhvr>
                                        <p:cTn id="11" dur="500"/>
                                        <p:tgtEl>
                                          <p:spTgt spid="10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7411" name="Rectangle 16"/>
          <p:cNvSpPr/>
          <p:nvPr/>
        </p:nvSpPr>
        <p:spPr>
          <a:xfrm>
            <a:off x="304800" y="1689100"/>
            <a:ext cx="8534400" cy="3035300"/>
          </a:xfrm>
          <a:prstGeom prst="rect">
            <a:avLst/>
          </a:prstGeom>
          <a:noFill/>
          <a:ln w="9525" cap="flat" cmpd="sng">
            <a:solidFill>
              <a:srgbClr val="666699"/>
            </a:solidFill>
            <a:prstDash val="solid"/>
            <a:miter/>
            <a:headEnd type="none" w="med" len="med"/>
            <a:tailEnd type="none" w="med" len="med"/>
          </a:ln>
        </p:spPr>
        <p:txBody>
          <a:bodyPr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363855" lvl="0" indent="-363855" eaLnBrk="1" hangingPunct="1">
              <a:spcBef>
                <a:spcPct val="50000"/>
              </a:spcBef>
              <a:buNone/>
            </a:pPr>
            <a:r>
              <a:rPr lang="zh-CN" altLang="en-US" sz="2500" b="1" dirty="0">
                <a:latin typeface="Times New Roman" panose="02020603050405020304" pitchFamily="18" charset="0"/>
              </a:rPr>
              <a:t>（</a:t>
            </a:r>
            <a:r>
              <a:rPr lang="en-US" altLang="zh-CN" sz="2500" b="1" dirty="0">
                <a:latin typeface="Times New Roman" panose="02020603050405020304" pitchFamily="18" charset="0"/>
              </a:rPr>
              <a:t>1</a:t>
            </a:r>
            <a:r>
              <a:rPr lang="zh-CN" altLang="en-US" sz="2500" b="1" dirty="0">
                <a:latin typeface="Times New Roman" panose="02020603050405020304" pitchFamily="18" charset="0"/>
              </a:rPr>
              <a:t>）</a:t>
            </a:r>
            <a:r>
              <a:rPr lang="zh-CN" altLang="en-US" sz="2500" b="1" dirty="0">
                <a:solidFill>
                  <a:schemeClr val="accent2"/>
                </a:solidFill>
                <a:latin typeface="Times New Roman" panose="02020603050405020304" pitchFamily="18" charset="0"/>
              </a:rPr>
              <a:t>演绎推理</a:t>
            </a:r>
            <a:r>
              <a:rPr lang="zh-CN" altLang="en-US" sz="2500" b="1" dirty="0">
                <a:latin typeface="Times New Roman" panose="02020603050405020304" pitchFamily="18" charset="0"/>
              </a:rPr>
              <a:t> </a:t>
            </a:r>
            <a:r>
              <a:rPr lang="en-US" altLang="zh-CN" sz="2500" b="1" dirty="0">
                <a:latin typeface="Times New Roman" panose="02020603050405020304" pitchFamily="18" charset="0"/>
              </a:rPr>
              <a:t>(deductive reasoning) :    </a:t>
            </a:r>
            <a:r>
              <a:rPr lang="zh-CN" altLang="en-US" sz="2400" b="1" dirty="0">
                <a:latin typeface="Times New Roman" panose="02020603050405020304" pitchFamily="18" charset="0"/>
              </a:rPr>
              <a:t>一般   </a:t>
            </a:r>
            <a:r>
              <a:rPr lang="zh-CN" altLang="en-US" sz="3200" b="1" dirty="0">
                <a:latin typeface="Times New Roman" panose="02020603050405020304" pitchFamily="18" charset="0"/>
              </a:rPr>
              <a:t>→</a:t>
            </a:r>
            <a:r>
              <a:rPr lang="zh-CN" altLang="en-US" sz="2400" b="1" dirty="0">
                <a:latin typeface="Times New Roman" panose="02020603050405020304" pitchFamily="18" charset="0"/>
              </a:rPr>
              <a:t>  个别</a:t>
            </a:r>
            <a:endParaRPr lang="zh-CN" altLang="en-US" sz="2400" b="1" dirty="0">
              <a:latin typeface="Times New Roman" panose="02020603050405020304" pitchFamily="18" charset="0"/>
            </a:endParaRPr>
          </a:p>
          <a:p>
            <a:pPr marL="363855" lvl="0" indent="-363855" eaLnBrk="1" hangingPunct="1">
              <a:spcBef>
                <a:spcPct val="50000"/>
              </a:spcBef>
              <a:buFont typeface="Wingdings" panose="05000000000000000000" pitchFamily="2" charset="2"/>
              <a:buChar char="§"/>
            </a:pPr>
            <a:r>
              <a:rPr lang="zh-CN" altLang="en-US" sz="2400" b="1" dirty="0">
                <a:latin typeface="Times New Roman" panose="02020603050405020304" pitchFamily="18" charset="0"/>
              </a:rPr>
              <a:t> </a:t>
            </a:r>
            <a:r>
              <a:rPr lang="zh-CN" altLang="en-US" sz="2400" b="1" dirty="0">
                <a:solidFill>
                  <a:srgbClr val="0000FF"/>
                </a:solidFill>
                <a:latin typeface="Times New Roman" panose="02020603050405020304" pitchFamily="18" charset="0"/>
              </a:rPr>
              <a:t>三段论式</a:t>
            </a:r>
            <a:r>
              <a:rPr lang="zh-CN" altLang="en-US" sz="2400" b="1" dirty="0">
                <a:latin typeface="Times New Roman" panose="02020603050405020304" pitchFamily="18" charset="0"/>
              </a:rPr>
              <a:t>（三段论法）</a:t>
            </a:r>
            <a:endParaRPr lang="zh-CN" altLang="en-US" sz="2400" b="1" dirty="0">
              <a:latin typeface="Times New Roman" panose="02020603050405020304" pitchFamily="18" charset="0"/>
            </a:endParaRPr>
          </a:p>
          <a:p>
            <a:pPr marL="363855" lvl="0" indent="-363855" eaLnBrk="1" hangingPunct="1">
              <a:spcBef>
                <a:spcPct val="50000"/>
              </a:spcBef>
              <a:buClrTx/>
              <a:buFontTx/>
              <a:buAutoNum type="circleNumDbPlain"/>
            </a:pPr>
            <a:r>
              <a:rPr lang="zh-CN" altLang="en-US" sz="2400" b="1" dirty="0">
                <a:latin typeface="Times New Roman" panose="02020603050405020304" pitchFamily="18" charset="0"/>
              </a:rPr>
              <a:t> 足球运动员的身体都是强壮的 ；</a:t>
            </a:r>
            <a:endParaRPr lang="zh-CN" altLang="en-US" sz="2400" b="1" dirty="0">
              <a:latin typeface="Times New Roman" panose="02020603050405020304" pitchFamily="18" charset="0"/>
            </a:endParaRPr>
          </a:p>
          <a:p>
            <a:pPr marL="363855" lvl="0" indent="-363855" eaLnBrk="1" hangingPunct="1">
              <a:buClrTx/>
              <a:buFontTx/>
              <a:buAutoNum type="circleNumDbPlain"/>
            </a:pPr>
            <a:r>
              <a:rPr lang="zh-CN" altLang="en-US" sz="2400" b="1" dirty="0">
                <a:latin typeface="Times New Roman" panose="02020603050405020304" pitchFamily="18" charset="0"/>
              </a:rPr>
              <a:t> 高波是一名足球运动员；</a:t>
            </a:r>
            <a:endParaRPr lang="zh-CN" altLang="en-US" sz="2400" b="1" dirty="0">
              <a:latin typeface="Times New Roman" panose="02020603050405020304" pitchFamily="18" charset="0"/>
            </a:endParaRPr>
          </a:p>
          <a:p>
            <a:pPr marL="363855" lvl="0" indent="-363855" eaLnBrk="1" hangingPunct="1">
              <a:spcBef>
                <a:spcPct val="70000"/>
              </a:spcBef>
              <a:spcAft>
                <a:spcPct val="40000"/>
              </a:spcAft>
              <a:buClrTx/>
              <a:buFontTx/>
              <a:buAutoNum type="circleNumDbPlain"/>
            </a:pPr>
            <a:r>
              <a:rPr lang="zh-CN" altLang="en-US" sz="2400" b="1" dirty="0">
                <a:latin typeface="Times New Roman" panose="02020603050405020304" pitchFamily="18" charset="0"/>
              </a:rPr>
              <a:t> 所以，高波的身体是强壮的。</a:t>
            </a:r>
            <a:endParaRPr lang="zh-CN" altLang="en-US" sz="2400" b="1" dirty="0">
              <a:latin typeface="Times New Roman" panose="02020603050405020304" pitchFamily="18" charset="0"/>
            </a:endParaRPr>
          </a:p>
          <a:p>
            <a:pPr marL="363855" lvl="0" indent="-363855" eaLnBrk="1" hangingPunct="1">
              <a:lnSpc>
                <a:spcPct val="20000"/>
              </a:lnSpc>
              <a:spcBef>
                <a:spcPct val="0"/>
              </a:spcBef>
              <a:buClrTx/>
              <a:buFontTx/>
              <a:buAutoNum type="circleNumDbPlain"/>
            </a:pPr>
            <a:endParaRPr lang="en-US" altLang="zh-CN" sz="2400" b="1" dirty="0">
              <a:latin typeface="Times New Roman" panose="02020603050405020304" pitchFamily="18" charset="0"/>
            </a:endParaRPr>
          </a:p>
        </p:txBody>
      </p:sp>
      <p:sp>
        <p:nvSpPr>
          <p:cNvPr id="17412"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3.1.2  </a:t>
            </a:r>
            <a:r>
              <a:rPr lang="zh-CN" altLang="en-US" sz="3600" b="0" dirty="0">
                <a:latin typeface="Times New Roman" panose="02020603050405020304" pitchFamily="18" charset="0"/>
                <a:ea typeface="黑体" panose="02010609060101010101" pitchFamily="49" charset="-122"/>
              </a:rPr>
              <a:t>推理方式及其分类</a:t>
            </a:r>
            <a:endParaRPr lang="zh-CN" altLang="en-US" sz="3600" b="0" dirty="0">
              <a:latin typeface="Times New Roman" panose="02020603050405020304" pitchFamily="18" charset="0"/>
              <a:ea typeface="黑体" panose="02010609060101010101" pitchFamily="49" charset="-122"/>
            </a:endParaRPr>
          </a:p>
        </p:txBody>
      </p:sp>
      <p:sp>
        <p:nvSpPr>
          <p:cNvPr id="17413" name="Rectangle 3"/>
          <p:cNvSpPr>
            <a:spLocks noGrp="1"/>
          </p:cNvSpPr>
          <p:nvPr>
            <p:ph idx="1"/>
          </p:nvPr>
        </p:nvSpPr>
        <p:spPr>
          <a:xfrm>
            <a:off x="250825" y="1060450"/>
            <a:ext cx="8893175" cy="387350"/>
          </a:xfrm>
        </p:spPr>
        <p:txBody>
          <a:bodyPr vert="horz" wrap="square" lIns="91440" tIns="45720" rIns="91440" bIns="45720" anchor="t" anchorCtr="0"/>
          <a:p>
            <a:pPr marL="195580" indent="-195580" eaLnBrk="1" hangingPunct="1">
              <a:lnSpc>
                <a:spcPct val="90000"/>
              </a:lnSpc>
              <a:buClr>
                <a:schemeClr val="tx1"/>
              </a:buClr>
              <a:buFont typeface="Wingdings" panose="05000000000000000000" pitchFamily="2" charset="2"/>
              <a:buAutoNum type="arabicPeriod"/>
            </a:pPr>
            <a:r>
              <a:rPr lang="en-US" altLang="zh-CN" sz="2600" b="1" dirty="0">
                <a:latin typeface="Times New Roman" panose="02020603050405020304" pitchFamily="18" charset="0"/>
              </a:rPr>
              <a:t>  </a:t>
            </a:r>
            <a:r>
              <a:rPr lang="zh-CN" altLang="en-US" sz="2600" b="1" dirty="0">
                <a:latin typeface="Times New Roman" panose="02020603050405020304" pitchFamily="18" charset="0"/>
              </a:rPr>
              <a:t>演绎推理、归纳推理、默认推理</a:t>
            </a:r>
            <a:endParaRPr lang="zh-CN" altLang="en-US" sz="2400" dirty="0">
              <a:latin typeface="Times New Roman" panose="02020603050405020304" pitchFamily="18" charset="0"/>
            </a:endParaRPr>
          </a:p>
        </p:txBody>
      </p:sp>
      <p:sp>
        <p:nvSpPr>
          <p:cNvPr id="10259" name="Line 19"/>
          <p:cNvSpPr/>
          <p:nvPr/>
        </p:nvSpPr>
        <p:spPr>
          <a:xfrm>
            <a:off x="381000" y="3962400"/>
            <a:ext cx="7086600" cy="0"/>
          </a:xfrm>
          <a:prstGeom prst="line">
            <a:avLst/>
          </a:prstGeom>
          <a:ln w="28575" cap="flat" cmpd="sng">
            <a:solidFill>
              <a:schemeClr val="accent2"/>
            </a:solidFill>
            <a:prstDash val="solid"/>
            <a:headEnd type="none" w="med" len="med"/>
            <a:tailEnd type="none" w="med" len="med"/>
          </a:ln>
        </p:spPr>
      </p:sp>
      <p:sp>
        <p:nvSpPr>
          <p:cNvPr id="10260" name="Rectangle 20"/>
          <p:cNvSpPr/>
          <p:nvPr/>
        </p:nvSpPr>
        <p:spPr>
          <a:xfrm>
            <a:off x="5486400" y="2667000"/>
            <a:ext cx="1981200" cy="1844675"/>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50000"/>
              </a:lnSpc>
              <a:spcBef>
                <a:spcPct val="0"/>
              </a:spcBef>
              <a:buClrTx/>
              <a:buFontTx/>
              <a:buNone/>
            </a:pPr>
            <a:r>
              <a:rPr lang="zh-CN" altLang="en-US" sz="2400" b="1" dirty="0"/>
              <a:t>（ </a:t>
            </a:r>
            <a:r>
              <a:rPr lang="zh-CN" altLang="en-US" sz="2400" b="1" dirty="0">
                <a:solidFill>
                  <a:srgbClr val="0000FF"/>
                </a:solidFill>
              </a:rPr>
              <a:t>大前提 </a:t>
            </a:r>
            <a:r>
              <a:rPr lang="zh-CN" altLang="en-US" sz="2400" b="1" dirty="0"/>
              <a:t>）</a:t>
            </a:r>
            <a:endParaRPr lang="zh-CN" altLang="en-US" sz="2400" b="1" dirty="0"/>
          </a:p>
          <a:p>
            <a:pPr marL="0" lvl="0" indent="0" eaLnBrk="1" hangingPunct="1">
              <a:lnSpc>
                <a:spcPct val="150000"/>
              </a:lnSpc>
              <a:spcBef>
                <a:spcPct val="0"/>
              </a:spcBef>
              <a:buClrTx/>
              <a:buFontTx/>
              <a:buNone/>
            </a:pPr>
            <a:r>
              <a:rPr lang="zh-CN" altLang="en-US" sz="2400" b="1" dirty="0"/>
              <a:t>（ </a:t>
            </a:r>
            <a:r>
              <a:rPr lang="zh-CN" altLang="en-US" sz="2400" b="1" dirty="0">
                <a:solidFill>
                  <a:srgbClr val="0000FF"/>
                </a:solidFill>
              </a:rPr>
              <a:t>小前提 </a:t>
            </a:r>
            <a:r>
              <a:rPr lang="zh-CN" altLang="en-US" sz="2400" b="1" dirty="0"/>
              <a:t>）</a:t>
            </a:r>
            <a:endParaRPr lang="zh-CN" altLang="en-US" sz="2400" b="1" dirty="0"/>
          </a:p>
          <a:p>
            <a:pPr marL="0" lvl="0" indent="0" eaLnBrk="1" hangingPunct="1">
              <a:lnSpc>
                <a:spcPct val="150000"/>
              </a:lnSpc>
              <a:spcBef>
                <a:spcPct val="30000"/>
              </a:spcBef>
              <a:buClrTx/>
              <a:buFontTx/>
              <a:buNone/>
            </a:pPr>
            <a:r>
              <a:rPr lang="zh-CN" altLang="en-US" sz="2400" b="1" dirty="0"/>
              <a:t>（ </a:t>
            </a:r>
            <a:r>
              <a:rPr lang="zh-CN" altLang="en-US" sz="2400" b="1" dirty="0">
                <a:solidFill>
                  <a:srgbClr val="0000FF"/>
                </a:solidFill>
              </a:rPr>
              <a:t>结   论 </a:t>
            </a:r>
            <a:r>
              <a:rPr lang="zh-CN" altLang="en-US" sz="2400" b="1" dirty="0"/>
              <a:t>）</a:t>
            </a:r>
            <a:endParaRPr lang="zh-CN" altLang="en-US" sz="2400" b="1"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0260"/>
                                        </p:tgtEl>
                                        <p:attrNameLst>
                                          <p:attrName>style.visibility</p:attrName>
                                        </p:attrNameLst>
                                      </p:cBhvr>
                                      <p:to>
                                        <p:strVal val="visible"/>
                                      </p:to>
                                    </p:set>
                                    <p:animEffect transition="in" filter="blinds(horizontal)">
                                      <p:cBhvr>
                                        <p:cTn id="7" dur="500"/>
                                        <p:tgtEl>
                                          <p:spTgt spid="10260"/>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0259"/>
                                        </p:tgtEl>
                                        <p:attrNameLst>
                                          <p:attrName>style.visibility</p:attrName>
                                        </p:attrNameLst>
                                      </p:cBhvr>
                                      <p:to>
                                        <p:strVal val="visible"/>
                                      </p:to>
                                    </p:set>
                                    <p:animEffect transition="in" filter="wipe(down)">
                                      <p:cBhvr>
                                        <p:cTn id="11" dur="500"/>
                                        <p:tgtEl>
                                          <p:spTgt spid="10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8435"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3.1.2  </a:t>
            </a:r>
            <a:r>
              <a:rPr lang="zh-CN" altLang="en-US" sz="3600" b="0" dirty="0">
                <a:latin typeface="Times New Roman" panose="02020603050405020304" pitchFamily="18" charset="0"/>
                <a:ea typeface="黑体" panose="02010609060101010101" pitchFamily="49" charset="-122"/>
              </a:rPr>
              <a:t>推理方式及其分类</a:t>
            </a:r>
            <a:endParaRPr lang="zh-CN" altLang="en-US" sz="3600" b="0" dirty="0">
              <a:latin typeface="Times New Roman" panose="02020603050405020304" pitchFamily="18" charset="0"/>
              <a:ea typeface="黑体" panose="02010609060101010101" pitchFamily="49" charset="-122"/>
            </a:endParaRPr>
          </a:p>
        </p:txBody>
      </p:sp>
      <p:sp>
        <p:nvSpPr>
          <p:cNvPr id="18436" name="Rectangle 3"/>
          <p:cNvSpPr>
            <a:spLocks noGrp="1"/>
          </p:cNvSpPr>
          <p:nvPr>
            <p:ph idx="1"/>
          </p:nvPr>
        </p:nvSpPr>
        <p:spPr>
          <a:xfrm>
            <a:off x="250825" y="908050"/>
            <a:ext cx="8893175" cy="387350"/>
          </a:xfrm>
        </p:spPr>
        <p:txBody>
          <a:bodyPr vert="horz" wrap="square" lIns="91440" tIns="45720" rIns="91440" bIns="45720" anchor="t" anchorCtr="0"/>
          <a:p>
            <a:pPr marL="195580" indent="-195580" eaLnBrk="1" hangingPunct="1">
              <a:lnSpc>
                <a:spcPct val="90000"/>
              </a:lnSpc>
              <a:buClr>
                <a:schemeClr val="tx1"/>
              </a:buClr>
              <a:buFont typeface="Wingdings" panose="05000000000000000000" pitchFamily="2" charset="2"/>
              <a:buAutoNum type="arabicPeriod"/>
            </a:pPr>
            <a:r>
              <a:rPr lang="en-US" altLang="zh-CN" sz="2600" b="1" dirty="0">
                <a:latin typeface="Times New Roman" panose="02020603050405020304" pitchFamily="18" charset="0"/>
              </a:rPr>
              <a:t>  </a:t>
            </a:r>
            <a:r>
              <a:rPr lang="zh-CN" altLang="en-US" sz="2600" b="1" dirty="0">
                <a:latin typeface="Times New Roman" panose="02020603050405020304" pitchFamily="18" charset="0"/>
              </a:rPr>
              <a:t>演绎推理、归纳推理、默认推理</a:t>
            </a:r>
            <a:endParaRPr lang="zh-CN" altLang="en-US" sz="2400" dirty="0">
              <a:latin typeface="Times New Roman" panose="02020603050405020304" pitchFamily="18" charset="0"/>
            </a:endParaRPr>
          </a:p>
        </p:txBody>
      </p:sp>
      <p:grpSp>
        <p:nvGrpSpPr>
          <p:cNvPr id="18437" name="Group 18"/>
          <p:cNvGrpSpPr/>
          <p:nvPr/>
        </p:nvGrpSpPr>
        <p:grpSpPr>
          <a:xfrm>
            <a:off x="304800" y="1474788"/>
            <a:ext cx="8534400" cy="1801812"/>
            <a:chOff x="192" y="929"/>
            <a:chExt cx="5376" cy="1135"/>
          </a:xfrm>
        </p:grpSpPr>
        <p:sp>
          <p:nvSpPr>
            <p:cNvPr id="18450" name="Text Box 10"/>
            <p:cNvSpPr txBox="1"/>
            <p:nvPr/>
          </p:nvSpPr>
          <p:spPr>
            <a:xfrm>
              <a:off x="192" y="929"/>
              <a:ext cx="5376" cy="1135"/>
            </a:xfrm>
            <a:prstGeom prst="rect">
              <a:avLst/>
            </a:prstGeom>
            <a:noFill/>
            <a:ln w="9525" cap="flat" cmpd="sng">
              <a:solidFill>
                <a:srgbClr val="666699"/>
              </a:solidFill>
              <a:prstDash val="solid"/>
              <a:miter/>
              <a:headEnd type="none" w="med" len="med"/>
              <a:tailEnd type="none" w="med" len="med"/>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30000"/>
                </a:lnSpc>
                <a:spcBef>
                  <a:spcPct val="0"/>
                </a:spcBef>
                <a:buNone/>
              </a:pPr>
              <a:endParaRPr lang="en-US" altLang="zh-CN" sz="2500" b="1" dirty="0"/>
            </a:p>
            <a:p>
              <a:pPr marL="0" lvl="0" indent="0" eaLnBrk="1" hangingPunct="1">
                <a:spcBef>
                  <a:spcPct val="0"/>
                </a:spcBef>
                <a:buNone/>
              </a:pPr>
              <a:r>
                <a:rPr lang="zh-CN" altLang="en-US" sz="2500" b="1" dirty="0">
                  <a:latin typeface="Times New Roman" panose="02020603050405020304" pitchFamily="18" charset="0"/>
                </a:rPr>
                <a:t>（</a:t>
              </a:r>
              <a:r>
                <a:rPr lang="en-US" altLang="zh-CN" sz="2500" b="1" dirty="0">
                  <a:latin typeface="Times New Roman" panose="02020603050405020304" pitchFamily="18" charset="0"/>
                </a:rPr>
                <a:t>2</a:t>
              </a:r>
              <a:r>
                <a:rPr lang="zh-CN" altLang="en-US" sz="2500" b="1" dirty="0">
                  <a:latin typeface="Times New Roman" panose="02020603050405020304" pitchFamily="18" charset="0"/>
                </a:rPr>
                <a:t>）</a:t>
              </a:r>
              <a:r>
                <a:rPr lang="zh-CN" altLang="en-US" sz="2500" b="1" dirty="0">
                  <a:solidFill>
                    <a:schemeClr val="accent2"/>
                  </a:solidFill>
                  <a:latin typeface="Times New Roman" panose="02020603050405020304" pitchFamily="18" charset="0"/>
                </a:rPr>
                <a:t>归纳推理 </a:t>
              </a:r>
              <a:r>
                <a:rPr lang="en-US" altLang="zh-CN" sz="2500" b="1" dirty="0">
                  <a:latin typeface="Times New Roman" panose="02020603050405020304" pitchFamily="18" charset="0"/>
                </a:rPr>
                <a:t>(inductive reasoning):  </a:t>
              </a:r>
              <a:r>
                <a:rPr lang="zh-CN" altLang="en-US" sz="2400" b="1" dirty="0">
                  <a:latin typeface="Times New Roman" panose="02020603050405020304" pitchFamily="18" charset="0"/>
                </a:rPr>
                <a:t>个别 → 一般</a:t>
              </a:r>
              <a:endParaRPr lang="zh-CN" altLang="en-US" sz="2400" b="1" dirty="0">
                <a:latin typeface="Times New Roman" panose="02020603050405020304" pitchFamily="18" charset="0"/>
              </a:endParaRPr>
            </a:p>
            <a:p>
              <a:pPr marL="0" lvl="0" indent="0" eaLnBrk="1" hangingPunct="1">
                <a:spcBef>
                  <a:spcPct val="50000"/>
                </a:spcBef>
                <a:buNone/>
              </a:pPr>
              <a:r>
                <a:rPr lang="zh-CN" altLang="en-US" sz="2400" dirty="0">
                  <a:latin typeface="Times New Roman" panose="02020603050405020304" pitchFamily="18" charset="0"/>
                </a:rPr>
                <a:t>         </a:t>
              </a:r>
              <a:r>
                <a:rPr lang="zh-CN" altLang="en-US" sz="2400" b="1" dirty="0">
                  <a:solidFill>
                    <a:srgbClr val="0000FF"/>
                  </a:solidFill>
                  <a:latin typeface="Times New Roman" panose="02020603050405020304" pitchFamily="18" charset="0"/>
                </a:rPr>
                <a:t>完全归纳推理（</a:t>
              </a:r>
              <a:r>
                <a:rPr lang="zh-CN" altLang="en-US" sz="2400" b="1" dirty="0">
                  <a:latin typeface="Times New Roman" panose="02020603050405020304" pitchFamily="18" charset="0"/>
                </a:rPr>
                <a:t>必然性推理）              </a:t>
              </a:r>
              <a:endParaRPr lang="zh-CN" altLang="en-US" sz="2400" b="1" dirty="0">
                <a:latin typeface="Times New Roman" panose="02020603050405020304" pitchFamily="18" charset="0"/>
              </a:endParaRPr>
            </a:p>
            <a:p>
              <a:pPr marL="0" lvl="0" indent="0" eaLnBrk="1" hangingPunct="1">
                <a:spcBef>
                  <a:spcPct val="50000"/>
                </a:spcBef>
                <a:buNone/>
              </a:pPr>
              <a:r>
                <a:rPr lang="zh-CN" altLang="en-US" sz="2400" b="1" dirty="0">
                  <a:latin typeface="Times New Roman" panose="02020603050405020304" pitchFamily="18" charset="0"/>
                </a:rPr>
                <a:t>         </a:t>
              </a:r>
              <a:r>
                <a:rPr lang="zh-CN" altLang="en-US" sz="2400" b="1" dirty="0">
                  <a:solidFill>
                    <a:srgbClr val="0000FF"/>
                  </a:solidFill>
                  <a:latin typeface="Times New Roman" panose="02020603050405020304" pitchFamily="18" charset="0"/>
                </a:rPr>
                <a:t>不完全归纳推理</a:t>
              </a:r>
              <a:r>
                <a:rPr lang="zh-CN" altLang="en-US" sz="2400" b="1" dirty="0">
                  <a:latin typeface="Times New Roman" panose="02020603050405020304" pitchFamily="18" charset="0"/>
                </a:rPr>
                <a:t>（非必然性推理）</a:t>
              </a:r>
              <a:endParaRPr lang="zh-CN" altLang="en-US" sz="2400" b="1" dirty="0">
                <a:latin typeface="Times New Roman" panose="02020603050405020304" pitchFamily="18" charset="0"/>
              </a:endParaRPr>
            </a:p>
            <a:p>
              <a:pPr marL="0" lvl="0" indent="0" eaLnBrk="1" hangingPunct="1">
                <a:lnSpc>
                  <a:spcPct val="30000"/>
                </a:lnSpc>
                <a:spcBef>
                  <a:spcPct val="0"/>
                </a:spcBef>
                <a:buNone/>
              </a:pPr>
              <a:endParaRPr lang="en-US" altLang="zh-CN" sz="2400" b="1" dirty="0">
                <a:latin typeface="Times New Roman" panose="02020603050405020304" pitchFamily="18" charset="0"/>
              </a:endParaRPr>
            </a:p>
          </p:txBody>
        </p:sp>
        <p:sp>
          <p:nvSpPr>
            <p:cNvPr id="18451" name="AutoShape 12"/>
            <p:cNvSpPr/>
            <p:nvPr/>
          </p:nvSpPr>
          <p:spPr>
            <a:xfrm>
              <a:off x="528" y="1440"/>
              <a:ext cx="47" cy="480"/>
            </a:xfrm>
            <a:prstGeom prst="leftBrace">
              <a:avLst>
                <a:gd name="adj1" fmla="val 85106"/>
                <a:gd name="adj2" fmla="val 50000"/>
              </a:avLst>
            </a:prstGeom>
            <a:noFill/>
            <a:ln w="50800" cap="flat" cmpd="sng">
              <a:solidFill>
                <a:schemeClr val="tx1"/>
              </a:solidFill>
              <a:prstDash val="solid"/>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sp>
        <p:nvSpPr>
          <p:cNvPr id="18438" name="Text Box 20"/>
          <p:cNvSpPr txBox="1"/>
          <p:nvPr/>
        </p:nvSpPr>
        <p:spPr>
          <a:xfrm>
            <a:off x="1089025" y="4038600"/>
            <a:ext cx="2759075" cy="45720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0"/>
              </a:spcBef>
              <a:buClrTx/>
              <a:buFontTx/>
              <a:buNone/>
            </a:pPr>
            <a:r>
              <a:rPr lang="zh-CN" altLang="en-US" sz="2400" b="1" dirty="0"/>
              <a:t>检查全部产品合格</a:t>
            </a:r>
            <a:endParaRPr lang="zh-CN" altLang="en-US" sz="2400" b="1" dirty="0"/>
          </a:p>
        </p:txBody>
      </p:sp>
      <p:sp>
        <p:nvSpPr>
          <p:cNvPr id="18439" name="Rectangle 21"/>
          <p:cNvSpPr/>
          <p:nvPr/>
        </p:nvSpPr>
        <p:spPr>
          <a:xfrm>
            <a:off x="1127125" y="3962400"/>
            <a:ext cx="2590800" cy="685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18440" name="Line 22"/>
          <p:cNvSpPr/>
          <p:nvPr/>
        </p:nvSpPr>
        <p:spPr>
          <a:xfrm>
            <a:off x="3717925" y="4267200"/>
            <a:ext cx="1981200" cy="0"/>
          </a:xfrm>
          <a:prstGeom prst="line">
            <a:avLst/>
          </a:prstGeom>
          <a:ln w="38100" cap="flat" cmpd="sng">
            <a:solidFill>
              <a:schemeClr val="tx1"/>
            </a:solidFill>
            <a:prstDash val="solid"/>
            <a:headEnd type="none" w="med" len="med"/>
            <a:tailEnd type="triangle" w="med" len="med"/>
          </a:ln>
        </p:spPr>
      </p:sp>
      <p:sp>
        <p:nvSpPr>
          <p:cNvPr id="18441" name="Text Box 23"/>
          <p:cNvSpPr txBox="1"/>
          <p:nvPr/>
        </p:nvSpPr>
        <p:spPr>
          <a:xfrm>
            <a:off x="5762625" y="4037013"/>
            <a:ext cx="2149475" cy="45720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0"/>
              </a:spcBef>
              <a:buClrTx/>
              <a:buFontTx/>
              <a:buNone/>
            </a:pPr>
            <a:r>
              <a:rPr lang="zh-CN" altLang="en-US" sz="2400" b="1" dirty="0"/>
              <a:t>该厂产品合格</a:t>
            </a:r>
            <a:endParaRPr lang="zh-CN" altLang="en-US" sz="2400" b="1" dirty="0"/>
          </a:p>
        </p:txBody>
      </p:sp>
      <p:sp>
        <p:nvSpPr>
          <p:cNvPr id="18442" name="Rectangle 24"/>
          <p:cNvSpPr/>
          <p:nvPr/>
        </p:nvSpPr>
        <p:spPr>
          <a:xfrm>
            <a:off x="5715000" y="3962400"/>
            <a:ext cx="2117725" cy="685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18443" name="Text Box 25"/>
          <p:cNvSpPr txBox="1"/>
          <p:nvPr/>
        </p:nvSpPr>
        <p:spPr>
          <a:xfrm>
            <a:off x="3930650" y="3756025"/>
            <a:ext cx="1631950" cy="366713"/>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0"/>
              </a:spcBef>
              <a:buClrTx/>
              <a:buFontTx/>
              <a:buNone/>
            </a:pPr>
            <a:r>
              <a:rPr lang="zh-CN" altLang="en-US" sz="1800" b="1" dirty="0">
                <a:solidFill>
                  <a:srgbClr val="3366FF"/>
                </a:solidFill>
              </a:rPr>
              <a:t>完全归纳推理</a:t>
            </a:r>
            <a:endParaRPr lang="zh-CN" altLang="en-US" sz="1800" b="1" dirty="0">
              <a:solidFill>
                <a:srgbClr val="3366FF"/>
              </a:solidFill>
            </a:endParaRPr>
          </a:p>
        </p:txBody>
      </p:sp>
      <p:sp>
        <p:nvSpPr>
          <p:cNvPr id="18444" name="Text Box 33"/>
          <p:cNvSpPr txBox="1"/>
          <p:nvPr/>
        </p:nvSpPr>
        <p:spPr>
          <a:xfrm>
            <a:off x="1089025" y="5410200"/>
            <a:ext cx="2759075" cy="45720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0"/>
              </a:spcBef>
              <a:buClrTx/>
              <a:buFontTx/>
              <a:buNone/>
            </a:pPr>
            <a:r>
              <a:rPr lang="zh-CN" altLang="en-US" sz="2400" b="1" dirty="0"/>
              <a:t>检查全部样品合格</a:t>
            </a:r>
            <a:endParaRPr lang="zh-CN" altLang="en-US" sz="2400" b="1" dirty="0"/>
          </a:p>
        </p:txBody>
      </p:sp>
      <p:sp>
        <p:nvSpPr>
          <p:cNvPr id="18445" name="Rectangle 34"/>
          <p:cNvSpPr/>
          <p:nvPr/>
        </p:nvSpPr>
        <p:spPr>
          <a:xfrm>
            <a:off x="1127125" y="5334000"/>
            <a:ext cx="2590800" cy="685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18446" name="Line 35"/>
          <p:cNvSpPr/>
          <p:nvPr/>
        </p:nvSpPr>
        <p:spPr>
          <a:xfrm>
            <a:off x="3717925" y="5638800"/>
            <a:ext cx="1981200" cy="0"/>
          </a:xfrm>
          <a:prstGeom prst="line">
            <a:avLst/>
          </a:prstGeom>
          <a:ln w="38100" cap="flat" cmpd="sng">
            <a:solidFill>
              <a:schemeClr val="tx1"/>
            </a:solidFill>
            <a:prstDash val="solid"/>
            <a:headEnd type="none" w="med" len="med"/>
            <a:tailEnd type="triangle" w="med" len="med"/>
          </a:ln>
        </p:spPr>
      </p:sp>
      <p:sp>
        <p:nvSpPr>
          <p:cNvPr id="18447" name="Text Box 36"/>
          <p:cNvSpPr txBox="1"/>
          <p:nvPr/>
        </p:nvSpPr>
        <p:spPr>
          <a:xfrm>
            <a:off x="5775325" y="5408613"/>
            <a:ext cx="2149475" cy="45720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0"/>
              </a:spcBef>
              <a:buClrTx/>
              <a:buFontTx/>
              <a:buNone/>
            </a:pPr>
            <a:r>
              <a:rPr lang="zh-CN" altLang="en-US" sz="2400" b="1" dirty="0"/>
              <a:t>该厂产品合格</a:t>
            </a:r>
            <a:endParaRPr lang="zh-CN" altLang="en-US" sz="2400" b="1" dirty="0"/>
          </a:p>
        </p:txBody>
      </p:sp>
      <p:sp>
        <p:nvSpPr>
          <p:cNvPr id="18448" name="Rectangle 37"/>
          <p:cNvSpPr/>
          <p:nvPr/>
        </p:nvSpPr>
        <p:spPr>
          <a:xfrm>
            <a:off x="5715000" y="5334000"/>
            <a:ext cx="2117725" cy="685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18449" name="Text Box 38"/>
          <p:cNvSpPr txBox="1"/>
          <p:nvPr/>
        </p:nvSpPr>
        <p:spPr>
          <a:xfrm>
            <a:off x="3794125" y="5105400"/>
            <a:ext cx="1920875" cy="366713"/>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0"/>
              </a:spcBef>
              <a:buClrTx/>
              <a:buFontTx/>
              <a:buNone/>
            </a:pPr>
            <a:r>
              <a:rPr lang="zh-CN" altLang="en-US" sz="1800" b="1" dirty="0">
                <a:solidFill>
                  <a:srgbClr val="3366FF"/>
                </a:solidFill>
              </a:rPr>
              <a:t>不完全归纳推理</a:t>
            </a:r>
            <a:endParaRPr lang="zh-CN" altLang="en-US" sz="1800" b="1" dirty="0">
              <a:solidFill>
                <a:srgbClr val="3366FF"/>
              </a:solidFill>
            </a:endParaRPr>
          </a:p>
        </p:txBody>
      </p:sp>
    </p:spTree>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灯片编号占位符 1"/>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20483" name="Rectangle 4"/>
          <p:cNvSpPr/>
          <p:nvPr/>
        </p:nvSpPr>
        <p:spPr>
          <a:xfrm>
            <a:off x="0" y="0"/>
            <a:ext cx="9144000" cy="765175"/>
          </a:xfrm>
          <a:prstGeom prst="rect">
            <a:avLst/>
          </a:prstGeom>
          <a:solidFill>
            <a:srgbClr val="A50021"/>
          </a:solidFill>
          <a:ln w="9525">
            <a:noFill/>
          </a:ln>
        </p:spPr>
        <p:txBody>
          <a:bodyPr anchor="b"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176530" eaLnBrk="1" hangingPunct="1">
              <a:spcBef>
                <a:spcPct val="0"/>
              </a:spcBef>
              <a:buClrTx/>
              <a:buFontTx/>
              <a:buNone/>
            </a:pPr>
            <a:r>
              <a:rPr lang="en-US" altLang="zh-CN" sz="3600" dirty="0">
                <a:solidFill>
                  <a:schemeClr val="bg1"/>
                </a:solidFill>
                <a:latin typeface="Times New Roman" panose="02020603050405020304" pitchFamily="18" charset="0"/>
                <a:ea typeface="黑体" panose="02010609060101010101" pitchFamily="49" charset="-122"/>
              </a:rPr>
              <a:t>3.1.2  </a:t>
            </a:r>
            <a:r>
              <a:rPr lang="zh-CN" altLang="en-US" sz="3600" dirty="0">
                <a:solidFill>
                  <a:schemeClr val="bg1"/>
                </a:solidFill>
                <a:latin typeface="Times New Roman" panose="02020603050405020304" pitchFamily="18" charset="0"/>
                <a:ea typeface="黑体" panose="02010609060101010101" pitchFamily="49" charset="-122"/>
              </a:rPr>
              <a:t>推理方式及其分类</a:t>
            </a:r>
            <a:endParaRPr lang="zh-CN" altLang="en-US" sz="3600" dirty="0">
              <a:solidFill>
                <a:schemeClr val="bg1"/>
              </a:solidFill>
              <a:latin typeface="Times New Roman" panose="02020603050405020304" pitchFamily="18" charset="0"/>
              <a:ea typeface="黑体" panose="02010609060101010101" pitchFamily="49" charset="-122"/>
            </a:endParaRPr>
          </a:p>
        </p:txBody>
      </p:sp>
      <p:sp>
        <p:nvSpPr>
          <p:cNvPr id="20484" name="Rectangle 5"/>
          <p:cNvSpPr/>
          <p:nvPr/>
        </p:nvSpPr>
        <p:spPr>
          <a:xfrm>
            <a:off x="250825" y="908050"/>
            <a:ext cx="8893175" cy="387350"/>
          </a:xfrm>
          <a:prstGeom prst="rect">
            <a:avLst/>
          </a:prstGeom>
          <a:noFill/>
          <a:ln w="9525">
            <a:noFill/>
          </a:ln>
        </p:spPr>
        <p:txBody>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195580" lvl="0" indent="-195580" eaLnBrk="1" hangingPunct="1">
              <a:lnSpc>
                <a:spcPct val="90000"/>
              </a:lnSpc>
              <a:buClr>
                <a:schemeClr val="tx1"/>
              </a:buClr>
              <a:buFont typeface="Wingdings" panose="05000000000000000000" pitchFamily="2" charset="2"/>
              <a:buAutoNum type="arabicPeriod"/>
            </a:pPr>
            <a:r>
              <a:rPr lang="en-US" altLang="zh-CN" sz="2600" b="1" dirty="0">
                <a:latin typeface="Times New Roman" panose="02020603050405020304" pitchFamily="18" charset="0"/>
              </a:rPr>
              <a:t>  </a:t>
            </a:r>
            <a:r>
              <a:rPr lang="zh-CN" altLang="en-US" sz="2600" b="1" dirty="0">
                <a:latin typeface="Times New Roman" panose="02020603050405020304" pitchFamily="18" charset="0"/>
              </a:rPr>
              <a:t>演绎推理、归纳推理、默认推理</a:t>
            </a:r>
            <a:endParaRPr lang="zh-CN" altLang="en-US" sz="2600" b="1" dirty="0">
              <a:latin typeface="Times New Roman" panose="02020603050405020304" pitchFamily="18" charset="0"/>
            </a:endParaRPr>
          </a:p>
          <a:p>
            <a:pPr marL="195580" lvl="0" indent="-195580" eaLnBrk="1" hangingPunct="1">
              <a:lnSpc>
                <a:spcPct val="90000"/>
              </a:lnSpc>
              <a:spcBef>
                <a:spcPct val="80000"/>
              </a:spcBef>
              <a:buFont typeface="Wingdings" panose="05000000000000000000" pitchFamily="2" charset="2"/>
              <a:buAutoNum type="arabicPeriod"/>
            </a:pPr>
            <a:endParaRPr lang="en-US" altLang="zh-CN" sz="2400" dirty="0"/>
          </a:p>
        </p:txBody>
      </p:sp>
      <p:sp>
        <p:nvSpPr>
          <p:cNvPr id="20485" name="Text Box 9"/>
          <p:cNvSpPr txBox="1"/>
          <p:nvPr/>
        </p:nvSpPr>
        <p:spPr>
          <a:xfrm>
            <a:off x="304800" y="1447800"/>
            <a:ext cx="8534400" cy="2806700"/>
          </a:xfrm>
          <a:prstGeom prst="rect">
            <a:avLst/>
          </a:prstGeom>
          <a:noFill/>
          <a:ln w="9525" cap="flat" cmpd="sng">
            <a:solidFill>
              <a:srgbClr val="666699"/>
            </a:solidFill>
            <a:prstDash val="solid"/>
            <a:miter/>
            <a:headEnd type="none" w="med" len="med"/>
            <a:tailEnd type="none" w="med" len="med"/>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0000"/>
              </a:lnSpc>
              <a:spcBef>
                <a:spcPct val="0"/>
              </a:spcBef>
              <a:buNone/>
            </a:pPr>
            <a:endParaRPr lang="en-US" altLang="zh-CN" sz="2500" b="1" dirty="0"/>
          </a:p>
          <a:p>
            <a:pPr marL="0" lvl="0" indent="0" eaLnBrk="1" hangingPunct="1">
              <a:spcBef>
                <a:spcPct val="20000"/>
              </a:spcBef>
              <a:buNone/>
            </a:pPr>
            <a:r>
              <a:rPr lang="zh-CN" altLang="en-US" sz="2500" b="1" dirty="0">
                <a:latin typeface="Times New Roman" panose="02020603050405020304" pitchFamily="18" charset="0"/>
              </a:rPr>
              <a:t>（</a:t>
            </a:r>
            <a:r>
              <a:rPr lang="en-US" altLang="zh-CN" sz="2500" b="1" dirty="0">
                <a:latin typeface="Times New Roman" panose="02020603050405020304" pitchFamily="18" charset="0"/>
              </a:rPr>
              <a:t>3</a:t>
            </a:r>
            <a:r>
              <a:rPr lang="zh-CN" altLang="en-US" sz="2500" b="1" dirty="0">
                <a:latin typeface="Times New Roman" panose="02020603050405020304" pitchFamily="18" charset="0"/>
              </a:rPr>
              <a:t>）</a:t>
            </a:r>
            <a:r>
              <a:rPr lang="zh-CN" altLang="en-US" sz="2500" b="1" dirty="0">
                <a:solidFill>
                  <a:schemeClr val="accent2"/>
                </a:solidFill>
                <a:latin typeface="Times New Roman" panose="02020603050405020304" pitchFamily="18" charset="0"/>
              </a:rPr>
              <a:t>默认推理</a:t>
            </a:r>
            <a:r>
              <a:rPr lang="zh-CN" altLang="en-US" sz="2500" b="1" dirty="0">
                <a:solidFill>
                  <a:schemeClr val="folHlink"/>
                </a:solidFill>
                <a:latin typeface="Times New Roman" panose="02020603050405020304" pitchFamily="18" charset="0"/>
              </a:rPr>
              <a:t>（</a:t>
            </a:r>
            <a:r>
              <a:rPr lang="en-US" altLang="zh-CN" sz="2500" b="1" dirty="0">
                <a:latin typeface="Times New Roman" panose="02020603050405020304" pitchFamily="18" charset="0"/>
              </a:rPr>
              <a:t>default reasoning</a:t>
            </a:r>
            <a:r>
              <a:rPr lang="zh-CN" altLang="en-US" sz="2500" b="1" dirty="0">
                <a:latin typeface="Times New Roman" panose="02020603050405020304" pitchFamily="18" charset="0"/>
              </a:rPr>
              <a:t>，缺省推理）</a:t>
            </a:r>
            <a:endParaRPr lang="zh-CN" altLang="en-US" sz="2500" b="1" dirty="0">
              <a:latin typeface="Times New Roman" panose="02020603050405020304" pitchFamily="18" charset="0"/>
            </a:endParaRPr>
          </a:p>
          <a:p>
            <a:pPr marL="0" lvl="0" indent="0" eaLnBrk="1" hangingPunct="1">
              <a:buSzPct val="50000"/>
              <a:buFont typeface="Wingdings" panose="05000000000000000000" pitchFamily="2" charset="2"/>
              <a:buChar char="n"/>
            </a:pPr>
            <a:r>
              <a:rPr lang="zh-CN" altLang="en-US" sz="2400" b="1" dirty="0">
                <a:latin typeface="Times New Roman" panose="02020603050405020304" pitchFamily="18" charset="0"/>
              </a:rPr>
              <a:t>  知识不完全的情况下假设某些条件已经具备所进行的推理</a:t>
            </a:r>
            <a:r>
              <a:rPr lang="zh-CN" altLang="en-US" sz="2400" b="1" dirty="0"/>
              <a:t>。</a:t>
            </a:r>
            <a:endParaRPr lang="zh-CN" altLang="en-US" sz="2400" b="1" dirty="0"/>
          </a:p>
          <a:p>
            <a:pPr marL="0" lvl="0" indent="0" eaLnBrk="1" hangingPunct="1">
              <a:spcBef>
                <a:spcPct val="75000"/>
              </a:spcBef>
              <a:buSzPct val="50000"/>
              <a:buNone/>
            </a:pPr>
            <a:endParaRPr lang="zh-CN" altLang="en-US" sz="2400" b="1" dirty="0"/>
          </a:p>
          <a:p>
            <a:pPr marL="0" lvl="0" indent="0" eaLnBrk="1" hangingPunct="1">
              <a:buSzPct val="50000"/>
              <a:buNone/>
            </a:pPr>
            <a:r>
              <a:rPr lang="zh-CN" altLang="en-US" sz="2400" b="1" dirty="0"/>
              <a:t> </a:t>
            </a:r>
            <a:endParaRPr lang="zh-CN" altLang="en-US" sz="2400" b="1" dirty="0"/>
          </a:p>
          <a:p>
            <a:pPr marL="0" lvl="0" indent="0" eaLnBrk="1" hangingPunct="1">
              <a:spcBef>
                <a:spcPct val="20000"/>
              </a:spcBef>
              <a:buNone/>
            </a:pPr>
            <a:endParaRPr lang="zh-CN" altLang="en-US" sz="2400" b="1" dirty="0"/>
          </a:p>
          <a:p>
            <a:pPr marL="0" lvl="0" indent="0" eaLnBrk="1" hangingPunct="1">
              <a:lnSpc>
                <a:spcPct val="30000"/>
              </a:lnSpc>
              <a:spcBef>
                <a:spcPct val="0"/>
              </a:spcBef>
              <a:buNone/>
            </a:pPr>
            <a:endParaRPr lang="en-US" altLang="zh-CN" sz="2400" dirty="0"/>
          </a:p>
        </p:txBody>
      </p:sp>
      <p:grpSp>
        <p:nvGrpSpPr>
          <p:cNvPr id="20486" name="Group 10"/>
          <p:cNvGrpSpPr/>
          <p:nvPr/>
        </p:nvGrpSpPr>
        <p:grpSpPr>
          <a:xfrm>
            <a:off x="2057400" y="2698750"/>
            <a:ext cx="4572000" cy="1416050"/>
            <a:chOff x="1680" y="2956"/>
            <a:chExt cx="2880" cy="892"/>
          </a:xfrm>
        </p:grpSpPr>
        <p:sp>
          <p:nvSpPr>
            <p:cNvPr id="180235" name="AutoShape 11"/>
            <p:cNvSpPr>
              <a:spLocks noChangeArrowheads="1"/>
            </p:cNvSpPr>
            <p:nvPr/>
          </p:nvSpPr>
          <p:spPr bwMode="auto">
            <a:xfrm>
              <a:off x="2880" y="3264"/>
              <a:ext cx="576" cy="240"/>
            </a:xfrm>
            <a:prstGeom prst="notchedRightArrow">
              <a:avLst>
                <a:gd name="adj1" fmla="val 50000"/>
                <a:gd name="adj2" fmla="val 60000"/>
              </a:avLst>
            </a:prstGeom>
            <a:gradFill rotWithShape="1">
              <a:gsLst>
                <a:gs pos="0">
                  <a:schemeClr val="bg1"/>
                </a:gs>
                <a:gs pos="50000">
                  <a:srgbClr val="FF6600"/>
                </a:gs>
                <a:gs pos="100000">
                  <a:schemeClr val="bg1"/>
                </a:gs>
              </a:gsLst>
              <a:lin ang="5400000" scaled="1"/>
            </a:gradFill>
            <a:ln w="9525">
              <a:solidFill>
                <a:srgbClr val="993300"/>
              </a:solidFill>
              <a:miter lim="800000"/>
            </a:ln>
            <a:effectLst/>
          </p:spPr>
          <p:txBody>
            <a:bodyPr wrap="none" anchor="ctr"/>
            <a:lstStyle/>
            <a:p>
              <a:pPr marL="0" marR="0" lvl="0" indent="0" algn="l" defTabSz="914400" rtl="0" eaLnBrk="1" fontAlgn="base" latinLnBrk="0" hangingPunct="1">
                <a:lnSpc>
                  <a:spcPct val="12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492" name="Text Box 12"/>
            <p:cNvSpPr txBox="1"/>
            <p:nvPr/>
          </p:nvSpPr>
          <p:spPr>
            <a:xfrm>
              <a:off x="3600" y="3216"/>
              <a:ext cx="768" cy="298"/>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ClrTx/>
                <a:buFontTx/>
                <a:buNone/>
              </a:pPr>
              <a:r>
                <a:rPr lang="zh-CN" altLang="en-US" sz="2500" b="1" dirty="0"/>
                <a:t>结 论</a:t>
              </a:r>
              <a:endParaRPr lang="zh-CN" altLang="en-US" sz="2500" b="1" dirty="0"/>
            </a:p>
          </p:txBody>
        </p:sp>
        <p:sp>
          <p:nvSpPr>
            <p:cNvPr id="20493" name="Rectangle 13"/>
            <p:cNvSpPr/>
            <p:nvPr/>
          </p:nvSpPr>
          <p:spPr>
            <a:xfrm>
              <a:off x="1680" y="2956"/>
              <a:ext cx="2880" cy="892"/>
            </a:xfrm>
            <a:prstGeom prst="rect">
              <a:avLst/>
            </a:prstGeom>
            <a:noFill/>
            <a:ln w="9525" cap="flat" cmpd="sng">
              <a:solidFill>
                <a:srgbClr val="FF6600"/>
              </a:solidFill>
              <a:prstDash val="solid"/>
              <a:miter/>
              <a:headEnd type="none" w="med" len="med"/>
              <a:tailEnd type="none" w="med" len="med"/>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r>
                <a:rPr lang="en-US" altLang="zh-CN" sz="2400" b="1" dirty="0"/>
                <a:t>      </a:t>
              </a:r>
              <a:r>
                <a:rPr lang="en-US" altLang="zh-CN" sz="2400" b="1" i="1" dirty="0">
                  <a:latin typeface="Times New Roman" panose="02020603050405020304" pitchFamily="18" charset="0"/>
                </a:rPr>
                <a:t>A</a:t>
              </a:r>
              <a:r>
                <a:rPr lang="en-US" altLang="zh-CN" sz="2400" b="1" dirty="0"/>
                <a:t> </a:t>
              </a:r>
              <a:r>
                <a:rPr lang="zh-CN" altLang="en-US" sz="2400" b="1" dirty="0"/>
                <a:t>成立</a:t>
              </a:r>
              <a:endParaRPr lang="zh-CN" altLang="en-US" sz="2400" b="1" dirty="0"/>
            </a:p>
            <a:p>
              <a:pPr marL="0" lvl="0" indent="0" eaLnBrk="1" hangingPunct="1">
                <a:lnSpc>
                  <a:spcPct val="140000"/>
                </a:lnSpc>
                <a:spcBef>
                  <a:spcPct val="0"/>
                </a:spcBef>
                <a:buClrTx/>
                <a:buFontTx/>
                <a:buNone/>
              </a:pPr>
              <a:r>
                <a:rPr lang="zh-CN" altLang="en-US" sz="2400" b="1" dirty="0"/>
                <a:t>      </a:t>
              </a:r>
              <a:r>
                <a:rPr lang="en-US" altLang="zh-CN" sz="2400" b="1" i="1" dirty="0">
                  <a:latin typeface="Times New Roman" panose="02020603050405020304" pitchFamily="18" charset="0"/>
                </a:rPr>
                <a:t>B</a:t>
              </a:r>
              <a:r>
                <a:rPr lang="en-US" altLang="zh-CN" sz="2400" b="1" dirty="0"/>
                <a:t> </a:t>
              </a:r>
              <a:r>
                <a:rPr lang="zh-CN" altLang="en-US" sz="2400" b="1" dirty="0"/>
                <a:t>成立？</a:t>
              </a:r>
              <a:endParaRPr lang="zh-CN" altLang="en-US" sz="2400" b="1" dirty="0"/>
            </a:p>
            <a:p>
              <a:pPr marL="0" lvl="0" indent="0" eaLnBrk="1" hangingPunct="1">
                <a:spcBef>
                  <a:spcPct val="0"/>
                </a:spcBef>
                <a:buClrTx/>
                <a:buFontTx/>
                <a:buNone/>
              </a:pPr>
              <a:r>
                <a:rPr lang="zh-CN" altLang="en-US" sz="2400" b="1" dirty="0"/>
                <a:t>（默认</a:t>
              </a:r>
              <a:r>
                <a:rPr lang="en-US" altLang="zh-CN" sz="2400" b="1" i="1" dirty="0">
                  <a:latin typeface="Times New Roman" panose="02020603050405020304" pitchFamily="18" charset="0"/>
                </a:rPr>
                <a:t>B</a:t>
              </a:r>
              <a:r>
                <a:rPr lang="zh-CN" altLang="en-US" sz="2400" b="1" dirty="0"/>
                <a:t>成立）</a:t>
              </a:r>
              <a:endParaRPr lang="zh-CN" altLang="en-US" sz="2400" b="1" dirty="0"/>
            </a:p>
          </p:txBody>
        </p:sp>
      </p:grpSp>
      <p:grpSp>
        <p:nvGrpSpPr>
          <p:cNvPr id="20487" name="Group 16"/>
          <p:cNvGrpSpPr/>
          <p:nvPr/>
        </p:nvGrpSpPr>
        <p:grpSpPr>
          <a:xfrm>
            <a:off x="2057400" y="4724400"/>
            <a:ext cx="4572000" cy="1416050"/>
            <a:chOff x="1680" y="2956"/>
            <a:chExt cx="2880" cy="892"/>
          </a:xfrm>
        </p:grpSpPr>
        <p:sp>
          <p:nvSpPr>
            <p:cNvPr id="180241" name="AutoShape 17"/>
            <p:cNvSpPr>
              <a:spLocks noChangeArrowheads="1"/>
            </p:cNvSpPr>
            <p:nvPr/>
          </p:nvSpPr>
          <p:spPr bwMode="auto">
            <a:xfrm>
              <a:off x="2880" y="3264"/>
              <a:ext cx="576" cy="240"/>
            </a:xfrm>
            <a:prstGeom prst="notchedRightArrow">
              <a:avLst>
                <a:gd name="adj1" fmla="val 50000"/>
                <a:gd name="adj2" fmla="val 60000"/>
              </a:avLst>
            </a:prstGeom>
            <a:gradFill rotWithShape="1">
              <a:gsLst>
                <a:gs pos="0">
                  <a:schemeClr val="bg1"/>
                </a:gs>
                <a:gs pos="50000">
                  <a:srgbClr val="FF6600"/>
                </a:gs>
                <a:gs pos="100000">
                  <a:schemeClr val="bg1"/>
                </a:gs>
              </a:gsLst>
              <a:lin ang="5400000" scaled="1"/>
            </a:gradFill>
            <a:ln w="9525">
              <a:solidFill>
                <a:srgbClr val="993300"/>
              </a:solidFill>
              <a:miter lim="800000"/>
            </a:ln>
            <a:effectLst/>
          </p:spPr>
          <p:txBody>
            <a:bodyPr wrap="none" anchor="ctr"/>
            <a:lstStyle/>
            <a:p>
              <a:pPr marL="0" marR="0" lvl="0" indent="0" algn="l" defTabSz="914400" rtl="0" eaLnBrk="1" fontAlgn="base" latinLnBrk="0" hangingPunct="1">
                <a:lnSpc>
                  <a:spcPct val="12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489" name="Text Box 18"/>
            <p:cNvSpPr txBox="1"/>
            <p:nvPr/>
          </p:nvSpPr>
          <p:spPr>
            <a:xfrm>
              <a:off x="3600" y="3216"/>
              <a:ext cx="768" cy="538"/>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ClrTx/>
                <a:buFontTx/>
                <a:buNone/>
              </a:pPr>
              <a:r>
                <a:rPr lang="zh-CN" altLang="en-US" sz="2500" b="1" dirty="0"/>
                <a:t>鸟笼要有盖子</a:t>
              </a:r>
              <a:endParaRPr lang="zh-CN" altLang="en-US" sz="2500" b="1" dirty="0"/>
            </a:p>
          </p:txBody>
        </p:sp>
        <p:sp>
          <p:nvSpPr>
            <p:cNvPr id="20490" name="Rectangle 19"/>
            <p:cNvSpPr/>
            <p:nvPr/>
          </p:nvSpPr>
          <p:spPr>
            <a:xfrm>
              <a:off x="1680" y="2956"/>
              <a:ext cx="2880" cy="892"/>
            </a:xfrm>
            <a:prstGeom prst="rect">
              <a:avLst/>
            </a:prstGeom>
            <a:noFill/>
            <a:ln w="9525" cap="flat" cmpd="sng">
              <a:solidFill>
                <a:srgbClr val="FF6600"/>
              </a:solidFill>
              <a:prstDash val="solid"/>
              <a:miter/>
              <a:headEnd type="none" w="med" len="med"/>
              <a:tailEnd type="none" w="med" len="med"/>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r>
                <a:rPr lang="en-US" altLang="zh-CN" sz="2400" b="1" dirty="0"/>
                <a:t>    </a:t>
              </a:r>
              <a:r>
                <a:rPr lang="zh-CN" altLang="en-US" sz="2400" b="1" dirty="0"/>
                <a:t>制造鸟笼</a:t>
              </a:r>
              <a:endParaRPr lang="zh-CN" altLang="en-US" sz="2400" b="1" dirty="0"/>
            </a:p>
            <a:p>
              <a:pPr marL="0" lvl="0" indent="0" eaLnBrk="1" hangingPunct="1">
                <a:lnSpc>
                  <a:spcPct val="140000"/>
                </a:lnSpc>
                <a:spcBef>
                  <a:spcPct val="0"/>
                </a:spcBef>
                <a:buClrTx/>
                <a:buFontTx/>
                <a:buNone/>
              </a:pPr>
              <a:r>
                <a:rPr lang="zh-CN" altLang="en-US" sz="2400" b="1" dirty="0"/>
                <a:t>      鸟会飞？</a:t>
              </a:r>
              <a:endParaRPr lang="zh-CN" altLang="en-US" sz="2400" b="1" dirty="0"/>
            </a:p>
            <a:p>
              <a:pPr marL="0" lvl="0" indent="0" eaLnBrk="1" hangingPunct="1">
                <a:spcBef>
                  <a:spcPct val="0"/>
                </a:spcBef>
                <a:buClrTx/>
                <a:buFontTx/>
                <a:buNone/>
              </a:pPr>
              <a:r>
                <a:rPr lang="zh-CN" altLang="en-US" sz="2400" b="1" dirty="0"/>
                <a:t>（默认成立）</a:t>
              </a:r>
              <a:endParaRPr lang="zh-CN" altLang="en-US" sz="2400" b="1" dirty="0"/>
            </a:p>
          </p:txBody>
        </p:sp>
      </p:grpSp>
    </p:spTree>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22531"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3.1.2  </a:t>
            </a:r>
            <a:r>
              <a:rPr lang="zh-CN" altLang="en-US" sz="3600" b="0" dirty="0">
                <a:latin typeface="Times New Roman" panose="02020603050405020304" pitchFamily="18" charset="0"/>
                <a:ea typeface="黑体" panose="02010609060101010101" pitchFamily="49" charset="-122"/>
              </a:rPr>
              <a:t>推理方式及其分类</a:t>
            </a:r>
            <a:endParaRPr lang="zh-CN" altLang="en-US" sz="3600" b="0" dirty="0">
              <a:latin typeface="Times New Roman" panose="02020603050405020304" pitchFamily="18" charset="0"/>
              <a:ea typeface="黑体" panose="02010609060101010101" pitchFamily="49" charset="-122"/>
            </a:endParaRPr>
          </a:p>
        </p:txBody>
      </p:sp>
      <p:sp>
        <p:nvSpPr>
          <p:cNvPr id="22532" name="Rectangle 3"/>
          <p:cNvSpPr>
            <a:spLocks noGrp="1"/>
          </p:cNvSpPr>
          <p:nvPr>
            <p:ph idx="1"/>
          </p:nvPr>
        </p:nvSpPr>
        <p:spPr>
          <a:xfrm>
            <a:off x="250825" y="984250"/>
            <a:ext cx="8642350" cy="539750"/>
          </a:xfrm>
        </p:spPr>
        <p:txBody>
          <a:bodyPr vert="horz" wrap="square" lIns="91440" tIns="45720" rIns="91440" bIns="45720" anchor="t" anchorCtr="0"/>
          <a:p>
            <a:pPr marL="195580" indent="-195580" eaLnBrk="1" hangingPunct="1">
              <a:lnSpc>
                <a:spcPct val="90000"/>
              </a:lnSpc>
              <a:buNone/>
            </a:pPr>
            <a:r>
              <a:rPr lang="en-US" altLang="zh-CN" sz="2600" b="1" dirty="0">
                <a:latin typeface="Times New Roman" panose="02020603050405020304" pitchFamily="18" charset="0"/>
              </a:rPr>
              <a:t> 2.</a:t>
            </a:r>
            <a:r>
              <a:rPr lang="en-US" altLang="zh-CN" sz="2600" b="1" dirty="0">
                <a:solidFill>
                  <a:schemeClr val="accent2"/>
                </a:solidFill>
                <a:latin typeface="Times New Roman" panose="02020603050405020304" pitchFamily="18" charset="0"/>
              </a:rPr>
              <a:t>  </a:t>
            </a:r>
            <a:r>
              <a:rPr lang="zh-CN" altLang="en-US" sz="2600" b="1" dirty="0">
                <a:latin typeface="Times New Roman" panose="02020603050405020304" pitchFamily="18" charset="0"/>
              </a:rPr>
              <a:t>确定性推理、不确定性推理</a:t>
            </a:r>
            <a:endParaRPr lang="zh-CN" altLang="en-US" dirty="0">
              <a:latin typeface="Times New Roman" panose="02020603050405020304" pitchFamily="18" charset="0"/>
            </a:endParaRPr>
          </a:p>
        </p:txBody>
      </p:sp>
      <p:grpSp>
        <p:nvGrpSpPr>
          <p:cNvPr id="22533" name="Group 13"/>
          <p:cNvGrpSpPr/>
          <p:nvPr/>
        </p:nvGrpSpPr>
        <p:grpSpPr>
          <a:xfrm>
            <a:off x="685800" y="4006850"/>
            <a:ext cx="8032750" cy="1555750"/>
            <a:chOff x="432" y="2524"/>
            <a:chExt cx="5060" cy="980"/>
          </a:xfrm>
        </p:grpSpPr>
        <p:sp>
          <p:nvSpPr>
            <p:cNvPr id="11268" name="Rectangle 4"/>
            <p:cNvSpPr>
              <a:spLocks noChangeArrowheads="1"/>
            </p:cNvSpPr>
            <p:nvPr/>
          </p:nvSpPr>
          <p:spPr bwMode="auto">
            <a:xfrm>
              <a:off x="2208" y="2566"/>
              <a:ext cx="954" cy="314"/>
            </a:xfrm>
            <a:prstGeom prst="rect">
              <a:avLst/>
            </a:prstGeom>
            <a:gradFill rotWithShape="0">
              <a:gsLst>
                <a:gs pos="0">
                  <a:srgbClr val="CCFFFF"/>
                </a:gs>
                <a:gs pos="50000">
                  <a:schemeClr val="bg1"/>
                </a:gs>
                <a:gs pos="100000">
                  <a:srgbClr val="CCFFFF"/>
                </a:gs>
              </a:gsLst>
              <a:lin ang="5400000" scaled="1"/>
            </a:gradFill>
            <a:ln w="9525">
              <a:solidFill>
                <a:srgbClr val="0000FF"/>
              </a:solid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6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似然推理</a:t>
              </a:r>
              <a:endParaRPr kumimoji="0" lang="zh-CN" altLang="en-US" sz="26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269" name="Rectangle 5"/>
            <p:cNvSpPr>
              <a:spLocks noChangeArrowheads="1"/>
            </p:cNvSpPr>
            <p:nvPr/>
          </p:nvSpPr>
          <p:spPr bwMode="auto">
            <a:xfrm>
              <a:off x="2208" y="3190"/>
              <a:ext cx="1994" cy="314"/>
            </a:xfrm>
            <a:prstGeom prst="rect">
              <a:avLst/>
            </a:prstGeom>
            <a:gradFill rotWithShape="0">
              <a:gsLst>
                <a:gs pos="0">
                  <a:srgbClr val="CCFFFF"/>
                </a:gs>
                <a:gs pos="50000">
                  <a:schemeClr val="bg1"/>
                </a:gs>
                <a:gs pos="100000">
                  <a:srgbClr val="CCFFFF"/>
                </a:gs>
              </a:gsLst>
              <a:lin ang="5400000" scaled="1"/>
            </a:gradFill>
            <a:ln w="9525">
              <a:solidFill>
                <a:srgbClr val="0000FF"/>
              </a:solid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6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近似推理或模糊推理</a:t>
              </a:r>
              <a:endParaRPr kumimoji="0" lang="zh-CN" altLang="en-US" sz="26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270" name="Rectangle 6"/>
            <p:cNvSpPr>
              <a:spLocks noChangeArrowheads="1"/>
            </p:cNvSpPr>
            <p:nvPr/>
          </p:nvSpPr>
          <p:spPr bwMode="auto">
            <a:xfrm>
              <a:off x="432" y="2880"/>
              <a:ext cx="1370" cy="314"/>
            </a:xfrm>
            <a:prstGeom prst="rect">
              <a:avLst/>
            </a:prstGeom>
            <a:gradFill rotWithShape="0">
              <a:gsLst>
                <a:gs pos="0">
                  <a:srgbClr val="CCFFFF"/>
                </a:gs>
                <a:gs pos="50000">
                  <a:schemeClr val="bg1"/>
                </a:gs>
                <a:gs pos="100000">
                  <a:srgbClr val="CCFFFF"/>
                </a:gs>
              </a:gsLst>
              <a:lin ang="5400000" scaled="1"/>
            </a:gradFill>
            <a:ln w="9525">
              <a:solidFill>
                <a:srgbClr val="0000FF"/>
              </a:solidFill>
              <a:miter lim="800000"/>
            </a:ln>
            <a:effectLst/>
          </p:spPr>
          <p:txBody>
            <a:bodyPr wrap="none">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6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不确定性推理</a:t>
              </a:r>
              <a:endParaRPr kumimoji="0" lang="zh-CN" altLang="en-US" sz="26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cxnSp>
          <p:nvCxnSpPr>
            <p:cNvPr id="22538" name="AutoShape 8"/>
            <p:cNvCxnSpPr>
              <a:stCxn id="11270" idx="3"/>
              <a:endCxn id="11269" idx="1"/>
            </p:cNvCxnSpPr>
            <p:nvPr/>
          </p:nvCxnSpPr>
          <p:spPr>
            <a:xfrm>
              <a:off x="1802" y="3037"/>
              <a:ext cx="406" cy="310"/>
            </a:xfrm>
            <a:prstGeom prst="bentConnector3">
              <a:avLst>
                <a:gd name="adj1" fmla="val 50000"/>
              </a:avLst>
            </a:prstGeom>
            <a:ln w="9525" cap="flat" cmpd="sng">
              <a:solidFill>
                <a:schemeClr val="tx1"/>
              </a:solidFill>
              <a:prstDash val="solid"/>
              <a:miter/>
              <a:headEnd type="none" w="med" len="med"/>
              <a:tailEnd type="none" w="med" len="med"/>
            </a:ln>
          </p:spPr>
        </p:cxnSp>
        <p:cxnSp>
          <p:nvCxnSpPr>
            <p:cNvPr id="22539" name="AutoShape 9"/>
            <p:cNvCxnSpPr>
              <a:stCxn id="11270" idx="3"/>
              <a:endCxn id="11268" idx="1"/>
            </p:cNvCxnSpPr>
            <p:nvPr/>
          </p:nvCxnSpPr>
          <p:spPr>
            <a:xfrm flipV="1">
              <a:off x="1802" y="2723"/>
              <a:ext cx="406" cy="314"/>
            </a:xfrm>
            <a:prstGeom prst="bentConnector3">
              <a:avLst>
                <a:gd name="adj1" fmla="val 50000"/>
              </a:avLst>
            </a:prstGeom>
            <a:ln w="9525" cap="flat" cmpd="sng">
              <a:solidFill>
                <a:schemeClr val="tx1"/>
              </a:solidFill>
              <a:prstDash val="solid"/>
              <a:miter/>
              <a:headEnd type="none" w="med" len="med"/>
              <a:tailEnd type="none" w="med" len="med"/>
            </a:ln>
          </p:spPr>
        </p:cxnSp>
        <p:sp>
          <p:nvSpPr>
            <p:cNvPr id="22540" name="Rectangle 10"/>
            <p:cNvSpPr/>
            <p:nvPr/>
          </p:nvSpPr>
          <p:spPr>
            <a:xfrm>
              <a:off x="3120" y="2524"/>
              <a:ext cx="1156" cy="308"/>
            </a:xfrm>
            <a:prstGeom prst="rect">
              <a:avLst/>
            </a:prstGeom>
            <a:noFill/>
            <a:ln w="9525">
              <a:noFill/>
            </a:ln>
          </p:spPr>
          <p:txBody>
            <a:bodyPr wrap="none">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0"/>
                </a:spcBef>
                <a:buClrTx/>
                <a:buFontTx/>
                <a:buNone/>
              </a:pPr>
              <a:r>
                <a:rPr lang="zh-CN" altLang="en-US" sz="2600" dirty="0"/>
                <a:t>（概率论）</a:t>
              </a:r>
              <a:endParaRPr lang="zh-CN" altLang="en-US" sz="2600" dirty="0"/>
            </a:p>
          </p:txBody>
        </p:sp>
        <p:sp>
          <p:nvSpPr>
            <p:cNvPr id="22541" name="Rectangle 12"/>
            <p:cNvSpPr/>
            <p:nvPr/>
          </p:nvSpPr>
          <p:spPr>
            <a:xfrm>
              <a:off x="4128" y="3196"/>
              <a:ext cx="1364" cy="308"/>
            </a:xfrm>
            <a:prstGeom prst="rect">
              <a:avLst/>
            </a:prstGeom>
            <a:noFill/>
            <a:ln w="9525">
              <a:noFill/>
            </a:ln>
          </p:spPr>
          <p:txBody>
            <a:bodyPr wrap="none">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0"/>
                </a:spcBef>
                <a:buClrTx/>
                <a:buFontTx/>
                <a:buNone/>
              </a:pPr>
              <a:r>
                <a:rPr lang="zh-CN" altLang="en-US" sz="2600" dirty="0"/>
                <a:t>（模糊逻辑）</a:t>
              </a:r>
              <a:endParaRPr lang="zh-CN" altLang="en-US" sz="2600" dirty="0"/>
            </a:p>
          </p:txBody>
        </p:sp>
      </p:grpSp>
      <p:sp>
        <p:nvSpPr>
          <p:cNvPr id="22534" name="Rectangle 14"/>
          <p:cNvSpPr/>
          <p:nvPr/>
        </p:nvSpPr>
        <p:spPr>
          <a:xfrm>
            <a:off x="381000" y="1600200"/>
            <a:ext cx="8458200" cy="4521200"/>
          </a:xfrm>
          <a:prstGeom prst="rect">
            <a:avLst/>
          </a:prstGeom>
          <a:noFill/>
          <a:ln w="9525" cap="flat" cmpd="sng">
            <a:solidFill>
              <a:srgbClr val="666699"/>
            </a:solidFill>
            <a:prstDash val="solid"/>
            <a:miter/>
            <a:headEnd type="none" w="med" len="med"/>
            <a:tailEnd type="none" w="med" len="med"/>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algn="just" eaLnBrk="1" hangingPunct="1">
              <a:lnSpc>
                <a:spcPct val="120000"/>
              </a:lnSpc>
              <a:buSzPct val="50000"/>
              <a:buNone/>
            </a:pPr>
            <a:r>
              <a:rPr lang="zh-CN" altLang="en-US" sz="2500" b="1" dirty="0">
                <a:latin typeface="Times New Roman" panose="02020603050405020304" pitchFamily="18" charset="0"/>
              </a:rPr>
              <a:t>（</a:t>
            </a:r>
            <a:r>
              <a:rPr lang="en-US" altLang="zh-CN" sz="2500" b="1" dirty="0">
                <a:latin typeface="Times New Roman" panose="02020603050405020304" pitchFamily="18" charset="0"/>
              </a:rPr>
              <a:t>1</a:t>
            </a:r>
            <a:r>
              <a:rPr lang="zh-CN" altLang="en-US" sz="2500" b="1" dirty="0">
                <a:latin typeface="Times New Roman" panose="02020603050405020304" pitchFamily="18" charset="0"/>
              </a:rPr>
              <a:t>）</a:t>
            </a:r>
            <a:r>
              <a:rPr lang="zh-CN" altLang="en-US" sz="2500" b="1" dirty="0">
                <a:solidFill>
                  <a:schemeClr val="accent2"/>
                </a:solidFill>
                <a:latin typeface="Times New Roman" panose="02020603050405020304" pitchFamily="18" charset="0"/>
              </a:rPr>
              <a:t>确定性推理</a:t>
            </a:r>
            <a:r>
              <a:rPr lang="zh-CN" altLang="en-US" sz="2500" b="1" dirty="0">
                <a:latin typeface="Times New Roman" panose="02020603050405020304" pitchFamily="18" charset="0"/>
              </a:rPr>
              <a:t>：</a:t>
            </a:r>
            <a:r>
              <a:rPr lang="zh-CN" altLang="en-US" sz="2500" dirty="0">
                <a:latin typeface="Times New Roman" panose="02020603050405020304" pitchFamily="18" charset="0"/>
              </a:rPr>
              <a:t>推理时所用的知识与证据都是确定的，推出的结论也是确定的，其真值或者为真或者为假。 </a:t>
            </a:r>
            <a:endParaRPr lang="zh-CN" altLang="en-US" sz="2500" dirty="0">
              <a:latin typeface="Times New Roman" panose="02020603050405020304" pitchFamily="18" charset="0"/>
            </a:endParaRPr>
          </a:p>
          <a:p>
            <a:pPr marL="0" lvl="0" indent="0" algn="just" eaLnBrk="1" hangingPunct="1">
              <a:lnSpc>
                <a:spcPct val="120000"/>
              </a:lnSpc>
              <a:buSzPct val="50000"/>
              <a:buNone/>
            </a:pPr>
            <a:r>
              <a:rPr lang="zh-CN" altLang="en-US" sz="2500" b="1" dirty="0">
                <a:latin typeface="Times New Roman" panose="02020603050405020304" pitchFamily="18" charset="0"/>
              </a:rPr>
              <a:t>（</a:t>
            </a:r>
            <a:r>
              <a:rPr lang="en-US" altLang="zh-CN" sz="2500" b="1" dirty="0">
                <a:latin typeface="Times New Roman" panose="02020603050405020304" pitchFamily="18" charset="0"/>
              </a:rPr>
              <a:t>2</a:t>
            </a:r>
            <a:r>
              <a:rPr lang="zh-CN" altLang="en-US" sz="2500" b="1" dirty="0">
                <a:latin typeface="Times New Roman" panose="02020603050405020304" pitchFamily="18" charset="0"/>
              </a:rPr>
              <a:t>）</a:t>
            </a:r>
            <a:r>
              <a:rPr lang="zh-CN" altLang="en-US" sz="2500" b="1" dirty="0">
                <a:solidFill>
                  <a:schemeClr val="accent2"/>
                </a:solidFill>
                <a:latin typeface="Times New Roman" panose="02020603050405020304" pitchFamily="18" charset="0"/>
              </a:rPr>
              <a:t>不确定性</a:t>
            </a:r>
            <a:r>
              <a:rPr lang="zh-CN" altLang="en-US" sz="2500" b="1" dirty="0">
                <a:solidFill>
                  <a:schemeClr val="accent2"/>
                </a:solidFill>
              </a:rPr>
              <a:t>推理</a:t>
            </a:r>
            <a:r>
              <a:rPr lang="zh-CN" altLang="en-US" sz="2500" b="1" dirty="0"/>
              <a:t>：</a:t>
            </a:r>
            <a:r>
              <a:rPr lang="zh-CN" altLang="en-US" sz="2500" dirty="0"/>
              <a:t>推理时所用的知识与证据不都是确定的，推出的结论也是不确定的。</a:t>
            </a:r>
            <a:endParaRPr lang="zh-CN" altLang="en-US" sz="2500" dirty="0"/>
          </a:p>
          <a:p>
            <a:pPr marL="0" lvl="0" indent="0" algn="just" eaLnBrk="1" hangingPunct="1">
              <a:lnSpc>
                <a:spcPct val="120000"/>
              </a:lnSpc>
              <a:buSzPct val="50000"/>
              <a:buFont typeface="Wingdings" panose="05000000000000000000" pitchFamily="2" charset="2"/>
              <a:buChar char="n"/>
            </a:pPr>
            <a:endParaRPr lang="zh-CN" altLang="en-US" sz="2500" dirty="0"/>
          </a:p>
          <a:p>
            <a:pPr marL="0" lvl="0" indent="0" eaLnBrk="1" hangingPunct="1">
              <a:lnSpc>
                <a:spcPct val="120000"/>
              </a:lnSpc>
              <a:buSzPct val="50000"/>
              <a:buFont typeface="Wingdings" panose="05000000000000000000" pitchFamily="2" charset="2"/>
              <a:buChar char="n"/>
            </a:pPr>
            <a:endParaRPr lang="zh-CN" altLang="en-US" sz="2500" dirty="0"/>
          </a:p>
          <a:p>
            <a:pPr marL="0" lvl="0" indent="0" eaLnBrk="1" hangingPunct="1">
              <a:lnSpc>
                <a:spcPct val="120000"/>
              </a:lnSpc>
              <a:buSzPct val="50000"/>
              <a:buFont typeface="Wingdings" panose="05000000000000000000" pitchFamily="2" charset="2"/>
              <a:buChar char="n"/>
            </a:pPr>
            <a:endParaRPr lang="zh-CN" altLang="en-US" sz="2500" dirty="0"/>
          </a:p>
          <a:p>
            <a:pPr marL="0" lvl="0" indent="0" eaLnBrk="1" hangingPunct="1">
              <a:lnSpc>
                <a:spcPct val="120000"/>
              </a:lnSpc>
              <a:buSzPct val="50000"/>
              <a:buFont typeface="Wingdings" panose="05000000000000000000" pitchFamily="2" charset="2"/>
              <a:buChar char="n"/>
            </a:pPr>
            <a:endParaRPr lang="en-US" altLang="zh-CN" sz="2500" dirty="0"/>
          </a:p>
        </p:txBody>
      </p:sp>
    </p:spTree>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3318" name="Text Box 6"/>
          <p:cNvSpPr txBox="1"/>
          <p:nvPr/>
        </p:nvSpPr>
        <p:spPr>
          <a:xfrm>
            <a:off x="1676400" y="4627563"/>
            <a:ext cx="4876800" cy="1393825"/>
          </a:xfrm>
          <a:prstGeom prst="rect">
            <a:avLst/>
          </a:prstGeom>
          <a:solidFill>
            <a:srgbClr val="CCFFFF"/>
          </a:solidFill>
          <a:ln w="9525" cap="flat" cmpd="sng">
            <a:solidFill>
              <a:srgbClr val="808080"/>
            </a:solidFill>
            <a:prstDash val="solid"/>
            <a:miter/>
            <a:headEnd type="none" w="med" len="med"/>
            <a:tailEnd type="none" w="med" len="med"/>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100000"/>
              </a:spcBef>
              <a:buClrTx/>
              <a:buFontTx/>
              <a:buNone/>
            </a:pPr>
            <a:r>
              <a:rPr lang="en-US" altLang="zh-CN" sz="2400" b="1" i="1" dirty="0">
                <a:latin typeface="Times New Roman" panose="02020603050405020304" pitchFamily="18" charset="0"/>
              </a:rPr>
              <a:t>X</a:t>
            </a:r>
            <a:r>
              <a:rPr lang="zh-CN" altLang="en-US" sz="2400" b="1" dirty="0"/>
              <a:t>：鸟    </a:t>
            </a:r>
            <a:r>
              <a:rPr lang="zh-CN" altLang="en-US" sz="3200" b="1" dirty="0"/>
              <a:t>→</a:t>
            </a:r>
            <a:r>
              <a:rPr lang="zh-CN" altLang="en-US" sz="2400" b="1" dirty="0"/>
              <a:t>      </a:t>
            </a:r>
            <a:r>
              <a:rPr lang="en-US" altLang="zh-CN" sz="2400" b="1" i="1" dirty="0">
                <a:latin typeface="Times New Roman" panose="02020603050405020304" pitchFamily="18" charset="0"/>
              </a:rPr>
              <a:t>X</a:t>
            </a:r>
            <a:r>
              <a:rPr lang="zh-CN" altLang="en-US" sz="2400" b="1" dirty="0"/>
              <a:t>：会飞      </a:t>
            </a:r>
            <a:r>
              <a:rPr lang="zh-CN" altLang="en-US" sz="3200" b="1" dirty="0"/>
              <a:t>→</a:t>
            </a:r>
            <a:endParaRPr lang="zh-CN" altLang="en-US" sz="3200" b="1" dirty="0"/>
          </a:p>
          <a:p>
            <a:pPr marL="0" lvl="0" indent="0" eaLnBrk="1" hangingPunct="1">
              <a:spcBef>
                <a:spcPct val="50000"/>
              </a:spcBef>
              <a:buClrTx/>
              <a:buFontTx/>
              <a:buNone/>
            </a:pPr>
            <a:r>
              <a:rPr lang="zh-CN" altLang="en-US" sz="3200" b="1" dirty="0"/>
              <a:t>                  </a:t>
            </a:r>
            <a:r>
              <a:rPr lang="en-US" altLang="zh-CN" sz="2400" b="1" i="1" dirty="0">
                <a:solidFill>
                  <a:srgbClr val="0000FF"/>
                </a:solidFill>
                <a:latin typeface="Times New Roman" panose="02020603050405020304" pitchFamily="18" charset="0"/>
              </a:rPr>
              <a:t>X</a:t>
            </a:r>
            <a:r>
              <a:rPr lang="en-US" altLang="zh-CN" sz="2400" b="1" dirty="0">
                <a:solidFill>
                  <a:srgbClr val="0000FF"/>
                </a:solidFill>
              </a:rPr>
              <a:t>:  </a:t>
            </a:r>
            <a:r>
              <a:rPr lang="zh-CN" altLang="en-US" sz="2400" b="1" dirty="0">
                <a:solidFill>
                  <a:srgbClr val="0000FF"/>
                </a:solidFill>
              </a:rPr>
              <a:t>企鹅</a:t>
            </a:r>
            <a:r>
              <a:rPr lang="zh-CN" altLang="en-US" sz="2400" b="1" dirty="0"/>
              <a:t>                       </a:t>
            </a:r>
            <a:endParaRPr lang="zh-CN" altLang="en-US" sz="2400" b="1" dirty="0"/>
          </a:p>
          <a:p>
            <a:pPr marL="0" lvl="0" indent="0" eaLnBrk="1" hangingPunct="1">
              <a:lnSpc>
                <a:spcPct val="20000"/>
              </a:lnSpc>
              <a:spcBef>
                <a:spcPct val="0"/>
              </a:spcBef>
              <a:buClrTx/>
              <a:buFontTx/>
              <a:buNone/>
            </a:pPr>
            <a:endParaRPr lang="en-US" altLang="zh-CN" sz="2400" b="1" dirty="0"/>
          </a:p>
        </p:txBody>
      </p:sp>
      <p:sp>
        <p:nvSpPr>
          <p:cNvPr id="24580"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3.1.2  </a:t>
            </a:r>
            <a:r>
              <a:rPr lang="zh-CN" altLang="en-US" sz="3600" b="0" dirty="0">
                <a:latin typeface="Times New Roman" panose="02020603050405020304" pitchFamily="18" charset="0"/>
                <a:ea typeface="黑体" panose="02010609060101010101" pitchFamily="49" charset="-122"/>
              </a:rPr>
              <a:t>推理方式及其分类</a:t>
            </a:r>
            <a:endParaRPr lang="zh-CN" altLang="en-US" sz="3600" b="0" dirty="0">
              <a:latin typeface="Times New Roman" panose="02020603050405020304" pitchFamily="18" charset="0"/>
              <a:ea typeface="黑体" panose="02010609060101010101" pitchFamily="49" charset="-122"/>
            </a:endParaRPr>
          </a:p>
        </p:txBody>
      </p:sp>
      <p:sp>
        <p:nvSpPr>
          <p:cNvPr id="13315" name="Rectangle 3"/>
          <p:cNvSpPr>
            <a:spLocks noGrp="1"/>
          </p:cNvSpPr>
          <p:nvPr>
            <p:ph idx="1"/>
          </p:nvPr>
        </p:nvSpPr>
        <p:spPr>
          <a:xfrm>
            <a:off x="250825" y="908050"/>
            <a:ext cx="8642350" cy="3359150"/>
          </a:xfrm>
        </p:spPr>
        <p:txBody>
          <a:bodyPr vert="horz" wrap="square" lIns="91440" tIns="45720" rIns="91440" bIns="45720" anchor="t" anchorCtr="0"/>
          <a:p>
            <a:pPr marL="195580" indent="-195580" eaLnBrk="1" hangingPunct="1">
              <a:lnSpc>
                <a:spcPct val="120000"/>
              </a:lnSpc>
              <a:buNone/>
            </a:pPr>
            <a:r>
              <a:rPr lang="en-US" altLang="zh-CN" sz="2600" b="1" dirty="0">
                <a:latin typeface="Times New Roman" panose="02020603050405020304" pitchFamily="18" charset="0"/>
              </a:rPr>
              <a:t>   3. </a:t>
            </a:r>
            <a:r>
              <a:rPr lang="zh-CN" altLang="en-US" sz="2600" b="1" dirty="0">
                <a:latin typeface="Times New Roman" panose="02020603050405020304" pitchFamily="18" charset="0"/>
              </a:rPr>
              <a:t>单调推理、非单调推理</a:t>
            </a:r>
            <a:endParaRPr lang="zh-CN" altLang="en-US" sz="2600" b="1" dirty="0">
              <a:latin typeface="Times New Roman" panose="02020603050405020304" pitchFamily="18" charset="0"/>
            </a:endParaRPr>
          </a:p>
          <a:p>
            <a:pPr marL="195580" indent="-195580" eaLnBrk="1" hangingPunct="1">
              <a:lnSpc>
                <a:spcPct val="120000"/>
              </a:lnSpc>
              <a:buNone/>
            </a:pPr>
            <a:r>
              <a:rPr lang="zh-CN" altLang="en-US" sz="2600" b="1" dirty="0">
                <a:solidFill>
                  <a:schemeClr val="accent2"/>
                </a:solidFill>
              </a:rPr>
              <a:t> </a:t>
            </a:r>
            <a:r>
              <a:rPr lang="zh-CN" altLang="en-US" sz="2600" b="1" dirty="0">
                <a:latin typeface="Times New Roman" panose="02020603050405020304" pitchFamily="18" charset="0"/>
              </a:rPr>
              <a:t>（</a:t>
            </a:r>
            <a:r>
              <a:rPr lang="en-US" altLang="zh-CN" sz="2600" b="1" dirty="0">
                <a:latin typeface="Times New Roman" panose="02020603050405020304" pitchFamily="18" charset="0"/>
              </a:rPr>
              <a:t>1</a:t>
            </a:r>
            <a:r>
              <a:rPr lang="zh-CN" altLang="en-US" sz="2600" b="1" dirty="0">
                <a:latin typeface="Times New Roman" panose="02020603050405020304" pitchFamily="18" charset="0"/>
              </a:rPr>
              <a:t>）</a:t>
            </a:r>
            <a:r>
              <a:rPr lang="zh-CN" altLang="en-US" sz="2600" b="1" dirty="0">
                <a:solidFill>
                  <a:schemeClr val="accent2"/>
                </a:solidFill>
                <a:latin typeface="Times New Roman" panose="02020603050405020304" pitchFamily="18" charset="0"/>
              </a:rPr>
              <a:t>单调推理</a:t>
            </a:r>
            <a:r>
              <a:rPr lang="zh-CN" altLang="en-US" sz="2600" b="1" dirty="0">
                <a:latin typeface="Times New Roman" panose="02020603050405020304" pitchFamily="18" charset="0"/>
              </a:rPr>
              <a:t>：</a:t>
            </a:r>
            <a:r>
              <a:rPr lang="zh-CN" altLang="en-US" sz="2600" dirty="0">
                <a:latin typeface="Times New Roman" panose="02020603050405020304" pitchFamily="18" charset="0"/>
              </a:rPr>
              <a:t>随着推理向前推进及新知识的加入，推出的结论越来越接近最终目标。 </a:t>
            </a:r>
            <a:endParaRPr lang="zh-CN" altLang="en-US" sz="2600" dirty="0">
              <a:latin typeface="Times New Roman" panose="02020603050405020304" pitchFamily="18" charset="0"/>
            </a:endParaRPr>
          </a:p>
          <a:p>
            <a:pPr marL="195580" indent="-195580" eaLnBrk="1" hangingPunct="1">
              <a:lnSpc>
                <a:spcPct val="120000"/>
              </a:lnSpc>
              <a:buNone/>
            </a:pPr>
            <a:r>
              <a:rPr lang="zh-CN" altLang="en-US" sz="2600" b="1" dirty="0">
                <a:solidFill>
                  <a:schemeClr val="accent2"/>
                </a:solidFill>
                <a:latin typeface="Times New Roman" panose="02020603050405020304" pitchFamily="18" charset="0"/>
              </a:rPr>
              <a:t> </a:t>
            </a:r>
            <a:r>
              <a:rPr lang="zh-CN" altLang="en-US" sz="2600" b="1" dirty="0">
                <a:latin typeface="Times New Roman" panose="02020603050405020304" pitchFamily="18" charset="0"/>
              </a:rPr>
              <a:t>（</a:t>
            </a:r>
            <a:r>
              <a:rPr lang="en-US" altLang="zh-CN" sz="2600" b="1" dirty="0">
                <a:latin typeface="Times New Roman" panose="02020603050405020304" pitchFamily="18" charset="0"/>
              </a:rPr>
              <a:t>2</a:t>
            </a:r>
            <a:r>
              <a:rPr lang="zh-CN" altLang="en-US" sz="2600" b="1" dirty="0">
                <a:latin typeface="Times New Roman" panose="02020603050405020304" pitchFamily="18" charset="0"/>
              </a:rPr>
              <a:t>）</a:t>
            </a:r>
            <a:r>
              <a:rPr lang="zh-CN" altLang="en-US" sz="2600" b="1" dirty="0">
                <a:solidFill>
                  <a:schemeClr val="accent2"/>
                </a:solidFill>
                <a:latin typeface="Times New Roman" panose="02020603050405020304" pitchFamily="18" charset="0"/>
              </a:rPr>
              <a:t>非单调推理</a:t>
            </a:r>
            <a:r>
              <a:rPr lang="zh-CN" altLang="en-US" sz="2600" b="1" dirty="0"/>
              <a:t>：</a:t>
            </a:r>
            <a:r>
              <a:rPr lang="zh-CN" altLang="en-US" sz="2600" dirty="0"/>
              <a:t>由于新知识的加入，不仅没有加强已推出的结论，反而要否定它，使推理退回到前面的某一步，重新开始。 </a:t>
            </a:r>
            <a:endParaRPr lang="zh-CN" altLang="en-US" sz="2600" dirty="0"/>
          </a:p>
          <a:p>
            <a:pPr marL="195580" indent="-195580" eaLnBrk="1" hangingPunct="1">
              <a:lnSpc>
                <a:spcPct val="120000"/>
              </a:lnSpc>
              <a:buNone/>
            </a:pPr>
            <a:r>
              <a:rPr lang="zh-CN" altLang="en-US" sz="2600" dirty="0"/>
              <a:t>     </a:t>
            </a:r>
            <a:endParaRPr lang="zh-CN" altLang="en-US" sz="2600" dirty="0"/>
          </a:p>
        </p:txBody>
      </p:sp>
      <p:sp>
        <p:nvSpPr>
          <p:cNvPr id="13316" name="AutoShape 4"/>
          <p:cNvSpPr/>
          <p:nvPr/>
        </p:nvSpPr>
        <p:spPr>
          <a:xfrm>
            <a:off x="2611438" y="3784600"/>
            <a:ext cx="3484562" cy="603250"/>
          </a:xfrm>
          <a:prstGeom prst="accentCallout2">
            <a:avLst>
              <a:gd name="adj1" fmla="val 18949"/>
              <a:gd name="adj2" fmla="val -2185"/>
              <a:gd name="adj3" fmla="val 18949"/>
              <a:gd name="adj4" fmla="val -12394"/>
              <a:gd name="adj5" fmla="val -114208"/>
              <a:gd name="adj6" fmla="val -22963"/>
            </a:avLst>
          </a:prstGeom>
          <a:gradFill rotWithShape="1">
            <a:gsLst>
              <a:gs pos="0">
                <a:schemeClr val="bg1"/>
              </a:gs>
              <a:gs pos="100000">
                <a:srgbClr val="C0C0C0"/>
              </a:gs>
            </a:gsLst>
            <a:path path="shape">
              <a:fillToRect l="50000" t="50000" r="50000" b="50000"/>
            </a:path>
            <a:tileRect/>
          </a:gradFill>
          <a:ln w="25400" cap="flat" cmpd="sng">
            <a:solidFill>
              <a:srgbClr val="333333"/>
            </a:solidFill>
            <a:prstDash val="solid"/>
            <a:miter/>
            <a:headEnd type="none" w="med" len="med"/>
            <a:tailEnd type="none" w="med" len="med"/>
          </a:ln>
        </p:spPr>
        <p:txBody>
          <a:bodyPr anchor="ctr" anchorCtr="1"/>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buNone/>
            </a:pPr>
            <a:r>
              <a:rPr lang="en-US" altLang="zh-CN" sz="2400" dirty="0"/>
              <a:t> </a:t>
            </a:r>
            <a:r>
              <a:rPr lang="zh-CN" altLang="en-US" sz="2400" b="1" dirty="0"/>
              <a:t>默认推理是非单调推理</a:t>
            </a:r>
            <a:endParaRPr lang="zh-CN" altLang="en-US" sz="2400" dirty="0"/>
          </a:p>
        </p:txBody>
      </p:sp>
      <p:sp>
        <p:nvSpPr>
          <p:cNvPr id="13317" name="AutoShape 5"/>
          <p:cNvSpPr/>
          <p:nvPr/>
        </p:nvSpPr>
        <p:spPr>
          <a:xfrm>
            <a:off x="2819400" y="2667000"/>
            <a:ext cx="3733800" cy="533400"/>
          </a:xfrm>
          <a:prstGeom prst="accentCallout2">
            <a:avLst>
              <a:gd name="adj1" fmla="val 21431"/>
              <a:gd name="adj2" fmla="val -2042"/>
              <a:gd name="adj3" fmla="val 21431"/>
              <a:gd name="adj4" fmla="val -14199"/>
              <a:gd name="adj5" fmla="val -115181"/>
              <a:gd name="adj6" fmla="val -26787"/>
            </a:avLst>
          </a:prstGeom>
          <a:gradFill rotWithShape="1">
            <a:gsLst>
              <a:gs pos="0">
                <a:schemeClr val="bg1"/>
              </a:gs>
              <a:gs pos="100000">
                <a:srgbClr val="C0C0C0"/>
              </a:gs>
            </a:gsLst>
            <a:path path="shape">
              <a:fillToRect l="50000" t="50000" r="50000" b="50000"/>
            </a:path>
            <a:tileRect/>
          </a:gradFill>
          <a:ln w="25400" cap="flat" cmpd="sng">
            <a:solidFill>
              <a:srgbClr val="333333"/>
            </a:solidFill>
            <a:prstDash val="solid"/>
            <a:miter/>
            <a:headEnd type="none" w="med" len="med"/>
            <a:tailEnd type="none" w="med" len="med"/>
          </a:ln>
        </p:spPr>
        <p:txBody>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buNone/>
            </a:pPr>
            <a:r>
              <a:rPr lang="en-US" altLang="zh-CN" sz="2600" dirty="0"/>
              <a:t> </a:t>
            </a:r>
            <a:r>
              <a:rPr lang="zh-CN" altLang="en-US" sz="2400" b="1" dirty="0"/>
              <a:t>基于经典逻辑的演绎推理</a:t>
            </a:r>
            <a:r>
              <a:rPr lang="zh-CN" altLang="en-US" sz="2600" dirty="0"/>
              <a:t> </a:t>
            </a:r>
            <a:endParaRPr lang="zh-CN" altLang="en-US" sz="1800" dirty="0"/>
          </a:p>
        </p:txBody>
      </p:sp>
      <p:grpSp>
        <p:nvGrpSpPr>
          <p:cNvPr id="2" name="Group 10"/>
          <p:cNvGrpSpPr/>
          <p:nvPr/>
        </p:nvGrpSpPr>
        <p:grpSpPr>
          <a:xfrm>
            <a:off x="3733800" y="4735513"/>
            <a:ext cx="1981200" cy="1187450"/>
            <a:chOff x="2304" y="2983"/>
            <a:chExt cx="1248" cy="748"/>
          </a:xfrm>
        </p:grpSpPr>
        <p:sp>
          <p:nvSpPr>
            <p:cNvPr id="24585" name="Rectangle 9"/>
            <p:cNvSpPr/>
            <p:nvPr/>
          </p:nvSpPr>
          <p:spPr>
            <a:xfrm>
              <a:off x="2304" y="2983"/>
              <a:ext cx="1016" cy="748"/>
            </a:xfrm>
            <a:prstGeom prst="rect">
              <a:avLst/>
            </a:prstGeom>
            <a:solidFill>
              <a:srgbClr val="CCFFFF"/>
            </a:solidFill>
            <a:ln w="9525">
              <a:noFill/>
            </a:ln>
          </p:spPr>
          <p:txBody>
            <a:bodyPr wrap="none">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0"/>
                </a:spcBef>
                <a:buClrTx/>
                <a:buFontTx/>
                <a:buNone/>
              </a:pPr>
              <a:r>
                <a:rPr lang="en-US" altLang="zh-CN" sz="2400" b="1" dirty="0"/>
                <a:t>X</a:t>
              </a:r>
              <a:r>
                <a:rPr lang="zh-CN" altLang="en-US" sz="2400" b="1" dirty="0"/>
                <a:t>：</a:t>
              </a:r>
              <a:r>
                <a:rPr lang="zh-CN" altLang="en-US" sz="2400" b="1" dirty="0">
                  <a:solidFill>
                    <a:schemeClr val="accent2"/>
                  </a:solidFill>
                </a:rPr>
                <a:t>不会飞</a:t>
              </a:r>
              <a:endParaRPr lang="zh-CN" altLang="en-US" sz="2400" b="1" dirty="0">
                <a:solidFill>
                  <a:schemeClr val="accent2"/>
                </a:solidFill>
              </a:endParaRPr>
            </a:p>
            <a:p>
              <a:pPr marL="0" lvl="0" indent="0" eaLnBrk="1" hangingPunct="1">
                <a:spcBef>
                  <a:spcPct val="0"/>
                </a:spcBef>
                <a:buClrTx/>
                <a:buFontTx/>
                <a:buNone/>
              </a:pPr>
              <a:endParaRPr lang="zh-CN" altLang="en-US" sz="2400" b="1" dirty="0">
                <a:solidFill>
                  <a:schemeClr val="accent2"/>
                </a:solidFill>
              </a:endParaRPr>
            </a:p>
            <a:p>
              <a:pPr marL="0" lvl="0" indent="0" eaLnBrk="1" hangingPunct="1">
                <a:spcBef>
                  <a:spcPct val="0"/>
                </a:spcBef>
                <a:buClrTx/>
                <a:buFontTx/>
                <a:buNone/>
              </a:pPr>
              <a:r>
                <a:rPr lang="en-US" altLang="zh-CN" sz="2400" b="1" dirty="0">
                  <a:solidFill>
                    <a:srgbClr val="0000FF"/>
                  </a:solidFill>
                </a:rPr>
                <a:t>X</a:t>
              </a:r>
              <a:r>
                <a:rPr lang="zh-CN" altLang="en-US" sz="2400" b="1" dirty="0">
                  <a:solidFill>
                    <a:srgbClr val="0000FF"/>
                  </a:solidFill>
                </a:rPr>
                <a:t>：企鹅</a:t>
              </a:r>
              <a:endParaRPr lang="zh-CN" altLang="en-US" sz="2400" b="1" dirty="0">
                <a:solidFill>
                  <a:srgbClr val="0000FF"/>
                </a:solidFill>
              </a:endParaRPr>
            </a:p>
          </p:txBody>
        </p:sp>
        <p:sp>
          <p:nvSpPr>
            <p:cNvPr id="24586" name="Line 7"/>
            <p:cNvSpPr/>
            <p:nvPr/>
          </p:nvSpPr>
          <p:spPr>
            <a:xfrm flipV="1">
              <a:off x="2784" y="3251"/>
              <a:ext cx="0" cy="192"/>
            </a:xfrm>
            <a:prstGeom prst="line">
              <a:avLst/>
            </a:prstGeom>
            <a:ln w="25400" cap="flat" cmpd="sng">
              <a:solidFill>
                <a:schemeClr val="accent2"/>
              </a:solidFill>
              <a:prstDash val="solid"/>
              <a:headEnd type="none" w="med" len="med"/>
              <a:tailEnd type="triangle" w="med" len="med"/>
            </a:ln>
          </p:spPr>
        </p:sp>
        <p:sp>
          <p:nvSpPr>
            <p:cNvPr id="24587" name="Line 8"/>
            <p:cNvSpPr/>
            <p:nvPr/>
          </p:nvSpPr>
          <p:spPr>
            <a:xfrm flipV="1">
              <a:off x="3312" y="3299"/>
              <a:ext cx="240" cy="192"/>
            </a:xfrm>
            <a:prstGeom prst="line">
              <a:avLst/>
            </a:prstGeom>
            <a:ln w="25400" cap="flat" cmpd="sng">
              <a:solidFill>
                <a:schemeClr val="accent2"/>
              </a:solidFill>
              <a:prstDash val="solid"/>
              <a:headEnd type="none" w="med" len="med"/>
              <a:tailEnd type="triangle" w="med" len="med"/>
            </a:ln>
          </p:spPr>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3315">
                                            <p:txEl>
                                              <p:charRg st="118" end="124"/>
                                            </p:txEl>
                                          </p:spTgt>
                                        </p:tgtEl>
                                        <p:attrNameLst>
                                          <p:attrName>style.visibility</p:attrName>
                                        </p:attrNameLst>
                                      </p:cBhvr>
                                      <p:to>
                                        <p:strVal val="visible"/>
                                      </p:to>
                                    </p:set>
                                    <p:animEffect transition="in" filter="blinds(horizontal)">
                                      <p:cBhvr>
                                        <p:cTn id="7" dur="1000"/>
                                        <p:tgtEl>
                                          <p:spTgt spid="13315">
                                            <p:txEl>
                                              <p:charRg st="118" end="124"/>
                                            </p:txEl>
                                          </p:spTgt>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13317"/>
                                        </p:tgtEl>
                                        <p:attrNameLst>
                                          <p:attrName>style.visibility</p:attrName>
                                        </p:attrNameLst>
                                      </p:cBhvr>
                                      <p:to>
                                        <p:strVal val="visible"/>
                                      </p:to>
                                    </p:set>
                                    <p:anim calcmode="lin" valueType="num">
                                      <p:cBhvr>
                                        <p:cTn id="12" dur="1000" fill="hold"/>
                                        <p:tgtEl>
                                          <p:spTgt spid="13317"/>
                                        </p:tgtEl>
                                        <p:attrNameLst>
                                          <p:attrName>ppt_w</p:attrName>
                                        </p:attrNameLst>
                                      </p:cBhvr>
                                      <p:tavLst>
                                        <p:tav tm="0">
                                          <p:val>
                                            <p:strVal val="#ppt_w*0.70"/>
                                          </p:val>
                                        </p:tav>
                                        <p:tav tm="100000">
                                          <p:val>
                                            <p:strVal val="#ppt_w"/>
                                          </p:val>
                                        </p:tav>
                                      </p:tavLst>
                                    </p:anim>
                                    <p:anim calcmode="lin" valueType="num">
                                      <p:cBhvr>
                                        <p:cTn id="13" dur="1000" fill="hold"/>
                                        <p:tgtEl>
                                          <p:spTgt spid="13317"/>
                                        </p:tgtEl>
                                        <p:attrNameLst>
                                          <p:attrName>ppt_h</p:attrName>
                                        </p:attrNameLst>
                                      </p:cBhvr>
                                      <p:tavLst>
                                        <p:tav tm="0">
                                          <p:val>
                                            <p:strVal val="#ppt_h"/>
                                          </p:val>
                                        </p:tav>
                                        <p:tav tm="100000">
                                          <p:val>
                                            <p:strVal val="#ppt_h"/>
                                          </p:val>
                                        </p:tav>
                                      </p:tavLst>
                                    </p:anim>
                                    <p:animEffect transition="in" filter="fade">
                                      <p:cBhvr>
                                        <p:cTn id="14" dur="1000"/>
                                        <p:tgtEl>
                                          <p:spTgt spid="13317"/>
                                        </p:tgtEl>
                                      </p:cBhvr>
                                    </p:animEffect>
                                  </p:childTnLst>
                                  <p:subTnLst>
                                    <p:set>
                                      <p:cBhvr override="childStyle">
                                        <p:cTn dur="1" fill="hold" display="0" masterRel="nextClick" afterEffect="1"/>
                                        <p:tgtEl>
                                          <p:spTgt spid="13317"/>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55" presetClass="entr" presetSubtype="0" fill="hold" grpId="0" nodeType="clickEffect">
                                  <p:stCondLst>
                                    <p:cond delay="0"/>
                                  </p:stCondLst>
                                  <p:childTnLst>
                                    <p:set>
                                      <p:cBhvr>
                                        <p:cTn id="18" dur="1" fill="hold">
                                          <p:stCondLst>
                                            <p:cond delay="0"/>
                                          </p:stCondLst>
                                        </p:cTn>
                                        <p:tgtEl>
                                          <p:spTgt spid="13316"/>
                                        </p:tgtEl>
                                        <p:attrNameLst>
                                          <p:attrName>style.visibility</p:attrName>
                                        </p:attrNameLst>
                                      </p:cBhvr>
                                      <p:to>
                                        <p:strVal val="visible"/>
                                      </p:to>
                                    </p:set>
                                    <p:anim calcmode="lin" valueType="num">
                                      <p:cBhvr>
                                        <p:cTn id="19" dur="1000" fill="hold"/>
                                        <p:tgtEl>
                                          <p:spTgt spid="13316"/>
                                        </p:tgtEl>
                                        <p:attrNameLst>
                                          <p:attrName>ppt_w</p:attrName>
                                        </p:attrNameLst>
                                      </p:cBhvr>
                                      <p:tavLst>
                                        <p:tav tm="0">
                                          <p:val>
                                            <p:strVal val="#ppt_w*0.70"/>
                                          </p:val>
                                        </p:tav>
                                        <p:tav tm="100000">
                                          <p:val>
                                            <p:strVal val="#ppt_w"/>
                                          </p:val>
                                        </p:tav>
                                      </p:tavLst>
                                    </p:anim>
                                    <p:anim calcmode="lin" valueType="num">
                                      <p:cBhvr>
                                        <p:cTn id="20" dur="1000" fill="hold"/>
                                        <p:tgtEl>
                                          <p:spTgt spid="13316"/>
                                        </p:tgtEl>
                                        <p:attrNameLst>
                                          <p:attrName>ppt_h</p:attrName>
                                        </p:attrNameLst>
                                      </p:cBhvr>
                                      <p:tavLst>
                                        <p:tav tm="0">
                                          <p:val>
                                            <p:strVal val="#ppt_h"/>
                                          </p:val>
                                        </p:tav>
                                        <p:tav tm="100000">
                                          <p:val>
                                            <p:strVal val="#ppt_h"/>
                                          </p:val>
                                        </p:tav>
                                      </p:tavLst>
                                    </p:anim>
                                    <p:animEffect transition="in" filter="fade">
                                      <p:cBhvr>
                                        <p:cTn id="21" dur="1000"/>
                                        <p:tgtEl>
                                          <p:spTgt spid="13316"/>
                                        </p:tgtEl>
                                      </p:cBhvr>
                                    </p:animEffect>
                                  </p:childTnLst>
                                </p:cTn>
                              </p:par>
                            </p:childTnLst>
                          </p:cTn>
                        </p:par>
                        <p:par>
                          <p:cTn id="22" fill="hold">
                            <p:stCondLst>
                              <p:cond delay="1000"/>
                            </p:stCondLst>
                            <p:childTnLst>
                              <p:par>
                                <p:cTn id="23" presetID="53" presetClass="entr" presetSubtype="16" fill="hold" grpId="0" nodeType="afterEffect">
                                  <p:stCondLst>
                                    <p:cond delay="0"/>
                                  </p:stCondLst>
                                  <p:childTnLst>
                                    <p:set>
                                      <p:cBhvr>
                                        <p:cTn id="24" dur="1" fill="hold">
                                          <p:stCondLst>
                                            <p:cond delay="0"/>
                                          </p:stCondLst>
                                        </p:cTn>
                                        <p:tgtEl>
                                          <p:spTgt spid="13318"/>
                                        </p:tgtEl>
                                        <p:attrNameLst>
                                          <p:attrName>style.visibility</p:attrName>
                                        </p:attrNameLst>
                                      </p:cBhvr>
                                      <p:to>
                                        <p:strVal val="visible"/>
                                      </p:to>
                                    </p:set>
                                    <p:anim calcmode="lin" valueType="num">
                                      <p:cBhvr>
                                        <p:cTn id="25" dur="500" fill="hold"/>
                                        <p:tgtEl>
                                          <p:spTgt spid="13318"/>
                                        </p:tgtEl>
                                        <p:attrNameLst>
                                          <p:attrName>ppt_w</p:attrName>
                                        </p:attrNameLst>
                                      </p:cBhvr>
                                      <p:tavLst>
                                        <p:tav tm="0">
                                          <p:val>
                                            <p:fltVal val="0.000000"/>
                                          </p:val>
                                        </p:tav>
                                        <p:tav tm="100000">
                                          <p:val>
                                            <p:strVal val="#ppt_w"/>
                                          </p:val>
                                        </p:tav>
                                      </p:tavLst>
                                    </p:anim>
                                    <p:anim calcmode="lin" valueType="num">
                                      <p:cBhvr>
                                        <p:cTn id="26" dur="500" fill="hold"/>
                                        <p:tgtEl>
                                          <p:spTgt spid="13318"/>
                                        </p:tgtEl>
                                        <p:attrNameLst>
                                          <p:attrName>ppt_h</p:attrName>
                                        </p:attrNameLst>
                                      </p:cBhvr>
                                      <p:tavLst>
                                        <p:tav tm="0">
                                          <p:val>
                                            <p:fltVal val="0.000000"/>
                                          </p:val>
                                        </p:tav>
                                        <p:tav tm="100000">
                                          <p:val>
                                            <p:strVal val="#ppt_h"/>
                                          </p:val>
                                        </p:tav>
                                      </p:tavLst>
                                    </p:anim>
                                    <p:animEffect transition="in" filter="fade">
                                      <p:cBhvr>
                                        <p:cTn id="27" dur="500"/>
                                        <p:tgtEl>
                                          <p:spTgt spid="13318"/>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8" grpId="0" animBg="1"/>
      <p:bldP spid="13315" grpId="0" build="p"/>
      <p:bldP spid="13316" grpId="0" animBg="1"/>
      <p:bldP spid="1331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26627"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3.1.2  </a:t>
            </a:r>
            <a:r>
              <a:rPr lang="zh-CN" altLang="en-US" sz="3600" b="0" dirty="0">
                <a:latin typeface="Times New Roman" panose="02020603050405020304" pitchFamily="18" charset="0"/>
                <a:ea typeface="黑体" panose="02010609060101010101" pitchFamily="49" charset="-122"/>
              </a:rPr>
              <a:t>推理方式及其分类</a:t>
            </a:r>
            <a:endParaRPr lang="zh-CN" altLang="en-US" sz="3600" b="0" dirty="0">
              <a:latin typeface="Times New Roman" panose="02020603050405020304" pitchFamily="18" charset="0"/>
              <a:ea typeface="黑体" panose="02010609060101010101" pitchFamily="49" charset="-122"/>
            </a:endParaRPr>
          </a:p>
        </p:txBody>
      </p:sp>
      <p:sp>
        <p:nvSpPr>
          <p:cNvPr id="26628" name="Rectangle 3"/>
          <p:cNvSpPr>
            <a:spLocks noGrp="1"/>
          </p:cNvSpPr>
          <p:nvPr>
            <p:ph idx="1"/>
          </p:nvPr>
        </p:nvSpPr>
        <p:spPr>
          <a:xfrm>
            <a:off x="250825" y="908050"/>
            <a:ext cx="8664575" cy="5400675"/>
          </a:xfrm>
        </p:spPr>
        <p:txBody>
          <a:bodyPr vert="horz" wrap="square" lIns="91440" tIns="45720" rIns="91440" bIns="45720" anchor="t" anchorCtr="0"/>
          <a:p>
            <a:pPr marL="195580" indent="-195580" eaLnBrk="1" hangingPunct="1">
              <a:lnSpc>
                <a:spcPct val="120000"/>
              </a:lnSpc>
              <a:buNone/>
            </a:pPr>
            <a:r>
              <a:rPr lang="en-US" altLang="zh-CN" sz="2600" b="1" dirty="0">
                <a:latin typeface="Times New Roman" panose="02020603050405020304" pitchFamily="18" charset="0"/>
              </a:rPr>
              <a:t>4</a:t>
            </a:r>
            <a:r>
              <a:rPr lang="zh-CN" altLang="en-US" sz="2600" b="1" dirty="0">
                <a:latin typeface="Times New Roman" panose="02020603050405020304" pitchFamily="18" charset="0"/>
              </a:rPr>
              <a:t>．启发式推理、非启发式推理</a:t>
            </a:r>
            <a:endParaRPr lang="zh-CN" altLang="en-US" sz="2600" b="1" dirty="0">
              <a:latin typeface="Times New Roman" panose="02020603050405020304" pitchFamily="18" charset="0"/>
            </a:endParaRPr>
          </a:p>
          <a:p>
            <a:pPr marL="195580" indent="-195580" eaLnBrk="1" hangingPunct="1">
              <a:lnSpc>
                <a:spcPct val="120000"/>
              </a:lnSpc>
              <a:buFont typeface="Wingdings" panose="05000000000000000000" pitchFamily="2" charset="2"/>
              <a:buChar char="§"/>
            </a:pPr>
            <a:r>
              <a:rPr lang="zh-CN" altLang="en-US" sz="2600" b="1" dirty="0">
                <a:solidFill>
                  <a:srgbClr val="0000FF"/>
                </a:solidFill>
              </a:rPr>
              <a:t> 启发性知识</a:t>
            </a:r>
            <a:r>
              <a:rPr lang="zh-CN" altLang="en-US" sz="2600" dirty="0"/>
              <a:t>：与问题有关且能加快推理过程、提高搜索效率的知识</a:t>
            </a:r>
            <a:r>
              <a:rPr lang="zh-CN" altLang="en-US" sz="2600" b="1" dirty="0"/>
              <a:t>。</a:t>
            </a:r>
            <a:r>
              <a:rPr lang="zh-CN" altLang="en-US" sz="2600" dirty="0"/>
              <a:t> </a:t>
            </a:r>
            <a:endParaRPr lang="zh-CN" altLang="en-US" sz="2600" dirty="0"/>
          </a:p>
        </p:txBody>
      </p:sp>
      <p:sp>
        <p:nvSpPr>
          <p:cNvPr id="26629" name="Rectangle 4"/>
          <p:cNvSpPr/>
          <p:nvPr/>
        </p:nvSpPr>
        <p:spPr>
          <a:xfrm>
            <a:off x="685800" y="2743200"/>
            <a:ext cx="7848600" cy="3225800"/>
          </a:xfrm>
          <a:prstGeom prst="rect">
            <a:avLst/>
          </a:prstGeom>
          <a:gradFill rotWithShape="1">
            <a:gsLst>
              <a:gs pos="0">
                <a:srgbClr val="FFFF00"/>
              </a:gs>
              <a:gs pos="100000">
                <a:schemeClr val="bg1"/>
              </a:gs>
            </a:gsLst>
            <a:path path="rect">
              <a:fillToRect l="100000" b="100000"/>
            </a:path>
            <a:tileRect/>
          </a:gradFill>
          <a:ln w="9525" cap="flat" cmpd="sng">
            <a:solidFill>
              <a:srgbClr val="808080"/>
            </a:solidFill>
            <a:prstDash val="solid"/>
            <a:miter/>
            <a:headEnd type="none" w="med" len="med"/>
            <a:tailEnd type="none" w="med" len="med"/>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20000"/>
              </a:spcBef>
              <a:buSzPct val="80000"/>
              <a:buBlip>
                <a:blip r:embed="rId2"/>
              </a:buBlip>
            </a:pPr>
            <a:r>
              <a:rPr lang="en-US" altLang="zh-CN" sz="2400" dirty="0"/>
              <a:t> </a:t>
            </a:r>
            <a:r>
              <a:rPr lang="zh-CN" altLang="en-US" sz="2500" b="1" dirty="0"/>
              <a:t>目标：在脑膜炎、肺炎、流感中选择一个</a:t>
            </a:r>
            <a:endParaRPr lang="zh-CN" altLang="en-US" sz="2500" b="1" dirty="0"/>
          </a:p>
          <a:p>
            <a:pPr marL="0" lvl="0" indent="0" eaLnBrk="1" hangingPunct="1">
              <a:lnSpc>
                <a:spcPct val="120000"/>
              </a:lnSpc>
              <a:spcBef>
                <a:spcPct val="20000"/>
              </a:spcBef>
              <a:buSzPct val="80000"/>
              <a:buBlip>
                <a:blip r:embed="rId2"/>
              </a:buBlip>
            </a:pPr>
            <a:r>
              <a:rPr lang="zh-CN" altLang="en-US" sz="2500" b="1" dirty="0"/>
              <a:t> 产生式规则</a:t>
            </a:r>
            <a:endParaRPr lang="zh-CN" altLang="en-US" sz="2500" b="1" dirty="0"/>
          </a:p>
          <a:p>
            <a:pPr marL="0" lvl="0" indent="0" eaLnBrk="1" hangingPunct="1">
              <a:lnSpc>
                <a:spcPct val="120000"/>
              </a:lnSpc>
              <a:spcBef>
                <a:spcPct val="20000"/>
              </a:spcBef>
              <a:buSzPct val="80000"/>
              <a:buNone/>
            </a:pPr>
            <a:r>
              <a:rPr lang="zh-CN" altLang="en-US" sz="2500" b="1" dirty="0"/>
              <a:t>                </a:t>
            </a:r>
            <a:r>
              <a:rPr lang="en-US" altLang="zh-CN" sz="2500" b="1" i="1" dirty="0">
                <a:latin typeface="Times New Roman" panose="02020603050405020304" pitchFamily="18" charset="0"/>
              </a:rPr>
              <a:t>r</a:t>
            </a:r>
            <a:r>
              <a:rPr lang="en-US" altLang="zh-CN" sz="2500" b="1" baseline="-25000" dirty="0"/>
              <a:t>1</a:t>
            </a:r>
            <a:r>
              <a:rPr lang="zh-CN" altLang="en-US" sz="2500" b="1" dirty="0"/>
              <a:t>：脑膜炎</a:t>
            </a:r>
            <a:endParaRPr lang="zh-CN" altLang="en-US" sz="2500" b="1" dirty="0"/>
          </a:p>
          <a:p>
            <a:pPr marL="0" lvl="0" indent="0" eaLnBrk="1" hangingPunct="1">
              <a:lnSpc>
                <a:spcPct val="120000"/>
              </a:lnSpc>
              <a:spcBef>
                <a:spcPct val="20000"/>
              </a:spcBef>
              <a:buNone/>
            </a:pPr>
            <a:r>
              <a:rPr lang="zh-CN" altLang="en-US" sz="2500" b="1" dirty="0"/>
              <a:t>                </a:t>
            </a:r>
            <a:r>
              <a:rPr lang="en-US" altLang="zh-CN" sz="2500" b="1" i="1" dirty="0">
                <a:latin typeface="Times New Roman" panose="02020603050405020304" pitchFamily="18" charset="0"/>
              </a:rPr>
              <a:t>r</a:t>
            </a:r>
            <a:r>
              <a:rPr lang="en-US" altLang="zh-CN" sz="2500" b="1" baseline="-25000" dirty="0"/>
              <a:t>2</a:t>
            </a:r>
            <a:r>
              <a:rPr lang="zh-CN" altLang="en-US" sz="2500" b="1" dirty="0"/>
              <a:t>：肺 炎</a:t>
            </a:r>
            <a:endParaRPr lang="zh-CN" altLang="en-US" sz="2500" b="1" dirty="0"/>
          </a:p>
          <a:p>
            <a:pPr marL="0" lvl="0" indent="0" eaLnBrk="1" hangingPunct="1">
              <a:lnSpc>
                <a:spcPct val="120000"/>
              </a:lnSpc>
              <a:spcBef>
                <a:spcPct val="20000"/>
              </a:spcBef>
              <a:buNone/>
            </a:pPr>
            <a:r>
              <a:rPr lang="zh-CN" altLang="en-US" sz="2500" b="1" dirty="0"/>
              <a:t>                </a:t>
            </a:r>
            <a:r>
              <a:rPr lang="en-US" altLang="zh-CN" sz="2500" b="1" i="1" dirty="0">
                <a:latin typeface="Times New Roman" panose="02020603050405020304" pitchFamily="18" charset="0"/>
              </a:rPr>
              <a:t>r</a:t>
            </a:r>
            <a:r>
              <a:rPr lang="en-US" altLang="zh-CN" sz="2500" b="1" baseline="-25000" dirty="0"/>
              <a:t>3</a:t>
            </a:r>
            <a:r>
              <a:rPr lang="zh-CN" altLang="en-US" sz="2500" b="1" dirty="0"/>
              <a:t>：流 感  </a:t>
            </a:r>
            <a:endParaRPr lang="zh-CN" altLang="en-US" sz="2500" b="1" dirty="0"/>
          </a:p>
          <a:p>
            <a:pPr marL="0" lvl="0" indent="0" eaLnBrk="1" hangingPunct="1">
              <a:lnSpc>
                <a:spcPct val="120000"/>
              </a:lnSpc>
              <a:spcBef>
                <a:spcPct val="20000"/>
              </a:spcBef>
              <a:buSzPct val="80000"/>
              <a:buBlip>
                <a:blip r:embed="rId2"/>
              </a:buBlip>
            </a:pPr>
            <a:r>
              <a:rPr lang="zh-CN" altLang="en-US" sz="2500" b="1" dirty="0"/>
              <a:t> 启发式知识：“脑膜炎危险”、“目前正在盛行流感”。</a:t>
            </a:r>
            <a:endParaRPr lang="zh-CN" altLang="en-US" sz="2500" b="1" dirty="0"/>
          </a:p>
        </p:txBody>
      </p:sp>
    </p:spTree>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28675"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3.1  </a:t>
            </a:r>
            <a:r>
              <a:rPr lang="zh-CN" altLang="en-US" sz="3600" b="0" dirty="0">
                <a:latin typeface="Times New Roman" panose="02020603050405020304" pitchFamily="18" charset="0"/>
                <a:ea typeface="黑体" panose="02010609060101010101" pitchFamily="49" charset="-122"/>
              </a:rPr>
              <a:t>推理的基本概念</a:t>
            </a:r>
            <a:endParaRPr lang="zh-CN" altLang="en-US" sz="3600" b="0" dirty="0">
              <a:latin typeface="Times New Roman" panose="02020603050405020304" pitchFamily="18" charset="0"/>
              <a:ea typeface="黑体" panose="02010609060101010101" pitchFamily="49" charset="-122"/>
            </a:endParaRPr>
          </a:p>
        </p:txBody>
      </p:sp>
      <p:sp>
        <p:nvSpPr>
          <p:cNvPr id="28676" name="Rectangle 3"/>
          <p:cNvSpPr>
            <a:spLocks noGrp="1"/>
          </p:cNvSpPr>
          <p:nvPr>
            <p:ph idx="1"/>
          </p:nvPr>
        </p:nvSpPr>
        <p:spPr>
          <a:xfrm>
            <a:off x="533400" y="1000125"/>
            <a:ext cx="8283575" cy="5400675"/>
          </a:xfrm>
        </p:spPr>
        <p:txBody>
          <a:bodyPr vert="horz" wrap="square" lIns="91440" tIns="45720" rIns="91440" bIns="45720" anchor="t" anchorCtr="0"/>
          <a:p>
            <a:pPr eaLnBrk="1" hangingPunct="1">
              <a:lnSpc>
                <a:spcPct val="140000"/>
              </a:lnSpc>
              <a:buSzPct val="60000"/>
              <a:buFontTx/>
              <a:buBlip>
                <a:blip r:embed="rId1"/>
              </a:buBlip>
            </a:pPr>
            <a:r>
              <a:rPr lang="en-US" altLang="zh-CN" b="1" dirty="0">
                <a:latin typeface="Times New Roman" panose="02020603050405020304" pitchFamily="18" charset="0"/>
              </a:rPr>
              <a:t>3.1.1  </a:t>
            </a:r>
            <a:r>
              <a:rPr lang="zh-CN" altLang="en-US" b="1" dirty="0">
                <a:latin typeface="Times New Roman" panose="02020603050405020304" pitchFamily="18" charset="0"/>
              </a:rPr>
              <a:t>推理的定义</a:t>
            </a:r>
            <a:endParaRPr lang="zh-CN" altLang="en-US" b="1" dirty="0">
              <a:latin typeface="Times New Roman" panose="02020603050405020304" pitchFamily="18" charset="0"/>
            </a:endParaRPr>
          </a:p>
          <a:p>
            <a:pPr eaLnBrk="1" hangingPunct="1">
              <a:lnSpc>
                <a:spcPct val="140000"/>
              </a:lnSpc>
              <a:buSzPct val="60000"/>
              <a:buFontTx/>
              <a:buBlip>
                <a:blip r:embed="rId1"/>
              </a:buBlip>
            </a:pPr>
            <a:r>
              <a:rPr lang="en-US" altLang="zh-CN" b="1" dirty="0">
                <a:latin typeface="Times New Roman" panose="02020603050405020304" pitchFamily="18" charset="0"/>
              </a:rPr>
              <a:t>3.1.2  </a:t>
            </a:r>
            <a:r>
              <a:rPr lang="zh-CN" altLang="en-US" b="1" dirty="0">
                <a:latin typeface="Times New Roman" panose="02020603050405020304" pitchFamily="18" charset="0"/>
              </a:rPr>
              <a:t>推理方式及其分类</a:t>
            </a:r>
            <a:endParaRPr lang="zh-CN" altLang="en-US" b="1" dirty="0">
              <a:latin typeface="Times New Roman" panose="02020603050405020304" pitchFamily="18" charset="0"/>
            </a:endParaRPr>
          </a:p>
          <a:p>
            <a:pPr eaLnBrk="1" hangingPunct="1">
              <a:lnSpc>
                <a:spcPct val="140000"/>
              </a:lnSpc>
              <a:buSzPct val="60000"/>
              <a:buFontTx/>
              <a:buBlip>
                <a:blip r:embed="rId1"/>
              </a:buBlip>
            </a:pPr>
            <a:r>
              <a:rPr lang="en-US" altLang="zh-CN" b="1" dirty="0">
                <a:solidFill>
                  <a:srgbClr val="0000FF"/>
                </a:solidFill>
                <a:latin typeface="Times New Roman" panose="02020603050405020304" pitchFamily="18" charset="0"/>
              </a:rPr>
              <a:t>3.1.3  </a:t>
            </a:r>
            <a:r>
              <a:rPr lang="zh-CN" altLang="en-US" b="1" dirty="0">
                <a:solidFill>
                  <a:srgbClr val="0000FF"/>
                </a:solidFill>
                <a:latin typeface="Times New Roman" panose="02020603050405020304" pitchFamily="18" charset="0"/>
              </a:rPr>
              <a:t>推理的方向</a:t>
            </a:r>
            <a:endParaRPr lang="zh-CN" altLang="en-US" b="1" dirty="0">
              <a:solidFill>
                <a:srgbClr val="0000FF"/>
              </a:solidFill>
              <a:latin typeface="Times New Roman" panose="02020603050405020304" pitchFamily="18" charset="0"/>
            </a:endParaRPr>
          </a:p>
          <a:p>
            <a:pPr eaLnBrk="1" hangingPunct="1">
              <a:lnSpc>
                <a:spcPct val="140000"/>
              </a:lnSpc>
              <a:buSzPct val="60000"/>
              <a:buFontTx/>
              <a:buBlip>
                <a:blip r:embed="rId1"/>
              </a:buBlip>
            </a:pPr>
            <a:r>
              <a:rPr lang="en-US" altLang="zh-CN" b="1" dirty="0">
                <a:latin typeface="Times New Roman" panose="02020603050405020304" pitchFamily="18" charset="0"/>
              </a:rPr>
              <a:t>3.1.4  </a:t>
            </a:r>
            <a:r>
              <a:rPr lang="zh-CN" altLang="en-US" b="1" dirty="0">
                <a:latin typeface="Times New Roman" panose="02020603050405020304" pitchFamily="18" charset="0"/>
              </a:rPr>
              <a:t>冲突消解策略</a:t>
            </a:r>
            <a:endParaRPr lang="zh-CN" altLang="en-US" b="1" dirty="0">
              <a:latin typeface="Times New Roman" panose="02020603050405020304" pitchFamily="18" charset="0"/>
            </a:endParaRPr>
          </a:p>
        </p:txBody>
      </p:sp>
    </p:spTree>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灯片编号占位符 4"/>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30723" name="Rectangle 5"/>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3.1.3  </a:t>
            </a:r>
            <a:r>
              <a:rPr lang="zh-CN" altLang="en-US" sz="3600" b="0" dirty="0">
                <a:latin typeface="Times New Roman" panose="02020603050405020304" pitchFamily="18" charset="0"/>
                <a:ea typeface="黑体" panose="02010609060101010101" pitchFamily="49" charset="-122"/>
              </a:rPr>
              <a:t>推理的方向</a:t>
            </a:r>
            <a:endParaRPr lang="zh-CN" altLang="en-US" sz="3600" b="0" dirty="0">
              <a:latin typeface="Times New Roman" panose="02020603050405020304" pitchFamily="18" charset="0"/>
              <a:ea typeface="黑体" panose="02010609060101010101" pitchFamily="49" charset="-122"/>
            </a:endParaRPr>
          </a:p>
        </p:txBody>
      </p:sp>
      <p:graphicFrame>
        <p:nvGraphicFramePr>
          <p:cNvPr id="30724" name="Object 4"/>
          <p:cNvGraphicFramePr>
            <a:graphicFrameLocks noChangeAspect="1"/>
          </p:cNvGraphicFramePr>
          <p:nvPr>
            <p:ph sz="half" idx="1"/>
          </p:nvPr>
        </p:nvGraphicFramePr>
        <p:xfrm>
          <a:off x="381000" y="1219200"/>
          <a:ext cx="3263900" cy="4572000"/>
        </p:xfrm>
        <a:graphic>
          <a:graphicData uri="http://schemas.openxmlformats.org/presentationml/2006/ole">
            <mc:AlternateContent xmlns:mc="http://schemas.openxmlformats.org/markup-compatibility/2006">
              <mc:Choice xmlns:v="urn:schemas-microsoft-com:vml" Requires="v">
                <p:oleObj spid="_x0000_s3076" name="" r:id="rId1" imgW="9867900" imgH="13820775" progId="SmartDraw.2">
                  <p:embed/>
                </p:oleObj>
              </mc:Choice>
              <mc:Fallback>
                <p:oleObj name="" r:id="rId1" imgW="9867900" imgH="13820775" progId="SmartDraw.2">
                  <p:embed/>
                  <p:pic>
                    <p:nvPicPr>
                      <p:cNvPr id="0" name="图片 3075"/>
                      <p:cNvPicPr/>
                      <p:nvPr/>
                    </p:nvPicPr>
                    <p:blipFill>
                      <a:blip r:embed="rId2"/>
                      <a:srcRect/>
                      <a:stretch>
                        <a:fillRect/>
                      </a:stretch>
                    </p:blipFill>
                    <p:spPr>
                      <a:xfrm>
                        <a:off x="381000" y="1219200"/>
                        <a:ext cx="3263900" cy="4572000"/>
                      </a:xfrm>
                      <a:prstGeom prst="rect">
                        <a:avLst/>
                      </a:prstGeom>
                      <a:noFill/>
                      <a:ln w="38100">
                        <a:miter/>
                      </a:ln>
                    </p:spPr>
                  </p:pic>
                </p:oleObj>
              </mc:Fallback>
            </mc:AlternateContent>
          </a:graphicData>
        </a:graphic>
      </p:graphicFrame>
      <p:graphicFrame>
        <p:nvGraphicFramePr>
          <p:cNvPr id="30725" name="Object 9"/>
          <p:cNvGraphicFramePr>
            <a:graphicFrameLocks noChangeAspect="1"/>
          </p:cNvGraphicFramePr>
          <p:nvPr>
            <p:ph sz="half" idx="2"/>
          </p:nvPr>
        </p:nvGraphicFramePr>
        <p:xfrm>
          <a:off x="4748213" y="2290763"/>
          <a:ext cx="4217987" cy="2808287"/>
        </p:xfrm>
        <a:graphic>
          <a:graphicData uri="http://schemas.openxmlformats.org/presentationml/2006/ole">
            <mc:AlternateContent xmlns:mc="http://schemas.openxmlformats.org/markup-compatibility/2006">
              <mc:Choice xmlns:v="urn:schemas-microsoft-com:vml" Requires="v">
                <p:oleObj spid="_x0000_s3077" name="" r:id="rId3" imgW="14192250" imgH="9448800" progId="SmartDraw.2">
                  <p:embed/>
                </p:oleObj>
              </mc:Choice>
              <mc:Fallback>
                <p:oleObj name="" r:id="rId3" imgW="14192250" imgH="9448800" progId="SmartDraw.2">
                  <p:embed/>
                  <p:pic>
                    <p:nvPicPr>
                      <p:cNvPr id="0" name="图片 3076"/>
                      <p:cNvPicPr/>
                      <p:nvPr/>
                    </p:nvPicPr>
                    <p:blipFill>
                      <a:blip r:embed="rId4"/>
                      <a:srcRect/>
                      <a:stretch>
                        <a:fillRect/>
                      </a:stretch>
                    </p:blipFill>
                    <p:spPr>
                      <a:xfrm>
                        <a:off x="4748213" y="2290763"/>
                        <a:ext cx="4217987" cy="2808287"/>
                      </a:xfrm>
                      <a:prstGeom prst="rect">
                        <a:avLst/>
                      </a:prstGeom>
                      <a:noFill/>
                      <a:ln w="38100">
                        <a:miter/>
                      </a:ln>
                    </p:spPr>
                  </p:pic>
                </p:oleObj>
              </mc:Fallback>
            </mc:AlternateContent>
          </a:graphicData>
        </a:graphic>
      </p:graphicFrame>
      <p:sp>
        <p:nvSpPr>
          <p:cNvPr id="30726" name="Line 11"/>
          <p:cNvSpPr/>
          <p:nvPr/>
        </p:nvSpPr>
        <p:spPr>
          <a:xfrm>
            <a:off x="4191000" y="914400"/>
            <a:ext cx="0" cy="5486400"/>
          </a:xfrm>
          <a:prstGeom prst="line">
            <a:avLst/>
          </a:prstGeom>
          <a:ln w="76200" cap="flat" cmpd="tri">
            <a:solidFill>
              <a:schemeClr val="tx1"/>
            </a:solidFill>
            <a:prstDash val="solid"/>
            <a:headEnd type="none" w="med" len="med"/>
            <a:tailEnd type="none" w="med" len="med"/>
          </a:ln>
        </p:spPr>
      </p:sp>
    </p:spTree>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31747"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3.1.3  </a:t>
            </a:r>
            <a:r>
              <a:rPr lang="zh-CN" altLang="en-US" sz="3600" b="0" dirty="0">
                <a:latin typeface="Times New Roman" panose="02020603050405020304" pitchFamily="18" charset="0"/>
                <a:ea typeface="黑体" panose="02010609060101010101" pitchFamily="49" charset="-122"/>
              </a:rPr>
              <a:t>推理的方向</a:t>
            </a:r>
            <a:endParaRPr lang="zh-CN" altLang="en-US" sz="3600" b="0" dirty="0">
              <a:latin typeface="Times New Roman" panose="02020603050405020304" pitchFamily="18" charset="0"/>
              <a:ea typeface="黑体" panose="02010609060101010101" pitchFamily="49" charset="-122"/>
            </a:endParaRPr>
          </a:p>
        </p:txBody>
      </p:sp>
      <p:sp>
        <p:nvSpPr>
          <p:cNvPr id="31748" name="Rectangle 3"/>
          <p:cNvSpPr>
            <a:spLocks noGrp="1"/>
          </p:cNvSpPr>
          <p:nvPr>
            <p:ph idx="1"/>
          </p:nvPr>
        </p:nvSpPr>
        <p:spPr>
          <a:xfrm>
            <a:off x="381000" y="1524000"/>
            <a:ext cx="8523288" cy="4953000"/>
          </a:xfrm>
          <a:gradFill rotWithShape="1">
            <a:gsLst>
              <a:gs pos="0">
                <a:srgbClr val="00FFFF">
                  <a:alpha val="100000"/>
                </a:srgbClr>
              </a:gs>
              <a:gs pos="100000">
                <a:schemeClr val="bg1">
                  <a:alpha val="100000"/>
                </a:schemeClr>
              </a:gs>
            </a:gsLst>
            <a:path path="shape">
              <a:fillToRect l="50000" t="50000" r="50000" b="50000"/>
            </a:path>
            <a:tileRect/>
          </a:gradFill>
          <a:ln>
            <a:solidFill>
              <a:srgbClr val="000080">
                <a:alpha val="100000"/>
              </a:srgbClr>
            </a:solidFill>
            <a:miter lim="800000"/>
          </a:ln>
        </p:spPr>
        <p:txBody>
          <a:bodyPr vert="horz" wrap="square" lIns="91440" tIns="45720" rIns="91440" bIns="45720" anchor="t" anchorCtr="0"/>
          <a:p>
            <a:pPr marL="0" indent="0" eaLnBrk="1" hangingPunct="1">
              <a:lnSpc>
                <a:spcPct val="120000"/>
              </a:lnSpc>
              <a:buSzPct val="50000"/>
              <a:buFont typeface="Wingdings" panose="05000000000000000000" pitchFamily="2" charset="2"/>
              <a:buChar char="n"/>
            </a:pPr>
            <a:r>
              <a:rPr lang="en-US" altLang="zh-CN" sz="2600" b="1" dirty="0"/>
              <a:t>  </a:t>
            </a:r>
            <a:r>
              <a:rPr lang="zh-CN" altLang="en-US" sz="2600" b="1" dirty="0"/>
              <a:t>正向推理（事实驱动推理）</a:t>
            </a:r>
            <a:r>
              <a:rPr lang="en-US" altLang="zh-CN" sz="2600" b="1" dirty="0"/>
              <a:t>:  </a:t>
            </a:r>
            <a:r>
              <a:rPr lang="zh-CN" altLang="en-US" sz="2600" dirty="0">
                <a:solidFill>
                  <a:schemeClr val="accent2"/>
                </a:solidFill>
              </a:rPr>
              <a:t>已知事实  </a:t>
            </a:r>
            <a:r>
              <a:rPr lang="zh-CN" altLang="en-US" sz="2600" dirty="0"/>
              <a:t>→   结论</a:t>
            </a:r>
            <a:endParaRPr lang="zh-CN" altLang="en-US" sz="2600" dirty="0"/>
          </a:p>
          <a:p>
            <a:pPr marL="0" indent="0" algn="just" eaLnBrk="1" hangingPunct="1">
              <a:lnSpc>
                <a:spcPct val="120000"/>
              </a:lnSpc>
              <a:buFont typeface="Wingdings" panose="05000000000000000000" pitchFamily="2" charset="2"/>
              <a:buChar char="§"/>
            </a:pPr>
            <a:r>
              <a:rPr lang="zh-CN" altLang="en-US" sz="2600" b="1" dirty="0"/>
              <a:t>  基本思想</a:t>
            </a:r>
            <a:endParaRPr lang="zh-CN" altLang="en-US" sz="2600" b="1" dirty="0"/>
          </a:p>
          <a:p>
            <a:pPr marL="0" indent="0" algn="just" eaLnBrk="1" hangingPunct="1">
              <a:lnSpc>
                <a:spcPct val="120000"/>
              </a:lnSpc>
              <a:spcBef>
                <a:spcPct val="30000"/>
              </a:spcBef>
              <a:buNone/>
            </a:pPr>
            <a:r>
              <a:rPr lang="zh-CN" altLang="en-US" sz="2600" dirty="0">
                <a:latin typeface="Times New Roman" panose="02020603050405020304" pitchFamily="18" charset="0"/>
              </a:rPr>
              <a:t>（</a:t>
            </a:r>
            <a:r>
              <a:rPr lang="en-US" altLang="zh-CN" sz="2600" dirty="0">
                <a:latin typeface="Times New Roman" panose="02020603050405020304" pitchFamily="18" charset="0"/>
              </a:rPr>
              <a:t>1</a:t>
            </a:r>
            <a:r>
              <a:rPr lang="zh-CN" altLang="en-US" sz="2600" dirty="0">
                <a:latin typeface="Times New Roman" panose="02020603050405020304" pitchFamily="18" charset="0"/>
              </a:rPr>
              <a:t>）从初始已知事实出发，在知识库</a:t>
            </a:r>
            <a:r>
              <a:rPr lang="en-US" altLang="zh-CN" sz="2600" i="1" dirty="0">
                <a:latin typeface="Times New Roman" panose="02020603050405020304" pitchFamily="18" charset="0"/>
              </a:rPr>
              <a:t>KB</a:t>
            </a:r>
            <a:r>
              <a:rPr lang="zh-CN" altLang="en-US" sz="2600" dirty="0">
                <a:latin typeface="Times New Roman" panose="02020603050405020304" pitchFamily="18" charset="0"/>
              </a:rPr>
              <a:t>中找出当前可适用的知识，构成可适用知识集</a:t>
            </a:r>
            <a:r>
              <a:rPr lang="en-US" altLang="zh-CN" sz="2600" i="1" dirty="0">
                <a:latin typeface="Times New Roman" panose="02020603050405020304" pitchFamily="18" charset="0"/>
              </a:rPr>
              <a:t>KS</a:t>
            </a:r>
            <a:r>
              <a:rPr lang="zh-CN" altLang="en-US" sz="2600" dirty="0">
                <a:latin typeface="Times New Roman" panose="02020603050405020304" pitchFamily="18" charset="0"/>
              </a:rPr>
              <a:t>。</a:t>
            </a:r>
            <a:endParaRPr lang="zh-CN" altLang="en-US" sz="2600" dirty="0">
              <a:latin typeface="Times New Roman" panose="02020603050405020304" pitchFamily="18" charset="0"/>
            </a:endParaRPr>
          </a:p>
          <a:p>
            <a:pPr marL="0" indent="0" algn="just" eaLnBrk="1" hangingPunct="1">
              <a:lnSpc>
                <a:spcPct val="120000"/>
              </a:lnSpc>
              <a:spcBef>
                <a:spcPct val="30000"/>
              </a:spcBef>
              <a:buNone/>
            </a:pPr>
            <a:r>
              <a:rPr lang="zh-CN" altLang="en-US" sz="2600" dirty="0">
                <a:latin typeface="Times New Roman" panose="02020603050405020304" pitchFamily="18" charset="0"/>
              </a:rPr>
              <a:t>（</a:t>
            </a:r>
            <a:r>
              <a:rPr lang="en-US" altLang="zh-CN" sz="2600" dirty="0">
                <a:latin typeface="Times New Roman" panose="02020603050405020304" pitchFamily="18" charset="0"/>
              </a:rPr>
              <a:t>2</a:t>
            </a:r>
            <a:r>
              <a:rPr lang="zh-CN" altLang="en-US" sz="2600" dirty="0">
                <a:latin typeface="Times New Roman" panose="02020603050405020304" pitchFamily="18" charset="0"/>
              </a:rPr>
              <a:t>）按某种冲突消解策略从</a:t>
            </a:r>
            <a:r>
              <a:rPr lang="en-US" altLang="zh-CN" sz="2600" i="1" dirty="0">
                <a:latin typeface="Times New Roman" panose="02020603050405020304" pitchFamily="18" charset="0"/>
              </a:rPr>
              <a:t>KS</a:t>
            </a:r>
            <a:r>
              <a:rPr lang="zh-CN" altLang="en-US" sz="2600" dirty="0">
                <a:latin typeface="Times New Roman" panose="02020603050405020304" pitchFamily="18" charset="0"/>
              </a:rPr>
              <a:t>中选出一条知识进行推理，并将推出的新事实加入到数据库</a:t>
            </a:r>
            <a:r>
              <a:rPr lang="en-US" altLang="zh-CN" sz="2600" i="1" dirty="0">
                <a:latin typeface="Times New Roman" panose="02020603050405020304" pitchFamily="18" charset="0"/>
              </a:rPr>
              <a:t>DB</a:t>
            </a:r>
            <a:r>
              <a:rPr lang="zh-CN" altLang="en-US" sz="2600" dirty="0">
                <a:latin typeface="Times New Roman" panose="02020603050405020304" pitchFamily="18" charset="0"/>
              </a:rPr>
              <a:t>中作为下一步推理的已知事实，再在</a:t>
            </a:r>
            <a:r>
              <a:rPr lang="en-US" altLang="zh-CN" sz="2600" i="1" dirty="0">
                <a:latin typeface="Times New Roman" panose="02020603050405020304" pitchFamily="18" charset="0"/>
              </a:rPr>
              <a:t>KB</a:t>
            </a:r>
            <a:r>
              <a:rPr lang="zh-CN" altLang="en-US" sz="2600" dirty="0">
                <a:latin typeface="Times New Roman" panose="02020603050405020304" pitchFamily="18" charset="0"/>
              </a:rPr>
              <a:t>中选取可适用知识构成</a:t>
            </a:r>
            <a:r>
              <a:rPr lang="en-US" altLang="zh-CN" sz="2600" i="1" dirty="0">
                <a:latin typeface="Times New Roman" panose="02020603050405020304" pitchFamily="18" charset="0"/>
              </a:rPr>
              <a:t>KS </a:t>
            </a:r>
            <a:r>
              <a:rPr lang="zh-CN" altLang="en-US" sz="2600" dirty="0">
                <a:latin typeface="Times New Roman" panose="02020603050405020304" pitchFamily="18" charset="0"/>
              </a:rPr>
              <a:t>。</a:t>
            </a:r>
            <a:endParaRPr lang="zh-CN" altLang="en-US" sz="2600" dirty="0">
              <a:latin typeface="Times New Roman" panose="02020603050405020304" pitchFamily="18" charset="0"/>
            </a:endParaRPr>
          </a:p>
          <a:p>
            <a:pPr marL="0" indent="0" algn="just" eaLnBrk="1" hangingPunct="1">
              <a:lnSpc>
                <a:spcPct val="120000"/>
              </a:lnSpc>
              <a:spcBef>
                <a:spcPct val="30000"/>
              </a:spcBef>
              <a:buNone/>
            </a:pPr>
            <a:r>
              <a:rPr lang="zh-CN" altLang="en-US" sz="2600" dirty="0">
                <a:latin typeface="Times New Roman" panose="02020603050405020304" pitchFamily="18" charset="0"/>
              </a:rPr>
              <a:t>（</a:t>
            </a:r>
            <a:r>
              <a:rPr lang="en-US" altLang="zh-CN" sz="2600" dirty="0">
                <a:latin typeface="Times New Roman" panose="02020603050405020304" pitchFamily="18" charset="0"/>
              </a:rPr>
              <a:t>3</a:t>
            </a:r>
            <a:r>
              <a:rPr lang="zh-CN" altLang="en-US" sz="2600" dirty="0">
                <a:latin typeface="Times New Roman" panose="02020603050405020304" pitchFamily="18" charset="0"/>
              </a:rPr>
              <a:t>）重复（</a:t>
            </a:r>
            <a:r>
              <a:rPr lang="en-US" altLang="zh-CN" sz="2600" dirty="0">
                <a:latin typeface="Times New Roman" panose="02020603050405020304" pitchFamily="18" charset="0"/>
              </a:rPr>
              <a:t>2</a:t>
            </a:r>
            <a:r>
              <a:rPr lang="zh-CN" altLang="en-US" sz="2600" dirty="0">
                <a:latin typeface="Times New Roman" panose="02020603050405020304" pitchFamily="18" charset="0"/>
              </a:rPr>
              <a:t>），直到求得问题的解或</a:t>
            </a:r>
            <a:r>
              <a:rPr lang="en-US" altLang="zh-CN" sz="2600" i="1" dirty="0">
                <a:latin typeface="Times New Roman" panose="02020603050405020304" pitchFamily="18" charset="0"/>
              </a:rPr>
              <a:t>KB</a:t>
            </a:r>
            <a:r>
              <a:rPr lang="zh-CN" altLang="en-US" sz="2600" dirty="0">
                <a:latin typeface="Times New Roman" panose="02020603050405020304" pitchFamily="18" charset="0"/>
              </a:rPr>
              <a:t>中再无可适用的知识。</a:t>
            </a:r>
            <a:endParaRPr lang="zh-CN" altLang="en-US" sz="2600" dirty="0">
              <a:latin typeface="Times New Roman" panose="02020603050405020304" pitchFamily="18" charset="0"/>
            </a:endParaRPr>
          </a:p>
        </p:txBody>
      </p:sp>
      <p:sp>
        <p:nvSpPr>
          <p:cNvPr id="31749" name="Rectangle 5"/>
          <p:cNvSpPr/>
          <p:nvPr/>
        </p:nvSpPr>
        <p:spPr>
          <a:xfrm>
            <a:off x="457200" y="944563"/>
            <a:ext cx="2057400" cy="519112"/>
          </a:xfrm>
          <a:prstGeom prst="rect">
            <a:avLst/>
          </a:prstGeom>
          <a:noFill/>
          <a:ln w="9525">
            <a:noFill/>
          </a:ln>
        </p:spPr>
        <p:txBody>
          <a:bodyPr wrap="none">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0"/>
              </a:spcBef>
              <a:buClrTx/>
              <a:buFontTx/>
              <a:buNone/>
            </a:pPr>
            <a:r>
              <a:rPr lang="en-US" altLang="zh-CN" sz="2800" b="1" dirty="0">
                <a:latin typeface="Times New Roman" panose="02020603050405020304" pitchFamily="18" charset="0"/>
              </a:rPr>
              <a:t>1.  </a:t>
            </a:r>
            <a:r>
              <a:rPr lang="zh-CN" altLang="en-US" sz="2800" b="1" dirty="0">
                <a:latin typeface="Times New Roman" panose="02020603050405020304" pitchFamily="18" charset="0"/>
              </a:rPr>
              <a:t>正向推理</a:t>
            </a:r>
            <a:endParaRPr lang="zh-CN" altLang="en-US" sz="2800" b="1" dirty="0">
              <a:latin typeface="Times New Roman" panose="02020603050405020304" pitchFamily="18" charset="0"/>
            </a:endParaRPr>
          </a:p>
        </p:txBody>
      </p:sp>
    </p:spTree>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灯片编号占位符 1"/>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graphicFrame>
        <p:nvGraphicFramePr>
          <p:cNvPr id="33795" name="Object 9"/>
          <p:cNvGraphicFramePr>
            <a:graphicFrameLocks noChangeAspect="1"/>
          </p:cNvGraphicFramePr>
          <p:nvPr/>
        </p:nvGraphicFramePr>
        <p:xfrm>
          <a:off x="990600" y="0"/>
          <a:ext cx="6418263" cy="6858000"/>
        </p:xfrm>
        <a:graphic>
          <a:graphicData uri="http://schemas.openxmlformats.org/presentationml/2006/ole">
            <mc:AlternateContent xmlns:mc="http://schemas.openxmlformats.org/markup-compatibility/2006">
              <mc:Choice xmlns:v="urn:schemas-microsoft-com:vml" Requires="v">
                <p:oleObj spid="_x0000_s3078" name="" r:id="rId1" imgW="21897975" imgH="23402925" progId="SmartDraw.2">
                  <p:embed/>
                </p:oleObj>
              </mc:Choice>
              <mc:Fallback>
                <p:oleObj name="" r:id="rId1" imgW="21897975" imgH="23402925" progId="SmartDraw.2">
                  <p:embed/>
                  <p:pic>
                    <p:nvPicPr>
                      <p:cNvPr id="0" name="图片 3077"/>
                      <p:cNvPicPr/>
                      <p:nvPr/>
                    </p:nvPicPr>
                    <p:blipFill>
                      <a:blip r:embed="rId2"/>
                      <a:stretch>
                        <a:fillRect/>
                      </a:stretch>
                    </p:blipFill>
                    <p:spPr>
                      <a:xfrm>
                        <a:off x="990600" y="0"/>
                        <a:ext cx="6418263" cy="6858000"/>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35843"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3.1.3  </a:t>
            </a:r>
            <a:r>
              <a:rPr lang="zh-CN" altLang="en-US" sz="3600" b="0" dirty="0">
                <a:latin typeface="Times New Roman" panose="02020603050405020304" pitchFamily="18" charset="0"/>
                <a:ea typeface="黑体" panose="02010609060101010101" pitchFamily="49" charset="-122"/>
              </a:rPr>
              <a:t>推理的方向</a:t>
            </a:r>
            <a:endParaRPr lang="zh-CN" altLang="en-US" sz="3600" b="0" dirty="0">
              <a:latin typeface="Times New Roman" panose="02020603050405020304" pitchFamily="18" charset="0"/>
              <a:ea typeface="黑体" panose="02010609060101010101" pitchFamily="49" charset="-122"/>
            </a:endParaRPr>
          </a:p>
        </p:txBody>
      </p:sp>
      <p:sp>
        <p:nvSpPr>
          <p:cNvPr id="35844" name="Rectangle 3"/>
          <p:cNvSpPr>
            <a:spLocks noGrp="1"/>
          </p:cNvSpPr>
          <p:nvPr>
            <p:ph idx="1"/>
          </p:nvPr>
        </p:nvSpPr>
        <p:spPr>
          <a:xfrm>
            <a:off x="392113" y="1676400"/>
            <a:ext cx="8359775" cy="3124200"/>
          </a:xfrm>
          <a:gradFill rotWithShape="1">
            <a:gsLst>
              <a:gs pos="0">
                <a:srgbClr val="00FF00">
                  <a:alpha val="100000"/>
                </a:srgbClr>
              </a:gs>
              <a:gs pos="100000">
                <a:schemeClr val="bg1">
                  <a:alpha val="100000"/>
                </a:schemeClr>
              </a:gs>
            </a:gsLst>
            <a:path path="rect">
              <a:fillToRect l="100000" b="100000"/>
            </a:path>
            <a:tileRect/>
          </a:gradFill>
          <a:ln>
            <a:solidFill>
              <a:srgbClr val="000080">
                <a:alpha val="100000"/>
              </a:srgbClr>
            </a:solidFill>
            <a:miter lim="800000"/>
          </a:ln>
        </p:spPr>
        <p:txBody>
          <a:bodyPr vert="horz" wrap="square" lIns="91440" tIns="45720" rIns="91440" bIns="45720" anchor="t" anchorCtr="0"/>
          <a:p>
            <a:pPr marL="0" indent="0" eaLnBrk="1" hangingPunct="1">
              <a:lnSpc>
                <a:spcPct val="120000"/>
              </a:lnSpc>
              <a:buSzPct val="50000"/>
              <a:buFont typeface="Wingdings" panose="05000000000000000000" pitchFamily="2" charset="2"/>
              <a:buChar char="n"/>
            </a:pPr>
            <a:r>
              <a:rPr lang="en-US" altLang="zh-CN" sz="2600" b="1" dirty="0"/>
              <a:t>  </a:t>
            </a:r>
            <a:r>
              <a:rPr lang="zh-CN" altLang="en-US" sz="2600" b="1" dirty="0"/>
              <a:t>实现正向推理需要解决的问题：</a:t>
            </a:r>
            <a:endParaRPr lang="zh-CN" altLang="en-US" sz="2600" b="1" dirty="0"/>
          </a:p>
          <a:p>
            <a:pPr marL="900430" lvl="1" indent="-227330" eaLnBrk="1" hangingPunct="1">
              <a:lnSpc>
                <a:spcPct val="130000"/>
              </a:lnSpc>
              <a:buSzPct val="50000"/>
              <a:buFont typeface="Wingdings" panose="05000000000000000000" pitchFamily="2" charset="2"/>
              <a:buChar char="l"/>
            </a:pPr>
            <a:r>
              <a:rPr lang="zh-CN" altLang="en-US" b="1" dirty="0"/>
              <a:t> </a:t>
            </a:r>
            <a:r>
              <a:rPr lang="zh-CN" altLang="en-US" b="1" dirty="0">
                <a:solidFill>
                  <a:schemeClr val="tx1"/>
                </a:solidFill>
              </a:rPr>
              <a:t>确定匹配（知识与已知事实）的方法。</a:t>
            </a:r>
            <a:endParaRPr lang="zh-CN" altLang="en-US" dirty="0">
              <a:solidFill>
                <a:schemeClr val="tx1"/>
              </a:solidFill>
            </a:endParaRPr>
          </a:p>
          <a:p>
            <a:pPr marL="900430" lvl="1" indent="-227330" algn="just" eaLnBrk="1" hangingPunct="1">
              <a:lnSpc>
                <a:spcPct val="130000"/>
              </a:lnSpc>
              <a:buSzPct val="50000"/>
              <a:buFont typeface="Wingdings" panose="05000000000000000000" pitchFamily="2" charset="2"/>
              <a:buChar char="l"/>
            </a:pPr>
            <a:r>
              <a:rPr lang="zh-CN" altLang="en-US" b="1" dirty="0">
                <a:solidFill>
                  <a:schemeClr val="tx1"/>
                </a:solidFill>
              </a:rPr>
              <a:t> 按什么策略搜索知识库。</a:t>
            </a:r>
            <a:endParaRPr lang="zh-CN" altLang="en-US" b="1" dirty="0">
              <a:solidFill>
                <a:schemeClr val="tx1"/>
              </a:solidFill>
            </a:endParaRPr>
          </a:p>
          <a:p>
            <a:pPr marL="900430" lvl="1" indent="-227330" algn="just" eaLnBrk="1" hangingPunct="1">
              <a:lnSpc>
                <a:spcPct val="130000"/>
              </a:lnSpc>
              <a:buSzPct val="50000"/>
              <a:buFont typeface="Wingdings" panose="05000000000000000000" pitchFamily="2" charset="2"/>
              <a:buChar char="l"/>
            </a:pPr>
            <a:r>
              <a:rPr lang="zh-CN" altLang="en-US" b="1" dirty="0">
                <a:solidFill>
                  <a:schemeClr val="tx1"/>
                </a:solidFill>
              </a:rPr>
              <a:t> 冲突消解策略。</a:t>
            </a:r>
            <a:endParaRPr lang="zh-CN" altLang="en-US" b="1" dirty="0">
              <a:solidFill>
                <a:schemeClr val="tx1"/>
              </a:solidFill>
            </a:endParaRPr>
          </a:p>
          <a:p>
            <a:pPr marL="0" indent="0" algn="just" eaLnBrk="1" hangingPunct="1">
              <a:lnSpc>
                <a:spcPct val="120000"/>
              </a:lnSpc>
              <a:buFont typeface="Wingdings" panose="05000000000000000000" pitchFamily="2" charset="2"/>
              <a:buChar char="§"/>
            </a:pPr>
            <a:r>
              <a:rPr lang="zh-CN" altLang="en-US" sz="2600" b="1" dirty="0"/>
              <a:t> 正向推理简单，易实现，但目的性不强，效率低。</a:t>
            </a:r>
            <a:endParaRPr lang="zh-CN" altLang="en-US" sz="2600" dirty="0"/>
          </a:p>
        </p:txBody>
      </p:sp>
      <p:sp>
        <p:nvSpPr>
          <p:cNvPr id="35845" name="Rectangle 4"/>
          <p:cNvSpPr/>
          <p:nvPr/>
        </p:nvSpPr>
        <p:spPr>
          <a:xfrm>
            <a:off x="381000" y="1004888"/>
            <a:ext cx="2057400" cy="519112"/>
          </a:xfrm>
          <a:prstGeom prst="rect">
            <a:avLst/>
          </a:prstGeom>
          <a:noFill/>
          <a:ln w="9525">
            <a:noFill/>
          </a:ln>
        </p:spPr>
        <p:txBody>
          <a:bodyPr wrap="none">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0"/>
              </a:spcBef>
              <a:buClrTx/>
              <a:buFontTx/>
              <a:buNone/>
            </a:pPr>
            <a:r>
              <a:rPr lang="en-US" altLang="zh-CN" sz="2800" b="1" dirty="0">
                <a:latin typeface="Times New Roman" panose="02020603050405020304" pitchFamily="18" charset="0"/>
              </a:rPr>
              <a:t>1.  </a:t>
            </a:r>
            <a:r>
              <a:rPr lang="zh-CN" altLang="en-US" sz="2800" b="1" dirty="0">
                <a:latin typeface="Times New Roman" panose="02020603050405020304" pitchFamily="18" charset="0"/>
              </a:rPr>
              <a:t>正向推理</a:t>
            </a:r>
            <a:endParaRPr lang="zh-CN" altLang="en-US" sz="2800" b="1" dirty="0">
              <a:latin typeface="Times New Roman" panose="02020603050405020304" pitchFamily="18" charset="0"/>
            </a:endParaRPr>
          </a:p>
        </p:txBody>
      </p:sp>
    </p:spTree>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37891"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3.1.3  </a:t>
            </a:r>
            <a:r>
              <a:rPr lang="zh-CN" altLang="en-US" sz="3600" b="0" dirty="0">
                <a:latin typeface="Times New Roman" panose="02020603050405020304" pitchFamily="18" charset="0"/>
                <a:ea typeface="黑体" panose="02010609060101010101" pitchFamily="49" charset="-122"/>
              </a:rPr>
              <a:t>推理的方向</a:t>
            </a:r>
            <a:endParaRPr lang="zh-CN" altLang="en-US" sz="3600" b="0" dirty="0">
              <a:latin typeface="Times New Roman" panose="02020603050405020304" pitchFamily="18" charset="0"/>
              <a:ea typeface="黑体" panose="02010609060101010101" pitchFamily="49" charset="-122"/>
            </a:endParaRPr>
          </a:p>
        </p:txBody>
      </p:sp>
      <p:sp>
        <p:nvSpPr>
          <p:cNvPr id="37892" name="Rectangle 3"/>
          <p:cNvSpPr>
            <a:spLocks noGrp="1"/>
          </p:cNvSpPr>
          <p:nvPr>
            <p:ph idx="1"/>
          </p:nvPr>
        </p:nvSpPr>
        <p:spPr>
          <a:xfrm>
            <a:off x="381000" y="1609725"/>
            <a:ext cx="8382000" cy="4638675"/>
          </a:xfrm>
          <a:gradFill rotWithShape="1">
            <a:gsLst>
              <a:gs pos="0">
                <a:srgbClr val="00FFFF">
                  <a:alpha val="100000"/>
                </a:srgbClr>
              </a:gs>
              <a:gs pos="100000">
                <a:schemeClr val="bg1">
                  <a:alpha val="100000"/>
                </a:schemeClr>
              </a:gs>
            </a:gsLst>
            <a:path path="shape">
              <a:fillToRect l="50000" t="50000" r="50000" b="50000"/>
            </a:path>
            <a:tileRect/>
          </a:gradFill>
          <a:ln>
            <a:solidFill>
              <a:schemeClr val="folHlink">
                <a:alpha val="100000"/>
              </a:schemeClr>
            </a:solidFill>
            <a:miter lim="800000"/>
          </a:ln>
        </p:spPr>
        <p:txBody>
          <a:bodyPr vert="horz" wrap="square" lIns="91440" tIns="45720" rIns="91440" bIns="45720" anchor="t" anchorCtr="0"/>
          <a:p>
            <a:pPr marL="0" indent="0" algn="just" eaLnBrk="1" hangingPunct="1">
              <a:lnSpc>
                <a:spcPct val="90000"/>
              </a:lnSpc>
              <a:buSzPct val="50000"/>
              <a:buFont typeface="Wingdings" panose="05000000000000000000" pitchFamily="2" charset="2"/>
              <a:buChar char="n"/>
            </a:pPr>
            <a:r>
              <a:rPr lang="en-US" altLang="zh-CN" sz="2600" b="1" dirty="0"/>
              <a:t>  </a:t>
            </a:r>
            <a:r>
              <a:rPr lang="zh-CN" altLang="en-US" sz="2600" b="1" dirty="0"/>
              <a:t>逆向推理（目标驱动推理）：</a:t>
            </a:r>
            <a:r>
              <a:rPr lang="zh-CN" altLang="en-US" sz="2600" dirty="0"/>
              <a:t>以</a:t>
            </a:r>
            <a:r>
              <a:rPr lang="zh-CN" altLang="en-US" sz="2600" dirty="0">
                <a:solidFill>
                  <a:schemeClr val="accent2"/>
                </a:solidFill>
              </a:rPr>
              <a:t>某个假设目标</a:t>
            </a:r>
            <a:r>
              <a:rPr lang="zh-CN" altLang="en-US" sz="2600" dirty="0"/>
              <a:t>作为出发点。</a:t>
            </a:r>
            <a:r>
              <a:rPr lang="zh-CN" altLang="en-US" sz="2600" b="1" dirty="0"/>
              <a:t> </a:t>
            </a:r>
            <a:endParaRPr lang="zh-CN" altLang="en-US" sz="2600" b="1" dirty="0"/>
          </a:p>
          <a:p>
            <a:pPr marL="0" indent="0" algn="just" eaLnBrk="1" hangingPunct="1">
              <a:lnSpc>
                <a:spcPct val="90000"/>
              </a:lnSpc>
              <a:buFont typeface="Wingdings" panose="05000000000000000000" pitchFamily="2" charset="2"/>
              <a:buChar char="§"/>
            </a:pPr>
            <a:r>
              <a:rPr lang="zh-CN" altLang="en-US" sz="2600" b="1" dirty="0"/>
              <a:t>  基本思想：</a:t>
            </a:r>
            <a:endParaRPr lang="zh-CN" altLang="en-US" sz="2600" b="1" dirty="0"/>
          </a:p>
          <a:p>
            <a:pPr marL="0" indent="0" algn="just" eaLnBrk="1" hangingPunct="1">
              <a:lnSpc>
                <a:spcPct val="90000"/>
              </a:lnSpc>
              <a:buClr>
                <a:srgbClr val="0000FF"/>
              </a:buClr>
              <a:buSzPct val="70000"/>
              <a:buFont typeface="Wingdings" panose="05000000000000000000" pitchFamily="2" charset="2"/>
              <a:buChar char="Ø"/>
            </a:pPr>
            <a:r>
              <a:rPr lang="zh-CN" altLang="en-US" sz="2600" dirty="0"/>
              <a:t> 选定一个假设目标。</a:t>
            </a:r>
            <a:endParaRPr lang="zh-CN" altLang="en-US" sz="2600" dirty="0"/>
          </a:p>
          <a:p>
            <a:pPr marL="0" indent="0" algn="just" eaLnBrk="1" hangingPunct="1">
              <a:lnSpc>
                <a:spcPct val="90000"/>
              </a:lnSpc>
              <a:buClr>
                <a:srgbClr val="0000FF"/>
              </a:buClr>
              <a:buSzPct val="70000"/>
              <a:buFont typeface="Wingdings" panose="05000000000000000000" pitchFamily="2" charset="2"/>
              <a:buChar char="Ø"/>
            </a:pPr>
            <a:r>
              <a:rPr lang="zh-CN" altLang="en-US" sz="2600" dirty="0"/>
              <a:t> 寻找支持该假设的证据，若所需的证据都能找到，则原假设成立；若无论如何都找不到所需要的证据，说明原假设不成立的；为此需要另作新的假设。</a:t>
            </a:r>
            <a:endParaRPr lang="zh-CN" altLang="en-US" sz="2600" dirty="0"/>
          </a:p>
          <a:p>
            <a:pPr marL="0" indent="0" algn="just" eaLnBrk="1" hangingPunct="1">
              <a:lnSpc>
                <a:spcPct val="90000"/>
              </a:lnSpc>
              <a:buFont typeface="Wingdings" panose="05000000000000000000" pitchFamily="2" charset="2"/>
              <a:buChar char="§"/>
            </a:pPr>
            <a:r>
              <a:rPr lang="zh-CN" altLang="en-US" sz="2600" b="1" dirty="0"/>
              <a:t>  主要优点：</a:t>
            </a:r>
            <a:r>
              <a:rPr lang="zh-CN" altLang="en-US" sz="2600" dirty="0"/>
              <a:t>不必使用与目标无关的知识，目的性强，同时它还有利于向用户提供解释。</a:t>
            </a:r>
            <a:endParaRPr lang="zh-CN" altLang="en-US" sz="2600" dirty="0"/>
          </a:p>
          <a:p>
            <a:pPr marL="0" indent="0" algn="just" eaLnBrk="1" hangingPunct="1">
              <a:lnSpc>
                <a:spcPct val="90000"/>
              </a:lnSpc>
              <a:buFont typeface="Wingdings" panose="05000000000000000000" pitchFamily="2" charset="2"/>
              <a:buChar char="§"/>
            </a:pPr>
            <a:r>
              <a:rPr lang="zh-CN" altLang="en-US" sz="2600" b="1" dirty="0"/>
              <a:t>  主要缺点：</a:t>
            </a:r>
            <a:r>
              <a:rPr lang="zh-CN" altLang="en-US" sz="2600" dirty="0"/>
              <a:t>起始目标的选择有盲目性。</a:t>
            </a:r>
            <a:endParaRPr lang="zh-CN" altLang="en-US" sz="2600" b="1" dirty="0"/>
          </a:p>
        </p:txBody>
      </p:sp>
      <p:sp>
        <p:nvSpPr>
          <p:cNvPr id="37893" name="Rectangle 5"/>
          <p:cNvSpPr/>
          <p:nvPr/>
        </p:nvSpPr>
        <p:spPr>
          <a:xfrm>
            <a:off x="381000" y="944563"/>
            <a:ext cx="2057400" cy="519112"/>
          </a:xfrm>
          <a:prstGeom prst="rect">
            <a:avLst/>
          </a:prstGeom>
          <a:noFill/>
          <a:ln w="9525">
            <a:noFill/>
          </a:ln>
        </p:spPr>
        <p:txBody>
          <a:bodyPr wrap="none">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0"/>
              </a:spcBef>
              <a:buClrTx/>
              <a:buFontTx/>
              <a:buNone/>
            </a:pPr>
            <a:r>
              <a:rPr lang="en-US" altLang="zh-CN" sz="2800" b="1" dirty="0">
                <a:latin typeface="Times New Roman" panose="02020603050405020304" pitchFamily="18" charset="0"/>
              </a:rPr>
              <a:t>2.  </a:t>
            </a:r>
            <a:r>
              <a:rPr lang="zh-CN" altLang="en-US" sz="2800" b="1" dirty="0">
                <a:latin typeface="Times New Roman" panose="02020603050405020304" pitchFamily="18" charset="0"/>
              </a:rPr>
              <a:t>逆向推理</a:t>
            </a:r>
            <a:endParaRPr lang="zh-CN" altLang="en-US" sz="2800" b="1" dirty="0">
              <a:latin typeface="Times New Roman" panose="02020603050405020304" pitchFamily="18" charset="0"/>
            </a:endParaRPr>
          </a:p>
        </p:txBody>
      </p:sp>
    </p:spTree>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pic>
        <p:nvPicPr>
          <p:cNvPr id="39939" name="Picture 7"/>
          <p:cNvPicPr>
            <a:picLocks noChangeAspect="1"/>
          </p:cNvPicPr>
          <p:nvPr/>
        </p:nvPicPr>
        <p:blipFill>
          <a:blip r:embed="rId1"/>
          <a:stretch>
            <a:fillRect/>
          </a:stretch>
        </p:blipFill>
        <p:spPr>
          <a:xfrm>
            <a:off x="1295400" y="0"/>
            <a:ext cx="6567488" cy="6858000"/>
          </a:xfrm>
          <a:prstGeom prst="rect">
            <a:avLst/>
          </a:prstGeom>
          <a:noFill/>
          <a:ln w="9525">
            <a:noFill/>
          </a:ln>
        </p:spPr>
      </p:pic>
    </p:spTree>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41987"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3.1.3  </a:t>
            </a:r>
            <a:r>
              <a:rPr lang="zh-CN" altLang="en-US" sz="3600" b="0" dirty="0">
                <a:latin typeface="Times New Roman" panose="02020603050405020304" pitchFamily="18" charset="0"/>
                <a:ea typeface="黑体" panose="02010609060101010101" pitchFamily="49" charset="-122"/>
              </a:rPr>
              <a:t>推理的方向</a:t>
            </a:r>
            <a:endParaRPr lang="zh-CN" altLang="en-US" sz="3600" b="0" dirty="0">
              <a:latin typeface="Times New Roman" panose="02020603050405020304" pitchFamily="18" charset="0"/>
              <a:ea typeface="黑体" panose="02010609060101010101" pitchFamily="49" charset="-122"/>
            </a:endParaRPr>
          </a:p>
        </p:txBody>
      </p:sp>
      <p:sp>
        <p:nvSpPr>
          <p:cNvPr id="41988" name="Rectangle 3"/>
          <p:cNvSpPr>
            <a:spLocks noGrp="1"/>
          </p:cNvSpPr>
          <p:nvPr>
            <p:ph idx="1"/>
          </p:nvPr>
        </p:nvSpPr>
        <p:spPr>
          <a:xfrm>
            <a:off x="392113" y="1600200"/>
            <a:ext cx="8359775" cy="4419600"/>
          </a:xfrm>
          <a:gradFill rotWithShape="1">
            <a:gsLst>
              <a:gs pos="0">
                <a:srgbClr val="FFFF00">
                  <a:alpha val="100000"/>
                </a:srgbClr>
              </a:gs>
              <a:gs pos="100000">
                <a:schemeClr val="bg1">
                  <a:alpha val="100000"/>
                </a:schemeClr>
              </a:gs>
            </a:gsLst>
            <a:path path="rect">
              <a:fillToRect l="100000" t="100000"/>
            </a:path>
            <a:tileRect/>
          </a:gradFill>
          <a:ln>
            <a:solidFill>
              <a:srgbClr val="000080">
                <a:alpha val="100000"/>
              </a:srgbClr>
            </a:solidFill>
            <a:miter lim="800000"/>
          </a:ln>
        </p:spPr>
        <p:txBody>
          <a:bodyPr vert="horz" wrap="square" lIns="91440" tIns="45720" rIns="91440" bIns="45720" anchor="t" anchorCtr="0"/>
          <a:p>
            <a:pPr marL="0" indent="0" eaLnBrk="1" hangingPunct="1">
              <a:lnSpc>
                <a:spcPct val="120000"/>
              </a:lnSpc>
              <a:buSzPct val="50000"/>
              <a:buFont typeface="Wingdings" panose="05000000000000000000" pitchFamily="2" charset="2"/>
              <a:buChar char="n"/>
            </a:pPr>
            <a:r>
              <a:rPr lang="en-US" altLang="zh-CN" sz="2500" b="1" dirty="0"/>
              <a:t> </a:t>
            </a:r>
            <a:r>
              <a:rPr lang="zh-CN" altLang="en-US" sz="2500" b="1" dirty="0"/>
              <a:t>逆向推理需要解决的问题：</a:t>
            </a:r>
            <a:endParaRPr lang="zh-CN" altLang="en-US" sz="2500" b="1" dirty="0"/>
          </a:p>
          <a:p>
            <a:pPr marL="900430" lvl="1" indent="-227330" eaLnBrk="1" hangingPunct="1">
              <a:lnSpc>
                <a:spcPct val="130000"/>
              </a:lnSpc>
              <a:buClr>
                <a:srgbClr val="0000FF"/>
              </a:buClr>
              <a:buSzPct val="50000"/>
              <a:buFont typeface="Wingdings" panose="05000000000000000000" pitchFamily="2" charset="2"/>
              <a:buChar char="u"/>
            </a:pPr>
            <a:r>
              <a:rPr lang="zh-CN" altLang="en-US" sz="2400" b="1" dirty="0"/>
              <a:t> 如何判断一个假设是否是证据？</a:t>
            </a:r>
            <a:endParaRPr lang="zh-CN" altLang="en-US" sz="2400" dirty="0"/>
          </a:p>
          <a:p>
            <a:pPr marL="900430" lvl="1" indent="-227330" algn="just" eaLnBrk="1" hangingPunct="1">
              <a:lnSpc>
                <a:spcPct val="130000"/>
              </a:lnSpc>
              <a:buClr>
                <a:srgbClr val="0000FF"/>
              </a:buClr>
              <a:buSzPct val="50000"/>
              <a:buFont typeface="Wingdings" panose="05000000000000000000" pitchFamily="2" charset="2"/>
              <a:buChar char="u"/>
            </a:pPr>
            <a:r>
              <a:rPr lang="zh-CN" altLang="en-US" sz="2400" b="1" dirty="0"/>
              <a:t> 当导出假设的知识有多条时，如何确定先选哪一条？</a:t>
            </a:r>
            <a:r>
              <a:rPr lang="zh-CN" altLang="en-US" sz="2400" dirty="0"/>
              <a:t> </a:t>
            </a:r>
            <a:endParaRPr lang="zh-CN" altLang="en-US" sz="2400" b="1" dirty="0"/>
          </a:p>
          <a:p>
            <a:pPr marL="900430" lvl="1" indent="-227330" algn="just" eaLnBrk="1" hangingPunct="1">
              <a:lnSpc>
                <a:spcPct val="130000"/>
              </a:lnSpc>
              <a:buClr>
                <a:srgbClr val="0000FF"/>
              </a:buClr>
              <a:buSzPct val="50000"/>
              <a:buFont typeface="Wingdings" panose="05000000000000000000" pitchFamily="2" charset="2"/>
              <a:buChar char="u"/>
            </a:pPr>
            <a:r>
              <a:rPr lang="zh-CN" altLang="en-US" sz="2400" b="1" dirty="0"/>
              <a:t>一条知识的运用条件一般都有多个，当其中的一个经验证成立后，如何自动地换为对另一个的验证？</a:t>
            </a:r>
            <a:endParaRPr lang="zh-CN" altLang="en-US" sz="2400" b="1" dirty="0"/>
          </a:p>
          <a:p>
            <a:pPr marL="900430" lvl="1" indent="-227330" algn="just" eaLnBrk="1" hangingPunct="1">
              <a:lnSpc>
                <a:spcPct val="130000"/>
              </a:lnSpc>
              <a:buClr>
                <a:srgbClr val="0000FF"/>
              </a:buClr>
              <a:buSzPct val="50000"/>
              <a:buFont typeface="Wingdings" panose="05000000000000000000" pitchFamily="2" charset="2"/>
              <a:buChar char="u"/>
            </a:pPr>
            <a:r>
              <a:rPr lang="zh-CN" altLang="en-US" dirty="0"/>
              <a:t> </a:t>
            </a:r>
            <a:r>
              <a:rPr lang="en-US" altLang="zh-CN" dirty="0"/>
              <a:t>……..</a:t>
            </a:r>
            <a:endParaRPr lang="en-US" altLang="zh-CN" sz="2500" b="1" dirty="0"/>
          </a:p>
          <a:p>
            <a:pPr marL="0" indent="0" algn="just" eaLnBrk="1" hangingPunct="1">
              <a:lnSpc>
                <a:spcPct val="120000"/>
              </a:lnSpc>
              <a:buFont typeface="Wingdings" panose="05000000000000000000" pitchFamily="2" charset="2"/>
              <a:buChar char="§"/>
            </a:pPr>
            <a:r>
              <a:rPr lang="en-US" altLang="zh-CN" sz="2500" b="1" dirty="0"/>
              <a:t> </a:t>
            </a:r>
            <a:r>
              <a:rPr lang="zh-CN" altLang="en-US" sz="2500" b="1" dirty="0"/>
              <a:t>逆向推理：目的性强，利于向用户提供解释，但选择初始目标时具有盲目性，比正向推理复杂。</a:t>
            </a:r>
            <a:endParaRPr lang="zh-CN" altLang="en-US" sz="2500" b="1" dirty="0"/>
          </a:p>
        </p:txBody>
      </p:sp>
      <p:sp>
        <p:nvSpPr>
          <p:cNvPr id="41989" name="Rectangle 4"/>
          <p:cNvSpPr/>
          <p:nvPr/>
        </p:nvSpPr>
        <p:spPr>
          <a:xfrm>
            <a:off x="381000" y="1004888"/>
            <a:ext cx="2057400" cy="519112"/>
          </a:xfrm>
          <a:prstGeom prst="rect">
            <a:avLst/>
          </a:prstGeom>
          <a:noFill/>
          <a:ln w="9525">
            <a:noFill/>
          </a:ln>
        </p:spPr>
        <p:txBody>
          <a:bodyPr wrap="none">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0"/>
              </a:spcBef>
              <a:buClrTx/>
              <a:buFontTx/>
              <a:buNone/>
            </a:pPr>
            <a:r>
              <a:rPr lang="en-US" altLang="zh-CN" sz="2800" b="1" dirty="0">
                <a:latin typeface="Times New Roman" panose="02020603050405020304" pitchFamily="18" charset="0"/>
              </a:rPr>
              <a:t>2.  </a:t>
            </a:r>
            <a:r>
              <a:rPr lang="zh-CN" altLang="en-US" sz="2800" b="1" dirty="0">
                <a:latin typeface="Times New Roman" panose="02020603050405020304" pitchFamily="18" charset="0"/>
              </a:rPr>
              <a:t>逆向推理</a:t>
            </a:r>
            <a:endParaRPr lang="zh-CN" altLang="en-US" sz="2800" b="1" dirty="0">
              <a:latin typeface="Times New Roman" panose="02020603050405020304" pitchFamily="18" charset="0"/>
            </a:endParaRPr>
          </a:p>
        </p:txBody>
      </p:sp>
    </p:spTree>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43011"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3.1.3  </a:t>
            </a:r>
            <a:r>
              <a:rPr lang="zh-CN" altLang="en-US" sz="3600" b="0" dirty="0">
                <a:latin typeface="Times New Roman" panose="02020603050405020304" pitchFamily="18" charset="0"/>
                <a:ea typeface="黑体" panose="02010609060101010101" pitchFamily="49" charset="-122"/>
              </a:rPr>
              <a:t>推理的方向</a:t>
            </a:r>
            <a:endParaRPr lang="zh-CN" altLang="en-US" sz="3600" b="0" dirty="0">
              <a:latin typeface="Times New Roman" panose="02020603050405020304" pitchFamily="18" charset="0"/>
              <a:ea typeface="黑体" panose="02010609060101010101" pitchFamily="49" charset="-122"/>
            </a:endParaRPr>
          </a:p>
        </p:txBody>
      </p:sp>
      <p:sp>
        <p:nvSpPr>
          <p:cNvPr id="43012" name="Rectangle 3"/>
          <p:cNvSpPr>
            <a:spLocks noGrp="1"/>
          </p:cNvSpPr>
          <p:nvPr>
            <p:ph idx="1"/>
          </p:nvPr>
        </p:nvSpPr>
        <p:spPr>
          <a:xfrm>
            <a:off x="304800" y="1371600"/>
            <a:ext cx="8610600" cy="5257800"/>
          </a:xfrm>
          <a:gradFill rotWithShape="1">
            <a:gsLst>
              <a:gs pos="0">
                <a:srgbClr val="00FFFF">
                  <a:alpha val="100000"/>
                </a:srgbClr>
              </a:gs>
              <a:gs pos="100000">
                <a:schemeClr val="bg1">
                  <a:alpha val="100000"/>
                </a:schemeClr>
              </a:gs>
            </a:gsLst>
            <a:path path="shape">
              <a:fillToRect l="50000" t="50000" r="50000" b="50000"/>
            </a:path>
            <a:tileRect/>
          </a:gradFill>
          <a:ln>
            <a:solidFill>
              <a:schemeClr val="folHlink">
                <a:alpha val="100000"/>
              </a:schemeClr>
            </a:solidFill>
            <a:miter lim="800000"/>
          </a:ln>
        </p:spPr>
        <p:txBody>
          <a:bodyPr vert="horz" wrap="square" lIns="91440" tIns="45720" rIns="91440" bIns="45720" anchor="t" anchorCtr="0"/>
          <a:p>
            <a:pPr marL="0" indent="0" eaLnBrk="1" hangingPunct="1">
              <a:lnSpc>
                <a:spcPct val="120000"/>
              </a:lnSpc>
              <a:buSzPct val="50000"/>
              <a:buFont typeface="Wingdings" panose="05000000000000000000" pitchFamily="2" charset="2"/>
              <a:buChar char="n"/>
            </a:pPr>
            <a:r>
              <a:rPr lang="en-US" altLang="zh-CN" sz="2600" b="1" dirty="0"/>
              <a:t>  </a:t>
            </a:r>
            <a:r>
              <a:rPr lang="zh-CN" altLang="en-US" sz="2600" b="1" dirty="0"/>
              <a:t>正向推理</a:t>
            </a:r>
            <a:r>
              <a:rPr lang="en-US" altLang="zh-CN" sz="2600" b="1" dirty="0"/>
              <a:t>:  </a:t>
            </a:r>
            <a:r>
              <a:rPr lang="zh-CN" altLang="en-US" sz="2600" dirty="0"/>
              <a:t>盲目、效率低。</a:t>
            </a:r>
            <a:endParaRPr lang="zh-CN" altLang="en-US" sz="2600" dirty="0"/>
          </a:p>
          <a:p>
            <a:pPr marL="0" indent="0" algn="just" eaLnBrk="1" hangingPunct="1">
              <a:lnSpc>
                <a:spcPct val="120000"/>
              </a:lnSpc>
              <a:buFont typeface="Wingdings" panose="05000000000000000000" pitchFamily="2" charset="2"/>
              <a:buChar char="§"/>
            </a:pPr>
            <a:r>
              <a:rPr lang="zh-CN" altLang="en-US" sz="2600" b="1" dirty="0"/>
              <a:t>  逆向推理</a:t>
            </a:r>
            <a:r>
              <a:rPr lang="en-US" altLang="zh-CN" sz="2600" b="1" dirty="0"/>
              <a:t>: </a:t>
            </a:r>
            <a:r>
              <a:rPr lang="zh-CN" altLang="en-US" sz="2600" dirty="0"/>
              <a:t>若提出的假设目标不符合实际，会降低效率。</a:t>
            </a:r>
            <a:endParaRPr lang="zh-CN" altLang="en-US" sz="2600" dirty="0"/>
          </a:p>
          <a:p>
            <a:pPr marL="0" indent="0" algn="just" eaLnBrk="1" hangingPunct="1">
              <a:lnSpc>
                <a:spcPct val="120000"/>
              </a:lnSpc>
              <a:buFont typeface="Wingdings" panose="05000000000000000000" pitchFamily="2" charset="2"/>
              <a:buChar char="§"/>
            </a:pPr>
            <a:r>
              <a:rPr lang="zh-CN" altLang="en-US" sz="2600" b="1" dirty="0">
                <a:latin typeface="宋体" panose="02010600030101010101" pitchFamily="2" charset="-122"/>
              </a:rPr>
              <a:t> 正反向混合推理：</a:t>
            </a:r>
            <a:endParaRPr lang="zh-CN" altLang="en-US" sz="2600" b="1" dirty="0">
              <a:latin typeface="宋体" panose="02010600030101010101" pitchFamily="2" charset="-122"/>
            </a:endParaRPr>
          </a:p>
          <a:p>
            <a:pPr marL="0" indent="0" algn="just" eaLnBrk="1" hangingPunct="1">
              <a:lnSpc>
                <a:spcPct val="120000"/>
              </a:lnSpc>
              <a:buNone/>
            </a:pPr>
            <a:r>
              <a:rPr lang="zh-CN" altLang="en-US" sz="2600" dirty="0">
                <a:latin typeface="Times New Roman" panose="02020603050405020304" pitchFamily="18" charset="0"/>
              </a:rPr>
              <a:t>（</a:t>
            </a:r>
            <a:r>
              <a:rPr lang="en-US" altLang="zh-CN" sz="2600" dirty="0">
                <a:latin typeface="Times New Roman" panose="02020603050405020304" pitchFamily="18" charset="0"/>
              </a:rPr>
              <a:t>1</a:t>
            </a:r>
            <a:r>
              <a:rPr lang="zh-CN" altLang="en-US" sz="2600" dirty="0">
                <a:latin typeface="Times New Roman" panose="02020603050405020304" pitchFamily="18" charset="0"/>
              </a:rPr>
              <a:t>）</a:t>
            </a:r>
            <a:r>
              <a:rPr lang="zh-CN" altLang="en-US" sz="2600" b="1" dirty="0"/>
              <a:t>先正向后逆向：</a:t>
            </a:r>
            <a:r>
              <a:rPr lang="zh-CN" altLang="en-US" sz="2400" dirty="0">
                <a:latin typeface="宋体" panose="02010600030101010101" pitchFamily="2" charset="-122"/>
              </a:rPr>
              <a:t>先进行正向推理，帮助选择某个目标，即从已知事实演绎出部分结果，然后再用逆向推理证实该目标或提高其可信度；</a:t>
            </a:r>
            <a:endParaRPr lang="zh-CN" altLang="en-US" sz="2400" dirty="0">
              <a:latin typeface="宋体" panose="02010600030101010101" pitchFamily="2" charset="-122"/>
            </a:endParaRPr>
          </a:p>
          <a:p>
            <a:pPr marL="0" indent="0" algn="just" eaLnBrk="1" hangingPunct="1">
              <a:lnSpc>
                <a:spcPct val="120000"/>
              </a:lnSpc>
              <a:spcBef>
                <a:spcPct val="0"/>
              </a:spcBef>
              <a:buNone/>
            </a:pPr>
            <a:r>
              <a:rPr lang="zh-CN" altLang="en-US" sz="2600" dirty="0">
                <a:latin typeface="Times New Roman" panose="02020603050405020304" pitchFamily="18" charset="0"/>
              </a:rPr>
              <a:t>（</a:t>
            </a:r>
            <a:r>
              <a:rPr lang="en-US" altLang="zh-CN" sz="2600" dirty="0">
                <a:latin typeface="Times New Roman" panose="02020603050405020304" pitchFamily="18" charset="0"/>
              </a:rPr>
              <a:t>2</a:t>
            </a:r>
            <a:r>
              <a:rPr lang="zh-CN" altLang="en-US" sz="2600" dirty="0">
                <a:latin typeface="Times New Roman" panose="02020603050405020304" pitchFamily="18" charset="0"/>
              </a:rPr>
              <a:t>）</a:t>
            </a:r>
            <a:r>
              <a:rPr lang="zh-CN" altLang="en-US" sz="2600" b="1" dirty="0"/>
              <a:t>先逆向后正向：</a:t>
            </a:r>
            <a:r>
              <a:rPr lang="zh-CN" altLang="en-US" sz="2400" dirty="0">
                <a:latin typeface="宋体" panose="02010600030101010101" pitchFamily="2" charset="-122"/>
              </a:rPr>
              <a:t>先假设一个目标进行逆向推理，然后再利用逆向推理中得到的信息进行正向推理，以推出更多的结论。</a:t>
            </a:r>
            <a:endParaRPr lang="zh-CN" altLang="en-US" sz="2400" dirty="0">
              <a:latin typeface="宋体" panose="02010600030101010101" pitchFamily="2" charset="-122"/>
            </a:endParaRPr>
          </a:p>
        </p:txBody>
      </p:sp>
      <p:sp>
        <p:nvSpPr>
          <p:cNvPr id="43013" name="Rectangle 4"/>
          <p:cNvSpPr/>
          <p:nvPr/>
        </p:nvSpPr>
        <p:spPr>
          <a:xfrm>
            <a:off x="304800" y="852488"/>
            <a:ext cx="2057400" cy="519112"/>
          </a:xfrm>
          <a:prstGeom prst="rect">
            <a:avLst/>
          </a:prstGeom>
          <a:noFill/>
          <a:ln w="9525">
            <a:noFill/>
          </a:ln>
        </p:spPr>
        <p:txBody>
          <a:bodyPr wrap="none">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0"/>
              </a:spcBef>
              <a:buClrTx/>
              <a:buFontTx/>
              <a:buNone/>
            </a:pPr>
            <a:r>
              <a:rPr lang="en-US" altLang="zh-CN" sz="2800" b="1" dirty="0">
                <a:latin typeface="Times New Roman" panose="02020603050405020304" pitchFamily="18" charset="0"/>
              </a:rPr>
              <a:t>3.  </a:t>
            </a:r>
            <a:r>
              <a:rPr lang="zh-CN" altLang="en-US" sz="2800" b="1" dirty="0">
                <a:latin typeface="Times New Roman" panose="02020603050405020304" pitchFamily="18" charset="0"/>
              </a:rPr>
              <a:t>混合推理</a:t>
            </a:r>
            <a:endParaRPr lang="zh-CN" altLang="en-US" sz="2800" b="1" dirty="0">
              <a:latin typeface="Times New Roman" panose="02020603050405020304" pitchFamily="18" charset="0"/>
            </a:endParaRPr>
          </a:p>
        </p:txBody>
      </p:sp>
    </p:spTree>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灯片编号占位符 1"/>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pic>
        <p:nvPicPr>
          <p:cNvPr id="45059" name="Picture 4"/>
          <p:cNvPicPr>
            <a:picLocks noChangeAspect="1"/>
          </p:cNvPicPr>
          <p:nvPr/>
        </p:nvPicPr>
        <p:blipFill>
          <a:blip r:embed="rId1"/>
          <a:stretch>
            <a:fillRect/>
          </a:stretch>
        </p:blipFill>
        <p:spPr>
          <a:xfrm>
            <a:off x="1752600" y="463550"/>
            <a:ext cx="5791200" cy="6089650"/>
          </a:xfrm>
          <a:prstGeom prst="rect">
            <a:avLst/>
          </a:prstGeom>
          <a:noFill/>
          <a:ln w="9525">
            <a:noFill/>
          </a:ln>
        </p:spPr>
      </p:pic>
    </p:spTree>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灯片编号占位符 1"/>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pic>
        <p:nvPicPr>
          <p:cNvPr id="47107" name="Picture 4"/>
          <p:cNvPicPr>
            <a:picLocks noChangeAspect="1"/>
          </p:cNvPicPr>
          <p:nvPr/>
        </p:nvPicPr>
        <p:blipFill>
          <a:blip r:embed="rId1"/>
          <a:stretch>
            <a:fillRect/>
          </a:stretch>
        </p:blipFill>
        <p:spPr>
          <a:xfrm>
            <a:off x="1219200" y="185738"/>
            <a:ext cx="6629400" cy="6596062"/>
          </a:xfrm>
          <a:prstGeom prst="rect">
            <a:avLst/>
          </a:prstGeom>
          <a:noFill/>
          <a:ln w="9525">
            <a:noFill/>
          </a:ln>
        </p:spPr>
      </p:pic>
    </p:spTree>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49155" name="Rectangle 3"/>
          <p:cNvSpPr>
            <a:spLocks noGrp="1"/>
          </p:cNvSpPr>
          <p:nvPr>
            <p:ph idx="1"/>
          </p:nvPr>
        </p:nvSpPr>
        <p:spPr>
          <a:xfrm>
            <a:off x="381000" y="1676400"/>
            <a:ext cx="8512175" cy="4495800"/>
          </a:xfrm>
          <a:solidFill>
            <a:srgbClr val="FFFFFF">
              <a:alpha val="100000"/>
            </a:srgbClr>
          </a:solidFill>
          <a:ln>
            <a:solidFill>
              <a:schemeClr val="folHlink">
                <a:alpha val="100000"/>
              </a:schemeClr>
            </a:solidFill>
            <a:miter lim="800000"/>
          </a:ln>
        </p:spPr>
        <p:txBody>
          <a:bodyPr vert="horz" wrap="square" lIns="91440" tIns="45720" rIns="91440" bIns="45720" anchor="t" anchorCtr="0"/>
          <a:p>
            <a:pPr marL="0" indent="0" algn="just" eaLnBrk="1" hangingPunct="1">
              <a:lnSpc>
                <a:spcPct val="120000"/>
              </a:lnSpc>
              <a:buSzPct val="50000"/>
              <a:buFont typeface="Wingdings" panose="05000000000000000000" pitchFamily="2" charset="2"/>
              <a:buChar char="n"/>
            </a:pPr>
            <a:r>
              <a:rPr lang="en-US" altLang="zh-CN" sz="2500" dirty="0"/>
              <a:t>  </a:t>
            </a:r>
            <a:r>
              <a:rPr lang="zh-CN" altLang="en-US" sz="2500" b="1" dirty="0"/>
              <a:t>双向推理</a:t>
            </a:r>
            <a:r>
              <a:rPr lang="zh-CN" altLang="en-US" sz="2500" dirty="0"/>
              <a:t>：正向推理与逆向推理同时进行，且在推理过程中的某一步骤上“</a:t>
            </a:r>
            <a:r>
              <a:rPr lang="zh-CN" altLang="en-US" sz="2500" b="1" dirty="0">
                <a:solidFill>
                  <a:schemeClr val="accent2"/>
                </a:solidFill>
              </a:rPr>
              <a:t>碰头</a:t>
            </a:r>
            <a:r>
              <a:rPr lang="zh-CN" altLang="en-US" sz="2500" dirty="0"/>
              <a:t>”的一种推理。</a:t>
            </a:r>
            <a:endParaRPr lang="zh-CN" altLang="en-US" sz="2500" dirty="0"/>
          </a:p>
        </p:txBody>
      </p:sp>
      <p:grpSp>
        <p:nvGrpSpPr>
          <p:cNvPr id="49156" name="Group 11"/>
          <p:cNvGrpSpPr/>
          <p:nvPr/>
        </p:nvGrpSpPr>
        <p:grpSpPr>
          <a:xfrm>
            <a:off x="990600" y="2968625"/>
            <a:ext cx="7162800" cy="2914650"/>
            <a:chOff x="816" y="2256"/>
            <a:chExt cx="4272" cy="1333"/>
          </a:xfrm>
        </p:grpSpPr>
        <p:sp>
          <p:nvSpPr>
            <p:cNvPr id="49160" name="Text Box 5"/>
            <p:cNvSpPr txBox="1"/>
            <p:nvPr/>
          </p:nvSpPr>
          <p:spPr>
            <a:xfrm>
              <a:off x="816" y="2256"/>
              <a:ext cx="4272" cy="1333"/>
            </a:xfrm>
            <a:prstGeom prst="rect">
              <a:avLst/>
            </a:prstGeom>
            <a:solidFill>
              <a:srgbClr val="CCFFFF"/>
            </a:solidFill>
            <a:ln w="9525" cap="flat" cmpd="sng">
              <a:solidFill>
                <a:srgbClr val="0000FF"/>
              </a:solidFill>
              <a:prstDash val="solid"/>
              <a:miter/>
              <a:headEnd type="none" w="med" len="med"/>
              <a:tailEnd type="none" w="med" len="med"/>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30000"/>
                </a:lnSpc>
                <a:spcBef>
                  <a:spcPct val="0"/>
                </a:spcBef>
                <a:buClrTx/>
                <a:buFontTx/>
                <a:buNone/>
              </a:pPr>
              <a:endParaRPr lang="en-US" altLang="zh-CN" sz="2400" b="1" dirty="0"/>
            </a:p>
            <a:p>
              <a:pPr marL="0" lvl="0" indent="0" eaLnBrk="1" hangingPunct="1">
                <a:spcBef>
                  <a:spcPct val="50000"/>
                </a:spcBef>
                <a:buClrTx/>
                <a:buFontTx/>
                <a:buNone/>
              </a:pPr>
              <a:endParaRPr lang="en-US" altLang="zh-CN" sz="2400" b="1" dirty="0">
                <a:solidFill>
                  <a:srgbClr val="0000FF"/>
                </a:solidFill>
              </a:endParaRPr>
            </a:p>
            <a:p>
              <a:pPr marL="0" lvl="0" indent="0" eaLnBrk="1" hangingPunct="1">
                <a:spcBef>
                  <a:spcPct val="30000"/>
                </a:spcBef>
                <a:buClrTx/>
                <a:buFontTx/>
                <a:buNone/>
              </a:pPr>
              <a:endParaRPr lang="en-US" altLang="zh-CN" sz="2400" b="1" dirty="0">
                <a:solidFill>
                  <a:srgbClr val="0000FF"/>
                </a:solidFill>
              </a:endParaRPr>
            </a:p>
            <a:p>
              <a:pPr marL="0" lvl="0" indent="0" eaLnBrk="1" hangingPunct="1">
                <a:spcBef>
                  <a:spcPct val="30000"/>
                </a:spcBef>
                <a:buClrTx/>
                <a:buFontTx/>
                <a:buNone/>
              </a:pPr>
              <a:r>
                <a:rPr lang="zh-CN" altLang="en-US" sz="2400" b="1" dirty="0"/>
                <a:t>已知事实                                                    假设目标</a:t>
              </a:r>
              <a:endParaRPr lang="zh-CN" altLang="en-US" sz="2400" b="1" dirty="0"/>
            </a:p>
            <a:p>
              <a:pPr marL="0" lvl="0" indent="0" eaLnBrk="1" hangingPunct="1">
                <a:spcBef>
                  <a:spcPct val="50000"/>
                </a:spcBef>
                <a:buClrTx/>
                <a:buFontTx/>
                <a:buNone/>
              </a:pPr>
              <a:endParaRPr lang="zh-CN" altLang="en-US" sz="2400" b="1" dirty="0"/>
            </a:p>
            <a:p>
              <a:pPr marL="0" lvl="0" indent="0" eaLnBrk="1" hangingPunct="1">
                <a:spcBef>
                  <a:spcPct val="50000"/>
                </a:spcBef>
                <a:buClrTx/>
                <a:buFontTx/>
                <a:buNone/>
              </a:pPr>
              <a:endParaRPr lang="zh-CN" altLang="en-US" sz="2400" b="1" dirty="0"/>
            </a:p>
            <a:p>
              <a:pPr marL="0" lvl="0" indent="0" eaLnBrk="1" hangingPunct="1">
                <a:lnSpc>
                  <a:spcPct val="30000"/>
                </a:lnSpc>
                <a:spcBef>
                  <a:spcPct val="0"/>
                </a:spcBef>
                <a:buClrTx/>
                <a:buFontTx/>
                <a:buNone/>
              </a:pPr>
              <a:endParaRPr lang="en-US" altLang="zh-CN" sz="2400" b="1" dirty="0">
                <a:solidFill>
                  <a:srgbClr val="0000FF"/>
                </a:solidFill>
              </a:endParaRPr>
            </a:p>
          </p:txBody>
        </p:sp>
        <p:sp>
          <p:nvSpPr>
            <p:cNvPr id="49161" name="AutoShape 6"/>
            <p:cNvSpPr/>
            <p:nvPr/>
          </p:nvSpPr>
          <p:spPr>
            <a:xfrm rot="10800000">
              <a:off x="2928" y="2736"/>
              <a:ext cx="1152" cy="336"/>
            </a:xfrm>
            <a:custGeom>
              <a:avLst/>
              <a:gdLst>
                <a:gd name="txL" fmla="*/ 3375 w 21600"/>
                <a:gd name="txT" fmla="*/ 5400 h 21600"/>
                <a:gd name="txR" fmla="*/ 18900 w 21600"/>
                <a:gd name="txB" fmla="*/ 16200 h 21600"/>
              </a:gdLst>
              <a:ahLst/>
              <a:cxnLst>
                <a:cxn ang="17694720">
                  <a:pos x="0" y="0"/>
                </a:cxn>
                <a:cxn ang="11796480">
                  <a:pos x="0" y="0"/>
                </a:cxn>
                <a:cxn ang="5898240">
                  <a:pos x="0" y="0"/>
                </a:cxn>
                <a:cxn ang="0">
                  <a:pos x="0" y="0"/>
                </a:cxn>
              </a:cxnLst>
              <a:rect l="txL" t="txT" r="txR" b="tx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gradFill rotWithShape="1">
              <a:gsLst>
                <a:gs pos="0">
                  <a:schemeClr val="bg1"/>
                </a:gs>
                <a:gs pos="100000">
                  <a:srgbClr val="FFCC00"/>
                </a:gs>
              </a:gsLst>
              <a:path path="rect">
                <a:fillToRect l="50000" t="50000" r="50000" b="50000"/>
              </a:path>
              <a:tileRect/>
            </a:gradFill>
            <a:ln w="9525" cap="flat" cmpd="sng">
              <a:solidFill>
                <a:srgbClr val="969696"/>
              </a:solidFill>
              <a:prstDash val="solid"/>
              <a:miter/>
              <a:headEnd type="none" w="med" len="med"/>
              <a:tailEnd type="none" w="med" len="med"/>
            </a:ln>
          </p:spPr>
          <p:txBody>
            <a:bodyPr rot="10800000"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algn="r" eaLnBrk="1" hangingPunct="1">
                <a:spcBef>
                  <a:spcPct val="0"/>
                </a:spcBef>
                <a:buClrTx/>
                <a:buFontTx/>
                <a:buNone/>
              </a:pPr>
              <a:r>
                <a:rPr lang="zh-CN" altLang="en-US" sz="2000" b="1" dirty="0"/>
                <a:t>反向推理</a:t>
              </a:r>
              <a:endParaRPr lang="zh-CN" altLang="en-US" sz="2000" b="1" dirty="0"/>
            </a:p>
          </p:txBody>
        </p:sp>
        <p:sp>
          <p:nvSpPr>
            <p:cNvPr id="49162" name="AutoShape 10"/>
            <p:cNvSpPr/>
            <p:nvPr/>
          </p:nvSpPr>
          <p:spPr>
            <a:xfrm rot="-10800000" flipH="1">
              <a:off x="1728" y="2736"/>
              <a:ext cx="1152" cy="336"/>
            </a:xfrm>
            <a:custGeom>
              <a:avLst/>
              <a:gdLst>
                <a:gd name="txL" fmla="*/ 3375 w 21600"/>
                <a:gd name="txT" fmla="*/ 5400 h 21600"/>
                <a:gd name="txR" fmla="*/ 18900 w 21600"/>
                <a:gd name="txB" fmla="*/ 16200 h 21600"/>
              </a:gdLst>
              <a:ahLst/>
              <a:cxnLst>
                <a:cxn ang="17694720">
                  <a:pos x="0" y="0"/>
                </a:cxn>
                <a:cxn ang="11796480">
                  <a:pos x="0" y="0"/>
                </a:cxn>
                <a:cxn ang="5898240">
                  <a:pos x="0" y="0"/>
                </a:cxn>
                <a:cxn ang="0">
                  <a:pos x="0" y="0"/>
                </a:cxn>
              </a:cxnLst>
              <a:rect l="txL" t="txT" r="txR" b="tx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gradFill rotWithShape="1">
              <a:gsLst>
                <a:gs pos="0">
                  <a:schemeClr val="bg1"/>
                </a:gs>
                <a:gs pos="100000">
                  <a:srgbClr val="FFCC00"/>
                </a:gs>
              </a:gsLst>
              <a:path path="rect">
                <a:fillToRect l="50000" t="50000" r="50000" b="50000"/>
              </a:path>
              <a:tileRect/>
            </a:gradFill>
            <a:ln w="9525" cap="flat" cmpd="sng">
              <a:solidFill>
                <a:srgbClr val="808080"/>
              </a:solidFill>
              <a:prstDash val="solid"/>
              <a:miter/>
              <a:headEnd type="none" w="med" len="med"/>
              <a:tailEnd type="none" w="med" len="med"/>
            </a:ln>
          </p:spPr>
          <p:txBody>
            <a:bodyPr rot="10800000"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0"/>
                </a:spcBef>
                <a:buClrTx/>
                <a:buFontTx/>
                <a:buNone/>
              </a:pPr>
              <a:r>
                <a:rPr lang="zh-CN" altLang="en-US" sz="2000" b="1" dirty="0"/>
                <a:t>正向推理</a:t>
              </a:r>
              <a:endParaRPr lang="zh-CN" altLang="en-US" sz="2000" b="1" dirty="0"/>
            </a:p>
          </p:txBody>
        </p:sp>
      </p:grpSp>
      <p:sp>
        <p:nvSpPr>
          <p:cNvPr id="49157"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3.1.3  </a:t>
            </a:r>
            <a:r>
              <a:rPr lang="zh-CN" altLang="en-US" sz="3600" b="0" dirty="0">
                <a:latin typeface="Times New Roman" panose="02020603050405020304" pitchFamily="18" charset="0"/>
                <a:ea typeface="黑体" panose="02010609060101010101" pitchFamily="49" charset="-122"/>
              </a:rPr>
              <a:t>推理的方向</a:t>
            </a:r>
            <a:endParaRPr lang="zh-CN" altLang="en-US" sz="3600" b="0" dirty="0">
              <a:latin typeface="Times New Roman" panose="02020603050405020304" pitchFamily="18" charset="0"/>
              <a:ea typeface="黑体" panose="02010609060101010101" pitchFamily="49" charset="-122"/>
            </a:endParaRPr>
          </a:p>
        </p:txBody>
      </p:sp>
      <p:sp>
        <p:nvSpPr>
          <p:cNvPr id="49158" name="Rectangle 4"/>
          <p:cNvSpPr/>
          <p:nvPr/>
        </p:nvSpPr>
        <p:spPr>
          <a:xfrm>
            <a:off x="381000" y="1004888"/>
            <a:ext cx="2057400" cy="519112"/>
          </a:xfrm>
          <a:prstGeom prst="rect">
            <a:avLst/>
          </a:prstGeom>
          <a:noFill/>
          <a:ln w="9525">
            <a:noFill/>
          </a:ln>
        </p:spPr>
        <p:txBody>
          <a:bodyPr wrap="none">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0"/>
              </a:spcBef>
              <a:buClrTx/>
              <a:buFontTx/>
              <a:buNone/>
            </a:pPr>
            <a:r>
              <a:rPr lang="en-US" altLang="zh-CN" sz="2800" b="1" dirty="0">
                <a:latin typeface="Times New Roman" panose="02020603050405020304" pitchFamily="18" charset="0"/>
              </a:rPr>
              <a:t>4.  </a:t>
            </a:r>
            <a:r>
              <a:rPr lang="zh-CN" altLang="en-US" sz="2800" b="1" dirty="0">
                <a:latin typeface="Times New Roman" panose="02020603050405020304" pitchFamily="18" charset="0"/>
              </a:rPr>
              <a:t>双向推理</a:t>
            </a:r>
            <a:endParaRPr lang="zh-CN" altLang="en-US" sz="2800" b="1" dirty="0">
              <a:latin typeface="Times New Roman" panose="02020603050405020304" pitchFamily="18" charset="0"/>
            </a:endParaRPr>
          </a:p>
        </p:txBody>
      </p:sp>
      <p:sp>
        <p:nvSpPr>
          <p:cNvPr id="18440" name="Text Box 8"/>
          <p:cNvSpPr txBox="1"/>
          <p:nvPr/>
        </p:nvSpPr>
        <p:spPr>
          <a:xfrm>
            <a:off x="3810000" y="3200400"/>
            <a:ext cx="1447800" cy="2100263"/>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algn="ctr" eaLnBrk="1" hangingPunct="1">
              <a:spcBef>
                <a:spcPct val="50000"/>
              </a:spcBef>
              <a:buClrTx/>
              <a:buFontTx/>
              <a:buNone/>
            </a:pPr>
            <a:r>
              <a:rPr lang="zh-CN" altLang="en-US" sz="2400" b="1" dirty="0">
                <a:solidFill>
                  <a:srgbClr val="0000FF"/>
                </a:solidFill>
              </a:rPr>
              <a:t>中间结论</a:t>
            </a:r>
            <a:endParaRPr lang="zh-CN" altLang="en-US" sz="2400" b="1" dirty="0">
              <a:solidFill>
                <a:srgbClr val="0000FF"/>
              </a:solidFill>
            </a:endParaRPr>
          </a:p>
          <a:p>
            <a:pPr marL="0" lvl="0" indent="0" algn="ctr" eaLnBrk="1" hangingPunct="1">
              <a:spcBef>
                <a:spcPct val="50000"/>
              </a:spcBef>
              <a:buClrTx/>
              <a:buFontTx/>
              <a:buNone/>
            </a:pPr>
            <a:endParaRPr lang="zh-CN" altLang="en-US" sz="2400" b="1" dirty="0">
              <a:solidFill>
                <a:srgbClr val="0000FF"/>
              </a:solidFill>
            </a:endParaRPr>
          </a:p>
          <a:p>
            <a:pPr marL="0" lvl="0" indent="0" algn="ctr" eaLnBrk="1" hangingPunct="1">
              <a:spcBef>
                <a:spcPct val="50000"/>
              </a:spcBef>
              <a:buClrTx/>
              <a:buFontTx/>
              <a:buNone/>
            </a:pPr>
            <a:endParaRPr lang="zh-CN" altLang="en-US" sz="2400" b="1" dirty="0">
              <a:solidFill>
                <a:srgbClr val="0000FF"/>
              </a:solidFill>
            </a:endParaRPr>
          </a:p>
          <a:p>
            <a:pPr marL="0" lvl="0" indent="0" algn="ctr" eaLnBrk="1" hangingPunct="1">
              <a:spcBef>
                <a:spcPct val="50000"/>
              </a:spcBef>
              <a:buClrTx/>
              <a:buFontTx/>
              <a:buNone/>
            </a:pPr>
            <a:r>
              <a:rPr lang="zh-CN" altLang="en-US" sz="2400" b="1" dirty="0">
                <a:solidFill>
                  <a:srgbClr val="0000FF"/>
                </a:solidFill>
              </a:rPr>
              <a:t>证      据</a:t>
            </a:r>
            <a:endParaRPr lang="zh-CN" altLang="en-US" sz="2400" b="1" dirty="0">
              <a:solidFill>
                <a:srgbClr val="0000FF"/>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8440"/>
                                        </p:tgtEl>
                                        <p:attrNameLst>
                                          <p:attrName>style.visibility</p:attrName>
                                        </p:attrNameLst>
                                      </p:cBhvr>
                                      <p:to>
                                        <p:strVal val="visible"/>
                                      </p:to>
                                    </p:set>
                                    <p:anim calcmode="lin" valueType="num">
                                      <p:cBhvr>
                                        <p:cTn id="7" dur="500" fill="hold"/>
                                        <p:tgtEl>
                                          <p:spTgt spid="18440"/>
                                        </p:tgtEl>
                                        <p:attrNameLst>
                                          <p:attrName>ppt_w</p:attrName>
                                        </p:attrNameLst>
                                      </p:cBhvr>
                                      <p:tavLst>
                                        <p:tav tm="0">
                                          <p:val>
                                            <p:fltVal val="0.000000"/>
                                          </p:val>
                                        </p:tav>
                                        <p:tav tm="100000">
                                          <p:val>
                                            <p:strVal val="#ppt_w"/>
                                          </p:val>
                                        </p:tav>
                                      </p:tavLst>
                                    </p:anim>
                                    <p:anim calcmode="lin" valueType="num">
                                      <p:cBhvr>
                                        <p:cTn id="8" dur="500" fill="hold"/>
                                        <p:tgtEl>
                                          <p:spTgt spid="18440"/>
                                        </p:tgtEl>
                                        <p:attrNameLst>
                                          <p:attrName>ppt_h</p:attrName>
                                        </p:attrNameLst>
                                      </p:cBhvr>
                                      <p:tavLst>
                                        <p:tav tm="0">
                                          <p:val>
                                            <p:fltVal val="0.000000"/>
                                          </p:val>
                                        </p:tav>
                                        <p:tav tm="100000">
                                          <p:val>
                                            <p:strVal val="#ppt_h"/>
                                          </p:val>
                                        </p:tav>
                                      </p:tavLst>
                                    </p:anim>
                                    <p:animEffect transition="in" filter="fade">
                                      <p:cBhvr>
                                        <p:cTn id="9" dur="500"/>
                                        <p:tgtEl>
                                          <p:spTgt spid="184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4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51203"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3.1  </a:t>
            </a:r>
            <a:r>
              <a:rPr lang="zh-CN" altLang="en-US" sz="3600" b="0" dirty="0">
                <a:latin typeface="Times New Roman" panose="02020603050405020304" pitchFamily="18" charset="0"/>
                <a:ea typeface="黑体" panose="02010609060101010101" pitchFamily="49" charset="-122"/>
              </a:rPr>
              <a:t>推理的基本概念</a:t>
            </a:r>
            <a:endParaRPr lang="zh-CN" altLang="en-US" sz="3600" b="0" dirty="0">
              <a:latin typeface="Times New Roman" panose="02020603050405020304" pitchFamily="18" charset="0"/>
              <a:ea typeface="黑体" panose="02010609060101010101" pitchFamily="49" charset="-122"/>
            </a:endParaRPr>
          </a:p>
        </p:txBody>
      </p:sp>
      <p:sp>
        <p:nvSpPr>
          <p:cNvPr id="51204" name="Rectangle 3"/>
          <p:cNvSpPr>
            <a:spLocks noGrp="1"/>
          </p:cNvSpPr>
          <p:nvPr>
            <p:ph idx="1"/>
          </p:nvPr>
        </p:nvSpPr>
        <p:spPr>
          <a:xfrm>
            <a:off x="479425" y="923925"/>
            <a:ext cx="8435975" cy="5400675"/>
          </a:xfrm>
        </p:spPr>
        <p:txBody>
          <a:bodyPr vert="horz" wrap="square" lIns="91440" tIns="45720" rIns="91440" bIns="45720" anchor="t" anchorCtr="0"/>
          <a:p>
            <a:pPr eaLnBrk="1" hangingPunct="1">
              <a:lnSpc>
                <a:spcPct val="140000"/>
              </a:lnSpc>
              <a:buSzPct val="60000"/>
              <a:buFontTx/>
              <a:buBlip>
                <a:blip r:embed="rId1"/>
              </a:buBlip>
            </a:pPr>
            <a:r>
              <a:rPr lang="en-US" altLang="zh-CN" b="1" dirty="0">
                <a:latin typeface="Times New Roman" panose="02020603050405020304" pitchFamily="18" charset="0"/>
              </a:rPr>
              <a:t>3.1.1  </a:t>
            </a:r>
            <a:r>
              <a:rPr lang="zh-CN" altLang="en-US" b="1" dirty="0">
                <a:latin typeface="Times New Roman" panose="02020603050405020304" pitchFamily="18" charset="0"/>
              </a:rPr>
              <a:t>推理的定义</a:t>
            </a:r>
            <a:endParaRPr lang="zh-CN" altLang="en-US" b="1" dirty="0">
              <a:latin typeface="Times New Roman" panose="02020603050405020304" pitchFamily="18" charset="0"/>
            </a:endParaRPr>
          </a:p>
          <a:p>
            <a:pPr eaLnBrk="1" hangingPunct="1">
              <a:lnSpc>
                <a:spcPct val="140000"/>
              </a:lnSpc>
              <a:buSzPct val="60000"/>
              <a:buFontTx/>
              <a:buBlip>
                <a:blip r:embed="rId1"/>
              </a:buBlip>
            </a:pPr>
            <a:r>
              <a:rPr lang="en-US" altLang="zh-CN" b="1" dirty="0">
                <a:latin typeface="Times New Roman" panose="02020603050405020304" pitchFamily="18" charset="0"/>
              </a:rPr>
              <a:t>3.1.2  </a:t>
            </a:r>
            <a:r>
              <a:rPr lang="zh-CN" altLang="en-US" b="1" dirty="0">
                <a:latin typeface="Times New Roman" panose="02020603050405020304" pitchFamily="18" charset="0"/>
              </a:rPr>
              <a:t>推理方式及其分类</a:t>
            </a:r>
            <a:endParaRPr lang="zh-CN" altLang="en-US" b="1" dirty="0">
              <a:latin typeface="Times New Roman" panose="02020603050405020304" pitchFamily="18" charset="0"/>
            </a:endParaRPr>
          </a:p>
          <a:p>
            <a:pPr eaLnBrk="1" hangingPunct="1">
              <a:lnSpc>
                <a:spcPct val="140000"/>
              </a:lnSpc>
              <a:buSzPct val="60000"/>
              <a:buFontTx/>
              <a:buBlip>
                <a:blip r:embed="rId1"/>
              </a:buBlip>
            </a:pPr>
            <a:r>
              <a:rPr lang="en-US" altLang="zh-CN" b="1" dirty="0">
                <a:latin typeface="Times New Roman" panose="02020603050405020304" pitchFamily="18" charset="0"/>
              </a:rPr>
              <a:t>3.1.3  </a:t>
            </a:r>
            <a:r>
              <a:rPr lang="zh-CN" altLang="en-US" b="1" dirty="0">
                <a:latin typeface="Times New Roman" panose="02020603050405020304" pitchFamily="18" charset="0"/>
              </a:rPr>
              <a:t>推理的方向</a:t>
            </a:r>
            <a:endParaRPr lang="zh-CN" altLang="en-US" b="1" dirty="0">
              <a:latin typeface="Times New Roman" panose="02020603050405020304" pitchFamily="18" charset="0"/>
            </a:endParaRPr>
          </a:p>
          <a:p>
            <a:pPr eaLnBrk="1" hangingPunct="1">
              <a:lnSpc>
                <a:spcPct val="140000"/>
              </a:lnSpc>
              <a:buSzPct val="60000"/>
              <a:buFontTx/>
              <a:buBlip>
                <a:blip r:embed="rId1"/>
              </a:buBlip>
            </a:pPr>
            <a:r>
              <a:rPr lang="en-US" altLang="zh-CN" b="1" dirty="0">
                <a:solidFill>
                  <a:srgbClr val="0000FF"/>
                </a:solidFill>
                <a:latin typeface="Times New Roman" panose="02020603050405020304" pitchFamily="18" charset="0"/>
              </a:rPr>
              <a:t>3.1.4  </a:t>
            </a:r>
            <a:r>
              <a:rPr lang="zh-CN" altLang="en-US" b="1" dirty="0">
                <a:solidFill>
                  <a:srgbClr val="0000FF"/>
                </a:solidFill>
                <a:latin typeface="Times New Roman" panose="02020603050405020304" pitchFamily="18" charset="0"/>
              </a:rPr>
              <a:t>冲突消解策略</a:t>
            </a:r>
            <a:endParaRPr lang="zh-CN" altLang="en-US" b="1" dirty="0">
              <a:solidFill>
                <a:srgbClr val="0000FF"/>
              </a:solidFill>
              <a:latin typeface="Times New Roman" panose="02020603050405020304" pitchFamily="18" charset="0"/>
            </a:endParaRPr>
          </a:p>
        </p:txBody>
      </p:sp>
    </p:spTree>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53251"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3.1.4  </a:t>
            </a:r>
            <a:r>
              <a:rPr lang="zh-CN" altLang="en-US" sz="3600" b="0" dirty="0">
                <a:latin typeface="Times New Roman" panose="02020603050405020304" pitchFamily="18" charset="0"/>
                <a:ea typeface="黑体" panose="02010609060101010101" pitchFamily="49" charset="-122"/>
              </a:rPr>
              <a:t>冲突消解策略</a:t>
            </a:r>
            <a:endParaRPr lang="zh-CN" altLang="en-US" sz="3600" b="0" dirty="0">
              <a:latin typeface="Times New Roman" panose="02020603050405020304" pitchFamily="18" charset="0"/>
              <a:ea typeface="黑体" panose="02010609060101010101" pitchFamily="49" charset="-122"/>
            </a:endParaRPr>
          </a:p>
        </p:txBody>
      </p:sp>
      <p:sp>
        <p:nvSpPr>
          <p:cNvPr id="53252" name="Rectangle 3"/>
          <p:cNvSpPr>
            <a:spLocks noGrp="1"/>
          </p:cNvSpPr>
          <p:nvPr>
            <p:ph idx="1"/>
          </p:nvPr>
        </p:nvSpPr>
        <p:spPr/>
        <p:txBody>
          <a:bodyPr vert="horz" wrap="square" lIns="91440" tIns="45720" rIns="91440" bIns="45720" anchor="t" anchorCtr="0"/>
          <a:p>
            <a:pPr marL="0" indent="0" algn="just" defTabSz="914400" eaLnBrk="1" hangingPunct="1">
              <a:lnSpc>
                <a:spcPct val="120000"/>
              </a:lnSpc>
              <a:buFont typeface="Wingdings" panose="05000000000000000000" pitchFamily="2" charset="2"/>
              <a:buChar char="§"/>
              <a:tabLst>
                <a:tab pos="482600" algn="l"/>
              </a:tabLst>
            </a:pPr>
            <a:r>
              <a:rPr lang="en-US" altLang="zh-CN" sz="3200" b="1" dirty="0">
                <a:latin typeface="Times New Roman" panose="02020603050405020304" pitchFamily="18" charset="0"/>
              </a:rPr>
              <a:t> </a:t>
            </a:r>
            <a:r>
              <a:rPr lang="zh-CN" altLang="en-US" sz="2800" b="1" dirty="0">
                <a:latin typeface="Times New Roman" panose="02020603050405020304" pitchFamily="18" charset="0"/>
              </a:rPr>
              <a:t>已知事实与知识的三种匹配情况</a:t>
            </a:r>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a:p>
            <a:pPr marL="0" indent="0" algn="just" defTabSz="914400" eaLnBrk="1" hangingPunct="1">
              <a:lnSpc>
                <a:spcPct val="120000"/>
              </a:lnSpc>
              <a:buNone/>
              <a:tabLst>
                <a:tab pos="482600" algn="l"/>
              </a:tabLst>
            </a:pPr>
            <a:r>
              <a:rPr lang="zh-CN" altLang="en-US" sz="2700" b="1" dirty="0">
                <a:latin typeface="Times New Roman" panose="02020603050405020304" pitchFamily="18" charset="0"/>
              </a:rPr>
              <a:t>（</a:t>
            </a:r>
            <a:r>
              <a:rPr lang="en-US" altLang="zh-CN" sz="2700" b="1" dirty="0">
                <a:latin typeface="Times New Roman" panose="02020603050405020304" pitchFamily="18" charset="0"/>
              </a:rPr>
              <a:t>1</a:t>
            </a:r>
            <a:r>
              <a:rPr lang="zh-CN" altLang="en-US" sz="2700" b="1" dirty="0">
                <a:latin typeface="Times New Roman" panose="02020603050405020304" pitchFamily="18" charset="0"/>
              </a:rPr>
              <a:t>）恰好匹配成功（一对一）；</a:t>
            </a:r>
            <a:endParaRPr lang="zh-CN" altLang="en-US" sz="2700" b="1" dirty="0">
              <a:latin typeface="Times New Roman" panose="02020603050405020304" pitchFamily="18" charset="0"/>
            </a:endParaRPr>
          </a:p>
          <a:p>
            <a:pPr marL="0" indent="0" algn="just" defTabSz="914400" eaLnBrk="1" hangingPunct="1">
              <a:lnSpc>
                <a:spcPct val="120000"/>
              </a:lnSpc>
              <a:buNone/>
              <a:tabLst>
                <a:tab pos="482600" algn="l"/>
              </a:tabLst>
            </a:pPr>
            <a:r>
              <a:rPr lang="zh-CN" altLang="en-US" sz="2700" b="1" dirty="0">
                <a:latin typeface="Times New Roman" panose="02020603050405020304" pitchFamily="18" charset="0"/>
              </a:rPr>
              <a:t>（</a:t>
            </a:r>
            <a:r>
              <a:rPr lang="en-US" altLang="zh-CN" sz="2700" b="1" dirty="0">
                <a:latin typeface="Times New Roman" panose="02020603050405020304" pitchFamily="18" charset="0"/>
              </a:rPr>
              <a:t>2</a:t>
            </a:r>
            <a:r>
              <a:rPr lang="zh-CN" altLang="en-US" sz="2700" b="1" dirty="0">
                <a:latin typeface="Times New Roman" panose="02020603050405020304" pitchFamily="18" charset="0"/>
              </a:rPr>
              <a:t>）不能匹配成功；</a:t>
            </a:r>
            <a:endParaRPr lang="zh-CN" altLang="en-US" sz="2700" b="1" dirty="0">
              <a:latin typeface="Times New Roman" panose="02020603050405020304" pitchFamily="18" charset="0"/>
            </a:endParaRPr>
          </a:p>
          <a:p>
            <a:pPr marL="0" indent="0" algn="just" defTabSz="914400" eaLnBrk="1" hangingPunct="1">
              <a:spcBef>
                <a:spcPct val="50000"/>
              </a:spcBef>
              <a:buNone/>
              <a:tabLst>
                <a:tab pos="482600" algn="l"/>
              </a:tabLst>
            </a:pPr>
            <a:r>
              <a:rPr lang="zh-CN" altLang="en-US" sz="2700" b="1" dirty="0">
                <a:latin typeface="Times New Roman" panose="02020603050405020304" pitchFamily="18" charset="0"/>
              </a:rPr>
              <a:t>（</a:t>
            </a:r>
            <a:r>
              <a:rPr lang="en-US" altLang="zh-CN" sz="2700" b="1" dirty="0">
                <a:latin typeface="Times New Roman" panose="02020603050405020304" pitchFamily="18" charset="0"/>
              </a:rPr>
              <a:t>3</a:t>
            </a:r>
            <a:r>
              <a:rPr lang="zh-CN" altLang="en-US" sz="2700" b="1" dirty="0">
                <a:latin typeface="Times New Roman" panose="02020603050405020304" pitchFamily="18" charset="0"/>
              </a:rPr>
              <a:t>）</a:t>
            </a:r>
            <a:r>
              <a:rPr lang="zh-CN" altLang="en-US" sz="2700" b="1" dirty="0">
                <a:solidFill>
                  <a:srgbClr val="0000FF"/>
                </a:solidFill>
                <a:latin typeface="Times New Roman" panose="02020603050405020304" pitchFamily="18" charset="0"/>
              </a:rPr>
              <a:t>多种匹配成功</a:t>
            </a:r>
            <a:r>
              <a:rPr lang="zh-CN" altLang="en-US" sz="2700" b="1" dirty="0">
                <a:latin typeface="Times New Roman" panose="02020603050405020304" pitchFamily="18" charset="0"/>
              </a:rPr>
              <a:t>（一对多、多对一、多对多）</a:t>
            </a:r>
            <a:endParaRPr lang="zh-CN" altLang="en-US" sz="2700" b="1" dirty="0">
              <a:latin typeface="Times New Roman" panose="02020603050405020304" pitchFamily="18" charset="0"/>
            </a:endParaRPr>
          </a:p>
        </p:txBody>
      </p:sp>
      <p:sp>
        <p:nvSpPr>
          <p:cNvPr id="20484" name="AutoShape 4"/>
          <p:cNvSpPr/>
          <p:nvPr/>
        </p:nvSpPr>
        <p:spPr>
          <a:xfrm>
            <a:off x="2590800" y="4191000"/>
            <a:ext cx="3352800" cy="1219200"/>
          </a:xfrm>
          <a:prstGeom prst="cloudCallout">
            <a:avLst>
              <a:gd name="adj1" fmla="val -49764"/>
              <a:gd name="adj2" fmla="val -91796"/>
            </a:avLst>
          </a:prstGeom>
          <a:gradFill rotWithShape="1">
            <a:gsLst>
              <a:gs pos="0">
                <a:schemeClr val="bg1"/>
              </a:gs>
              <a:gs pos="100000">
                <a:srgbClr val="0000FF"/>
              </a:gs>
            </a:gsLst>
            <a:path path="rect">
              <a:fillToRect l="50000" t="50000" r="50000" b="50000"/>
            </a:path>
            <a:tileRect/>
          </a:gradFill>
          <a:ln w="9525" cap="flat" cmpd="sng">
            <a:solidFill>
              <a:schemeClr val="tx1"/>
            </a:solidFill>
            <a:prstDash val="solid"/>
            <a:headEnd type="none" w="med" len="med"/>
            <a:tailEnd type="none" w="med" len="med"/>
          </a:ln>
        </p:spPr>
        <p:txBody>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algn="ctr" eaLnBrk="1" hangingPunct="1">
              <a:lnSpc>
                <a:spcPct val="150000"/>
              </a:lnSpc>
              <a:spcBef>
                <a:spcPct val="0"/>
              </a:spcBef>
              <a:buClrTx/>
              <a:buFontTx/>
              <a:buNone/>
            </a:pPr>
            <a:r>
              <a:rPr lang="zh-CN" altLang="en-US" sz="2600" b="1" dirty="0"/>
              <a:t>冲突消解</a:t>
            </a:r>
            <a:endParaRPr lang="zh-CN" altLang="en-US" sz="2600" b="1"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20484"/>
                                        </p:tgtEl>
                                        <p:attrNameLst>
                                          <p:attrName>style.visibility</p:attrName>
                                        </p:attrNameLst>
                                      </p:cBhvr>
                                      <p:to>
                                        <p:strVal val="visible"/>
                                      </p:to>
                                    </p:set>
                                    <p:anim calcmode="lin" valueType="num">
                                      <p:cBhvr>
                                        <p:cTn id="7" dur="1000" fill="hold"/>
                                        <p:tgtEl>
                                          <p:spTgt spid="20484"/>
                                        </p:tgtEl>
                                        <p:attrNameLst>
                                          <p:attrName>ppt_w</p:attrName>
                                        </p:attrNameLst>
                                      </p:cBhvr>
                                      <p:tavLst>
                                        <p:tav tm="0">
                                          <p:val>
                                            <p:strVal val="#ppt_w*0.70"/>
                                          </p:val>
                                        </p:tav>
                                        <p:tav tm="100000">
                                          <p:val>
                                            <p:strVal val="#ppt_w"/>
                                          </p:val>
                                        </p:tav>
                                      </p:tavLst>
                                    </p:anim>
                                    <p:anim calcmode="lin" valueType="num">
                                      <p:cBhvr>
                                        <p:cTn id="8" dur="1000" fill="hold"/>
                                        <p:tgtEl>
                                          <p:spTgt spid="20484"/>
                                        </p:tgtEl>
                                        <p:attrNameLst>
                                          <p:attrName>ppt_h</p:attrName>
                                        </p:attrNameLst>
                                      </p:cBhvr>
                                      <p:tavLst>
                                        <p:tav tm="0">
                                          <p:val>
                                            <p:strVal val="#ppt_h"/>
                                          </p:val>
                                        </p:tav>
                                        <p:tav tm="100000">
                                          <p:val>
                                            <p:strVal val="#ppt_h"/>
                                          </p:val>
                                        </p:tav>
                                      </p:tavLst>
                                    </p:anim>
                                    <p:animEffect transition="in" filter="fade">
                                      <p:cBhvr>
                                        <p:cTn id="9" dur="1000"/>
                                        <p:tgtEl>
                                          <p:spTgt spid="204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55299"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3.1.4  </a:t>
            </a:r>
            <a:r>
              <a:rPr lang="zh-CN" altLang="en-US" sz="3600" b="0" dirty="0">
                <a:latin typeface="Times New Roman" panose="02020603050405020304" pitchFamily="18" charset="0"/>
                <a:ea typeface="黑体" panose="02010609060101010101" pitchFamily="49" charset="-122"/>
              </a:rPr>
              <a:t>冲突消解策略</a:t>
            </a:r>
            <a:endParaRPr lang="zh-CN" altLang="en-US" sz="3600" b="0" dirty="0">
              <a:latin typeface="Times New Roman" panose="02020603050405020304" pitchFamily="18" charset="0"/>
              <a:ea typeface="黑体" panose="02010609060101010101" pitchFamily="49" charset="-122"/>
            </a:endParaRPr>
          </a:p>
        </p:txBody>
      </p:sp>
      <p:sp>
        <p:nvSpPr>
          <p:cNvPr id="55300" name="Rectangle 3"/>
          <p:cNvSpPr>
            <a:spLocks noGrp="1"/>
          </p:cNvSpPr>
          <p:nvPr>
            <p:ph idx="1"/>
          </p:nvPr>
        </p:nvSpPr>
        <p:spPr/>
        <p:txBody>
          <a:bodyPr vert="horz" wrap="square" lIns="91440" tIns="45720" rIns="91440" bIns="45720" anchor="t" anchorCtr="0"/>
          <a:p>
            <a:pPr marL="377825" indent="-377825" eaLnBrk="1" hangingPunct="1">
              <a:lnSpc>
                <a:spcPct val="120000"/>
              </a:lnSpc>
              <a:buFont typeface="Wingdings" panose="05000000000000000000" pitchFamily="2" charset="2"/>
              <a:buChar char="§"/>
            </a:pPr>
            <a:r>
              <a:rPr lang="zh-CN" altLang="en-US" sz="3200" b="1" dirty="0"/>
              <a:t>多种冲突消解策略：</a:t>
            </a:r>
            <a:endParaRPr lang="zh-CN" altLang="en-US" sz="3200" b="1" dirty="0"/>
          </a:p>
          <a:p>
            <a:pPr marL="377825" indent="-377825" eaLnBrk="1" hangingPunct="1">
              <a:lnSpc>
                <a:spcPct val="120000"/>
              </a:lnSpc>
              <a:buNone/>
            </a:pPr>
            <a:r>
              <a:rPr lang="zh-CN" altLang="en-US" b="1" dirty="0">
                <a:latin typeface="Times New Roman" panose="02020603050405020304" pitchFamily="18" charset="0"/>
              </a:rPr>
              <a:t>（</a:t>
            </a:r>
            <a:r>
              <a:rPr lang="en-US" altLang="zh-CN" b="1" dirty="0">
                <a:latin typeface="Times New Roman" panose="02020603050405020304" pitchFamily="18" charset="0"/>
              </a:rPr>
              <a:t>1</a:t>
            </a:r>
            <a:r>
              <a:rPr lang="zh-CN" altLang="en-US" b="1" dirty="0">
                <a:latin typeface="Times New Roman" panose="02020603050405020304" pitchFamily="18" charset="0"/>
              </a:rPr>
              <a:t>）按就近</a:t>
            </a:r>
            <a:r>
              <a:rPr lang="zh-CN" altLang="en-US" b="1" dirty="0">
                <a:latin typeface="Times New Roman" panose="02020603050405020304" pitchFamily="18" charset="0"/>
              </a:rPr>
              <a:t>原则排序</a:t>
            </a:r>
            <a:endParaRPr lang="zh-CN" altLang="en-US" b="1" dirty="0">
              <a:latin typeface="Times New Roman" panose="02020603050405020304" pitchFamily="18" charset="0"/>
            </a:endParaRPr>
          </a:p>
          <a:p>
            <a:pPr marL="377825" indent="-377825" eaLnBrk="1" hangingPunct="1">
              <a:lnSpc>
                <a:spcPct val="120000"/>
              </a:lnSpc>
              <a:buNone/>
            </a:pPr>
            <a:r>
              <a:rPr lang="zh-CN" altLang="en-US" b="1" dirty="0">
                <a:latin typeface="Times New Roman" panose="02020603050405020304" pitchFamily="18" charset="0"/>
              </a:rPr>
              <a:t>（</a:t>
            </a:r>
            <a:r>
              <a:rPr lang="en-US" altLang="zh-CN" b="1" dirty="0">
                <a:latin typeface="Times New Roman" panose="02020603050405020304" pitchFamily="18" charset="0"/>
              </a:rPr>
              <a:t>2</a:t>
            </a:r>
            <a:r>
              <a:rPr lang="zh-CN" altLang="en-US" b="1" dirty="0">
                <a:latin typeface="Times New Roman" panose="02020603050405020304" pitchFamily="18" charset="0"/>
              </a:rPr>
              <a:t>）按已知事实的新鲜性排序</a:t>
            </a:r>
            <a:endParaRPr lang="zh-CN" altLang="en-US" b="1" dirty="0">
              <a:latin typeface="Times New Roman" panose="02020603050405020304" pitchFamily="18" charset="0"/>
            </a:endParaRPr>
          </a:p>
          <a:p>
            <a:pPr marL="377825" indent="-377825" eaLnBrk="1" hangingPunct="1">
              <a:lnSpc>
                <a:spcPct val="120000"/>
              </a:lnSpc>
              <a:buNone/>
            </a:pPr>
            <a:r>
              <a:rPr lang="zh-CN" altLang="en-US" b="1" dirty="0">
                <a:latin typeface="Times New Roman" panose="02020603050405020304" pitchFamily="18" charset="0"/>
              </a:rPr>
              <a:t>（</a:t>
            </a:r>
            <a:r>
              <a:rPr lang="en-US" altLang="zh-CN" b="1" dirty="0">
                <a:latin typeface="Times New Roman" panose="02020603050405020304" pitchFamily="18" charset="0"/>
              </a:rPr>
              <a:t>3</a:t>
            </a:r>
            <a:r>
              <a:rPr lang="zh-CN" altLang="en-US" b="1" dirty="0">
                <a:latin typeface="Times New Roman" panose="02020603050405020304" pitchFamily="18" charset="0"/>
              </a:rPr>
              <a:t>）按匹配度排序</a:t>
            </a:r>
            <a:endParaRPr lang="zh-CN" altLang="en-US" b="1" dirty="0">
              <a:latin typeface="Times New Roman" panose="02020603050405020304" pitchFamily="18" charset="0"/>
            </a:endParaRPr>
          </a:p>
          <a:p>
            <a:pPr marL="377825" indent="-377825" eaLnBrk="1" hangingPunct="1">
              <a:lnSpc>
                <a:spcPct val="120000"/>
              </a:lnSpc>
              <a:buNone/>
            </a:pPr>
            <a:r>
              <a:rPr lang="zh-CN" altLang="en-US" b="1" dirty="0">
                <a:latin typeface="Times New Roman" panose="02020603050405020304" pitchFamily="18" charset="0"/>
              </a:rPr>
              <a:t>（</a:t>
            </a:r>
            <a:r>
              <a:rPr lang="en-US" altLang="zh-CN" b="1" dirty="0">
                <a:latin typeface="Times New Roman" panose="02020603050405020304" pitchFamily="18" charset="0"/>
              </a:rPr>
              <a:t>4</a:t>
            </a:r>
            <a:r>
              <a:rPr lang="zh-CN" altLang="en-US" b="1" dirty="0">
                <a:latin typeface="Times New Roman" panose="02020603050405020304" pitchFamily="18" charset="0"/>
              </a:rPr>
              <a:t>）按知识差异性</a:t>
            </a:r>
            <a:r>
              <a:rPr lang="zh-CN" altLang="en-US" b="1" dirty="0">
                <a:latin typeface="Times New Roman" panose="02020603050405020304" pitchFamily="18" charset="0"/>
              </a:rPr>
              <a:t>排序</a:t>
            </a:r>
            <a:endParaRPr lang="zh-CN" altLang="en-US" b="1" dirty="0">
              <a:latin typeface="Times New Roman" panose="02020603050405020304" pitchFamily="18" charset="0"/>
            </a:endParaRPr>
          </a:p>
          <a:p>
            <a:pPr marL="377825" indent="-377825" eaLnBrk="1" hangingPunct="1">
              <a:lnSpc>
                <a:spcPct val="120000"/>
              </a:lnSpc>
              <a:buNone/>
            </a:pPr>
            <a:r>
              <a:rPr lang="zh-CN" altLang="en-US" b="1" dirty="0">
                <a:latin typeface="Times New Roman" panose="02020603050405020304" pitchFamily="18" charset="0"/>
              </a:rPr>
              <a:t>（</a:t>
            </a:r>
            <a:r>
              <a:rPr lang="en-US" altLang="zh-CN" b="1" dirty="0">
                <a:latin typeface="Times New Roman" panose="02020603050405020304" pitchFamily="18" charset="0"/>
              </a:rPr>
              <a:t>5</a:t>
            </a:r>
            <a:r>
              <a:rPr lang="zh-CN" altLang="en-US" b="1" dirty="0">
                <a:latin typeface="Times New Roman" panose="02020603050405020304" pitchFamily="18" charset="0"/>
              </a:rPr>
              <a:t>）按条件个数排序</a:t>
            </a:r>
            <a:endParaRPr lang="zh-CN" altLang="en-US" b="1" dirty="0">
              <a:latin typeface="Times New Roman" panose="02020603050405020304" pitchFamily="18" charset="0"/>
            </a:endParaRPr>
          </a:p>
        </p:txBody>
      </p:sp>
      <p:sp>
        <p:nvSpPr>
          <p:cNvPr id="59396" name="AutoShape 4"/>
          <p:cNvSpPr/>
          <p:nvPr/>
        </p:nvSpPr>
        <p:spPr>
          <a:xfrm>
            <a:off x="3635375" y="4038600"/>
            <a:ext cx="5257800" cy="838200"/>
          </a:xfrm>
          <a:prstGeom prst="accentBorderCallout2">
            <a:avLst>
              <a:gd name="adj1" fmla="val 13634"/>
              <a:gd name="adj2" fmla="val -1449"/>
              <a:gd name="adj3" fmla="val 13634"/>
              <a:gd name="adj4" fmla="val -14463"/>
              <a:gd name="adj5" fmla="val 86931"/>
              <a:gd name="adj6" fmla="val -28051"/>
            </a:avLst>
          </a:prstGeom>
          <a:solidFill>
            <a:srgbClr val="FFFF99"/>
          </a:solidFill>
          <a:ln w="15875" cap="flat" cmpd="sng">
            <a:solidFill>
              <a:srgbClr val="993300"/>
            </a:solidFill>
            <a:prstDash val="solid"/>
            <a:miter/>
            <a:headEnd type="none" w="med" len="med"/>
            <a:tailEnd type="none" w="med" len="med"/>
          </a:ln>
        </p:spPr>
        <p:txBody>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r>
              <a:rPr lang="en-US" altLang="zh-CN" sz="1800" b="1" i="1" dirty="0">
                <a:latin typeface="Times New Roman" panose="02020603050405020304" pitchFamily="18" charset="0"/>
              </a:rPr>
              <a:t>r</a:t>
            </a:r>
            <a:r>
              <a:rPr lang="en-US" altLang="zh-CN" sz="1800" b="1" dirty="0"/>
              <a:t>1:  IF  </a:t>
            </a:r>
            <a:r>
              <a:rPr lang="en-US" altLang="zh-CN" sz="1800" b="1" i="1" dirty="0">
                <a:latin typeface="Times New Roman" panose="02020603050405020304" pitchFamily="18" charset="0"/>
              </a:rPr>
              <a:t>A</a:t>
            </a:r>
            <a:r>
              <a:rPr lang="en-US" altLang="zh-CN" sz="1800" b="1" dirty="0"/>
              <a:t>1  AND  </a:t>
            </a:r>
            <a:r>
              <a:rPr lang="en-US" altLang="zh-CN" sz="1800" b="1" i="1" dirty="0">
                <a:latin typeface="Times New Roman" panose="02020603050405020304" pitchFamily="18" charset="0"/>
              </a:rPr>
              <a:t>A</a:t>
            </a:r>
            <a:r>
              <a:rPr lang="en-US" altLang="zh-CN" sz="1800" b="1" dirty="0"/>
              <a:t>2                             THEN  </a:t>
            </a:r>
            <a:r>
              <a:rPr lang="en-US" altLang="zh-CN" sz="1800" b="1" i="1" dirty="0">
                <a:latin typeface="Times New Roman" panose="02020603050405020304" pitchFamily="18" charset="0"/>
              </a:rPr>
              <a:t>H</a:t>
            </a:r>
            <a:r>
              <a:rPr lang="en-US" altLang="zh-CN" sz="1800" b="1" dirty="0"/>
              <a:t>1</a:t>
            </a:r>
            <a:endParaRPr lang="en-US" altLang="zh-CN" sz="1800" b="1" dirty="0"/>
          </a:p>
          <a:p>
            <a:pPr marL="0" lvl="0" indent="0" eaLnBrk="1" hangingPunct="1">
              <a:lnSpc>
                <a:spcPct val="120000"/>
              </a:lnSpc>
              <a:spcBef>
                <a:spcPct val="0"/>
              </a:spcBef>
              <a:buClrTx/>
              <a:buFontTx/>
              <a:buNone/>
            </a:pPr>
            <a:r>
              <a:rPr lang="en-US" altLang="zh-CN" sz="1800" b="1" i="1" dirty="0">
                <a:latin typeface="Times New Roman" panose="02020603050405020304" pitchFamily="18" charset="0"/>
              </a:rPr>
              <a:t>r</a:t>
            </a:r>
            <a:r>
              <a:rPr lang="en-US" altLang="zh-CN" sz="1800" b="1" dirty="0"/>
              <a:t>2:  IF  </a:t>
            </a:r>
            <a:r>
              <a:rPr lang="en-US" altLang="zh-CN" sz="1800" b="1" i="1" dirty="0">
                <a:latin typeface="Times New Roman" panose="02020603050405020304" pitchFamily="18" charset="0"/>
              </a:rPr>
              <a:t>A</a:t>
            </a:r>
            <a:r>
              <a:rPr lang="en-US" altLang="zh-CN" sz="1800" b="1" dirty="0"/>
              <a:t>1 AND </a:t>
            </a:r>
            <a:r>
              <a:rPr lang="en-US" altLang="zh-CN" sz="1800" b="1" i="1" dirty="0">
                <a:latin typeface="Times New Roman" panose="02020603050405020304" pitchFamily="18" charset="0"/>
              </a:rPr>
              <a:t>A</a:t>
            </a:r>
            <a:r>
              <a:rPr lang="en-US" altLang="zh-CN" sz="1800" b="1" dirty="0"/>
              <a:t>2 AND </a:t>
            </a:r>
            <a:r>
              <a:rPr lang="en-US" altLang="zh-CN" sz="1800" b="1" i="1" dirty="0">
                <a:latin typeface="Times New Roman" panose="02020603050405020304" pitchFamily="18" charset="0"/>
              </a:rPr>
              <a:t>A</a:t>
            </a:r>
            <a:r>
              <a:rPr lang="en-US" altLang="zh-CN" sz="1800" b="1" dirty="0"/>
              <a:t>3 AND </a:t>
            </a:r>
            <a:r>
              <a:rPr lang="en-US" altLang="zh-CN" sz="1800" b="1" i="1" dirty="0">
                <a:latin typeface="Times New Roman" panose="02020603050405020304" pitchFamily="18" charset="0"/>
              </a:rPr>
              <a:t>A</a:t>
            </a:r>
            <a:r>
              <a:rPr lang="en-US" altLang="zh-CN" sz="1800" b="1" dirty="0"/>
              <a:t>4   THEN  </a:t>
            </a:r>
            <a:r>
              <a:rPr lang="en-US" altLang="zh-CN" sz="1800" b="1" i="1" dirty="0">
                <a:latin typeface="Times New Roman" panose="02020603050405020304" pitchFamily="18" charset="0"/>
              </a:rPr>
              <a:t>H</a:t>
            </a:r>
            <a:r>
              <a:rPr lang="en-US" altLang="zh-CN" sz="1800" b="1" dirty="0"/>
              <a:t>2</a:t>
            </a:r>
            <a:endParaRPr lang="en-US" altLang="zh-CN" sz="1800" b="1"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9396"/>
                                        </p:tgtEl>
                                        <p:attrNameLst>
                                          <p:attrName>style.visibility</p:attrName>
                                        </p:attrNameLst>
                                      </p:cBhvr>
                                      <p:to>
                                        <p:strVal val="visible"/>
                                      </p:to>
                                    </p:set>
                                    <p:animEffect transition="in" filter="box(in)">
                                      <p:cBhvr>
                                        <p:cTn id="7" dur="500"/>
                                        <p:tgtEl>
                                          <p:spTgt spid="59396"/>
                                        </p:tgtEl>
                                      </p:cBhvr>
                                    </p:animEffect>
                                  </p:childTnLst>
                                  <p:subTnLst>
                                    <p:set>
                                      <p:cBhvr override="childStyle">
                                        <p:cTn dur="1" fill="hold" display="0" masterRel="nextClick" afterEffect="1"/>
                                        <p:tgtEl>
                                          <p:spTgt spid="5939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6"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57347" name="Rectangle 2"/>
          <p:cNvSpPr>
            <a:spLocks noGrp="1"/>
          </p:cNvSpPr>
          <p:nvPr>
            <p:ph type="title"/>
          </p:nvPr>
        </p:nvSpPr>
        <p:spPr/>
        <p:txBody>
          <a:bodyPr vert="horz" wrap="square" lIns="91440" tIns="45720" rIns="91440" bIns="45720" anchor="b" anchorCtr="0"/>
          <a:p>
            <a:pPr eaLnBrk="1" hangingPunct="1"/>
            <a:r>
              <a:rPr lang="zh-CN" altLang="en-US" sz="3600" b="0" dirty="0">
                <a:latin typeface="Times New Roman" panose="02020603050405020304" pitchFamily="18" charset="0"/>
                <a:ea typeface="黑体" panose="02010609060101010101" pitchFamily="49" charset="-122"/>
              </a:rPr>
              <a:t>第</a:t>
            </a:r>
            <a:r>
              <a:rPr lang="en-US" altLang="zh-CN" sz="3600" b="0" dirty="0">
                <a:latin typeface="Times New Roman" panose="02020603050405020304" pitchFamily="18" charset="0"/>
                <a:ea typeface="黑体" panose="02010609060101010101" pitchFamily="49" charset="-122"/>
              </a:rPr>
              <a:t>3</a:t>
            </a:r>
            <a:r>
              <a:rPr lang="zh-CN" altLang="en-US" sz="3600" b="0" dirty="0">
                <a:latin typeface="Times New Roman" panose="02020603050405020304" pitchFamily="18" charset="0"/>
                <a:ea typeface="黑体" panose="02010609060101010101" pitchFamily="49" charset="-122"/>
              </a:rPr>
              <a:t>章  确定性推理方法</a:t>
            </a:r>
            <a:endParaRPr lang="zh-CN" altLang="en-US" sz="3600" b="0" dirty="0">
              <a:latin typeface="Times New Roman" panose="02020603050405020304" pitchFamily="18" charset="0"/>
              <a:ea typeface="黑体" panose="02010609060101010101" pitchFamily="49" charset="-122"/>
            </a:endParaRPr>
          </a:p>
        </p:txBody>
      </p:sp>
      <p:sp>
        <p:nvSpPr>
          <p:cNvPr id="57348" name="Rectangle 3"/>
          <p:cNvSpPr>
            <a:spLocks noGrp="1"/>
          </p:cNvSpPr>
          <p:nvPr>
            <p:ph idx="1"/>
          </p:nvPr>
        </p:nvSpPr>
        <p:spPr>
          <a:xfrm>
            <a:off x="609600" y="908050"/>
            <a:ext cx="8458200" cy="5400675"/>
          </a:xfrm>
        </p:spPr>
        <p:txBody>
          <a:bodyPr vert="horz" wrap="square" lIns="91440" tIns="45720" rIns="91440" bIns="45720" anchor="t" anchorCtr="0"/>
          <a:p>
            <a:pPr eaLnBrk="1" hangingPunct="1">
              <a:lnSpc>
                <a:spcPct val="120000"/>
              </a:lnSpc>
            </a:pPr>
            <a:r>
              <a:rPr lang="en-US" altLang="zh-CN" sz="2800" b="1" dirty="0">
                <a:latin typeface="Times New Roman" panose="02020603050405020304" pitchFamily="18" charset="0"/>
              </a:rPr>
              <a:t>3.1  </a:t>
            </a:r>
            <a:r>
              <a:rPr lang="zh-CN" altLang="en-US" sz="2800" b="1" dirty="0">
                <a:latin typeface="Times New Roman" panose="02020603050405020304" pitchFamily="18" charset="0"/>
              </a:rPr>
              <a:t>推理的基本概念 </a:t>
            </a:r>
            <a:endParaRPr lang="zh-CN" altLang="en-US" sz="2800" b="1" dirty="0">
              <a:latin typeface="Times New Roman" panose="02020603050405020304" pitchFamily="18" charset="0"/>
            </a:endParaRPr>
          </a:p>
          <a:p>
            <a:pPr eaLnBrk="1" hangingPunct="1">
              <a:lnSpc>
                <a:spcPct val="120000"/>
              </a:lnSpc>
              <a:buClr>
                <a:srgbClr val="0000FF"/>
              </a:buClr>
              <a:buSzPct val="150000"/>
              <a:buFont typeface="Wingdings" panose="05000000000000000000" pitchFamily="2" charset="2"/>
              <a:buChar char="ü"/>
            </a:pPr>
            <a:r>
              <a:rPr lang="en-US" altLang="zh-CN" sz="2800" b="1" dirty="0">
                <a:solidFill>
                  <a:srgbClr val="0000FF"/>
                </a:solidFill>
                <a:latin typeface="Times New Roman" panose="02020603050405020304" pitchFamily="18" charset="0"/>
              </a:rPr>
              <a:t>3.2  </a:t>
            </a:r>
            <a:r>
              <a:rPr lang="zh-CN" altLang="en-US" sz="2800" b="1" dirty="0">
                <a:solidFill>
                  <a:srgbClr val="0000FF"/>
                </a:solidFill>
                <a:latin typeface="Times New Roman" panose="02020603050405020304" pitchFamily="18" charset="0"/>
              </a:rPr>
              <a:t>自然演绎推理 </a:t>
            </a:r>
            <a:endParaRPr lang="zh-CN" altLang="en-US" sz="2800" b="1" dirty="0">
              <a:solidFill>
                <a:srgbClr val="0000FF"/>
              </a:solidFill>
              <a:latin typeface="Times New Roman" panose="02020603050405020304" pitchFamily="18" charset="0"/>
            </a:endParaRPr>
          </a:p>
          <a:p>
            <a:pPr eaLnBrk="1" hangingPunct="1">
              <a:lnSpc>
                <a:spcPct val="120000"/>
              </a:lnSpc>
            </a:pPr>
            <a:r>
              <a:rPr lang="en-US" altLang="zh-CN" sz="2800" b="1" dirty="0">
                <a:latin typeface="Times New Roman" panose="02020603050405020304" pitchFamily="18" charset="0"/>
              </a:rPr>
              <a:t>3.3  </a:t>
            </a:r>
            <a:r>
              <a:rPr lang="zh-CN" altLang="en-US" sz="2800" b="1" dirty="0">
                <a:latin typeface="Times New Roman" panose="02020603050405020304" pitchFamily="18" charset="0"/>
              </a:rPr>
              <a:t>谓词公式化为子句集的方法</a:t>
            </a:r>
            <a:endParaRPr lang="zh-CN" altLang="en-US" sz="2800" b="1" dirty="0">
              <a:latin typeface="Times New Roman" panose="02020603050405020304" pitchFamily="18" charset="0"/>
            </a:endParaRPr>
          </a:p>
          <a:p>
            <a:pPr eaLnBrk="1" hangingPunct="1">
              <a:lnSpc>
                <a:spcPct val="120000"/>
              </a:lnSpc>
            </a:pPr>
            <a:r>
              <a:rPr lang="en-US" altLang="zh-CN" sz="2800" b="1" dirty="0">
                <a:latin typeface="Times New Roman" panose="02020603050405020304" pitchFamily="18" charset="0"/>
              </a:rPr>
              <a:t>3.4  </a:t>
            </a:r>
            <a:r>
              <a:rPr lang="zh-CN" altLang="en-US" sz="2800" b="1" dirty="0">
                <a:latin typeface="Times New Roman" panose="02020603050405020304" pitchFamily="18" charset="0"/>
              </a:rPr>
              <a:t>鲁宾逊归结原理</a:t>
            </a:r>
            <a:endParaRPr lang="zh-CN" altLang="en-US" sz="2800" b="1" dirty="0">
              <a:latin typeface="Times New Roman" panose="02020603050405020304" pitchFamily="18" charset="0"/>
            </a:endParaRPr>
          </a:p>
          <a:p>
            <a:pPr eaLnBrk="1" hangingPunct="1">
              <a:lnSpc>
                <a:spcPct val="120000"/>
              </a:lnSpc>
            </a:pPr>
            <a:r>
              <a:rPr lang="en-US" altLang="zh-CN" sz="2800" b="1" dirty="0">
                <a:latin typeface="Times New Roman" panose="02020603050405020304" pitchFamily="18" charset="0"/>
              </a:rPr>
              <a:t>3.5  </a:t>
            </a:r>
            <a:r>
              <a:rPr lang="zh-CN" altLang="en-US" sz="2800" b="1" dirty="0">
                <a:latin typeface="Times New Roman" panose="02020603050405020304" pitchFamily="18" charset="0"/>
              </a:rPr>
              <a:t>归结反演</a:t>
            </a:r>
            <a:endParaRPr lang="zh-CN" altLang="en-US" sz="2800" b="1" dirty="0">
              <a:latin typeface="Times New Roman" panose="02020603050405020304" pitchFamily="18" charset="0"/>
            </a:endParaRPr>
          </a:p>
          <a:p>
            <a:pPr eaLnBrk="1" hangingPunct="1">
              <a:lnSpc>
                <a:spcPct val="120000"/>
              </a:lnSpc>
            </a:pPr>
            <a:r>
              <a:rPr lang="en-US" altLang="zh-CN" sz="2800" b="1" dirty="0">
                <a:latin typeface="Times New Roman" panose="02020603050405020304" pitchFamily="18" charset="0"/>
              </a:rPr>
              <a:t>3.6  </a:t>
            </a:r>
            <a:r>
              <a:rPr lang="zh-CN" altLang="en-US" sz="2800" b="1" dirty="0">
                <a:latin typeface="Times New Roman" panose="02020603050405020304" pitchFamily="18" charset="0"/>
              </a:rPr>
              <a:t>应用归结反演求解问题 </a:t>
            </a:r>
            <a:endParaRPr lang="zh-CN" altLang="en-US" sz="2800" b="1" dirty="0">
              <a:latin typeface="Times New Roman" panose="02020603050405020304" pitchFamily="18" charset="0"/>
            </a:endParaRPr>
          </a:p>
        </p:txBody>
      </p:sp>
    </p:spTree>
  </p:cSld>
  <p:clrMapOvr>
    <a:masterClrMapping/>
  </p:clrMapOvr>
  <p:transition>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58371" name="Rectangle 13"/>
          <p:cNvSpPr/>
          <p:nvPr/>
        </p:nvSpPr>
        <p:spPr>
          <a:xfrm>
            <a:off x="0" y="337661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58372" name="Rectangle 3"/>
          <p:cNvSpPr>
            <a:spLocks noGrp="1"/>
          </p:cNvSpPr>
          <p:nvPr>
            <p:ph idx="1"/>
          </p:nvPr>
        </p:nvSpPr>
        <p:spPr>
          <a:xfrm>
            <a:off x="250825" y="908050"/>
            <a:ext cx="8642350" cy="3511550"/>
          </a:xfrm>
        </p:spPr>
        <p:txBody>
          <a:bodyPr vert="horz" wrap="square" lIns="91440" tIns="45720" rIns="91440" bIns="45720" anchor="t" anchorCtr="0"/>
          <a:p>
            <a:pPr marL="363855" indent="-363855" eaLnBrk="1" hangingPunct="1">
              <a:lnSpc>
                <a:spcPct val="110000"/>
              </a:lnSpc>
            </a:pPr>
            <a:r>
              <a:rPr lang="zh-CN" altLang="en-US" sz="2600" b="1" dirty="0"/>
              <a:t>自然演绎推理</a:t>
            </a:r>
            <a:r>
              <a:rPr lang="zh-CN" altLang="en-US" sz="2600" dirty="0"/>
              <a:t>：</a:t>
            </a:r>
            <a:r>
              <a:rPr lang="zh-CN" altLang="en-US" sz="2600" b="1" dirty="0"/>
              <a:t>从一组已知为真的事实出发，运用</a:t>
            </a:r>
            <a:r>
              <a:rPr lang="zh-CN" altLang="en-US" sz="2600" b="1" dirty="0">
                <a:solidFill>
                  <a:srgbClr val="0000FF"/>
                </a:solidFill>
              </a:rPr>
              <a:t>经典逻辑的推理规则</a:t>
            </a:r>
            <a:r>
              <a:rPr lang="zh-CN" altLang="en-US" sz="2600" b="1" dirty="0"/>
              <a:t>推出结论的过程。</a:t>
            </a:r>
            <a:endParaRPr lang="zh-CN" altLang="en-US" sz="2600" b="1" dirty="0"/>
          </a:p>
          <a:p>
            <a:pPr marL="363855" indent="-363855" eaLnBrk="1" hangingPunct="1">
              <a:lnSpc>
                <a:spcPct val="110000"/>
              </a:lnSpc>
            </a:pPr>
            <a:r>
              <a:rPr lang="zh-CN" altLang="en-US" sz="2600" b="1" dirty="0"/>
              <a:t>推理规则</a:t>
            </a:r>
            <a:r>
              <a:rPr lang="zh-CN" altLang="en-US" sz="2600" dirty="0"/>
              <a:t>：</a:t>
            </a:r>
            <a:r>
              <a:rPr lang="zh-CN" altLang="en-US" sz="2600" b="1" dirty="0"/>
              <a:t>假言推理、拒取式推理</a:t>
            </a:r>
            <a:r>
              <a:rPr lang="zh-CN" altLang="en-US" dirty="0"/>
              <a:t>                    </a:t>
            </a:r>
            <a:endParaRPr lang="zh-CN" altLang="en-US" dirty="0"/>
          </a:p>
        </p:txBody>
      </p:sp>
      <p:sp>
        <p:nvSpPr>
          <p:cNvPr id="58373"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3.2  </a:t>
            </a:r>
            <a:r>
              <a:rPr lang="zh-CN" altLang="en-US" sz="3600" b="0" dirty="0">
                <a:latin typeface="Times New Roman" panose="02020603050405020304" pitchFamily="18" charset="0"/>
                <a:ea typeface="黑体" panose="02010609060101010101" pitchFamily="49" charset="-122"/>
              </a:rPr>
              <a:t>自然演绎推理</a:t>
            </a:r>
            <a:endParaRPr lang="zh-CN" altLang="en-US" sz="3600" b="0" dirty="0">
              <a:latin typeface="Times New Roman" panose="02020603050405020304" pitchFamily="18" charset="0"/>
              <a:ea typeface="黑体" panose="02010609060101010101" pitchFamily="49" charset="-122"/>
            </a:endParaRPr>
          </a:p>
        </p:txBody>
      </p:sp>
      <p:sp>
        <p:nvSpPr>
          <p:cNvPr id="58374" name="Rectangle 5"/>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58375" name="Rectangle 9"/>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nvGrpSpPr>
          <p:cNvPr id="58376" name="Group 21"/>
          <p:cNvGrpSpPr/>
          <p:nvPr/>
        </p:nvGrpSpPr>
        <p:grpSpPr>
          <a:xfrm>
            <a:off x="0" y="2819400"/>
            <a:ext cx="9144000" cy="1517650"/>
            <a:chOff x="0" y="1776"/>
            <a:chExt cx="5760" cy="956"/>
          </a:xfrm>
        </p:grpSpPr>
        <p:sp>
          <p:nvSpPr>
            <p:cNvPr id="58384" name="Rectangle 18"/>
            <p:cNvSpPr/>
            <p:nvPr/>
          </p:nvSpPr>
          <p:spPr>
            <a:xfrm>
              <a:off x="288" y="1776"/>
              <a:ext cx="5314" cy="956"/>
            </a:xfrm>
            <a:prstGeom prst="rect">
              <a:avLst/>
            </a:prstGeom>
            <a:gradFill rotWithShape="1">
              <a:gsLst>
                <a:gs pos="0">
                  <a:srgbClr val="CCFFCC"/>
                </a:gs>
                <a:gs pos="100000">
                  <a:schemeClr val="bg1"/>
                </a:gs>
              </a:gsLst>
              <a:path path="rect">
                <a:fillToRect l="100000" b="100000"/>
              </a:path>
              <a:tileRect/>
            </a:gradFill>
            <a:ln w="9525" cap="flat" cmpd="sng">
              <a:solidFill>
                <a:srgbClr val="808080"/>
              </a:solidFill>
              <a:prstDash val="solid"/>
              <a:miter/>
              <a:headEnd type="none" w="med" len="med"/>
              <a:tailEnd type="none" w="med" len="med"/>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20000"/>
                </a:lnSpc>
                <a:spcBef>
                  <a:spcPct val="0"/>
                </a:spcBef>
                <a:buClr>
                  <a:srgbClr val="0000FF"/>
                </a:buClr>
                <a:buSzPct val="50000"/>
                <a:buNone/>
              </a:pPr>
              <a:endParaRPr lang="en-US" altLang="zh-CN" sz="2500" b="1" dirty="0">
                <a:solidFill>
                  <a:schemeClr val="accent2"/>
                </a:solidFill>
                <a:latin typeface="Times New Roman" panose="02020603050405020304" pitchFamily="18" charset="0"/>
              </a:endParaRPr>
            </a:p>
            <a:p>
              <a:pPr marL="0" lvl="0" indent="0" eaLnBrk="1" hangingPunct="1">
                <a:lnSpc>
                  <a:spcPct val="110000"/>
                </a:lnSpc>
                <a:spcBef>
                  <a:spcPct val="20000"/>
                </a:spcBef>
                <a:buClr>
                  <a:srgbClr val="0000FF"/>
                </a:buClr>
                <a:buSzPct val="50000"/>
                <a:buFont typeface="Wingdings" panose="05000000000000000000" pitchFamily="2" charset="2"/>
                <a:buChar char="n"/>
              </a:pPr>
              <a:r>
                <a:rPr lang="en-US" altLang="zh-CN" sz="2500" b="1" dirty="0">
                  <a:solidFill>
                    <a:schemeClr val="accent2"/>
                  </a:solidFill>
                  <a:latin typeface="Times New Roman" panose="02020603050405020304" pitchFamily="18" charset="0"/>
                </a:rPr>
                <a:t> </a:t>
              </a:r>
              <a:r>
                <a:rPr lang="zh-CN" altLang="en-US" sz="2500" b="1" dirty="0">
                  <a:solidFill>
                    <a:schemeClr val="accent2"/>
                  </a:solidFill>
                  <a:latin typeface="Times New Roman" panose="02020603050405020304" pitchFamily="18" charset="0"/>
                </a:rPr>
                <a:t>假言推理</a:t>
              </a:r>
              <a:r>
                <a:rPr lang="zh-CN" altLang="en-US" sz="2500" b="1" dirty="0">
                  <a:latin typeface="Times New Roman" panose="02020603050405020304" pitchFamily="18" charset="0"/>
                </a:rPr>
                <a:t>：  </a:t>
              </a:r>
              <a:r>
                <a:rPr lang="en-US" altLang="zh-CN" sz="2500" b="1" i="1" dirty="0">
                  <a:solidFill>
                    <a:schemeClr val="folHlink"/>
                  </a:solidFill>
                  <a:latin typeface="Times New Roman" panose="02020603050405020304" pitchFamily="18" charset="0"/>
                </a:rPr>
                <a:t>P</a:t>
              </a:r>
              <a:r>
                <a:rPr lang="en-US" altLang="zh-CN" sz="2500" b="1" dirty="0">
                  <a:latin typeface="Times New Roman" panose="02020603050405020304" pitchFamily="18" charset="0"/>
                </a:rPr>
                <a:t>,   </a:t>
              </a:r>
              <a:r>
                <a:rPr lang="en-US" altLang="zh-CN" sz="2500" b="1" i="1" dirty="0">
                  <a:solidFill>
                    <a:schemeClr val="folHlink"/>
                  </a:solidFill>
                  <a:latin typeface="Times New Roman" panose="02020603050405020304" pitchFamily="18" charset="0"/>
                </a:rPr>
                <a:t>P</a:t>
              </a:r>
              <a:r>
                <a:rPr lang="en-US" altLang="zh-CN" sz="2500" b="1" dirty="0">
                  <a:solidFill>
                    <a:schemeClr val="folHlink"/>
                  </a:solidFill>
                  <a:latin typeface="Times New Roman" panose="02020603050405020304" pitchFamily="18" charset="0"/>
                </a:rPr>
                <a:t>→</a:t>
              </a:r>
              <a:r>
                <a:rPr lang="en-US" altLang="zh-CN" sz="2500" b="1" i="1" dirty="0">
                  <a:solidFill>
                    <a:schemeClr val="folHlink"/>
                  </a:solidFill>
                  <a:latin typeface="Times New Roman" panose="02020603050405020304" pitchFamily="18" charset="0"/>
                </a:rPr>
                <a:t>Q</a:t>
              </a:r>
              <a:r>
                <a:rPr lang="en-US" altLang="zh-CN" sz="2500" b="1" dirty="0">
                  <a:latin typeface="Times New Roman" panose="02020603050405020304" pitchFamily="18" charset="0"/>
                </a:rPr>
                <a:t>         </a:t>
              </a:r>
              <a:r>
                <a:rPr lang="en-US" altLang="zh-CN" sz="2500" b="1" i="1" dirty="0">
                  <a:solidFill>
                    <a:schemeClr val="folHlink"/>
                  </a:solidFill>
                  <a:latin typeface="Times New Roman" panose="02020603050405020304" pitchFamily="18" charset="0"/>
                </a:rPr>
                <a:t>Q</a:t>
              </a:r>
              <a:r>
                <a:rPr lang="en-US" altLang="zh-CN" sz="2500" b="1" dirty="0">
                  <a:latin typeface="Times New Roman" panose="02020603050405020304" pitchFamily="18" charset="0"/>
                </a:rPr>
                <a:t> </a:t>
              </a:r>
              <a:endParaRPr lang="en-US" altLang="zh-CN" sz="2500" b="1" dirty="0">
                <a:latin typeface="Times New Roman" panose="02020603050405020304" pitchFamily="18" charset="0"/>
              </a:endParaRPr>
            </a:p>
            <a:p>
              <a:pPr marL="0" lvl="0" indent="0" eaLnBrk="1" hangingPunct="1">
                <a:lnSpc>
                  <a:spcPct val="110000"/>
                </a:lnSpc>
                <a:spcBef>
                  <a:spcPct val="70000"/>
                </a:spcBef>
                <a:buClr>
                  <a:srgbClr val="0000FF"/>
                </a:buClr>
                <a:buSzPct val="50000"/>
                <a:buFont typeface="Wingdings" panose="05000000000000000000" pitchFamily="2" charset="2"/>
                <a:buChar char="n"/>
              </a:pPr>
              <a:r>
                <a:rPr lang="en-US" altLang="zh-CN" sz="2400" b="1" dirty="0">
                  <a:latin typeface="Times New Roman" panose="02020603050405020304" pitchFamily="18" charset="0"/>
                </a:rPr>
                <a:t> “</a:t>
              </a:r>
              <a:r>
                <a:rPr lang="zh-CN" altLang="en-US" sz="2400" b="1" dirty="0">
                  <a:solidFill>
                    <a:schemeClr val="folHlink"/>
                  </a:solidFill>
                  <a:latin typeface="Times New Roman" panose="02020603050405020304" pitchFamily="18" charset="0"/>
                </a:rPr>
                <a:t>如果</a:t>
              </a:r>
              <a:r>
                <a:rPr lang="en-US" altLang="zh-CN" sz="2500" b="1" i="1" dirty="0">
                  <a:solidFill>
                    <a:schemeClr val="folHlink"/>
                  </a:solidFill>
                  <a:latin typeface="Times New Roman" panose="02020603050405020304" pitchFamily="18" charset="0"/>
                </a:rPr>
                <a:t>x</a:t>
              </a:r>
              <a:r>
                <a:rPr lang="zh-CN" altLang="en-US" sz="2400" b="1" dirty="0">
                  <a:solidFill>
                    <a:schemeClr val="folHlink"/>
                  </a:solidFill>
                  <a:latin typeface="Times New Roman" panose="02020603050405020304" pitchFamily="18" charset="0"/>
                </a:rPr>
                <a:t>是金属，则</a:t>
              </a:r>
              <a:r>
                <a:rPr lang="en-US" altLang="zh-CN" sz="2500" b="1" i="1" dirty="0">
                  <a:solidFill>
                    <a:schemeClr val="folHlink"/>
                  </a:solidFill>
                  <a:latin typeface="Times New Roman" panose="02020603050405020304" pitchFamily="18" charset="0"/>
                </a:rPr>
                <a:t>x</a:t>
              </a:r>
              <a:r>
                <a:rPr lang="zh-CN" altLang="en-US" sz="2400" b="1" dirty="0">
                  <a:solidFill>
                    <a:schemeClr val="folHlink"/>
                  </a:solidFill>
                  <a:latin typeface="Times New Roman" panose="02020603050405020304" pitchFamily="18" charset="0"/>
                </a:rPr>
                <a:t>能导电</a:t>
              </a:r>
              <a:r>
                <a:rPr lang="zh-CN" altLang="en-US" sz="2400" b="1" dirty="0">
                  <a:latin typeface="Times New Roman" panose="02020603050405020304" pitchFamily="18" charset="0"/>
                </a:rPr>
                <a:t>” </a:t>
              </a:r>
              <a:r>
                <a:rPr lang="en-US" altLang="zh-CN" sz="2400" b="1" dirty="0">
                  <a:latin typeface="Times New Roman" panose="02020603050405020304" pitchFamily="18" charset="0"/>
                </a:rPr>
                <a:t>, “</a:t>
              </a:r>
              <a:r>
                <a:rPr lang="zh-CN" altLang="en-US" sz="2400" b="1" dirty="0">
                  <a:solidFill>
                    <a:schemeClr val="folHlink"/>
                  </a:solidFill>
                  <a:latin typeface="Times New Roman" panose="02020603050405020304" pitchFamily="18" charset="0"/>
                </a:rPr>
                <a:t>铜是金属</a:t>
              </a:r>
              <a:r>
                <a:rPr lang="zh-CN" altLang="en-US" sz="2400" b="1" dirty="0">
                  <a:latin typeface="Times New Roman" panose="02020603050405020304" pitchFamily="18" charset="0"/>
                </a:rPr>
                <a:t>” 推出 “</a:t>
              </a:r>
              <a:r>
                <a:rPr lang="zh-CN" altLang="en-US" sz="2400" b="1" dirty="0">
                  <a:solidFill>
                    <a:srgbClr val="660066"/>
                  </a:solidFill>
                  <a:latin typeface="Times New Roman" panose="02020603050405020304" pitchFamily="18" charset="0"/>
                </a:rPr>
                <a:t>铜能导电</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a:p>
              <a:pPr marL="0" lvl="0" indent="0" eaLnBrk="1" hangingPunct="1">
                <a:lnSpc>
                  <a:spcPct val="30000"/>
                </a:lnSpc>
                <a:spcBef>
                  <a:spcPct val="0"/>
                </a:spcBef>
                <a:buClr>
                  <a:srgbClr val="0000FF"/>
                </a:buClr>
                <a:buSzPct val="50000"/>
                <a:buNone/>
              </a:pPr>
              <a:r>
                <a:rPr lang="zh-CN" altLang="en-US" sz="2400" b="1" dirty="0">
                  <a:latin typeface="Times New Roman" panose="02020603050405020304" pitchFamily="18" charset="0"/>
                </a:rPr>
                <a:t>                    </a:t>
              </a:r>
              <a:endParaRPr lang="zh-CN" altLang="en-US" sz="2400" b="1" dirty="0">
                <a:solidFill>
                  <a:srgbClr val="0000FF"/>
                </a:solidFill>
                <a:latin typeface="Times New Roman" panose="02020603050405020304" pitchFamily="18" charset="0"/>
              </a:endParaRPr>
            </a:p>
          </p:txBody>
        </p:sp>
        <p:graphicFrame>
          <p:nvGraphicFramePr>
            <p:cNvPr id="58385" name="Object 8"/>
            <p:cNvGraphicFramePr>
              <a:graphicFrameLocks noChangeAspect="1"/>
            </p:cNvGraphicFramePr>
            <p:nvPr/>
          </p:nvGraphicFramePr>
          <p:xfrm>
            <a:off x="2544" y="1968"/>
            <a:ext cx="240" cy="192"/>
          </p:xfrm>
          <a:graphic>
            <a:graphicData uri="http://schemas.openxmlformats.org/presentationml/2006/ole">
              <mc:AlternateContent xmlns:mc="http://schemas.openxmlformats.org/markup-compatibility/2006">
                <mc:Choice xmlns:v="urn:schemas-microsoft-com:vml" Requires="v">
                  <p:oleObj spid="_x0000_s3081" name="" r:id="rId2" imgW="3295650" imgH="2628900" progId="Equation.3">
                    <p:embed/>
                  </p:oleObj>
                </mc:Choice>
                <mc:Fallback>
                  <p:oleObj name="" r:id="rId2" imgW="3295650" imgH="2628900" progId="Equation.3">
                    <p:embed/>
                    <p:pic>
                      <p:nvPicPr>
                        <p:cNvPr id="0" name="图片 3080"/>
                        <p:cNvPicPr/>
                        <p:nvPr/>
                      </p:nvPicPr>
                      <p:blipFill>
                        <a:blip r:embed="rId3"/>
                        <a:stretch>
                          <a:fillRect/>
                        </a:stretch>
                      </p:blipFill>
                      <p:spPr>
                        <a:xfrm>
                          <a:off x="2544" y="1968"/>
                          <a:ext cx="240" cy="192"/>
                        </a:xfrm>
                        <a:prstGeom prst="rect">
                          <a:avLst/>
                        </a:prstGeom>
                        <a:noFill/>
                        <a:ln w="38100">
                          <a:noFill/>
                          <a:miter/>
                        </a:ln>
                      </p:spPr>
                    </p:pic>
                  </p:oleObj>
                </mc:Fallback>
              </mc:AlternateContent>
            </a:graphicData>
          </a:graphic>
        </p:graphicFrame>
        <p:sp>
          <p:nvSpPr>
            <p:cNvPr id="58386" name="Rectangle 11"/>
            <p:cNvSpPr/>
            <p:nvPr/>
          </p:nvSpPr>
          <p:spPr>
            <a:xfrm>
              <a:off x="0" y="2127"/>
              <a:ext cx="576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grpSp>
        <p:nvGrpSpPr>
          <p:cNvPr id="3" name="Group 20"/>
          <p:cNvGrpSpPr/>
          <p:nvPr/>
        </p:nvGrpSpPr>
        <p:grpSpPr>
          <a:xfrm>
            <a:off x="457200" y="4651375"/>
            <a:ext cx="8435975" cy="1379538"/>
            <a:chOff x="288" y="2930"/>
            <a:chExt cx="5314" cy="869"/>
          </a:xfrm>
        </p:grpSpPr>
        <p:sp>
          <p:nvSpPr>
            <p:cNvPr id="58382" name="Rectangle 17"/>
            <p:cNvSpPr/>
            <p:nvPr/>
          </p:nvSpPr>
          <p:spPr>
            <a:xfrm>
              <a:off x="288" y="2930"/>
              <a:ext cx="5314" cy="869"/>
            </a:xfrm>
            <a:prstGeom prst="rect">
              <a:avLst/>
            </a:prstGeom>
            <a:gradFill rotWithShape="1">
              <a:gsLst>
                <a:gs pos="0">
                  <a:srgbClr val="FFFF99"/>
                </a:gs>
                <a:gs pos="100000">
                  <a:schemeClr val="bg1"/>
                </a:gs>
              </a:gsLst>
              <a:path path="rect">
                <a:fillToRect l="100000" t="100000"/>
              </a:path>
              <a:tileRect/>
            </a:gradFill>
            <a:ln w="9525" cap="flat" cmpd="sng">
              <a:solidFill>
                <a:srgbClr val="808080"/>
              </a:solidFill>
              <a:prstDash val="solid"/>
              <a:miter/>
              <a:headEnd type="none" w="med" len="med"/>
              <a:tailEnd type="none" w="med" len="med"/>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30000"/>
                </a:lnSpc>
                <a:spcBef>
                  <a:spcPct val="0"/>
                </a:spcBef>
                <a:buClr>
                  <a:srgbClr val="0000FF"/>
                </a:buClr>
                <a:buSzPct val="50000"/>
                <a:buNone/>
              </a:pPr>
              <a:r>
                <a:rPr lang="en-US" altLang="zh-CN" sz="2500" b="1" dirty="0">
                  <a:solidFill>
                    <a:schemeClr val="accent2"/>
                  </a:solidFill>
                  <a:latin typeface="Times New Roman" panose="02020603050405020304" pitchFamily="18" charset="0"/>
                </a:rPr>
                <a:t> </a:t>
              </a:r>
              <a:endParaRPr lang="en-US" altLang="zh-CN" sz="2500" b="1" dirty="0">
                <a:solidFill>
                  <a:schemeClr val="accent2"/>
                </a:solidFill>
                <a:latin typeface="Times New Roman" panose="02020603050405020304" pitchFamily="18" charset="0"/>
              </a:endParaRPr>
            </a:p>
            <a:p>
              <a:pPr marL="0" lvl="0" indent="0" eaLnBrk="1" hangingPunct="1">
                <a:lnSpc>
                  <a:spcPct val="150000"/>
                </a:lnSpc>
                <a:spcBef>
                  <a:spcPct val="0"/>
                </a:spcBef>
                <a:buClr>
                  <a:srgbClr val="0000FF"/>
                </a:buClr>
                <a:buSzPct val="50000"/>
                <a:buFont typeface="Wingdings" panose="05000000000000000000" pitchFamily="2" charset="2"/>
                <a:buChar char="n"/>
              </a:pPr>
              <a:r>
                <a:rPr lang="en-US" altLang="zh-CN" sz="2500" b="1" dirty="0">
                  <a:solidFill>
                    <a:schemeClr val="accent2"/>
                  </a:solidFill>
                  <a:latin typeface="Times New Roman" panose="02020603050405020304" pitchFamily="18" charset="0"/>
                </a:rPr>
                <a:t> </a:t>
              </a:r>
              <a:r>
                <a:rPr lang="zh-CN" altLang="en-US" sz="2500" b="1" dirty="0">
                  <a:solidFill>
                    <a:schemeClr val="accent2"/>
                  </a:solidFill>
                  <a:latin typeface="Times New Roman" panose="02020603050405020304" pitchFamily="18" charset="0"/>
                </a:rPr>
                <a:t>拒取式推理</a:t>
              </a:r>
              <a:r>
                <a:rPr lang="zh-CN" altLang="en-US" sz="2500" b="1" dirty="0">
                  <a:latin typeface="Times New Roman" panose="02020603050405020304" pitchFamily="18" charset="0"/>
                </a:rPr>
                <a:t>： </a:t>
              </a:r>
              <a:r>
                <a:rPr lang="en-US" altLang="zh-CN" sz="2500" b="1" i="1" dirty="0">
                  <a:solidFill>
                    <a:schemeClr val="folHlink"/>
                  </a:solidFill>
                  <a:latin typeface="Times New Roman" panose="02020603050405020304" pitchFamily="18" charset="0"/>
                </a:rPr>
                <a:t>P</a:t>
              </a:r>
              <a:r>
                <a:rPr lang="en-US" altLang="zh-CN" sz="2500" b="1" dirty="0">
                  <a:solidFill>
                    <a:schemeClr val="folHlink"/>
                  </a:solidFill>
                  <a:latin typeface="Times New Roman" panose="02020603050405020304" pitchFamily="18" charset="0"/>
                </a:rPr>
                <a:t>→</a:t>
              </a:r>
              <a:r>
                <a:rPr lang="en-US" altLang="zh-CN" sz="2500" b="1" i="1" dirty="0">
                  <a:solidFill>
                    <a:schemeClr val="folHlink"/>
                  </a:solidFill>
                  <a:latin typeface="Times New Roman" panose="02020603050405020304" pitchFamily="18" charset="0"/>
                </a:rPr>
                <a:t>Q</a:t>
              </a:r>
              <a:r>
                <a:rPr lang="en-US" altLang="zh-CN" sz="2500" b="1" dirty="0">
                  <a:latin typeface="Times New Roman" panose="02020603050405020304" pitchFamily="18" charset="0"/>
                </a:rPr>
                <a:t>,  </a:t>
              </a:r>
              <a:r>
                <a:rPr lang="en-US" altLang="zh-CN" sz="1800" b="1" dirty="0">
                  <a:solidFill>
                    <a:schemeClr val="folHlink"/>
                  </a:solidFill>
                  <a:latin typeface="Times New Roman" panose="02020603050405020304" pitchFamily="18" charset="0"/>
                </a:rPr>
                <a:t>﹁</a:t>
              </a:r>
              <a:r>
                <a:rPr lang="en-US" altLang="zh-CN" sz="2500" b="1" i="1" dirty="0">
                  <a:solidFill>
                    <a:schemeClr val="folHlink"/>
                  </a:solidFill>
                  <a:latin typeface="Times New Roman" panose="02020603050405020304" pitchFamily="18" charset="0"/>
                </a:rPr>
                <a:t>Q</a:t>
              </a:r>
              <a:r>
                <a:rPr lang="en-US" altLang="zh-CN" sz="2500" b="1" dirty="0">
                  <a:latin typeface="Times New Roman" panose="02020603050405020304" pitchFamily="18" charset="0"/>
                </a:rPr>
                <a:t>          </a:t>
              </a:r>
              <a:r>
                <a:rPr lang="en-US" altLang="zh-CN" sz="1800" b="1" dirty="0">
                  <a:solidFill>
                    <a:srgbClr val="660066"/>
                  </a:solidFill>
                  <a:latin typeface="Times New Roman" panose="02020603050405020304" pitchFamily="18" charset="0"/>
                </a:rPr>
                <a:t>﹁</a:t>
              </a:r>
              <a:r>
                <a:rPr lang="en-US" altLang="zh-CN" sz="2500" b="1" i="1" dirty="0">
                  <a:solidFill>
                    <a:schemeClr val="folHlink"/>
                  </a:solidFill>
                  <a:latin typeface="Times New Roman" panose="02020603050405020304" pitchFamily="18" charset="0"/>
                </a:rPr>
                <a:t>P</a:t>
              </a:r>
              <a:endParaRPr lang="en-US" altLang="zh-CN" sz="2500" b="1" i="1" dirty="0">
                <a:solidFill>
                  <a:schemeClr val="folHlink"/>
                </a:solidFill>
                <a:latin typeface="Times New Roman" panose="02020603050405020304" pitchFamily="18" charset="0"/>
              </a:endParaRPr>
            </a:p>
            <a:p>
              <a:pPr marL="0" lvl="0" indent="0" eaLnBrk="1" hangingPunct="1">
                <a:lnSpc>
                  <a:spcPct val="150000"/>
                </a:lnSpc>
                <a:spcBef>
                  <a:spcPct val="30000"/>
                </a:spcBef>
                <a:buClr>
                  <a:srgbClr val="0000FF"/>
                </a:buClr>
                <a:buSzPct val="50000"/>
                <a:buFont typeface="Wingdings" panose="05000000000000000000" pitchFamily="2" charset="2"/>
                <a:buChar char="n"/>
              </a:pPr>
              <a:r>
                <a:rPr lang="en-US" altLang="zh-CN" sz="2400" b="1" dirty="0">
                  <a:latin typeface="Times New Roman" panose="02020603050405020304" pitchFamily="18" charset="0"/>
                </a:rPr>
                <a:t> “</a:t>
              </a:r>
              <a:r>
                <a:rPr lang="zh-CN" altLang="en-US" sz="2400" b="1" dirty="0">
                  <a:solidFill>
                    <a:schemeClr val="folHlink"/>
                  </a:solidFill>
                  <a:latin typeface="Times New Roman" panose="02020603050405020304" pitchFamily="18" charset="0"/>
                </a:rPr>
                <a:t>如果下雨，则地下就湿</a:t>
              </a:r>
              <a:r>
                <a:rPr lang="zh-CN" altLang="en-US" sz="2400" b="1" dirty="0">
                  <a:latin typeface="Times New Roman" panose="02020603050405020304" pitchFamily="18" charset="0"/>
                </a:rPr>
                <a:t>” </a:t>
              </a:r>
              <a:r>
                <a:rPr lang="en-US" altLang="zh-CN" sz="2400" b="1" dirty="0">
                  <a:latin typeface="Times New Roman" panose="02020603050405020304" pitchFamily="18" charset="0"/>
                </a:rPr>
                <a:t>, “</a:t>
              </a:r>
              <a:r>
                <a:rPr lang="zh-CN" altLang="en-US" sz="2400" b="1" dirty="0">
                  <a:solidFill>
                    <a:schemeClr val="folHlink"/>
                  </a:solidFill>
                  <a:latin typeface="Times New Roman" panose="02020603050405020304" pitchFamily="18" charset="0"/>
                </a:rPr>
                <a:t>地上不湿</a:t>
              </a:r>
              <a:r>
                <a:rPr lang="zh-CN" altLang="en-US" sz="2400" b="1" dirty="0">
                  <a:latin typeface="Times New Roman" panose="02020603050405020304" pitchFamily="18" charset="0"/>
                </a:rPr>
                <a:t>” 推出 “</a:t>
              </a:r>
              <a:r>
                <a:rPr lang="zh-CN" altLang="en-US" sz="2400" b="1" dirty="0">
                  <a:solidFill>
                    <a:srgbClr val="660066"/>
                  </a:solidFill>
                  <a:latin typeface="Times New Roman" panose="02020603050405020304" pitchFamily="18" charset="0"/>
                </a:rPr>
                <a:t>没有下雨</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graphicFrame>
          <p:nvGraphicFramePr>
            <p:cNvPr id="58383" name="Object 14"/>
            <p:cNvGraphicFramePr>
              <a:graphicFrameLocks noChangeAspect="1"/>
            </p:cNvGraphicFramePr>
            <p:nvPr/>
          </p:nvGraphicFramePr>
          <p:xfrm>
            <a:off x="2784" y="3168"/>
            <a:ext cx="240" cy="192"/>
          </p:xfrm>
          <a:graphic>
            <a:graphicData uri="http://schemas.openxmlformats.org/presentationml/2006/ole">
              <mc:AlternateContent xmlns:mc="http://schemas.openxmlformats.org/markup-compatibility/2006">
                <mc:Choice xmlns:v="urn:schemas-microsoft-com:vml" Requires="v">
                  <p:oleObj spid="_x0000_s3082" name="" r:id="rId4" imgW="3295650" imgH="2628900" progId="Equation.3">
                    <p:embed/>
                  </p:oleObj>
                </mc:Choice>
                <mc:Fallback>
                  <p:oleObj name="" r:id="rId4" imgW="3295650" imgH="2628900" progId="Equation.3">
                    <p:embed/>
                    <p:pic>
                      <p:nvPicPr>
                        <p:cNvPr id="0" name="图片 3081"/>
                        <p:cNvPicPr/>
                        <p:nvPr/>
                      </p:nvPicPr>
                      <p:blipFill>
                        <a:blip r:embed="rId3"/>
                        <a:stretch>
                          <a:fillRect/>
                        </a:stretch>
                      </p:blipFill>
                      <p:spPr>
                        <a:xfrm>
                          <a:off x="2784" y="3168"/>
                          <a:ext cx="240" cy="192"/>
                        </a:xfrm>
                        <a:prstGeom prst="rect">
                          <a:avLst/>
                        </a:prstGeom>
                        <a:noFill/>
                        <a:ln w="38100">
                          <a:noFill/>
                          <a:miter/>
                        </a:ln>
                      </p:spPr>
                    </p:pic>
                  </p:oleObj>
                </mc:Fallback>
              </mc:AlternateContent>
            </a:graphicData>
          </a:graphic>
        </p:graphicFrame>
      </p:grpSp>
      <p:sp>
        <p:nvSpPr>
          <p:cNvPr id="21526" name="Line 22"/>
          <p:cNvSpPr/>
          <p:nvPr/>
        </p:nvSpPr>
        <p:spPr>
          <a:xfrm flipV="1">
            <a:off x="2819400" y="3352800"/>
            <a:ext cx="609600" cy="381000"/>
          </a:xfrm>
          <a:prstGeom prst="line">
            <a:avLst/>
          </a:prstGeom>
          <a:ln w="38100" cap="flat" cmpd="sng">
            <a:solidFill>
              <a:schemeClr val="accent2"/>
            </a:solidFill>
            <a:prstDash val="solid"/>
            <a:headEnd type="triangle" w="med" len="med"/>
            <a:tailEnd type="triangle" w="med" len="med"/>
          </a:ln>
        </p:spPr>
      </p:sp>
      <p:sp>
        <p:nvSpPr>
          <p:cNvPr id="21527" name="Line 23"/>
          <p:cNvSpPr/>
          <p:nvPr/>
        </p:nvSpPr>
        <p:spPr>
          <a:xfrm flipV="1">
            <a:off x="2286000" y="5257800"/>
            <a:ext cx="838200" cy="457200"/>
          </a:xfrm>
          <a:prstGeom prst="line">
            <a:avLst/>
          </a:prstGeom>
          <a:ln w="38100" cap="flat" cmpd="sng">
            <a:solidFill>
              <a:schemeClr val="accent2"/>
            </a:solidFill>
            <a:prstDash val="solid"/>
            <a:headEnd type="triangle" w="med" len="med"/>
            <a:tailEnd type="triangle" w="med" len="med"/>
          </a:ln>
        </p:spPr>
      </p:sp>
      <p:sp>
        <p:nvSpPr>
          <p:cNvPr id="21528" name="Line 24"/>
          <p:cNvSpPr/>
          <p:nvPr/>
        </p:nvSpPr>
        <p:spPr>
          <a:xfrm rot="-7849286" flipV="1">
            <a:off x="5018088" y="2713038"/>
            <a:ext cx="2073275" cy="1595437"/>
          </a:xfrm>
          <a:prstGeom prst="line">
            <a:avLst/>
          </a:prstGeom>
          <a:ln w="38100" cap="flat" cmpd="sng">
            <a:solidFill>
              <a:schemeClr val="accent2"/>
            </a:solidFill>
            <a:prstDash val="solid"/>
            <a:headEnd type="triangle" w="med" len="med"/>
            <a:tailEnd type="triangle" w="med" len="med"/>
          </a:ln>
        </p:spPr>
      </p:sp>
      <p:sp>
        <p:nvSpPr>
          <p:cNvPr id="21530" name="Line 26"/>
          <p:cNvSpPr/>
          <p:nvPr/>
        </p:nvSpPr>
        <p:spPr>
          <a:xfrm rot="-7849286" flipV="1">
            <a:off x="5495925" y="4708525"/>
            <a:ext cx="1855788" cy="1546225"/>
          </a:xfrm>
          <a:prstGeom prst="line">
            <a:avLst/>
          </a:prstGeom>
          <a:ln w="38100" cap="flat" cmpd="sng">
            <a:solidFill>
              <a:schemeClr val="accent2"/>
            </a:solidFill>
            <a:prstDash val="solid"/>
            <a:headEnd type="triangle" w="med" len="med"/>
            <a:tailEnd type="triangle" w="med" len="med"/>
          </a:ln>
        </p:spPr>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1526"/>
                                        </p:tgtEl>
                                        <p:attrNameLst>
                                          <p:attrName>style.visibility</p:attrName>
                                        </p:attrNameLst>
                                      </p:cBhvr>
                                      <p:to>
                                        <p:strVal val="visible"/>
                                      </p:to>
                                    </p:set>
                                    <p:anim calcmode="lin" valueType="num">
                                      <p:cBhvr>
                                        <p:cTn id="7" dur="1000" fill="hold"/>
                                        <p:tgtEl>
                                          <p:spTgt spid="21526"/>
                                        </p:tgtEl>
                                        <p:attrNameLst>
                                          <p:attrName>ppt_w</p:attrName>
                                        </p:attrNameLst>
                                      </p:cBhvr>
                                      <p:tavLst>
                                        <p:tav tm="0">
                                          <p:val>
                                            <p:strVal val="#ppt_w*0.70"/>
                                          </p:val>
                                        </p:tav>
                                        <p:tav tm="100000">
                                          <p:val>
                                            <p:strVal val="#ppt_w"/>
                                          </p:val>
                                        </p:tav>
                                      </p:tavLst>
                                    </p:anim>
                                    <p:anim calcmode="lin" valueType="num">
                                      <p:cBhvr>
                                        <p:cTn id="8" dur="1000" fill="hold"/>
                                        <p:tgtEl>
                                          <p:spTgt spid="21526"/>
                                        </p:tgtEl>
                                        <p:attrNameLst>
                                          <p:attrName>ppt_h</p:attrName>
                                        </p:attrNameLst>
                                      </p:cBhvr>
                                      <p:tavLst>
                                        <p:tav tm="0">
                                          <p:val>
                                            <p:strVal val="#ppt_h"/>
                                          </p:val>
                                        </p:tav>
                                        <p:tav tm="100000">
                                          <p:val>
                                            <p:strVal val="#ppt_h"/>
                                          </p:val>
                                        </p:tav>
                                      </p:tavLst>
                                    </p:anim>
                                    <p:animEffect transition="in" filter="fade">
                                      <p:cBhvr>
                                        <p:cTn id="9" dur="1000"/>
                                        <p:tgtEl>
                                          <p:spTgt spid="21526"/>
                                        </p:tgtEl>
                                      </p:cBhvr>
                                    </p:animEffect>
                                  </p:childTnLst>
                                  <p:subTnLst>
                                    <p:set>
                                      <p:cBhvr override="childStyle">
                                        <p:cTn dur="1" fill="hold" display="0" masterRel="nextClick" afterEffect="1"/>
                                        <p:tgtEl>
                                          <p:spTgt spid="21526"/>
                                        </p:tgtEl>
                                        <p:attrNameLst>
                                          <p:attrName>style.visibility</p:attrName>
                                        </p:attrNameLst>
                                      </p:cBhvr>
                                      <p:to>
                                        <p:strVal val="hidden"/>
                                      </p:to>
                                    </p:set>
                                  </p:sub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21528"/>
                                        </p:tgtEl>
                                        <p:attrNameLst>
                                          <p:attrName>style.visibility</p:attrName>
                                        </p:attrNameLst>
                                      </p:cBhvr>
                                      <p:to>
                                        <p:strVal val="visible"/>
                                      </p:to>
                                    </p:set>
                                    <p:anim calcmode="lin" valueType="num">
                                      <p:cBhvr>
                                        <p:cTn id="14" dur="1000" fill="hold"/>
                                        <p:tgtEl>
                                          <p:spTgt spid="21528"/>
                                        </p:tgtEl>
                                        <p:attrNameLst>
                                          <p:attrName>ppt_w</p:attrName>
                                        </p:attrNameLst>
                                      </p:cBhvr>
                                      <p:tavLst>
                                        <p:tav tm="0">
                                          <p:val>
                                            <p:strVal val="#ppt_w*0.70"/>
                                          </p:val>
                                        </p:tav>
                                        <p:tav tm="100000">
                                          <p:val>
                                            <p:strVal val="#ppt_w"/>
                                          </p:val>
                                        </p:tav>
                                      </p:tavLst>
                                    </p:anim>
                                    <p:anim calcmode="lin" valueType="num">
                                      <p:cBhvr>
                                        <p:cTn id="15" dur="1000" fill="hold"/>
                                        <p:tgtEl>
                                          <p:spTgt spid="21528"/>
                                        </p:tgtEl>
                                        <p:attrNameLst>
                                          <p:attrName>ppt_h</p:attrName>
                                        </p:attrNameLst>
                                      </p:cBhvr>
                                      <p:tavLst>
                                        <p:tav tm="0">
                                          <p:val>
                                            <p:strVal val="#ppt_h"/>
                                          </p:val>
                                        </p:tav>
                                        <p:tav tm="100000">
                                          <p:val>
                                            <p:strVal val="#ppt_h"/>
                                          </p:val>
                                        </p:tav>
                                      </p:tavLst>
                                    </p:anim>
                                    <p:animEffect transition="in" filter="fade">
                                      <p:cBhvr>
                                        <p:cTn id="16" dur="1000"/>
                                        <p:tgtEl>
                                          <p:spTgt spid="21528"/>
                                        </p:tgtEl>
                                      </p:cBhvr>
                                    </p:animEffect>
                                  </p:childTnLst>
                                  <p:subTnLst>
                                    <p:set>
                                      <p:cBhvr override="childStyle">
                                        <p:cTn dur="1" fill="hold" display="0" masterRel="nextClick" afterEffect="1"/>
                                        <p:tgtEl>
                                          <p:spTgt spid="21528"/>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p:cTn id="21" dur="1000" fill="hold"/>
                                        <p:tgtEl>
                                          <p:spTgt spid="3"/>
                                        </p:tgtEl>
                                        <p:attrNameLst>
                                          <p:attrName>ppt_w</p:attrName>
                                        </p:attrNameLst>
                                      </p:cBhvr>
                                      <p:tavLst>
                                        <p:tav tm="0">
                                          <p:val>
                                            <p:strVal val="#ppt_w*0.70"/>
                                          </p:val>
                                        </p:tav>
                                        <p:tav tm="100000">
                                          <p:val>
                                            <p:strVal val="#ppt_w"/>
                                          </p:val>
                                        </p:tav>
                                      </p:tavLst>
                                    </p:anim>
                                    <p:anim calcmode="lin" valueType="num">
                                      <p:cBhvr>
                                        <p:cTn id="22" dur="1000" fill="hold"/>
                                        <p:tgtEl>
                                          <p:spTgt spid="3"/>
                                        </p:tgtEl>
                                        <p:attrNameLst>
                                          <p:attrName>ppt_h</p:attrName>
                                        </p:attrNameLst>
                                      </p:cBhvr>
                                      <p:tavLst>
                                        <p:tav tm="0">
                                          <p:val>
                                            <p:strVal val="#ppt_h"/>
                                          </p:val>
                                        </p:tav>
                                        <p:tav tm="100000">
                                          <p:val>
                                            <p:strVal val="#ppt_h"/>
                                          </p:val>
                                        </p:tav>
                                      </p:tavLst>
                                    </p:anim>
                                    <p:animEffect transition="in" filter="fade">
                                      <p:cBhvr>
                                        <p:cTn id="23" dur="10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21527"/>
                                        </p:tgtEl>
                                        <p:attrNameLst>
                                          <p:attrName>style.visibility</p:attrName>
                                        </p:attrNameLst>
                                      </p:cBhvr>
                                      <p:to>
                                        <p:strVal val="visible"/>
                                      </p:to>
                                    </p:set>
                                    <p:anim calcmode="lin" valueType="num">
                                      <p:cBhvr>
                                        <p:cTn id="28" dur="1000" fill="hold"/>
                                        <p:tgtEl>
                                          <p:spTgt spid="21527"/>
                                        </p:tgtEl>
                                        <p:attrNameLst>
                                          <p:attrName>ppt_w</p:attrName>
                                        </p:attrNameLst>
                                      </p:cBhvr>
                                      <p:tavLst>
                                        <p:tav tm="0">
                                          <p:val>
                                            <p:strVal val="#ppt_w*0.70"/>
                                          </p:val>
                                        </p:tav>
                                        <p:tav tm="100000">
                                          <p:val>
                                            <p:strVal val="#ppt_w"/>
                                          </p:val>
                                        </p:tav>
                                      </p:tavLst>
                                    </p:anim>
                                    <p:anim calcmode="lin" valueType="num">
                                      <p:cBhvr>
                                        <p:cTn id="29" dur="1000" fill="hold"/>
                                        <p:tgtEl>
                                          <p:spTgt spid="21527"/>
                                        </p:tgtEl>
                                        <p:attrNameLst>
                                          <p:attrName>ppt_h</p:attrName>
                                        </p:attrNameLst>
                                      </p:cBhvr>
                                      <p:tavLst>
                                        <p:tav tm="0">
                                          <p:val>
                                            <p:strVal val="#ppt_h"/>
                                          </p:val>
                                        </p:tav>
                                        <p:tav tm="100000">
                                          <p:val>
                                            <p:strVal val="#ppt_h"/>
                                          </p:val>
                                        </p:tav>
                                      </p:tavLst>
                                    </p:anim>
                                    <p:animEffect transition="in" filter="fade">
                                      <p:cBhvr>
                                        <p:cTn id="30" dur="1000"/>
                                        <p:tgtEl>
                                          <p:spTgt spid="21527"/>
                                        </p:tgtEl>
                                      </p:cBhvr>
                                    </p:animEffect>
                                  </p:childTnLst>
                                  <p:subTnLst>
                                    <p:set>
                                      <p:cBhvr override="childStyle">
                                        <p:cTn dur="1" fill="hold" display="0" masterRel="nextClick" afterEffect="1"/>
                                        <p:tgtEl>
                                          <p:spTgt spid="21527"/>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55" presetClass="entr" presetSubtype="0" fill="hold" nodeType="clickEffect">
                                  <p:stCondLst>
                                    <p:cond delay="0"/>
                                  </p:stCondLst>
                                  <p:childTnLst>
                                    <p:set>
                                      <p:cBhvr>
                                        <p:cTn id="34" dur="1" fill="hold">
                                          <p:stCondLst>
                                            <p:cond delay="0"/>
                                          </p:stCondLst>
                                        </p:cTn>
                                        <p:tgtEl>
                                          <p:spTgt spid="21530"/>
                                        </p:tgtEl>
                                        <p:attrNameLst>
                                          <p:attrName>style.visibility</p:attrName>
                                        </p:attrNameLst>
                                      </p:cBhvr>
                                      <p:to>
                                        <p:strVal val="visible"/>
                                      </p:to>
                                    </p:set>
                                    <p:anim calcmode="lin" valueType="num">
                                      <p:cBhvr>
                                        <p:cTn id="35" dur="1000" fill="hold"/>
                                        <p:tgtEl>
                                          <p:spTgt spid="21530"/>
                                        </p:tgtEl>
                                        <p:attrNameLst>
                                          <p:attrName>ppt_w</p:attrName>
                                        </p:attrNameLst>
                                      </p:cBhvr>
                                      <p:tavLst>
                                        <p:tav tm="0">
                                          <p:val>
                                            <p:strVal val="#ppt_w*0.70"/>
                                          </p:val>
                                        </p:tav>
                                        <p:tav tm="100000">
                                          <p:val>
                                            <p:strVal val="#ppt_w"/>
                                          </p:val>
                                        </p:tav>
                                      </p:tavLst>
                                    </p:anim>
                                    <p:anim calcmode="lin" valueType="num">
                                      <p:cBhvr>
                                        <p:cTn id="36" dur="1000" fill="hold"/>
                                        <p:tgtEl>
                                          <p:spTgt spid="21530"/>
                                        </p:tgtEl>
                                        <p:attrNameLst>
                                          <p:attrName>ppt_h</p:attrName>
                                        </p:attrNameLst>
                                      </p:cBhvr>
                                      <p:tavLst>
                                        <p:tav tm="0">
                                          <p:val>
                                            <p:strVal val="#ppt_h"/>
                                          </p:val>
                                        </p:tav>
                                        <p:tav tm="100000">
                                          <p:val>
                                            <p:strVal val="#ppt_h"/>
                                          </p:val>
                                        </p:tav>
                                      </p:tavLst>
                                    </p:anim>
                                    <p:animEffect transition="in" filter="fade">
                                      <p:cBhvr>
                                        <p:cTn id="37" dur="1000"/>
                                        <p:tgtEl>
                                          <p:spTgt spid="21530"/>
                                        </p:tgtEl>
                                      </p:cBhvr>
                                    </p:animEffect>
                                  </p:childTnLst>
                                  <p:subTnLst>
                                    <p:set>
                                      <p:cBhvr override="childStyle">
                                        <p:cTn dur="1" fill="hold" display="0" masterRel="nextClick" afterEffect="1"/>
                                        <p:tgtEl>
                                          <p:spTgt spid="2153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灯片编号占位符 5"/>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60419" name="AutoShape 13"/>
          <p:cNvSpPr/>
          <p:nvPr/>
        </p:nvSpPr>
        <p:spPr>
          <a:xfrm>
            <a:off x="1905000" y="1676400"/>
            <a:ext cx="6096000" cy="1676400"/>
          </a:xfrm>
          <a:prstGeom prst="borderCallout2">
            <a:avLst>
              <a:gd name="adj1" fmla="val 6819"/>
              <a:gd name="adj2" fmla="val -1250"/>
              <a:gd name="adj3" fmla="val 6819"/>
              <a:gd name="adj4" fmla="val -6537"/>
              <a:gd name="adj5" fmla="val -21875"/>
              <a:gd name="adj6" fmla="val -12111"/>
            </a:avLst>
          </a:prstGeom>
          <a:gradFill rotWithShape="0">
            <a:gsLst>
              <a:gs pos="0">
                <a:srgbClr val="FFFFFF"/>
              </a:gs>
              <a:gs pos="50000">
                <a:srgbClr val="99CCFF"/>
              </a:gs>
              <a:gs pos="100000">
                <a:srgbClr val="FFFFFF"/>
              </a:gs>
            </a:gsLst>
            <a:lin ang="5400000" scaled="1"/>
            <a:tileRect/>
          </a:gradFill>
          <a:ln w="25400" cap="flat" cmpd="sng">
            <a:solidFill>
              <a:srgbClr val="3366FF"/>
            </a:solidFill>
            <a:prstDash val="solid"/>
            <a:miter/>
            <a:headEnd type="none" w="med" len="med"/>
            <a:tailEnd type="none" w="med" len="med"/>
          </a:ln>
        </p:spPr>
        <p:txBody>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algn="just" eaLnBrk="1" hangingPunct="1">
              <a:lnSpc>
                <a:spcPct val="120000"/>
              </a:lnSpc>
              <a:spcBef>
                <a:spcPct val="20000"/>
              </a:spcBef>
              <a:buClrTx/>
              <a:buFontTx/>
              <a:buNone/>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 如果下雨，则地上是湿的（ </a:t>
            </a:r>
            <a:r>
              <a:rPr lang="en-US" altLang="zh-CN" sz="2400" b="1" i="1" dirty="0">
                <a:latin typeface="Times New Roman" panose="02020603050405020304" pitchFamily="18" charset="0"/>
              </a:rPr>
              <a:t>P</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Q</a:t>
            </a:r>
            <a:r>
              <a:rPr lang="en-US" altLang="zh-CN" sz="1800" b="1" dirty="0"/>
              <a:t> </a:t>
            </a:r>
            <a:r>
              <a:rPr lang="zh-CN" altLang="en-US" sz="1800" b="1" dirty="0"/>
              <a:t>）</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a:p>
            <a:pPr marL="0" lvl="0" indent="0" algn="just" eaLnBrk="1" hangingPunct="1">
              <a:lnSpc>
                <a:spcPct val="120000"/>
              </a:lnSpc>
              <a:spcBef>
                <a:spcPct val="20000"/>
              </a:spcBef>
              <a:buClrTx/>
              <a:buFontTx/>
              <a:buNone/>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2</a:t>
            </a:r>
            <a:r>
              <a:rPr lang="zh-CN" altLang="en-US" sz="2400" b="1" dirty="0">
                <a:latin typeface="Times New Roman" panose="02020603050405020304" pitchFamily="18" charset="0"/>
              </a:rPr>
              <a:t>）没有下雨（</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P</a:t>
            </a:r>
            <a:r>
              <a:rPr lang="en-US" altLang="zh-CN" sz="1800" b="1" dirty="0"/>
              <a:t> </a:t>
            </a:r>
            <a:r>
              <a:rPr lang="zh-CN" altLang="en-US" sz="2400" b="1" dirty="0">
                <a:latin typeface="Times New Roman" panose="02020603050405020304" pitchFamily="18" charset="0"/>
              </a:rPr>
              <a:t>）； </a:t>
            </a:r>
            <a:endParaRPr lang="zh-CN" altLang="en-US" sz="2400" b="1" dirty="0">
              <a:latin typeface="Times New Roman" panose="02020603050405020304" pitchFamily="18" charset="0"/>
            </a:endParaRPr>
          </a:p>
          <a:p>
            <a:pPr marL="0" lvl="0" indent="0" algn="just" eaLnBrk="1" hangingPunct="1">
              <a:lnSpc>
                <a:spcPct val="120000"/>
              </a:lnSpc>
              <a:spcBef>
                <a:spcPct val="20000"/>
              </a:spcBef>
              <a:buClrTx/>
              <a:buFontTx/>
              <a:buNone/>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3</a:t>
            </a:r>
            <a:r>
              <a:rPr lang="zh-CN" altLang="en-US" sz="2400" b="1" dirty="0">
                <a:latin typeface="Times New Roman" panose="02020603050405020304" pitchFamily="18" charset="0"/>
              </a:rPr>
              <a:t>）</a:t>
            </a:r>
            <a:r>
              <a:rPr lang="zh-CN" altLang="en-US" sz="2400" b="1" dirty="0">
                <a:latin typeface="宋体" panose="02010600030101010101" pitchFamily="2" charset="-122"/>
              </a:rPr>
              <a:t>所以，地上不湿（</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Q</a:t>
            </a:r>
            <a:r>
              <a:rPr lang="en-US" altLang="zh-CN" sz="1800" b="1" dirty="0"/>
              <a:t> </a:t>
            </a:r>
            <a:r>
              <a:rPr lang="zh-CN" altLang="en-US" sz="1800" b="1" dirty="0"/>
              <a:t>）</a:t>
            </a:r>
            <a:r>
              <a:rPr lang="zh-CN" altLang="en-US" sz="2400" b="1" dirty="0">
                <a:latin typeface="宋体" panose="02010600030101010101" pitchFamily="2" charset="-122"/>
              </a:rPr>
              <a:t>。</a:t>
            </a:r>
            <a:r>
              <a:rPr lang="zh-CN" altLang="en-US" sz="2400" b="1" dirty="0">
                <a:latin typeface="Times New Roman" panose="02020603050405020304" pitchFamily="18" charset="0"/>
                <a:cs typeface="Times New Roman" panose="02020603050405020304" pitchFamily="18" charset="0"/>
              </a:rPr>
              <a:t> </a:t>
            </a:r>
            <a:endParaRPr lang="zh-CN" altLang="en-US" sz="2400" b="1" dirty="0">
              <a:latin typeface="Times New Roman" panose="02020603050405020304" pitchFamily="18" charset="0"/>
              <a:ea typeface="Times New Roman" panose="02020603050405020304" pitchFamily="18" charset="0"/>
            </a:endParaRPr>
          </a:p>
        </p:txBody>
      </p:sp>
      <p:sp>
        <p:nvSpPr>
          <p:cNvPr id="60420"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3.2  </a:t>
            </a:r>
            <a:r>
              <a:rPr lang="zh-CN" altLang="en-US" sz="3600" b="0" dirty="0">
                <a:latin typeface="Times New Roman" panose="02020603050405020304" pitchFamily="18" charset="0"/>
                <a:ea typeface="黑体" panose="02010609060101010101" pitchFamily="49" charset="-122"/>
              </a:rPr>
              <a:t>自然演绎推理</a:t>
            </a:r>
            <a:endParaRPr lang="zh-CN" altLang="en-US" sz="3600" b="0" dirty="0">
              <a:latin typeface="Times New Roman" panose="02020603050405020304" pitchFamily="18" charset="0"/>
              <a:ea typeface="黑体" panose="02010609060101010101" pitchFamily="49" charset="-122"/>
            </a:endParaRPr>
          </a:p>
        </p:txBody>
      </p:sp>
      <p:sp>
        <p:nvSpPr>
          <p:cNvPr id="60421" name="Rectangle 3"/>
          <p:cNvSpPr>
            <a:spLocks noGrp="1"/>
          </p:cNvSpPr>
          <p:nvPr>
            <p:ph type="body" sz="half" idx="1"/>
          </p:nvPr>
        </p:nvSpPr>
        <p:spPr>
          <a:xfrm>
            <a:off x="250825" y="923925"/>
            <a:ext cx="8207375" cy="5400675"/>
          </a:xfrm>
        </p:spPr>
        <p:txBody>
          <a:bodyPr vert="horz" wrap="square" lIns="91440" tIns="45720" rIns="91440" bIns="45720" anchor="t" anchorCtr="0"/>
          <a:p>
            <a:pPr eaLnBrk="1" hangingPunct="1">
              <a:buClr>
                <a:schemeClr val="accent2"/>
              </a:buClr>
              <a:buSzTx/>
              <a:buFont typeface="Wingdings" panose="05000000000000000000" pitchFamily="2" charset="2"/>
              <a:buBlip>
                <a:blip r:embed="rId2"/>
              </a:buBlip>
            </a:pPr>
            <a:r>
              <a:rPr lang="zh-CN" altLang="en-US" sz="2500" b="1" dirty="0">
                <a:solidFill>
                  <a:schemeClr val="accent2"/>
                </a:solidFill>
                <a:latin typeface="Times New Roman" panose="02020603050405020304" pitchFamily="18" charset="0"/>
              </a:rPr>
              <a:t>错误</a:t>
            </a:r>
            <a:r>
              <a:rPr lang="en-US" altLang="zh-CN" sz="2500" b="1" dirty="0">
                <a:solidFill>
                  <a:schemeClr val="accent2"/>
                </a:solidFill>
                <a:latin typeface="Times New Roman" panose="02020603050405020304" pitchFamily="18" charset="0"/>
              </a:rPr>
              <a:t>1</a:t>
            </a:r>
            <a:r>
              <a:rPr lang="en-US" altLang="zh-CN" sz="2500" b="1" dirty="0">
                <a:latin typeface="Times New Roman" panose="02020603050405020304" pitchFamily="18" charset="0"/>
              </a:rPr>
              <a:t>——</a:t>
            </a:r>
            <a:r>
              <a:rPr lang="zh-CN" altLang="en-US" sz="2500" b="1" dirty="0">
                <a:latin typeface="Times New Roman" panose="02020603050405020304" pitchFamily="18" charset="0"/>
              </a:rPr>
              <a:t>否定前件</a:t>
            </a:r>
            <a:r>
              <a:rPr lang="zh-CN" altLang="en-US" sz="2500" dirty="0">
                <a:latin typeface="Times New Roman" panose="02020603050405020304" pitchFamily="18" charset="0"/>
              </a:rPr>
              <a:t>： </a:t>
            </a:r>
            <a:r>
              <a:rPr lang="en-US" altLang="zh-CN" sz="2500" b="1" i="1" dirty="0">
                <a:solidFill>
                  <a:schemeClr val="folHlink"/>
                </a:solidFill>
                <a:latin typeface="Times New Roman" panose="02020603050405020304" pitchFamily="18" charset="0"/>
              </a:rPr>
              <a:t>P</a:t>
            </a:r>
            <a:r>
              <a:rPr lang="en-US" altLang="zh-CN" sz="2500" b="1" dirty="0">
                <a:solidFill>
                  <a:schemeClr val="folHlink"/>
                </a:solidFill>
                <a:latin typeface="Times New Roman" panose="02020603050405020304" pitchFamily="18" charset="0"/>
              </a:rPr>
              <a:t>→</a:t>
            </a:r>
            <a:r>
              <a:rPr lang="en-US" altLang="zh-CN" sz="2500" b="1" i="1" dirty="0">
                <a:solidFill>
                  <a:schemeClr val="folHlink"/>
                </a:solidFill>
                <a:latin typeface="Times New Roman" panose="02020603050405020304" pitchFamily="18" charset="0"/>
              </a:rPr>
              <a:t>Q</a:t>
            </a:r>
            <a:r>
              <a:rPr lang="en-US" altLang="zh-CN" sz="2500" b="1" dirty="0">
                <a:latin typeface="Times New Roman" panose="02020603050405020304" pitchFamily="18" charset="0"/>
              </a:rPr>
              <a:t>,   </a:t>
            </a:r>
            <a:r>
              <a:rPr lang="en-US" altLang="zh-CN" sz="2500" b="1" dirty="0">
                <a:solidFill>
                  <a:schemeClr val="folHlink"/>
                </a:solidFill>
                <a:latin typeface="Times New Roman" panose="02020603050405020304" pitchFamily="18" charset="0"/>
              </a:rPr>
              <a:t>﹁</a:t>
            </a:r>
            <a:r>
              <a:rPr lang="en-US" altLang="zh-CN" sz="2500" b="1" i="1" dirty="0">
                <a:solidFill>
                  <a:schemeClr val="folHlink"/>
                </a:solidFill>
                <a:latin typeface="Times New Roman" panose="02020603050405020304" pitchFamily="18" charset="0"/>
              </a:rPr>
              <a:t>P</a:t>
            </a:r>
            <a:r>
              <a:rPr lang="en-US" altLang="zh-CN" sz="2500" b="1" dirty="0">
                <a:solidFill>
                  <a:schemeClr val="folHlink"/>
                </a:solidFill>
              </a:rPr>
              <a:t>      </a:t>
            </a:r>
            <a:r>
              <a:rPr lang="en-US" altLang="zh-CN" sz="2500" b="1" dirty="0"/>
              <a:t>          </a:t>
            </a:r>
            <a:r>
              <a:rPr lang="en-US" altLang="zh-CN" sz="2500" b="1" dirty="0">
                <a:solidFill>
                  <a:srgbClr val="660066"/>
                </a:solidFill>
              </a:rPr>
              <a:t>﹁</a:t>
            </a:r>
            <a:r>
              <a:rPr lang="en-US" altLang="zh-CN" sz="2500" b="1" i="1" dirty="0">
                <a:solidFill>
                  <a:schemeClr val="folHlink"/>
                </a:solidFill>
                <a:latin typeface="Times New Roman" panose="02020603050405020304" pitchFamily="18" charset="0"/>
              </a:rPr>
              <a:t>Q</a:t>
            </a:r>
            <a:endParaRPr lang="en-US" altLang="zh-CN" sz="2500" b="1" dirty="0">
              <a:solidFill>
                <a:srgbClr val="660066"/>
              </a:solidFill>
            </a:endParaRPr>
          </a:p>
        </p:txBody>
      </p:sp>
      <p:sp>
        <p:nvSpPr>
          <p:cNvPr id="60422" name="Rectangle 4"/>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60423" name="Rectangle 6"/>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60424" name="Rectangle 8"/>
          <p:cNvSpPr/>
          <p:nvPr/>
        </p:nvSpPr>
        <p:spPr>
          <a:xfrm>
            <a:off x="0" y="337661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60425" name="Rectangle 10"/>
          <p:cNvSpPr/>
          <p:nvPr/>
        </p:nvSpPr>
        <p:spPr>
          <a:xfrm>
            <a:off x="0" y="337661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60426" name="AutoShape 12"/>
          <p:cNvSpPr/>
          <p:nvPr/>
        </p:nvSpPr>
        <p:spPr>
          <a:xfrm>
            <a:off x="1447800" y="4114800"/>
            <a:ext cx="7302500" cy="2286000"/>
          </a:xfrm>
          <a:prstGeom prst="borderCallout2">
            <a:avLst>
              <a:gd name="adj1" fmla="val 5000"/>
              <a:gd name="adj2" fmla="val -1042"/>
              <a:gd name="adj3" fmla="val 5000"/>
              <a:gd name="adj4" fmla="val -2718"/>
              <a:gd name="adj5" fmla="val -7917"/>
              <a:gd name="adj6" fmla="val -4500"/>
            </a:avLst>
          </a:prstGeom>
          <a:gradFill rotWithShape="0">
            <a:gsLst>
              <a:gs pos="0">
                <a:srgbClr val="FFFFFF"/>
              </a:gs>
              <a:gs pos="50000">
                <a:srgbClr val="CCFFFF"/>
              </a:gs>
              <a:gs pos="100000">
                <a:srgbClr val="FFFFFF"/>
              </a:gs>
            </a:gsLst>
            <a:lin ang="5400000" scaled="1"/>
            <a:tileRect/>
          </a:gradFill>
          <a:ln w="25400" cap="flat" cmpd="sng">
            <a:solidFill>
              <a:srgbClr val="33CCCC"/>
            </a:solidFill>
            <a:prstDash val="solid"/>
            <a:miter/>
            <a:headEnd type="none" w="med" len="med"/>
            <a:tailEnd type="none" w="med" len="med"/>
          </a:ln>
        </p:spPr>
        <p:txBody>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algn="just" eaLnBrk="1" hangingPunct="1">
              <a:lnSpc>
                <a:spcPct val="130000"/>
              </a:lnSpc>
              <a:spcBef>
                <a:spcPct val="20000"/>
              </a:spcBef>
              <a:buClrTx/>
              <a:buFontTx/>
              <a:buNone/>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a:t>
            </a:r>
            <a:r>
              <a:rPr lang="zh-CN" altLang="en-US" sz="2400" b="1" dirty="0">
                <a:latin typeface="宋体" panose="02010600030101010101" pitchFamily="2" charset="-122"/>
              </a:rPr>
              <a:t>如果行星系统是以太阳为中心的，则金星会显示出位相变化（ </a:t>
            </a:r>
            <a:r>
              <a:rPr lang="en-US" altLang="zh-CN" sz="2400" b="1" i="1" dirty="0">
                <a:latin typeface="Times New Roman" panose="02020603050405020304" pitchFamily="18" charset="0"/>
              </a:rPr>
              <a:t>P</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Q</a:t>
            </a:r>
            <a:r>
              <a:rPr lang="en-US" altLang="zh-CN" sz="1800" b="1" dirty="0"/>
              <a:t> </a:t>
            </a:r>
            <a:r>
              <a:rPr lang="zh-CN" altLang="en-US" sz="1800" b="1" dirty="0"/>
              <a:t>）</a:t>
            </a:r>
            <a:r>
              <a:rPr lang="zh-CN" altLang="en-US" sz="2400" b="1" dirty="0">
                <a:latin typeface="宋体" panose="02010600030101010101" pitchFamily="2" charset="-122"/>
              </a:rPr>
              <a:t>；</a:t>
            </a:r>
            <a:endParaRPr lang="zh-CN" altLang="en-US" sz="2400" b="1" dirty="0">
              <a:latin typeface="Times New Roman" panose="02020603050405020304" pitchFamily="18" charset="0"/>
              <a:cs typeface="Times New Roman" panose="02020603050405020304" pitchFamily="18" charset="0"/>
            </a:endParaRPr>
          </a:p>
          <a:p>
            <a:pPr marL="0" lvl="0" indent="0" algn="just" eaLnBrk="1" hangingPunct="1">
              <a:lnSpc>
                <a:spcPct val="130000"/>
              </a:lnSpc>
              <a:spcBef>
                <a:spcPct val="20000"/>
              </a:spcBef>
              <a:buClrTx/>
              <a:buFontTx/>
              <a:buNone/>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2</a:t>
            </a:r>
            <a:r>
              <a:rPr lang="zh-CN" altLang="en-US" sz="2400" b="1" dirty="0">
                <a:latin typeface="Times New Roman" panose="02020603050405020304" pitchFamily="18" charset="0"/>
              </a:rPr>
              <a:t>）</a:t>
            </a:r>
            <a:r>
              <a:rPr lang="zh-CN" altLang="en-US" sz="2400" b="1" dirty="0">
                <a:latin typeface="宋体" panose="02010600030101010101" pitchFamily="2" charset="-122"/>
              </a:rPr>
              <a:t>金星显示出位相变化（</a:t>
            </a:r>
            <a:r>
              <a:rPr lang="zh-CN" altLang="en-US" sz="1800" b="1" dirty="0">
                <a:solidFill>
                  <a:schemeClr val="folHlink"/>
                </a:solidFill>
              </a:rPr>
              <a:t> </a:t>
            </a:r>
            <a:r>
              <a:rPr lang="en-US" altLang="zh-CN" sz="2400" b="1" i="1" dirty="0">
                <a:latin typeface="Times New Roman" panose="02020603050405020304" pitchFamily="18" charset="0"/>
              </a:rPr>
              <a:t>Q</a:t>
            </a:r>
            <a:r>
              <a:rPr lang="en-US" altLang="zh-CN" sz="1800" b="1" dirty="0">
                <a:solidFill>
                  <a:schemeClr val="folHlink"/>
                </a:solidFill>
              </a:rPr>
              <a:t> </a:t>
            </a:r>
            <a:r>
              <a:rPr lang="zh-CN" altLang="en-US" sz="2400" b="1" dirty="0">
                <a:latin typeface="宋体" panose="02010600030101010101" pitchFamily="2" charset="-122"/>
              </a:rPr>
              <a:t>）；</a:t>
            </a:r>
            <a:endParaRPr lang="zh-CN" altLang="en-US" sz="2400" b="1" dirty="0">
              <a:latin typeface="Times New Roman" panose="02020603050405020304" pitchFamily="18" charset="0"/>
              <a:cs typeface="Times New Roman" panose="02020603050405020304" pitchFamily="18" charset="0"/>
            </a:endParaRPr>
          </a:p>
          <a:p>
            <a:pPr marL="0" lvl="0" indent="0" algn="just" eaLnBrk="1" hangingPunct="1">
              <a:lnSpc>
                <a:spcPct val="130000"/>
              </a:lnSpc>
              <a:spcBef>
                <a:spcPct val="20000"/>
              </a:spcBef>
              <a:buClrTx/>
              <a:buFontTx/>
              <a:buNone/>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3</a:t>
            </a:r>
            <a:r>
              <a:rPr lang="zh-CN" altLang="en-US" sz="2400" b="1" dirty="0">
                <a:latin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 </a:t>
            </a:r>
            <a:r>
              <a:rPr lang="zh-CN" altLang="en-US" sz="2400" b="1" dirty="0">
                <a:latin typeface="宋体" panose="02010600030101010101" pitchFamily="2" charset="-122"/>
              </a:rPr>
              <a:t>所以，行星系统是以太阳为中心（</a:t>
            </a:r>
            <a:r>
              <a:rPr lang="zh-CN" altLang="en-US" sz="2400" b="1" i="1" dirty="0">
                <a:latin typeface="Times New Roman" panose="02020603050405020304" pitchFamily="18" charset="0"/>
              </a:rPr>
              <a:t> </a:t>
            </a:r>
            <a:r>
              <a:rPr lang="en-US" altLang="zh-CN" sz="2500" b="1" i="1" dirty="0">
                <a:latin typeface="Times New Roman" panose="02020603050405020304" pitchFamily="18" charset="0"/>
              </a:rPr>
              <a:t>P</a:t>
            </a:r>
            <a:r>
              <a:rPr lang="en-US" altLang="zh-CN" sz="2500" b="1" dirty="0">
                <a:solidFill>
                  <a:srgbClr val="660066"/>
                </a:solidFill>
              </a:rPr>
              <a:t> </a:t>
            </a:r>
            <a:r>
              <a:rPr lang="zh-CN" altLang="en-US" sz="1800" b="1" dirty="0">
                <a:solidFill>
                  <a:schemeClr val="folHlink"/>
                </a:solidFill>
              </a:rPr>
              <a:t>）</a:t>
            </a:r>
            <a:r>
              <a:rPr lang="zh-CN" altLang="en-US" sz="2400" b="1" dirty="0">
                <a:latin typeface="宋体" panose="02010600030101010101" pitchFamily="2" charset="-122"/>
              </a:rPr>
              <a:t>。</a:t>
            </a:r>
            <a:endParaRPr lang="zh-CN" altLang="en-US" sz="2400" b="1" dirty="0">
              <a:latin typeface="宋体" panose="02010600030101010101" pitchFamily="2" charset="-122"/>
            </a:endParaRPr>
          </a:p>
        </p:txBody>
      </p:sp>
      <p:graphicFrame>
        <p:nvGraphicFramePr>
          <p:cNvPr id="60427" name="Object 16"/>
          <p:cNvGraphicFramePr>
            <a:graphicFrameLocks noChangeAspect="1"/>
          </p:cNvGraphicFramePr>
          <p:nvPr>
            <p:ph sz="quarter" idx="3"/>
          </p:nvPr>
        </p:nvGraphicFramePr>
        <p:xfrm>
          <a:off x="5943600" y="762000"/>
          <a:ext cx="914400" cy="790575"/>
        </p:xfrm>
        <a:graphic>
          <a:graphicData uri="http://schemas.openxmlformats.org/presentationml/2006/ole">
            <mc:AlternateContent xmlns:mc="http://schemas.openxmlformats.org/markup-compatibility/2006">
              <mc:Choice xmlns:v="urn:schemas-microsoft-com:vml" Requires="v">
                <p:oleObj spid="_x0000_s3079" name="" r:id="rId3" imgW="2333625" imgH="2019300" progId="SmartDraw.2">
                  <p:embed/>
                </p:oleObj>
              </mc:Choice>
              <mc:Fallback>
                <p:oleObj name="" r:id="rId3" imgW="2333625" imgH="2019300" progId="SmartDraw.2">
                  <p:embed/>
                  <p:pic>
                    <p:nvPicPr>
                      <p:cNvPr id="0" name="图片 3078"/>
                      <p:cNvPicPr/>
                      <p:nvPr/>
                    </p:nvPicPr>
                    <p:blipFill>
                      <a:blip r:embed="rId4"/>
                      <a:srcRect/>
                      <a:stretch>
                        <a:fillRect/>
                      </a:stretch>
                    </p:blipFill>
                    <p:spPr>
                      <a:xfrm>
                        <a:off x="5943600" y="762000"/>
                        <a:ext cx="914400" cy="790575"/>
                      </a:xfrm>
                      <a:prstGeom prst="rect">
                        <a:avLst/>
                      </a:prstGeom>
                      <a:noFill/>
                      <a:ln w="38100">
                        <a:miter/>
                      </a:ln>
                    </p:spPr>
                  </p:pic>
                </p:oleObj>
              </mc:Fallback>
            </mc:AlternateContent>
          </a:graphicData>
        </a:graphic>
      </p:graphicFrame>
      <p:grpSp>
        <p:nvGrpSpPr>
          <p:cNvPr id="60428" name="Group 21"/>
          <p:cNvGrpSpPr/>
          <p:nvPr/>
        </p:nvGrpSpPr>
        <p:grpSpPr>
          <a:xfrm>
            <a:off x="304800" y="3276600"/>
            <a:ext cx="7239000" cy="942975"/>
            <a:chOff x="192" y="2064"/>
            <a:chExt cx="4560" cy="594"/>
          </a:xfrm>
        </p:grpSpPr>
        <p:sp>
          <p:nvSpPr>
            <p:cNvPr id="60429" name="Rectangle 20"/>
            <p:cNvSpPr/>
            <p:nvPr/>
          </p:nvSpPr>
          <p:spPr>
            <a:xfrm>
              <a:off x="192" y="2064"/>
              <a:ext cx="4560" cy="471"/>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0"/>
                </a:spcBef>
                <a:buClrTx/>
                <a:buFontTx/>
                <a:buNone/>
              </a:pPr>
              <a:endParaRPr lang="en-US" altLang="zh-CN" sz="1800" b="1" dirty="0"/>
            </a:p>
            <a:p>
              <a:pPr marL="0" lvl="0" indent="0" eaLnBrk="1" hangingPunct="1">
                <a:spcBef>
                  <a:spcPct val="0"/>
                </a:spcBef>
                <a:buClrTx/>
                <a:buFontTx/>
                <a:buBlip>
                  <a:blip r:embed="rId2"/>
                </a:buBlip>
              </a:pPr>
              <a:r>
                <a:rPr lang="en-US" altLang="zh-CN" sz="2500" b="1" dirty="0">
                  <a:latin typeface="Times New Roman" panose="02020603050405020304" pitchFamily="18" charset="0"/>
                </a:rPr>
                <a:t>   </a:t>
              </a:r>
              <a:r>
                <a:rPr lang="zh-CN" altLang="en-US" sz="2500" b="1" dirty="0">
                  <a:solidFill>
                    <a:schemeClr val="accent2"/>
                  </a:solidFill>
                  <a:latin typeface="Times New Roman" panose="02020603050405020304" pitchFamily="18" charset="0"/>
                </a:rPr>
                <a:t>错误</a:t>
              </a:r>
              <a:r>
                <a:rPr lang="en-US" altLang="zh-CN" sz="2500" b="1" dirty="0">
                  <a:solidFill>
                    <a:schemeClr val="accent2"/>
                  </a:solidFill>
                  <a:latin typeface="Times New Roman" panose="02020603050405020304" pitchFamily="18" charset="0"/>
                </a:rPr>
                <a:t>2</a:t>
              </a:r>
              <a:r>
                <a:rPr lang="en-US" altLang="zh-CN" sz="2500" b="1" dirty="0">
                  <a:latin typeface="Times New Roman" panose="02020603050405020304" pitchFamily="18" charset="0"/>
                </a:rPr>
                <a:t>——</a:t>
              </a:r>
              <a:r>
                <a:rPr lang="zh-CN" altLang="en-US" sz="2500" b="1" dirty="0">
                  <a:latin typeface="Times New Roman" panose="02020603050405020304" pitchFamily="18" charset="0"/>
                </a:rPr>
                <a:t>肯定后件</a:t>
              </a:r>
              <a:r>
                <a:rPr lang="zh-CN" altLang="en-US" sz="2500" dirty="0"/>
                <a:t>： </a:t>
              </a:r>
              <a:r>
                <a:rPr lang="en-US" altLang="zh-CN" sz="2500" b="1" i="1" dirty="0">
                  <a:solidFill>
                    <a:schemeClr val="folHlink"/>
                  </a:solidFill>
                  <a:latin typeface="Times New Roman" panose="02020603050405020304" pitchFamily="18" charset="0"/>
                </a:rPr>
                <a:t>P</a:t>
              </a:r>
              <a:r>
                <a:rPr lang="en-US" altLang="zh-CN" sz="2500" b="1" dirty="0">
                  <a:solidFill>
                    <a:schemeClr val="folHlink"/>
                  </a:solidFill>
                </a:rPr>
                <a:t>→</a:t>
              </a:r>
              <a:r>
                <a:rPr lang="en-US" altLang="zh-CN" sz="2500" b="1" i="1" dirty="0">
                  <a:solidFill>
                    <a:schemeClr val="folHlink"/>
                  </a:solidFill>
                  <a:latin typeface="Times New Roman" panose="02020603050405020304" pitchFamily="18" charset="0"/>
                </a:rPr>
                <a:t>Q</a:t>
              </a:r>
              <a:r>
                <a:rPr lang="en-US" altLang="zh-CN" sz="2500" b="1" dirty="0"/>
                <a:t>,    </a:t>
              </a:r>
              <a:r>
                <a:rPr lang="en-US" altLang="zh-CN" sz="2500" b="1" i="1" dirty="0">
                  <a:solidFill>
                    <a:schemeClr val="folHlink"/>
                  </a:solidFill>
                  <a:latin typeface="Times New Roman" panose="02020603050405020304" pitchFamily="18" charset="0"/>
                </a:rPr>
                <a:t>Q</a:t>
              </a:r>
              <a:r>
                <a:rPr lang="en-US" altLang="zh-CN" sz="2500" b="1" dirty="0">
                  <a:solidFill>
                    <a:schemeClr val="folHlink"/>
                  </a:solidFill>
                </a:rPr>
                <a:t>                  </a:t>
              </a:r>
              <a:r>
                <a:rPr lang="en-US" altLang="zh-CN" sz="2500" b="1" i="1" dirty="0">
                  <a:solidFill>
                    <a:schemeClr val="folHlink"/>
                  </a:solidFill>
                  <a:latin typeface="Times New Roman" panose="02020603050405020304" pitchFamily="18" charset="0"/>
                </a:rPr>
                <a:t>P</a:t>
              </a:r>
              <a:endParaRPr lang="en-US" altLang="zh-CN" sz="2500" b="1" i="1" dirty="0">
                <a:solidFill>
                  <a:schemeClr val="folHlink"/>
                </a:solidFill>
                <a:latin typeface="Times New Roman" panose="02020603050405020304" pitchFamily="18" charset="0"/>
              </a:endParaRPr>
            </a:p>
          </p:txBody>
        </p:sp>
        <p:graphicFrame>
          <p:nvGraphicFramePr>
            <p:cNvPr id="60430" name="Object 18"/>
            <p:cNvGraphicFramePr>
              <a:graphicFrameLocks noChangeAspect="1"/>
            </p:cNvGraphicFramePr>
            <p:nvPr/>
          </p:nvGraphicFramePr>
          <p:xfrm>
            <a:off x="3648" y="2160"/>
            <a:ext cx="576" cy="498"/>
          </p:xfrm>
          <a:graphic>
            <a:graphicData uri="http://schemas.openxmlformats.org/presentationml/2006/ole">
              <mc:AlternateContent xmlns:mc="http://schemas.openxmlformats.org/markup-compatibility/2006">
                <mc:Choice xmlns:v="urn:schemas-microsoft-com:vml" Requires="v">
                  <p:oleObj spid="_x0000_s3080" name="" r:id="rId5" imgW="2333625" imgH="2019300" progId="SmartDraw.2">
                    <p:embed/>
                  </p:oleObj>
                </mc:Choice>
                <mc:Fallback>
                  <p:oleObj name="" r:id="rId5" imgW="2333625" imgH="2019300" progId="SmartDraw.2">
                    <p:embed/>
                    <p:pic>
                      <p:nvPicPr>
                        <p:cNvPr id="0" name="图片 3079"/>
                        <p:cNvPicPr/>
                        <p:nvPr/>
                      </p:nvPicPr>
                      <p:blipFill>
                        <a:blip r:embed="rId4"/>
                        <a:stretch>
                          <a:fillRect/>
                        </a:stretch>
                      </p:blipFill>
                      <p:spPr>
                        <a:xfrm>
                          <a:off x="3648" y="2160"/>
                          <a:ext cx="576" cy="498"/>
                        </a:xfrm>
                        <a:prstGeom prst="rect">
                          <a:avLst/>
                        </a:prstGeom>
                        <a:noFill/>
                        <a:ln w="38100">
                          <a:noFill/>
                          <a:miter/>
                        </a:ln>
                      </p:spPr>
                    </p:pic>
                  </p:oleObj>
                </mc:Fallback>
              </mc:AlternateContent>
            </a:graphicData>
          </a:graphic>
        </p:graphicFrame>
      </p:grpSp>
    </p:spTree>
  </p:cSld>
  <p:clrMapOvr>
    <a:masterClrMapping/>
  </p:clrMapOvr>
  <p:transition>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61448" name="Rectangle 8"/>
          <p:cNvSpPr>
            <a:spLocks noChangeArrowheads="1"/>
          </p:cNvSpPr>
          <p:nvPr/>
        </p:nvSpPr>
        <p:spPr bwMode="auto">
          <a:xfrm>
            <a:off x="457200" y="1143000"/>
            <a:ext cx="8305800" cy="3962400"/>
          </a:xfrm>
          <a:prstGeom prst="rect">
            <a:avLst/>
          </a:prstGeom>
          <a:gradFill rotWithShape="0">
            <a:gsLst>
              <a:gs pos="0">
                <a:schemeClr val="bg1"/>
              </a:gs>
              <a:gs pos="50000">
                <a:srgbClr val="E7FFE7"/>
              </a:gs>
              <a:gs pos="100000">
                <a:schemeClr val="bg1"/>
              </a:gs>
            </a:gsLst>
            <a:lin ang="5400000" scaled="1"/>
          </a:gradFill>
          <a:ln w="9525">
            <a:solidFill>
              <a:srgbClr val="008000"/>
            </a:solidFill>
            <a:miter lim="800000"/>
          </a:ln>
          <a:effectLst/>
        </p:spPr>
        <p:txBody>
          <a:bodyPr wrap="none" anchor="ctr"/>
          <a:lstStyle/>
          <a:p>
            <a:pPr marL="0" marR="0" lvl="0" indent="0" algn="l" defTabSz="914400" rtl="0" eaLnBrk="1" fontAlgn="base" latinLnBrk="0" hangingPunct="1">
              <a:lnSpc>
                <a:spcPct val="12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2468"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3.2  </a:t>
            </a:r>
            <a:r>
              <a:rPr lang="zh-CN" altLang="en-US" sz="3600" b="0" dirty="0">
                <a:latin typeface="Times New Roman" panose="02020603050405020304" pitchFamily="18" charset="0"/>
                <a:ea typeface="黑体" panose="02010609060101010101" pitchFamily="49" charset="-122"/>
              </a:rPr>
              <a:t>自然演绎推理</a:t>
            </a:r>
            <a:endParaRPr lang="zh-CN" altLang="en-US" sz="3600" b="0" dirty="0">
              <a:latin typeface="Times New Roman" panose="02020603050405020304" pitchFamily="18" charset="0"/>
              <a:ea typeface="黑体" panose="02010609060101010101" pitchFamily="49" charset="-122"/>
            </a:endParaRPr>
          </a:p>
        </p:txBody>
      </p:sp>
      <p:sp>
        <p:nvSpPr>
          <p:cNvPr id="62469" name="Rectangle 3"/>
          <p:cNvSpPr>
            <a:spLocks noGrp="1"/>
          </p:cNvSpPr>
          <p:nvPr>
            <p:ph idx="1"/>
          </p:nvPr>
        </p:nvSpPr>
        <p:spPr>
          <a:xfrm>
            <a:off x="609600" y="1143000"/>
            <a:ext cx="7848600" cy="3962400"/>
          </a:xfrm>
        </p:spPr>
        <p:txBody>
          <a:bodyPr vert="horz" wrap="square" lIns="91440" tIns="45720" rIns="91440" bIns="45720" anchor="t" anchorCtr="0"/>
          <a:p>
            <a:pPr marL="0" indent="0" algn="just" eaLnBrk="1" hangingPunct="1">
              <a:lnSpc>
                <a:spcPct val="120000"/>
              </a:lnSpc>
            </a:pPr>
            <a:r>
              <a:rPr lang="en-US" altLang="zh-CN" sz="2600" b="1" dirty="0">
                <a:latin typeface="宋体" panose="02010600030101010101" pitchFamily="2" charset="-122"/>
              </a:rPr>
              <a:t> </a:t>
            </a:r>
            <a:r>
              <a:rPr lang="zh-CN" altLang="en-US" sz="2600" b="1" dirty="0">
                <a:latin typeface="宋体" panose="02010600030101010101" pitchFamily="2" charset="-122"/>
              </a:rPr>
              <a:t>例</a:t>
            </a:r>
            <a:r>
              <a:rPr lang="en-US" altLang="zh-CN" sz="2600" b="1" dirty="0">
                <a:latin typeface="宋体" panose="02010600030101010101" pitchFamily="2" charset="-122"/>
              </a:rPr>
              <a:t>3.</a:t>
            </a:r>
            <a:r>
              <a:rPr lang="en-US" altLang="zh-CN" sz="2600" b="1" dirty="0">
                <a:latin typeface="Times New Roman" panose="02020603050405020304" pitchFamily="18" charset="0"/>
                <a:cs typeface="Times New Roman" panose="02020603050405020304" pitchFamily="18" charset="0"/>
              </a:rPr>
              <a:t>1  </a:t>
            </a:r>
            <a:r>
              <a:rPr lang="zh-CN" altLang="en-US" sz="2600" b="1" dirty="0">
                <a:latin typeface="宋体" panose="02010600030101010101" pitchFamily="2" charset="-122"/>
              </a:rPr>
              <a:t>已知事实：</a:t>
            </a:r>
            <a:endParaRPr lang="zh-CN" altLang="en-US" sz="2600" b="1" dirty="0">
              <a:latin typeface="Times New Roman" panose="02020603050405020304" pitchFamily="18" charset="0"/>
              <a:cs typeface="Times New Roman" panose="02020603050405020304" pitchFamily="18" charset="0"/>
            </a:endParaRPr>
          </a:p>
          <a:p>
            <a:pPr marL="0" indent="0" algn="just" eaLnBrk="1" hangingPunct="1">
              <a:lnSpc>
                <a:spcPct val="120000"/>
              </a:lnSpc>
              <a:buNone/>
            </a:pPr>
            <a:r>
              <a:rPr lang="zh-CN" altLang="en-US" sz="2600" b="1" dirty="0">
                <a:latin typeface="宋体" panose="02010600030101010101" pitchFamily="2" charset="-122"/>
              </a:rPr>
              <a:t>   </a:t>
            </a:r>
            <a:r>
              <a:rPr lang="zh-CN" altLang="en-US" sz="2600" b="1" dirty="0">
                <a:latin typeface="Times New Roman" panose="02020603050405020304" pitchFamily="18" charset="0"/>
                <a:cs typeface="Times New Roman" panose="02020603050405020304" pitchFamily="18" charset="0"/>
              </a:rPr>
              <a:t>（</a:t>
            </a:r>
            <a:r>
              <a:rPr lang="en-US" altLang="zh-CN" sz="2600" b="1" dirty="0">
                <a:latin typeface="Times New Roman" panose="02020603050405020304" pitchFamily="18" charset="0"/>
                <a:cs typeface="Times New Roman" panose="02020603050405020304" pitchFamily="18" charset="0"/>
              </a:rPr>
              <a:t>1</a:t>
            </a:r>
            <a:r>
              <a:rPr lang="zh-CN" altLang="en-US" sz="2600" b="1" dirty="0">
                <a:latin typeface="Times New Roman" panose="02020603050405020304" pitchFamily="18" charset="0"/>
                <a:cs typeface="Times New Roman" panose="02020603050405020304" pitchFamily="18" charset="0"/>
              </a:rPr>
              <a:t>）</a:t>
            </a:r>
            <a:r>
              <a:rPr lang="zh-CN" altLang="en-US" sz="2600" b="1" dirty="0">
                <a:latin typeface="宋体" panose="02010600030101010101" pitchFamily="2" charset="-122"/>
              </a:rPr>
              <a:t>凡是容易的课程小王</a:t>
            </a:r>
            <a:r>
              <a:rPr lang="en-US" altLang="zh-CN" sz="2600" b="1" dirty="0">
                <a:latin typeface="Times New Roman" panose="02020603050405020304" pitchFamily="18" charset="0"/>
                <a:cs typeface="Times New Roman" panose="02020603050405020304" pitchFamily="18" charset="0"/>
              </a:rPr>
              <a:t>( Wang )</a:t>
            </a:r>
            <a:r>
              <a:rPr lang="zh-CN" altLang="en-US" sz="2600" b="1" dirty="0">
                <a:latin typeface="宋体" panose="02010600030101010101" pitchFamily="2" charset="-122"/>
              </a:rPr>
              <a:t>都喜欢；</a:t>
            </a:r>
            <a:endParaRPr lang="zh-CN" altLang="en-US" sz="2600" b="1" dirty="0">
              <a:latin typeface="Times New Roman" panose="02020603050405020304" pitchFamily="18" charset="0"/>
              <a:cs typeface="Times New Roman" panose="02020603050405020304" pitchFamily="18" charset="0"/>
            </a:endParaRPr>
          </a:p>
          <a:p>
            <a:pPr marL="0" indent="0" algn="just" eaLnBrk="1" hangingPunct="1">
              <a:lnSpc>
                <a:spcPct val="120000"/>
              </a:lnSpc>
              <a:buNone/>
            </a:pPr>
            <a:r>
              <a:rPr lang="zh-CN" altLang="en-US" sz="2600" b="1" dirty="0">
                <a:latin typeface="Times New Roman" panose="02020603050405020304" pitchFamily="18" charset="0"/>
                <a:cs typeface="Times New Roman" panose="02020603050405020304" pitchFamily="18" charset="0"/>
              </a:rPr>
              <a:t>      （</a:t>
            </a:r>
            <a:r>
              <a:rPr lang="en-US" altLang="zh-CN" sz="2600" b="1" dirty="0">
                <a:latin typeface="Times New Roman" panose="02020603050405020304" pitchFamily="18" charset="0"/>
                <a:cs typeface="Times New Roman" panose="02020603050405020304" pitchFamily="18" charset="0"/>
              </a:rPr>
              <a:t>2</a:t>
            </a:r>
            <a:r>
              <a:rPr lang="zh-CN" altLang="en-US" sz="2600" b="1" dirty="0">
                <a:latin typeface="Times New Roman" panose="02020603050405020304" pitchFamily="18" charset="0"/>
                <a:cs typeface="Times New Roman" panose="02020603050405020304" pitchFamily="18" charset="0"/>
              </a:rPr>
              <a:t>）</a:t>
            </a:r>
            <a:r>
              <a:rPr lang="en-US" altLang="zh-CN" sz="2600" b="1" dirty="0">
                <a:latin typeface="Times New Roman" panose="02020603050405020304" pitchFamily="18" charset="0"/>
                <a:cs typeface="Times New Roman" panose="02020603050405020304" pitchFamily="18" charset="0"/>
              </a:rPr>
              <a:t>C </a:t>
            </a:r>
            <a:r>
              <a:rPr lang="zh-CN" altLang="en-US" sz="2600" b="1" dirty="0">
                <a:latin typeface="宋体" panose="02010600030101010101" pitchFamily="2" charset="-122"/>
              </a:rPr>
              <a:t>班的课程都是容易的；</a:t>
            </a:r>
            <a:endParaRPr lang="zh-CN" altLang="en-US" sz="2600" b="1" dirty="0">
              <a:latin typeface="Times New Roman" panose="02020603050405020304" pitchFamily="18" charset="0"/>
              <a:cs typeface="Times New Roman" panose="02020603050405020304" pitchFamily="18" charset="0"/>
            </a:endParaRPr>
          </a:p>
          <a:p>
            <a:pPr marL="0" indent="0" algn="just" eaLnBrk="1" hangingPunct="1">
              <a:lnSpc>
                <a:spcPct val="120000"/>
              </a:lnSpc>
              <a:buNone/>
            </a:pPr>
            <a:r>
              <a:rPr lang="zh-CN" altLang="en-US" sz="2600" b="1" dirty="0">
                <a:latin typeface="Times New Roman" panose="02020603050405020304" pitchFamily="18" charset="0"/>
                <a:cs typeface="Times New Roman" panose="02020603050405020304" pitchFamily="18" charset="0"/>
              </a:rPr>
              <a:t>      （</a:t>
            </a:r>
            <a:r>
              <a:rPr lang="en-US" altLang="zh-CN" sz="2600" b="1" dirty="0">
                <a:latin typeface="Times New Roman" panose="02020603050405020304" pitchFamily="18" charset="0"/>
                <a:cs typeface="Times New Roman" panose="02020603050405020304" pitchFamily="18" charset="0"/>
              </a:rPr>
              <a:t>3</a:t>
            </a:r>
            <a:r>
              <a:rPr lang="zh-CN" altLang="en-US" sz="2600" b="1" dirty="0">
                <a:latin typeface="Times New Roman" panose="02020603050405020304" pitchFamily="18" charset="0"/>
                <a:cs typeface="Times New Roman" panose="02020603050405020304" pitchFamily="18" charset="0"/>
              </a:rPr>
              <a:t>）</a:t>
            </a:r>
            <a:r>
              <a:rPr lang="en-US" altLang="zh-CN" sz="2600" b="1" dirty="0">
                <a:latin typeface="Times New Roman" panose="02020603050405020304" pitchFamily="18" charset="0"/>
                <a:cs typeface="Times New Roman" panose="02020603050405020304" pitchFamily="18" charset="0"/>
              </a:rPr>
              <a:t>ds </a:t>
            </a:r>
            <a:r>
              <a:rPr lang="zh-CN" altLang="en-US" sz="2600" b="1" dirty="0">
                <a:latin typeface="宋体" panose="02010600030101010101" pitchFamily="2" charset="-122"/>
              </a:rPr>
              <a:t>是 </a:t>
            </a:r>
            <a:r>
              <a:rPr lang="en-US" altLang="zh-CN" sz="2600" b="1" dirty="0">
                <a:latin typeface="Times New Roman" panose="02020603050405020304" pitchFamily="18" charset="0"/>
                <a:cs typeface="Times New Roman" panose="02020603050405020304" pitchFamily="18" charset="0"/>
              </a:rPr>
              <a:t>C </a:t>
            </a:r>
            <a:r>
              <a:rPr lang="zh-CN" altLang="en-US" sz="2600" b="1" dirty="0">
                <a:latin typeface="宋体" panose="02010600030101010101" pitchFamily="2" charset="-122"/>
              </a:rPr>
              <a:t>班的一门课程。</a:t>
            </a:r>
            <a:endParaRPr lang="zh-CN" altLang="en-US" sz="2600" b="1" dirty="0">
              <a:latin typeface="Times New Roman" panose="02020603050405020304" pitchFamily="18" charset="0"/>
              <a:cs typeface="Times New Roman" panose="02020603050405020304" pitchFamily="18" charset="0"/>
            </a:endParaRPr>
          </a:p>
          <a:p>
            <a:pPr marL="0" indent="0" algn="just" eaLnBrk="1" hangingPunct="1">
              <a:lnSpc>
                <a:spcPct val="120000"/>
              </a:lnSpc>
              <a:buSzPct val="60000"/>
              <a:buBlip>
                <a:blip r:embed="rId1"/>
              </a:buBlip>
            </a:pPr>
            <a:r>
              <a:rPr lang="zh-CN" altLang="en-US" sz="2600" b="1" dirty="0">
                <a:latin typeface="宋体" panose="02010600030101010101" pitchFamily="2" charset="-122"/>
              </a:rPr>
              <a:t> 求证：小王喜欢 </a:t>
            </a:r>
            <a:r>
              <a:rPr lang="en-US" altLang="zh-CN" sz="2600" b="1" dirty="0">
                <a:latin typeface="Times New Roman" panose="02020603050405020304" pitchFamily="18" charset="0"/>
                <a:cs typeface="Times New Roman" panose="02020603050405020304" pitchFamily="18" charset="0"/>
              </a:rPr>
              <a:t>ds </a:t>
            </a:r>
            <a:r>
              <a:rPr lang="zh-CN" altLang="en-US" sz="2600" b="1" dirty="0">
                <a:latin typeface="宋体" panose="02010600030101010101" pitchFamily="2" charset="-122"/>
              </a:rPr>
              <a:t>这门课程。</a:t>
            </a:r>
            <a:endParaRPr lang="zh-CN" altLang="en-US" sz="2600" b="1" dirty="0"/>
          </a:p>
        </p:txBody>
      </p:sp>
      <p:sp>
        <p:nvSpPr>
          <p:cNvPr id="62470" name="Rectangle 4"/>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62471" name="Rectangle 5"/>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62472" name="Rectangle 6"/>
          <p:cNvSpPr/>
          <p:nvPr/>
        </p:nvSpPr>
        <p:spPr>
          <a:xfrm>
            <a:off x="0" y="337661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62473" name="Rectangle 7"/>
          <p:cNvSpPr/>
          <p:nvPr/>
        </p:nvSpPr>
        <p:spPr>
          <a:xfrm>
            <a:off x="0" y="337661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Tree>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63504" name="Rectangle 16"/>
          <p:cNvSpPr>
            <a:spLocks noChangeArrowheads="1"/>
          </p:cNvSpPr>
          <p:nvPr/>
        </p:nvSpPr>
        <p:spPr bwMode="auto">
          <a:xfrm>
            <a:off x="381000" y="914400"/>
            <a:ext cx="8382000" cy="5562600"/>
          </a:xfrm>
          <a:prstGeom prst="rect">
            <a:avLst/>
          </a:prstGeom>
          <a:gradFill rotWithShape="0">
            <a:gsLst>
              <a:gs pos="0">
                <a:schemeClr val="bg1"/>
              </a:gs>
              <a:gs pos="50000">
                <a:srgbClr val="CCFFFF"/>
              </a:gs>
              <a:gs pos="100000">
                <a:schemeClr val="bg1"/>
              </a:gs>
            </a:gsLst>
            <a:lin ang="5400000" scaled="1"/>
          </a:gradFill>
          <a:ln w="9525">
            <a:solidFill>
              <a:srgbClr val="008080"/>
            </a:solidFill>
            <a:miter lim="800000"/>
          </a:ln>
          <a:effectLst/>
        </p:spPr>
        <p:txBody>
          <a:bodyPr wrap="none" anchor="ctr"/>
          <a:lstStyle/>
          <a:p>
            <a:pPr marL="0" marR="0" lvl="0" indent="0" algn="l" defTabSz="914400" rtl="0" eaLnBrk="1" fontAlgn="base" latinLnBrk="0" hangingPunct="1">
              <a:lnSpc>
                <a:spcPct val="12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16"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3.2  </a:t>
            </a:r>
            <a:r>
              <a:rPr lang="zh-CN" altLang="en-US" sz="3600" b="0" dirty="0">
                <a:latin typeface="Times New Roman" panose="02020603050405020304" pitchFamily="18" charset="0"/>
                <a:ea typeface="黑体" panose="02010609060101010101" pitchFamily="49" charset="-122"/>
              </a:rPr>
              <a:t>自然演绎推理</a:t>
            </a:r>
            <a:endParaRPr lang="zh-CN" altLang="en-US" sz="3600" b="0" dirty="0">
              <a:latin typeface="Times New Roman" panose="02020603050405020304" pitchFamily="18" charset="0"/>
              <a:ea typeface="黑体" panose="02010609060101010101" pitchFamily="49" charset="-122"/>
            </a:endParaRPr>
          </a:p>
        </p:txBody>
      </p:sp>
      <p:sp>
        <p:nvSpPr>
          <p:cNvPr id="64517" name="Rectangle 3"/>
          <p:cNvSpPr>
            <a:spLocks noGrp="1"/>
          </p:cNvSpPr>
          <p:nvPr>
            <p:ph idx="1"/>
          </p:nvPr>
        </p:nvSpPr>
        <p:spPr>
          <a:xfrm>
            <a:off x="609600" y="1066800"/>
            <a:ext cx="8435975" cy="2667000"/>
          </a:xfrm>
        </p:spPr>
        <p:txBody>
          <a:bodyPr vert="horz" wrap="square" lIns="91440" tIns="45720" rIns="91440" bIns="45720" anchor="t" anchorCtr="0"/>
          <a:p>
            <a:pPr algn="just" eaLnBrk="1" hangingPunct="1">
              <a:lnSpc>
                <a:spcPct val="90000"/>
              </a:lnSpc>
            </a:pPr>
            <a:r>
              <a:rPr lang="zh-CN" altLang="en-US" sz="2600" b="1" dirty="0">
                <a:latin typeface="宋体" panose="02010600030101010101" pitchFamily="2" charset="-122"/>
              </a:rPr>
              <a:t>证明：</a:t>
            </a:r>
            <a:endParaRPr lang="zh-CN" altLang="en-US" sz="2600" b="1" dirty="0">
              <a:latin typeface="宋体" panose="02010600030101010101" pitchFamily="2" charset="-122"/>
            </a:endParaRPr>
          </a:p>
          <a:p>
            <a:pPr algn="just" eaLnBrk="1" hangingPunct="1">
              <a:lnSpc>
                <a:spcPct val="90000"/>
              </a:lnSpc>
              <a:buSzPct val="60000"/>
              <a:buBlip>
                <a:blip r:embed="rId1"/>
              </a:buBlip>
            </a:pPr>
            <a:r>
              <a:rPr lang="zh-CN" altLang="en-US" sz="2600" b="1" dirty="0">
                <a:latin typeface="宋体" panose="02010600030101010101" pitchFamily="2" charset="-122"/>
              </a:rPr>
              <a:t>定义谓词</a:t>
            </a:r>
            <a:r>
              <a:rPr lang="zh-CN" altLang="en-US" sz="2600" dirty="0">
                <a:latin typeface="宋体" panose="02010600030101010101" pitchFamily="2" charset="-122"/>
              </a:rPr>
              <a:t>：</a:t>
            </a:r>
            <a:endParaRPr lang="zh-CN" altLang="en-US" sz="2600" dirty="0">
              <a:latin typeface="Times New Roman" panose="02020603050405020304" pitchFamily="18" charset="0"/>
              <a:cs typeface="Times New Roman" panose="02020603050405020304" pitchFamily="18" charset="0"/>
            </a:endParaRPr>
          </a:p>
          <a:p>
            <a:pPr algn="just" eaLnBrk="1" hangingPunct="1">
              <a:lnSpc>
                <a:spcPct val="90000"/>
              </a:lnSpc>
              <a:buNone/>
            </a:pPr>
            <a:r>
              <a:rPr lang="zh-CN" altLang="en-US" sz="2600" b="1" dirty="0">
                <a:latin typeface="Times New Roman" panose="02020603050405020304" pitchFamily="18" charset="0"/>
                <a:cs typeface="Times New Roman" panose="02020603050405020304" pitchFamily="18" charset="0"/>
              </a:rPr>
              <a:t>       </a:t>
            </a:r>
            <a:r>
              <a:rPr lang="en-US" altLang="zh-CN" sz="2600" b="1" i="1" dirty="0">
                <a:solidFill>
                  <a:srgbClr val="660066"/>
                </a:solidFill>
                <a:latin typeface="Times New Roman" panose="02020603050405020304" pitchFamily="18" charset="0"/>
                <a:cs typeface="Times New Roman" panose="02020603050405020304" pitchFamily="18" charset="0"/>
              </a:rPr>
              <a:t>EASY</a:t>
            </a:r>
            <a:r>
              <a:rPr lang="en-US" altLang="zh-CN" sz="2600" b="1" dirty="0">
                <a:solidFill>
                  <a:srgbClr val="660066"/>
                </a:solidFill>
                <a:latin typeface="Times New Roman" panose="02020603050405020304" pitchFamily="18" charset="0"/>
                <a:cs typeface="Times New Roman" panose="02020603050405020304" pitchFamily="18" charset="0"/>
              </a:rPr>
              <a:t> ( </a:t>
            </a:r>
            <a:r>
              <a:rPr lang="en-US" altLang="zh-CN" sz="2600" b="1" i="1" dirty="0">
                <a:solidFill>
                  <a:srgbClr val="660066"/>
                </a:solidFill>
                <a:latin typeface="Times New Roman" panose="02020603050405020304" pitchFamily="18" charset="0"/>
                <a:cs typeface="Times New Roman" panose="02020603050405020304" pitchFamily="18" charset="0"/>
              </a:rPr>
              <a:t>x </a:t>
            </a:r>
            <a:r>
              <a:rPr lang="en-US" altLang="zh-CN" sz="2600" b="1" dirty="0">
                <a:solidFill>
                  <a:srgbClr val="660066"/>
                </a:solidFill>
                <a:latin typeface="Times New Roman" panose="02020603050405020304" pitchFamily="18" charset="0"/>
                <a:cs typeface="Times New Roman" panose="02020603050405020304" pitchFamily="18" charset="0"/>
              </a:rPr>
              <a:t>)</a:t>
            </a:r>
            <a:r>
              <a:rPr lang="zh-CN" altLang="en-US" sz="2600" dirty="0">
                <a:latin typeface="宋体" panose="02010600030101010101" pitchFamily="2" charset="-122"/>
              </a:rPr>
              <a:t>：</a:t>
            </a:r>
            <a:r>
              <a:rPr lang="en-US" altLang="zh-CN" sz="2600" i="1" dirty="0">
                <a:latin typeface="Times New Roman" panose="02020603050405020304" pitchFamily="18" charset="0"/>
                <a:cs typeface="Times New Roman" panose="02020603050405020304" pitchFamily="18" charset="0"/>
              </a:rPr>
              <a:t>x</a:t>
            </a:r>
            <a:r>
              <a:rPr lang="en-US" altLang="zh-CN" sz="2600" dirty="0">
                <a:latin typeface="Times New Roman" panose="02020603050405020304" pitchFamily="18" charset="0"/>
                <a:cs typeface="Times New Roman" panose="02020603050405020304" pitchFamily="18" charset="0"/>
              </a:rPr>
              <a:t> </a:t>
            </a:r>
            <a:r>
              <a:rPr lang="zh-CN" altLang="en-US" sz="2600" dirty="0">
                <a:latin typeface="宋体" panose="02010600030101010101" pitchFamily="2" charset="-122"/>
              </a:rPr>
              <a:t>是容易的</a:t>
            </a:r>
            <a:endParaRPr lang="zh-CN" altLang="en-US" sz="2600" dirty="0">
              <a:latin typeface="Times New Roman" panose="02020603050405020304" pitchFamily="18" charset="0"/>
              <a:cs typeface="Times New Roman" panose="02020603050405020304" pitchFamily="18" charset="0"/>
            </a:endParaRPr>
          </a:p>
          <a:p>
            <a:pPr algn="just" eaLnBrk="1" hangingPunct="1">
              <a:lnSpc>
                <a:spcPct val="90000"/>
              </a:lnSpc>
              <a:buNone/>
            </a:pPr>
            <a:r>
              <a:rPr lang="zh-CN" altLang="en-US" sz="2600" b="1" dirty="0">
                <a:latin typeface="Times New Roman" panose="02020603050405020304" pitchFamily="18" charset="0"/>
                <a:cs typeface="Times New Roman" panose="02020603050405020304" pitchFamily="18" charset="0"/>
              </a:rPr>
              <a:t>       </a:t>
            </a:r>
            <a:r>
              <a:rPr lang="en-US" altLang="zh-CN" sz="2600" b="1" i="1" dirty="0">
                <a:solidFill>
                  <a:srgbClr val="660066"/>
                </a:solidFill>
                <a:latin typeface="Times New Roman" panose="02020603050405020304" pitchFamily="18" charset="0"/>
                <a:cs typeface="Times New Roman" panose="02020603050405020304" pitchFamily="18" charset="0"/>
              </a:rPr>
              <a:t>LIKE</a:t>
            </a:r>
            <a:r>
              <a:rPr lang="en-US" altLang="zh-CN" sz="2600" b="1" dirty="0">
                <a:solidFill>
                  <a:srgbClr val="660066"/>
                </a:solidFill>
                <a:latin typeface="Times New Roman" panose="02020603050405020304" pitchFamily="18" charset="0"/>
                <a:cs typeface="Times New Roman" panose="02020603050405020304" pitchFamily="18" charset="0"/>
              </a:rPr>
              <a:t> ( </a:t>
            </a:r>
            <a:r>
              <a:rPr lang="en-US" altLang="zh-CN" sz="2600" b="1" i="1" dirty="0">
                <a:solidFill>
                  <a:srgbClr val="660066"/>
                </a:solidFill>
                <a:latin typeface="Times New Roman" panose="02020603050405020304" pitchFamily="18" charset="0"/>
                <a:cs typeface="Times New Roman" panose="02020603050405020304" pitchFamily="18" charset="0"/>
              </a:rPr>
              <a:t>x</a:t>
            </a:r>
            <a:r>
              <a:rPr lang="en-US" altLang="zh-CN" sz="2600" b="1" dirty="0">
                <a:solidFill>
                  <a:srgbClr val="660066"/>
                </a:solidFill>
                <a:latin typeface="Times New Roman" panose="02020603050405020304" pitchFamily="18" charset="0"/>
                <a:cs typeface="Times New Roman" panose="02020603050405020304" pitchFamily="18" charset="0"/>
              </a:rPr>
              <a:t>,  </a:t>
            </a:r>
            <a:r>
              <a:rPr lang="en-US" altLang="zh-CN" sz="2600" b="1" i="1" dirty="0">
                <a:solidFill>
                  <a:srgbClr val="660066"/>
                </a:solidFill>
                <a:latin typeface="Times New Roman" panose="02020603050405020304" pitchFamily="18" charset="0"/>
                <a:cs typeface="Times New Roman" panose="02020603050405020304" pitchFamily="18" charset="0"/>
              </a:rPr>
              <a:t>y </a:t>
            </a:r>
            <a:r>
              <a:rPr lang="en-US" altLang="zh-CN" sz="2600" b="1" dirty="0">
                <a:solidFill>
                  <a:srgbClr val="660066"/>
                </a:solidFill>
                <a:latin typeface="Times New Roman" panose="02020603050405020304" pitchFamily="18" charset="0"/>
                <a:cs typeface="Times New Roman" panose="02020603050405020304" pitchFamily="18" charset="0"/>
              </a:rPr>
              <a:t>)</a:t>
            </a:r>
            <a:r>
              <a:rPr lang="zh-CN" altLang="en-US" sz="2600" dirty="0">
                <a:latin typeface="宋体" panose="02010600030101010101" pitchFamily="2" charset="-122"/>
              </a:rPr>
              <a:t>：</a:t>
            </a:r>
            <a:r>
              <a:rPr lang="en-US" altLang="zh-CN" sz="2600" i="1" dirty="0">
                <a:latin typeface="Times New Roman" panose="02020603050405020304" pitchFamily="18" charset="0"/>
                <a:cs typeface="Times New Roman" panose="02020603050405020304" pitchFamily="18" charset="0"/>
              </a:rPr>
              <a:t>x</a:t>
            </a:r>
            <a:r>
              <a:rPr lang="en-US" altLang="zh-CN" sz="2600" dirty="0">
                <a:latin typeface="Times New Roman" panose="02020603050405020304" pitchFamily="18" charset="0"/>
                <a:cs typeface="Times New Roman" panose="02020603050405020304" pitchFamily="18" charset="0"/>
              </a:rPr>
              <a:t> </a:t>
            </a:r>
            <a:r>
              <a:rPr lang="zh-CN" altLang="en-US" sz="2600" dirty="0">
                <a:latin typeface="宋体" panose="02010600030101010101" pitchFamily="2" charset="-122"/>
              </a:rPr>
              <a:t>喜欢 </a:t>
            </a:r>
            <a:r>
              <a:rPr lang="en-US" altLang="zh-CN" sz="2600" i="1" dirty="0">
                <a:latin typeface="Times New Roman" panose="02020603050405020304" pitchFamily="18" charset="0"/>
                <a:cs typeface="Times New Roman" panose="02020603050405020304" pitchFamily="18" charset="0"/>
              </a:rPr>
              <a:t>y</a:t>
            </a:r>
            <a:endParaRPr lang="en-US" altLang="zh-CN" sz="2600" dirty="0">
              <a:latin typeface="Times New Roman" panose="02020603050405020304" pitchFamily="18" charset="0"/>
              <a:cs typeface="Times New Roman" panose="02020603050405020304" pitchFamily="18" charset="0"/>
            </a:endParaRPr>
          </a:p>
          <a:p>
            <a:pPr eaLnBrk="1" hangingPunct="1">
              <a:lnSpc>
                <a:spcPct val="90000"/>
              </a:lnSpc>
              <a:buNone/>
            </a:pPr>
            <a:r>
              <a:rPr lang="en-US" altLang="zh-CN" sz="2600" dirty="0">
                <a:latin typeface="Times New Roman" panose="02020603050405020304" pitchFamily="18" charset="0"/>
                <a:cs typeface="Times New Roman" panose="02020603050405020304" pitchFamily="18" charset="0"/>
              </a:rPr>
              <a:t>       </a:t>
            </a:r>
            <a:r>
              <a:rPr lang="en-US" altLang="zh-CN" sz="2600" b="1" i="1" dirty="0">
                <a:solidFill>
                  <a:srgbClr val="660066"/>
                </a:solidFill>
                <a:latin typeface="Times New Roman" panose="02020603050405020304" pitchFamily="18" charset="0"/>
                <a:cs typeface="Times New Roman" panose="02020603050405020304" pitchFamily="18" charset="0"/>
              </a:rPr>
              <a:t>C</a:t>
            </a:r>
            <a:r>
              <a:rPr lang="en-US" altLang="zh-CN" sz="2600" b="1" dirty="0">
                <a:solidFill>
                  <a:srgbClr val="660066"/>
                </a:solidFill>
                <a:latin typeface="Times New Roman" panose="02020603050405020304" pitchFamily="18" charset="0"/>
                <a:cs typeface="Times New Roman" panose="02020603050405020304" pitchFamily="18" charset="0"/>
              </a:rPr>
              <a:t> ( </a:t>
            </a:r>
            <a:r>
              <a:rPr lang="en-US" altLang="zh-CN" sz="2600" b="1" i="1" dirty="0">
                <a:solidFill>
                  <a:srgbClr val="660066"/>
                </a:solidFill>
                <a:latin typeface="Times New Roman" panose="02020603050405020304" pitchFamily="18" charset="0"/>
                <a:cs typeface="Times New Roman" panose="02020603050405020304" pitchFamily="18" charset="0"/>
              </a:rPr>
              <a:t>x </a:t>
            </a:r>
            <a:r>
              <a:rPr lang="en-US" altLang="zh-CN" sz="2600" b="1" dirty="0">
                <a:solidFill>
                  <a:srgbClr val="660066"/>
                </a:solidFill>
                <a:latin typeface="Times New Roman" panose="02020603050405020304" pitchFamily="18" charset="0"/>
                <a:cs typeface="Times New Roman" panose="02020603050405020304" pitchFamily="18" charset="0"/>
              </a:rPr>
              <a:t>)</a:t>
            </a:r>
            <a:r>
              <a:rPr lang="zh-CN" altLang="en-US" sz="2600" dirty="0">
                <a:latin typeface="宋体" panose="02010600030101010101" pitchFamily="2" charset="-122"/>
              </a:rPr>
              <a:t>：</a:t>
            </a:r>
            <a:r>
              <a:rPr lang="en-US" altLang="zh-CN" sz="2600" i="1" dirty="0">
                <a:latin typeface="Times New Roman" panose="02020603050405020304" pitchFamily="18" charset="0"/>
                <a:cs typeface="Times New Roman" panose="02020603050405020304" pitchFamily="18" charset="0"/>
              </a:rPr>
              <a:t>x </a:t>
            </a:r>
            <a:r>
              <a:rPr lang="zh-CN" altLang="en-US" sz="2600" dirty="0">
                <a:latin typeface="宋体" panose="02010600030101010101" pitchFamily="2" charset="-122"/>
              </a:rPr>
              <a:t>是 </a:t>
            </a:r>
            <a:r>
              <a:rPr lang="en-US" altLang="zh-CN" sz="2600" i="1" dirty="0">
                <a:latin typeface="Times New Roman" panose="02020603050405020304" pitchFamily="18" charset="0"/>
                <a:cs typeface="Times New Roman" panose="02020603050405020304" pitchFamily="18" charset="0"/>
              </a:rPr>
              <a:t>C</a:t>
            </a:r>
            <a:r>
              <a:rPr lang="en-US" altLang="zh-CN" sz="2600" dirty="0">
                <a:latin typeface="Times New Roman" panose="02020603050405020304" pitchFamily="18" charset="0"/>
                <a:cs typeface="Times New Roman" panose="02020603050405020304" pitchFamily="18" charset="0"/>
              </a:rPr>
              <a:t> </a:t>
            </a:r>
            <a:r>
              <a:rPr lang="zh-CN" altLang="en-US" sz="2600" dirty="0">
                <a:latin typeface="宋体" panose="02010600030101010101" pitchFamily="2" charset="-122"/>
              </a:rPr>
              <a:t>班的一门课程</a:t>
            </a:r>
            <a:endParaRPr lang="zh-CN" altLang="en-US" sz="2600" dirty="0"/>
          </a:p>
        </p:txBody>
      </p:sp>
      <p:sp>
        <p:nvSpPr>
          <p:cNvPr id="64518" name="Rectangle 4"/>
          <p:cNvSpPr/>
          <p:nvPr/>
        </p:nvSpPr>
        <p:spPr>
          <a:xfrm>
            <a:off x="566738"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64519" name="Rectangle 5"/>
          <p:cNvSpPr/>
          <p:nvPr/>
        </p:nvSpPr>
        <p:spPr>
          <a:xfrm>
            <a:off x="566738"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64520" name="Rectangle 6"/>
          <p:cNvSpPr/>
          <p:nvPr/>
        </p:nvSpPr>
        <p:spPr>
          <a:xfrm>
            <a:off x="566738" y="337661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64521" name="Rectangle 7"/>
          <p:cNvSpPr/>
          <p:nvPr/>
        </p:nvSpPr>
        <p:spPr>
          <a:xfrm>
            <a:off x="566738" y="337661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64522" name="Rectangle 9"/>
          <p:cNvSpPr/>
          <p:nvPr/>
        </p:nvSpPr>
        <p:spPr>
          <a:xfrm>
            <a:off x="5029200" y="3338513"/>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64523" name="Rectangle 11"/>
          <p:cNvSpPr/>
          <p:nvPr/>
        </p:nvSpPr>
        <p:spPr>
          <a:xfrm>
            <a:off x="609600" y="3689350"/>
            <a:ext cx="8305800" cy="271145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SzPct val="60000"/>
              <a:buBlip>
                <a:blip r:embed="rId1"/>
              </a:buBlip>
            </a:pPr>
            <a:r>
              <a:rPr lang="en-US" altLang="zh-CN" sz="2600" b="1" dirty="0">
                <a:latin typeface="Times New Roman" panose="02020603050405020304" pitchFamily="18" charset="0"/>
              </a:rPr>
              <a:t>    </a:t>
            </a:r>
            <a:r>
              <a:rPr lang="zh-CN" altLang="en-US" sz="2600" b="1" dirty="0">
                <a:latin typeface="Times New Roman" panose="02020603050405020304" pitchFamily="18" charset="0"/>
              </a:rPr>
              <a:t>已知事实和结论用谓词公式表示</a:t>
            </a:r>
            <a:r>
              <a:rPr lang="zh-CN" altLang="en-US" sz="2600" dirty="0">
                <a:latin typeface="Times New Roman" panose="02020603050405020304" pitchFamily="18" charset="0"/>
              </a:rPr>
              <a:t>：</a:t>
            </a:r>
            <a:endParaRPr lang="zh-CN" altLang="en-US" sz="2600" dirty="0">
              <a:latin typeface="Times New Roman" panose="02020603050405020304" pitchFamily="18" charset="0"/>
            </a:endParaRPr>
          </a:p>
          <a:p>
            <a:pPr marL="0" lvl="0" indent="0" eaLnBrk="1" hangingPunct="1">
              <a:buSzPct val="60000"/>
              <a:buNone/>
            </a:pPr>
            <a:r>
              <a:rPr lang="zh-CN" altLang="en-US" sz="2600" dirty="0">
                <a:solidFill>
                  <a:srgbClr val="660066"/>
                </a:solidFill>
                <a:latin typeface="Times New Roman" panose="02020603050405020304" pitchFamily="18" charset="0"/>
              </a:rPr>
              <a:t>      </a:t>
            </a:r>
            <a:r>
              <a:rPr lang="en-US" altLang="zh-CN" sz="2600" b="1" dirty="0">
                <a:solidFill>
                  <a:srgbClr val="660066"/>
                </a:solidFill>
                <a:latin typeface="Times New Roman" panose="02020603050405020304" pitchFamily="18" charset="0"/>
                <a:cs typeface="Times New Roman" panose="02020603050405020304" pitchFamily="18" charset="0"/>
              </a:rPr>
              <a:t>(     ) ( </a:t>
            </a:r>
            <a:r>
              <a:rPr lang="en-US" altLang="zh-CN" sz="2600" b="1" i="1" dirty="0">
                <a:solidFill>
                  <a:srgbClr val="660066"/>
                </a:solidFill>
                <a:latin typeface="Times New Roman" panose="02020603050405020304" pitchFamily="18" charset="0"/>
                <a:cs typeface="Times New Roman" panose="02020603050405020304" pitchFamily="18" charset="0"/>
              </a:rPr>
              <a:t>EASY</a:t>
            </a:r>
            <a:r>
              <a:rPr lang="en-US" altLang="zh-CN" sz="2600" b="1" dirty="0">
                <a:solidFill>
                  <a:srgbClr val="660066"/>
                </a:solidFill>
                <a:latin typeface="Times New Roman" panose="02020603050405020304" pitchFamily="18" charset="0"/>
                <a:cs typeface="Times New Roman" panose="02020603050405020304" pitchFamily="18" charset="0"/>
              </a:rPr>
              <a:t> ( </a:t>
            </a:r>
            <a:r>
              <a:rPr lang="en-US" altLang="zh-CN" sz="2600" b="1" i="1" dirty="0">
                <a:solidFill>
                  <a:srgbClr val="660066"/>
                </a:solidFill>
                <a:latin typeface="Times New Roman" panose="02020603050405020304" pitchFamily="18" charset="0"/>
              </a:rPr>
              <a:t>x </a:t>
            </a:r>
            <a:r>
              <a:rPr lang="en-US" altLang="zh-CN" sz="2600" b="1" dirty="0">
                <a:solidFill>
                  <a:srgbClr val="660066"/>
                </a:solidFill>
                <a:latin typeface="Times New Roman" panose="02020603050405020304" pitchFamily="18" charset="0"/>
                <a:cs typeface="Times New Roman" panose="02020603050405020304" pitchFamily="18" charset="0"/>
              </a:rPr>
              <a:t>) → </a:t>
            </a:r>
            <a:r>
              <a:rPr lang="en-US" altLang="zh-CN" sz="2600" b="1" i="1" dirty="0">
                <a:solidFill>
                  <a:srgbClr val="660066"/>
                </a:solidFill>
                <a:latin typeface="Times New Roman" panose="02020603050405020304" pitchFamily="18" charset="0"/>
                <a:cs typeface="Times New Roman" panose="02020603050405020304" pitchFamily="18" charset="0"/>
              </a:rPr>
              <a:t>LIKE</a:t>
            </a:r>
            <a:r>
              <a:rPr lang="en-US" altLang="zh-CN" sz="2600" b="1" dirty="0">
                <a:solidFill>
                  <a:srgbClr val="660066"/>
                </a:solidFill>
                <a:latin typeface="Times New Roman" panose="02020603050405020304" pitchFamily="18" charset="0"/>
                <a:cs typeface="Times New Roman" panose="02020603050405020304" pitchFamily="18" charset="0"/>
              </a:rPr>
              <a:t> ( </a:t>
            </a:r>
            <a:r>
              <a:rPr lang="en-US" altLang="zh-CN" sz="2600" b="1" i="1" dirty="0">
                <a:solidFill>
                  <a:srgbClr val="660066"/>
                </a:solidFill>
                <a:latin typeface="Times New Roman" panose="02020603050405020304" pitchFamily="18" charset="0"/>
                <a:cs typeface="Times New Roman" panose="02020603050405020304" pitchFamily="18" charset="0"/>
              </a:rPr>
              <a:t>Wang</a:t>
            </a:r>
            <a:r>
              <a:rPr lang="en-US" altLang="zh-CN" sz="2600" b="1" dirty="0">
                <a:solidFill>
                  <a:srgbClr val="660066"/>
                </a:solidFill>
                <a:latin typeface="Times New Roman" panose="02020603050405020304" pitchFamily="18" charset="0"/>
                <a:cs typeface="Times New Roman" panose="02020603050405020304" pitchFamily="18" charset="0"/>
              </a:rPr>
              <a:t>,  </a:t>
            </a:r>
            <a:r>
              <a:rPr lang="en-US" altLang="zh-CN" sz="2600" b="1" i="1" dirty="0">
                <a:solidFill>
                  <a:srgbClr val="660066"/>
                </a:solidFill>
                <a:latin typeface="Times New Roman" panose="02020603050405020304" pitchFamily="18" charset="0"/>
                <a:cs typeface="Times New Roman" panose="02020603050405020304" pitchFamily="18" charset="0"/>
              </a:rPr>
              <a:t>x </a:t>
            </a:r>
            <a:r>
              <a:rPr lang="en-US" altLang="zh-CN" sz="2600" b="1" dirty="0">
                <a:solidFill>
                  <a:srgbClr val="660066"/>
                </a:solidFill>
                <a:latin typeface="Times New Roman" panose="02020603050405020304" pitchFamily="18" charset="0"/>
                <a:cs typeface="Times New Roman" panose="02020603050405020304" pitchFamily="18" charset="0"/>
              </a:rPr>
              <a:t>) ) </a:t>
            </a:r>
            <a:endParaRPr lang="en-US" altLang="zh-CN" sz="2600" b="1" dirty="0">
              <a:solidFill>
                <a:srgbClr val="660066"/>
              </a:solidFill>
              <a:latin typeface="Times New Roman" panose="02020603050405020304" pitchFamily="18" charset="0"/>
              <a:cs typeface="Times New Roman" panose="02020603050405020304" pitchFamily="18" charset="0"/>
            </a:endParaRPr>
          </a:p>
          <a:p>
            <a:pPr marL="0" lvl="0" indent="0" eaLnBrk="1" hangingPunct="1">
              <a:buSzPct val="60000"/>
              <a:buNone/>
            </a:pPr>
            <a:r>
              <a:rPr lang="en-US" altLang="zh-CN" sz="2600" b="1" dirty="0">
                <a:solidFill>
                  <a:srgbClr val="660066"/>
                </a:solidFill>
                <a:latin typeface="Times New Roman" panose="02020603050405020304" pitchFamily="18" charset="0"/>
                <a:cs typeface="Times New Roman" panose="02020603050405020304" pitchFamily="18" charset="0"/>
              </a:rPr>
              <a:t>      (     ) ( </a:t>
            </a:r>
            <a:r>
              <a:rPr lang="en-US" altLang="zh-CN" sz="2600" b="1" i="1" dirty="0">
                <a:solidFill>
                  <a:srgbClr val="660066"/>
                </a:solidFill>
                <a:latin typeface="Times New Roman" panose="02020603050405020304" pitchFamily="18" charset="0"/>
                <a:cs typeface="Times New Roman" panose="02020603050405020304" pitchFamily="18" charset="0"/>
              </a:rPr>
              <a:t>C</a:t>
            </a:r>
            <a:r>
              <a:rPr lang="en-US" altLang="zh-CN" sz="2600" b="1" dirty="0">
                <a:solidFill>
                  <a:srgbClr val="660066"/>
                </a:solidFill>
                <a:latin typeface="Times New Roman" panose="02020603050405020304" pitchFamily="18" charset="0"/>
                <a:cs typeface="Times New Roman" panose="02020603050405020304" pitchFamily="18" charset="0"/>
              </a:rPr>
              <a:t> ( </a:t>
            </a:r>
            <a:r>
              <a:rPr lang="en-US" altLang="zh-CN" sz="2600" b="1" i="1" dirty="0">
                <a:solidFill>
                  <a:srgbClr val="660066"/>
                </a:solidFill>
                <a:latin typeface="Times New Roman" panose="02020603050405020304" pitchFamily="18" charset="0"/>
                <a:cs typeface="Times New Roman" panose="02020603050405020304" pitchFamily="18" charset="0"/>
              </a:rPr>
              <a:t>x </a:t>
            </a:r>
            <a:r>
              <a:rPr lang="en-US" altLang="zh-CN" sz="2600" b="1" dirty="0">
                <a:solidFill>
                  <a:srgbClr val="660066"/>
                </a:solidFill>
                <a:latin typeface="Times New Roman" panose="02020603050405020304" pitchFamily="18" charset="0"/>
                <a:cs typeface="Times New Roman" panose="02020603050405020304" pitchFamily="18" charset="0"/>
              </a:rPr>
              <a:t>) → </a:t>
            </a:r>
            <a:r>
              <a:rPr lang="en-US" altLang="zh-CN" sz="2600" b="1" i="1" dirty="0">
                <a:solidFill>
                  <a:srgbClr val="660066"/>
                </a:solidFill>
                <a:latin typeface="Times New Roman" panose="02020603050405020304" pitchFamily="18" charset="0"/>
                <a:cs typeface="Times New Roman" panose="02020603050405020304" pitchFamily="18" charset="0"/>
              </a:rPr>
              <a:t>EASY</a:t>
            </a:r>
            <a:r>
              <a:rPr lang="en-US" altLang="zh-CN" sz="2600" b="1" dirty="0">
                <a:solidFill>
                  <a:srgbClr val="660066"/>
                </a:solidFill>
                <a:latin typeface="Times New Roman" panose="02020603050405020304" pitchFamily="18" charset="0"/>
                <a:cs typeface="Times New Roman" panose="02020603050405020304" pitchFamily="18" charset="0"/>
              </a:rPr>
              <a:t> ( </a:t>
            </a:r>
            <a:r>
              <a:rPr lang="en-US" altLang="zh-CN" sz="2600" b="1" i="1" dirty="0">
                <a:solidFill>
                  <a:srgbClr val="660066"/>
                </a:solidFill>
                <a:latin typeface="Times New Roman" panose="02020603050405020304" pitchFamily="18" charset="0"/>
                <a:cs typeface="Times New Roman" panose="02020603050405020304" pitchFamily="18" charset="0"/>
              </a:rPr>
              <a:t>x </a:t>
            </a:r>
            <a:r>
              <a:rPr lang="en-US" altLang="zh-CN" sz="2600" b="1" dirty="0">
                <a:solidFill>
                  <a:srgbClr val="660066"/>
                </a:solidFill>
                <a:latin typeface="Times New Roman" panose="02020603050405020304" pitchFamily="18" charset="0"/>
                <a:cs typeface="Times New Roman" panose="02020603050405020304" pitchFamily="18" charset="0"/>
              </a:rPr>
              <a:t>)) </a:t>
            </a:r>
            <a:endParaRPr lang="en-US" altLang="zh-CN" sz="2600" b="1" dirty="0">
              <a:solidFill>
                <a:srgbClr val="660066"/>
              </a:solidFill>
              <a:latin typeface="Times New Roman" panose="02020603050405020304" pitchFamily="18" charset="0"/>
              <a:cs typeface="Times New Roman" panose="02020603050405020304" pitchFamily="18" charset="0"/>
            </a:endParaRPr>
          </a:p>
          <a:p>
            <a:pPr marL="0" lvl="0" indent="0" eaLnBrk="1" hangingPunct="1">
              <a:buNone/>
            </a:pPr>
            <a:r>
              <a:rPr lang="en-US" altLang="zh-CN" sz="2600" b="1" dirty="0">
                <a:solidFill>
                  <a:srgbClr val="660066"/>
                </a:solidFill>
                <a:latin typeface="Times New Roman" panose="02020603050405020304" pitchFamily="18" charset="0"/>
                <a:cs typeface="Times New Roman" panose="02020603050405020304" pitchFamily="18" charset="0"/>
              </a:rPr>
              <a:t>      </a:t>
            </a:r>
            <a:r>
              <a:rPr lang="en-US" altLang="zh-CN" sz="2600" b="1" i="1" dirty="0">
                <a:solidFill>
                  <a:srgbClr val="660066"/>
                </a:solidFill>
                <a:latin typeface="Times New Roman" panose="02020603050405020304" pitchFamily="18" charset="0"/>
                <a:cs typeface="Times New Roman" panose="02020603050405020304" pitchFamily="18" charset="0"/>
              </a:rPr>
              <a:t>C</a:t>
            </a:r>
            <a:r>
              <a:rPr lang="en-US" altLang="zh-CN" sz="2600" b="1" dirty="0">
                <a:solidFill>
                  <a:srgbClr val="660066"/>
                </a:solidFill>
                <a:latin typeface="Times New Roman" panose="02020603050405020304" pitchFamily="18" charset="0"/>
                <a:cs typeface="Times New Roman" panose="02020603050405020304" pitchFamily="18" charset="0"/>
              </a:rPr>
              <a:t> ( </a:t>
            </a:r>
            <a:r>
              <a:rPr lang="en-US" altLang="zh-CN" sz="2600" b="1" i="1" dirty="0">
                <a:solidFill>
                  <a:srgbClr val="660066"/>
                </a:solidFill>
                <a:latin typeface="Times New Roman" panose="02020603050405020304" pitchFamily="18" charset="0"/>
                <a:cs typeface="Times New Roman" panose="02020603050405020304" pitchFamily="18" charset="0"/>
              </a:rPr>
              <a:t>ds</a:t>
            </a:r>
            <a:r>
              <a:rPr lang="en-US" altLang="zh-CN" sz="2600" b="1" dirty="0">
                <a:solidFill>
                  <a:srgbClr val="660066"/>
                </a:solidFill>
                <a:latin typeface="Times New Roman" panose="02020603050405020304" pitchFamily="18" charset="0"/>
                <a:cs typeface="Times New Roman" panose="02020603050405020304" pitchFamily="18" charset="0"/>
              </a:rPr>
              <a:t> ) </a:t>
            </a:r>
            <a:endParaRPr lang="en-US" altLang="zh-CN" sz="2600" b="1" dirty="0">
              <a:solidFill>
                <a:srgbClr val="660066"/>
              </a:solidFill>
              <a:latin typeface="Times New Roman" panose="02020603050405020304" pitchFamily="18" charset="0"/>
              <a:cs typeface="Times New Roman" panose="02020603050405020304" pitchFamily="18" charset="0"/>
            </a:endParaRPr>
          </a:p>
          <a:p>
            <a:pPr marL="0" lvl="0" indent="0" eaLnBrk="1" hangingPunct="1">
              <a:buNone/>
            </a:pPr>
            <a:r>
              <a:rPr lang="en-US" altLang="zh-CN" sz="2600" b="1" dirty="0">
                <a:solidFill>
                  <a:srgbClr val="0000FF"/>
                </a:solidFill>
                <a:latin typeface="Times New Roman" panose="02020603050405020304" pitchFamily="18" charset="0"/>
                <a:cs typeface="Times New Roman" panose="02020603050405020304" pitchFamily="18" charset="0"/>
              </a:rPr>
              <a:t>      </a:t>
            </a:r>
            <a:r>
              <a:rPr lang="en-US" altLang="zh-CN" sz="2600" b="1" i="1" dirty="0">
                <a:solidFill>
                  <a:srgbClr val="0000FF"/>
                </a:solidFill>
                <a:latin typeface="Times New Roman" panose="02020603050405020304" pitchFamily="18" charset="0"/>
                <a:cs typeface="Times New Roman" panose="02020603050405020304" pitchFamily="18" charset="0"/>
              </a:rPr>
              <a:t>LIKE</a:t>
            </a:r>
            <a:r>
              <a:rPr lang="en-US" altLang="zh-CN" sz="2600" b="1" dirty="0">
                <a:solidFill>
                  <a:srgbClr val="0000FF"/>
                </a:solidFill>
                <a:latin typeface="Times New Roman" panose="02020603050405020304" pitchFamily="18" charset="0"/>
                <a:cs typeface="Times New Roman" panose="02020603050405020304" pitchFamily="18" charset="0"/>
              </a:rPr>
              <a:t> ( </a:t>
            </a:r>
            <a:r>
              <a:rPr lang="en-US" altLang="zh-CN" sz="2600" b="1" i="1" dirty="0">
                <a:solidFill>
                  <a:srgbClr val="0000FF"/>
                </a:solidFill>
                <a:latin typeface="Times New Roman" panose="02020603050405020304" pitchFamily="18" charset="0"/>
                <a:cs typeface="Times New Roman" panose="02020603050405020304" pitchFamily="18" charset="0"/>
              </a:rPr>
              <a:t>Wang</a:t>
            </a:r>
            <a:r>
              <a:rPr lang="en-US" altLang="zh-CN" sz="2600" b="1" dirty="0">
                <a:solidFill>
                  <a:srgbClr val="0000FF"/>
                </a:solidFill>
                <a:latin typeface="Times New Roman" panose="02020603050405020304" pitchFamily="18" charset="0"/>
                <a:cs typeface="Times New Roman" panose="02020603050405020304" pitchFamily="18" charset="0"/>
              </a:rPr>
              <a:t>,  </a:t>
            </a:r>
            <a:r>
              <a:rPr lang="en-US" altLang="zh-CN" sz="2600" b="1" i="1" dirty="0">
                <a:solidFill>
                  <a:srgbClr val="0000FF"/>
                </a:solidFill>
                <a:latin typeface="Times New Roman" panose="02020603050405020304" pitchFamily="18" charset="0"/>
                <a:cs typeface="Times New Roman" panose="02020603050405020304" pitchFamily="18" charset="0"/>
              </a:rPr>
              <a:t>ds</a:t>
            </a:r>
            <a:r>
              <a:rPr lang="en-US" altLang="zh-CN" sz="2600" b="1" dirty="0">
                <a:solidFill>
                  <a:srgbClr val="0000FF"/>
                </a:solidFill>
                <a:latin typeface="Times New Roman" panose="02020603050405020304" pitchFamily="18" charset="0"/>
                <a:cs typeface="Times New Roman" panose="02020603050405020304" pitchFamily="18" charset="0"/>
              </a:rPr>
              <a:t> )</a:t>
            </a:r>
            <a:r>
              <a:rPr lang="en-US" altLang="zh-CN" sz="2600" dirty="0">
                <a:latin typeface="宋体" panose="02010600030101010101" pitchFamily="2" charset="-122"/>
              </a:rPr>
              <a:t> </a:t>
            </a:r>
            <a:endParaRPr lang="en-US" altLang="zh-CN" sz="2600" dirty="0">
              <a:latin typeface="宋体" panose="02010600030101010101" pitchFamily="2" charset="-122"/>
            </a:endParaRPr>
          </a:p>
        </p:txBody>
      </p:sp>
      <p:graphicFrame>
        <p:nvGraphicFramePr>
          <p:cNvPr id="64524" name="Object 8"/>
          <p:cNvGraphicFramePr>
            <a:graphicFrameLocks noChangeAspect="1"/>
          </p:cNvGraphicFramePr>
          <p:nvPr/>
        </p:nvGraphicFramePr>
        <p:xfrm>
          <a:off x="1295400" y="4343400"/>
          <a:ext cx="457200" cy="377825"/>
        </p:xfrm>
        <a:graphic>
          <a:graphicData uri="http://schemas.openxmlformats.org/presentationml/2006/ole">
            <mc:AlternateContent xmlns:mc="http://schemas.openxmlformats.org/markup-compatibility/2006">
              <mc:Choice xmlns:v="urn:schemas-microsoft-com:vml" Requires="v">
                <p:oleObj spid="_x0000_s3083" name="" r:id="rId3" imgW="3733800" imgH="3076575" progId="Equation.3">
                  <p:embed/>
                </p:oleObj>
              </mc:Choice>
              <mc:Fallback>
                <p:oleObj name="" r:id="rId3" imgW="3733800" imgH="3076575" progId="Equation.3">
                  <p:embed/>
                  <p:pic>
                    <p:nvPicPr>
                      <p:cNvPr id="0" name="图片 3082"/>
                      <p:cNvPicPr/>
                      <p:nvPr/>
                    </p:nvPicPr>
                    <p:blipFill>
                      <a:blip r:embed="rId4"/>
                      <a:stretch>
                        <a:fillRect/>
                      </a:stretch>
                    </p:blipFill>
                    <p:spPr>
                      <a:xfrm>
                        <a:off x="1295400" y="4343400"/>
                        <a:ext cx="457200" cy="377825"/>
                      </a:xfrm>
                      <a:prstGeom prst="rect">
                        <a:avLst/>
                      </a:prstGeom>
                      <a:noFill/>
                      <a:ln w="38100">
                        <a:noFill/>
                        <a:miter/>
                      </a:ln>
                    </p:spPr>
                  </p:pic>
                </p:oleObj>
              </mc:Fallback>
            </mc:AlternateContent>
          </a:graphicData>
        </a:graphic>
      </p:graphicFrame>
      <p:graphicFrame>
        <p:nvGraphicFramePr>
          <p:cNvPr id="64525" name="Object 10"/>
          <p:cNvGraphicFramePr>
            <a:graphicFrameLocks noChangeAspect="1"/>
          </p:cNvGraphicFramePr>
          <p:nvPr/>
        </p:nvGraphicFramePr>
        <p:xfrm>
          <a:off x="1295400" y="4908550"/>
          <a:ext cx="457200" cy="377825"/>
        </p:xfrm>
        <a:graphic>
          <a:graphicData uri="http://schemas.openxmlformats.org/presentationml/2006/ole">
            <mc:AlternateContent xmlns:mc="http://schemas.openxmlformats.org/markup-compatibility/2006">
              <mc:Choice xmlns:v="urn:schemas-microsoft-com:vml" Requires="v">
                <p:oleObj spid="_x0000_s3086" name="" r:id="rId5" imgW="3733800" imgH="3076575" progId="Equation.3">
                  <p:embed/>
                </p:oleObj>
              </mc:Choice>
              <mc:Fallback>
                <p:oleObj name="" r:id="rId5" imgW="3733800" imgH="3076575" progId="Equation.3">
                  <p:embed/>
                  <p:pic>
                    <p:nvPicPr>
                      <p:cNvPr id="0" name="图片 3085"/>
                      <p:cNvPicPr/>
                      <p:nvPr/>
                    </p:nvPicPr>
                    <p:blipFill>
                      <a:blip r:embed="rId4"/>
                      <a:stretch>
                        <a:fillRect/>
                      </a:stretch>
                    </p:blipFill>
                    <p:spPr>
                      <a:xfrm>
                        <a:off x="1295400" y="4908550"/>
                        <a:ext cx="457200" cy="377825"/>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灯片编号占位符 4"/>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62488" name="Rectangle 24"/>
          <p:cNvSpPr>
            <a:spLocks noChangeArrowheads="1"/>
          </p:cNvSpPr>
          <p:nvPr/>
        </p:nvSpPr>
        <p:spPr bwMode="auto">
          <a:xfrm>
            <a:off x="152400" y="914400"/>
            <a:ext cx="8686800" cy="5562600"/>
          </a:xfrm>
          <a:prstGeom prst="rect">
            <a:avLst/>
          </a:prstGeom>
          <a:gradFill rotWithShape="0">
            <a:gsLst>
              <a:gs pos="0">
                <a:schemeClr val="bg1"/>
              </a:gs>
              <a:gs pos="50000">
                <a:srgbClr val="CCFFFF"/>
              </a:gs>
              <a:gs pos="100000">
                <a:schemeClr val="bg1"/>
              </a:gs>
            </a:gsLst>
            <a:lin ang="5400000" scaled="1"/>
          </a:gradFill>
          <a:ln w="9525">
            <a:solidFill>
              <a:srgbClr val="008080"/>
            </a:solidFill>
            <a:miter lim="800000"/>
          </a:ln>
          <a:effectLst/>
        </p:spPr>
        <p:txBody>
          <a:bodyPr wrap="none" anchor="ctr"/>
          <a:lstStyle/>
          <a:p>
            <a:pPr marL="0" marR="0" lvl="0" indent="0" algn="l" defTabSz="914400" rtl="0" eaLnBrk="1" fontAlgn="base" latinLnBrk="0" hangingPunct="1">
              <a:lnSpc>
                <a:spcPct val="12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540"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3.2  </a:t>
            </a:r>
            <a:r>
              <a:rPr lang="zh-CN" altLang="en-US" sz="3600" b="0" dirty="0">
                <a:latin typeface="Times New Roman" panose="02020603050405020304" pitchFamily="18" charset="0"/>
                <a:ea typeface="黑体" panose="02010609060101010101" pitchFamily="49" charset="-122"/>
              </a:rPr>
              <a:t>自然演绎推理</a:t>
            </a:r>
            <a:endParaRPr lang="zh-CN" altLang="en-US" sz="3600" b="0" dirty="0">
              <a:latin typeface="Times New Roman" panose="02020603050405020304" pitchFamily="18" charset="0"/>
              <a:ea typeface="黑体" panose="02010609060101010101" pitchFamily="49" charset="-122"/>
            </a:endParaRPr>
          </a:p>
        </p:txBody>
      </p:sp>
      <p:sp>
        <p:nvSpPr>
          <p:cNvPr id="65541" name="Rectangle 3"/>
          <p:cNvSpPr>
            <a:spLocks noGrp="1"/>
          </p:cNvSpPr>
          <p:nvPr>
            <p:ph type="body" sz="half" idx="1"/>
          </p:nvPr>
        </p:nvSpPr>
        <p:spPr>
          <a:xfrm>
            <a:off x="250825" y="1000125"/>
            <a:ext cx="4244975" cy="5400675"/>
          </a:xfrm>
        </p:spPr>
        <p:txBody>
          <a:bodyPr vert="horz" wrap="square" lIns="91440" tIns="45720" rIns="91440" bIns="45720" anchor="t" anchorCtr="0"/>
          <a:p>
            <a:pPr marL="187325" indent="-187325" algn="just" eaLnBrk="1" hangingPunct="1">
              <a:buClr>
                <a:schemeClr val="accent2"/>
              </a:buClr>
              <a:buSzPct val="60000"/>
              <a:buFont typeface="Wingdings" panose="05000000000000000000" pitchFamily="2" charset="2"/>
              <a:buBlip>
                <a:blip r:embed="rId1"/>
              </a:buBlip>
            </a:pPr>
            <a:r>
              <a:rPr lang="en-US" altLang="zh-CN" sz="2600" b="1" dirty="0">
                <a:latin typeface="宋体" panose="02010600030101010101" pitchFamily="2" charset="-122"/>
              </a:rPr>
              <a:t> </a:t>
            </a:r>
            <a:r>
              <a:rPr lang="zh-CN" altLang="en-US" sz="2600" b="1" dirty="0">
                <a:latin typeface="宋体" panose="02010600030101010101" pitchFamily="2" charset="-122"/>
              </a:rPr>
              <a:t>应用推理规则进行推理：</a:t>
            </a:r>
            <a:endParaRPr lang="zh-CN" altLang="en-US" sz="2600" b="1" dirty="0">
              <a:latin typeface="Times New Roman" panose="02020603050405020304" pitchFamily="18" charset="0"/>
              <a:cs typeface="Times New Roman" panose="02020603050405020304" pitchFamily="18" charset="0"/>
            </a:endParaRPr>
          </a:p>
          <a:p>
            <a:pPr marL="187325" indent="-187325" eaLnBrk="1" hangingPunct="1">
              <a:buClr>
                <a:schemeClr val="accent2"/>
              </a:buClr>
              <a:buSzTx/>
              <a:buFont typeface="Wingdings" panose="05000000000000000000" pitchFamily="2" charset="2"/>
              <a:buNone/>
            </a:pPr>
            <a:endParaRPr lang="en-US" altLang="zh-CN" sz="2600" dirty="0"/>
          </a:p>
        </p:txBody>
      </p:sp>
      <p:sp>
        <p:nvSpPr>
          <p:cNvPr id="65542" name="Rectangle 4"/>
          <p:cNvSpPr/>
          <p:nvPr/>
        </p:nvSpPr>
        <p:spPr>
          <a:xfrm>
            <a:off x="32385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65543" name="Rectangle 5"/>
          <p:cNvSpPr/>
          <p:nvPr/>
        </p:nvSpPr>
        <p:spPr>
          <a:xfrm>
            <a:off x="32385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65544" name="Rectangle 6"/>
          <p:cNvSpPr/>
          <p:nvPr/>
        </p:nvSpPr>
        <p:spPr>
          <a:xfrm>
            <a:off x="323850" y="337661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65545" name="Rectangle 7"/>
          <p:cNvSpPr/>
          <p:nvPr/>
        </p:nvSpPr>
        <p:spPr>
          <a:xfrm>
            <a:off x="323850" y="337661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65546" name="Rectangle 9"/>
          <p:cNvSpPr/>
          <p:nvPr/>
        </p:nvSpPr>
        <p:spPr>
          <a:xfrm>
            <a:off x="4786313" y="3338513"/>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nvGrpSpPr>
          <p:cNvPr id="65547" name="Group 25"/>
          <p:cNvGrpSpPr/>
          <p:nvPr/>
        </p:nvGrpSpPr>
        <p:grpSpPr>
          <a:xfrm>
            <a:off x="762000" y="1582738"/>
            <a:ext cx="6705600" cy="1084262"/>
            <a:chOff x="864" y="997"/>
            <a:chExt cx="3456" cy="683"/>
          </a:xfrm>
        </p:grpSpPr>
        <p:sp>
          <p:nvSpPr>
            <p:cNvPr id="65558" name="Rectangle 21"/>
            <p:cNvSpPr/>
            <p:nvPr/>
          </p:nvSpPr>
          <p:spPr>
            <a:xfrm>
              <a:off x="912" y="997"/>
              <a:ext cx="3408" cy="683"/>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None/>
              </a:pPr>
              <a:r>
                <a:rPr lang="en-US" altLang="zh-CN" sz="2600" b="1" dirty="0">
                  <a:latin typeface="Times New Roman" panose="02020603050405020304" pitchFamily="18" charset="0"/>
                  <a:cs typeface="Times New Roman" panose="02020603050405020304" pitchFamily="18" charset="0"/>
                </a:rPr>
                <a:t> </a:t>
              </a:r>
              <a:r>
                <a:rPr lang="en-US" altLang="zh-CN" sz="2600" b="1" dirty="0">
                  <a:solidFill>
                    <a:srgbClr val="660066"/>
                  </a:solidFill>
                  <a:latin typeface="Times New Roman" panose="02020603050405020304" pitchFamily="18" charset="0"/>
                  <a:cs typeface="Times New Roman" panose="02020603050405020304" pitchFamily="18" charset="0"/>
                </a:rPr>
                <a:t>(      )</a:t>
              </a:r>
              <a:r>
                <a:rPr lang="zh-CN" altLang="en-US" sz="2600" b="1" dirty="0">
                  <a:solidFill>
                    <a:srgbClr val="660066"/>
                  </a:solidFill>
                  <a:latin typeface="宋体" panose="02010600030101010101" pitchFamily="2" charset="-122"/>
                </a:rPr>
                <a:t>（</a:t>
              </a:r>
              <a:r>
                <a:rPr lang="en-US" altLang="zh-CN" sz="2600" b="1" i="1" dirty="0">
                  <a:solidFill>
                    <a:srgbClr val="660066"/>
                  </a:solidFill>
                  <a:latin typeface="Times New Roman" panose="02020603050405020304" pitchFamily="18" charset="0"/>
                  <a:cs typeface="Times New Roman" panose="02020603050405020304" pitchFamily="18" charset="0"/>
                </a:rPr>
                <a:t>EASY</a:t>
              </a:r>
              <a:r>
                <a:rPr lang="en-US" altLang="zh-CN" sz="2600" b="1" dirty="0">
                  <a:solidFill>
                    <a:srgbClr val="660066"/>
                  </a:solidFill>
                  <a:latin typeface="Times New Roman" panose="02020603050405020304" pitchFamily="18" charset="0"/>
                  <a:cs typeface="Times New Roman" panose="02020603050405020304" pitchFamily="18" charset="0"/>
                </a:rPr>
                <a:t> ( </a:t>
              </a:r>
              <a:r>
                <a:rPr lang="en-US" altLang="zh-CN" sz="2600" b="1" i="1" dirty="0">
                  <a:solidFill>
                    <a:srgbClr val="660066"/>
                  </a:solidFill>
                  <a:latin typeface="Times New Roman" panose="02020603050405020304" pitchFamily="18" charset="0"/>
                  <a:cs typeface="Times New Roman" panose="02020603050405020304" pitchFamily="18" charset="0"/>
                </a:rPr>
                <a:t>x </a:t>
              </a:r>
              <a:r>
                <a:rPr lang="en-US" altLang="zh-CN" sz="2600" b="1" dirty="0">
                  <a:solidFill>
                    <a:srgbClr val="660066"/>
                  </a:solidFill>
                  <a:latin typeface="Times New Roman" panose="02020603050405020304" pitchFamily="18" charset="0"/>
                  <a:cs typeface="Times New Roman" panose="02020603050405020304" pitchFamily="18" charset="0"/>
                </a:rPr>
                <a:t>)  </a:t>
              </a:r>
              <a:r>
                <a:rPr lang="en-US" altLang="zh-CN" sz="2600" b="1" dirty="0">
                  <a:solidFill>
                    <a:srgbClr val="660066"/>
                  </a:solidFill>
                  <a:latin typeface="宋体" panose="02010600030101010101" pitchFamily="2" charset="-122"/>
                </a:rPr>
                <a:t>→</a:t>
              </a:r>
              <a:r>
                <a:rPr lang="en-US" altLang="zh-CN" sz="2600" b="1" i="1" dirty="0">
                  <a:solidFill>
                    <a:srgbClr val="660066"/>
                  </a:solidFill>
                  <a:latin typeface="Times New Roman" panose="02020603050405020304" pitchFamily="18" charset="0"/>
                  <a:cs typeface="Times New Roman" panose="02020603050405020304" pitchFamily="18" charset="0"/>
                </a:rPr>
                <a:t>LIKE</a:t>
              </a:r>
              <a:r>
                <a:rPr lang="en-US" altLang="zh-CN" sz="2600" b="1" dirty="0">
                  <a:solidFill>
                    <a:srgbClr val="660066"/>
                  </a:solidFill>
                  <a:latin typeface="Times New Roman" panose="02020603050405020304" pitchFamily="18" charset="0"/>
                  <a:cs typeface="Times New Roman" panose="02020603050405020304" pitchFamily="18" charset="0"/>
                </a:rPr>
                <a:t> ( </a:t>
              </a:r>
              <a:r>
                <a:rPr lang="en-US" altLang="zh-CN" sz="2600" b="1" i="1" dirty="0">
                  <a:solidFill>
                    <a:srgbClr val="660066"/>
                  </a:solidFill>
                  <a:latin typeface="Times New Roman" panose="02020603050405020304" pitchFamily="18" charset="0"/>
                  <a:cs typeface="Times New Roman" panose="02020603050405020304" pitchFamily="18" charset="0"/>
                </a:rPr>
                <a:t>Wang</a:t>
              </a:r>
              <a:r>
                <a:rPr lang="en-US" altLang="zh-CN" sz="2600" b="1" dirty="0">
                  <a:solidFill>
                    <a:srgbClr val="660066"/>
                  </a:solidFill>
                  <a:latin typeface="Times New Roman" panose="02020603050405020304" pitchFamily="18" charset="0"/>
                  <a:cs typeface="Times New Roman" panose="02020603050405020304" pitchFamily="18" charset="0"/>
                </a:rPr>
                <a:t>,  </a:t>
              </a:r>
              <a:r>
                <a:rPr lang="en-US" altLang="zh-CN" sz="2600" b="1" i="1" dirty="0">
                  <a:solidFill>
                    <a:srgbClr val="660066"/>
                  </a:solidFill>
                  <a:latin typeface="Times New Roman" panose="02020603050405020304" pitchFamily="18" charset="0"/>
                  <a:cs typeface="Times New Roman" panose="02020603050405020304" pitchFamily="18" charset="0"/>
                </a:rPr>
                <a:t>x </a:t>
              </a:r>
              <a:r>
                <a:rPr lang="en-US" altLang="zh-CN" sz="2600" b="1" dirty="0">
                  <a:solidFill>
                    <a:srgbClr val="660066"/>
                  </a:solidFill>
                  <a:latin typeface="Times New Roman" panose="02020603050405020304" pitchFamily="18" charset="0"/>
                  <a:cs typeface="Times New Roman" panose="02020603050405020304" pitchFamily="18" charset="0"/>
                </a:rPr>
                <a:t>)</a:t>
              </a:r>
              <a:r>
                <a:rPr lang="en-US" altLang="zh-CN" sz="2600" b="1" dirty="0">
                  <a:solidFill>
                    <a:srgbClr val="660066"/>
                  </a:solidFill>
                  <a:latin typeface="Times New Roman" panose="02020603050405020304" pitchFamily="18" charset="0"/>
                </a:rPr>
                <a:t>)</a:t>
              </a:r>
              <a:endParaRPr lang="en-US" altLang="zh-CN" sz="2600" b="1" dirty="0">
                <a:solidFill>
                  <a:srgbClr val="660066"/>
                </a:solidFill>
                <a:latin typeface="Times New Roman" panose="02020603050405020304" pitchFamily="18" charset="0"/>
                <a:cs typeface="Times New Roman" panose="02020603050405020304" pitchFamily="18" charset="0"/>
              </a:endParaRPr>
            </a:p>
            <a:p>
              <a:pPr marL="0" lvl="0" indent="0" eaLnBrk="1" hangingPunct="1">
                <a:spcBef>
                  <a:spcPct val="50000"/>
                </a:spcBef>
                <a:buNone/>
              </a:pPr>
              <a:r>
                <a:rPr lang="en-US" altLang="zh-CN" sz="2600" b="1" dirty="0">
                  <a:latin typeface="Times New Roman" panose="02020603050405020304" pitchFamily="18" charset="0"/>
                  <a:cs typeface="Times New Roman" panose="02020603050405020304" pitchFamily="18" charset="0"/>
                </a:rPr>
                <a:t> </a:t>
              </a:r>
              <a:r>
                <a:rPr lang="en-US" altLang="zh-CN" sz="2600" b="1" i="1" dirty="0">
                  <a:solidFill>
                    <a:srgbClr val="0000FF"/>
                  </a:solidFill>
                  <a:latin typeface="Times New Roman" panose="02020603050405020304" pitchFamily="18" charset="0"/>
                  <a:cs typeface="Times New Roman" panose="02020603050405020304" pitchFamily="18" charset="0"/>
                </a:rPr>
                <a:t>EASY</a:t>
              </a:r>
              <a:r>
                <a:rPr lang="en-US" altLang="zh-CN" sz="2600" b="1" dirty="0">
                  <a:solidFill>
                    <a:srgbClr val="0000FF"/>
                  </a:solidFill>
                  <a:latin typeface="Times New Roman" panose="02020603050405020304" pitchFamily="18" charset="0"/>
                  <a:cs typeface="Times New Roman" panose="02020603050405020304" pitchFamily="18" charset="0"/>
                </a:rPr>
                <a:t> (</a:t>
              </a:r>
              <a:r>
                <a:rPr lang="en-US" altLang="zh-CN" sz="2600" b="1" i="1" dirty="0">
                  <a:solidFill>
                    <a:srgbClr val="0000FF"/>
                  </a:solidFill>
                  <a:latin typeface="Times New Roman" panose="02020603050405020304" pitchFamily="18" charset="0"/>
                  <a:cs typeface="Times New Roman" panose="02020603050405020304" pitchFamily="18" charset="0"/>
                </a:rPr>
                <a:t>z</a:t>
              </a:r>
              <a:r>
                <a:rPr lang="en-US" altLang="zh-CN" sz="2600" b="1" dirty="0">
                  <a:solidFill>
                    <a:srgbClr val="0000FF"/>
                  </a:solidFill>
                  <a:latin typeface="Times New Roman" panose="02020603050405020304" pitchFamily="18" charset="0"/>
                  <a:cs typeface="Times New Roman" panose="02020603050405020304" pitchFamily="18" charset="0"/>
                </a:rPr>
                <a:t>) </a:t>
              </a:r>
              <a:r>
                <a:rPr lang="en-US" altLang="zh-CN" sz="2600" b="1" dirty="0">
                  <a:solidFill>
                    <a:srgbClr val="0000FF"/>
                  </a:solidFill>
                  <a:latin typeface="宋体" panose="02010600030101010101" pitchFamily="2" charset="-122"/>
                </a:rPr>
                <a:t>→</a:t>
              </a:r>
              <a:r>
                <a:rPr lang="en-US" altLang="zh-CN" sz="2600" b="1" i="1" dirty="0">
                  <a:solidFill>
                    <a:srgbClr val="0000FF"/>
                  </a:solidFill>
                  <a:latin typeface="Times New Roman" panose="02020603050405020304" pitchFamily="18" charset="0"/>
                  <a:cs typeface="Times New Roman" panose="02020603050405020304" pitchFamily="18" charset="0"/>
                </a:rPr>
                <a:t>LIKE</a:t>
              </a:r>
              <a:r>
                <a:rPr lang="en-US" altLang="zh-CN" sz="2600" b="1" dirty="0">
                  <a:solidFill>
                    <a:srgbClr val="0000FF"/>
                  </a:solidFill>
                  <a:latin typeface="Times New Roman" panose="02020603050405020304" pitchFamily="18" charset="0"/>
                  <a:cs typeface="Times New Roman" panose="02020603050405020304" pitchFamily="18" charset="0"/>
                </a:rPr>
                <a:t> ( </a:t>
              </a:r>
              <a:r>
                <a:rPr lang="en-US" altLang="zh-CN" sz="2600" b="1" i="1" dirty="0">
                  <a:solidFill>
                    <a:srgbClr val="0000FF"/>
                  </a:solidFill>
                  <a:latin typeface="Times New Roman" panose="02020603050405020304" pitchFamily="18" charset="0"/>
                  <a:cs typeface="Times New Roman" panose="02020603050405020304" pitchFamily="18" charset="0"/>
                </a:rPr>
                <a:t>Wang</a:t>
              </a:r>
              <a:r>
                <a:rPr lang="en-US" altLang="zh-CN" sz="2600" b="1" dirty="0">
                  <a:solidFill>
                    <a:srgbClr val="0000FF"/>
                  </a:solidFill>
                  <a:latin typeface="Times New Roman" panose="02020603050405020304" pitchFamily="18" charset="0"/>
                  <a:cs typeface="Times New Roman" panose="02020603050405020304" pitchFamily="18" charset="0"/>
                </a:rPr>
                <a:t>,  </a:t>
              </a:r>
              <a:r>
                <a:rPr lang="en-US" altLang="zh-CN" sz="2600" b="1" i="1" dirty="0">
                  <a:solidFill>
                    <a:srgbClr val="0000FF"/>
                  </a:solidFill>
                  <a:latin typeface="Times New Roman" panose="02020603050405020304" pitchFamily="18" charset="0"/>
                  <a:cs typeface="Times New Roman" panose="02020603050405020304" pitchFamily="18" charset="0"/>
                </a:rPr>
                <a:t>z </a:t>
              </a:r>
              <a:r>
                <a:rPr lang="en-US" altLang="zh-CN" sz="2600" b="1" dirty="0">
                  <a:solidFill>
                    <a:srgbClr val="0000FF"/>
                  </a:solidFill>
                  <a:latin typeface="Times New Roman" panose="02020603050405020304" pitchFamily="18" charset="0"/>
                  <a:cs typeface="Times New Roman" panose="02020603050405020304" pitchFamily="18" charset="0"/>
                </a:rPr>
                <a:t>)       </a:t>
              </a:r>
              <a:r>
                <a:rPr lang="zh-CN" altLang="en-US" sz="2500" b="1" dirty="0">
                  <a:latin typeface="宋体" panose="02010600030101010101" pitchFamily="2" charset="-122"/>
                </a:rPr>
                <a:t>全称固化</a:t>
              </a:r>
              <a:endParaRPr lang="zh-CN" altLang="en-US" sz="2500" b="1" dirty="0">
                <a:latin typeface="宋体" panose="02010600030101010101" pitchFamily="2" charset="-122"/>
              </a:endParaRPr>
            </a:p>
          </p:txBody>
        </p:sp>
        <p:graphicFrame>
          <p:nvGraphicFramePr>
            <p:cNvPr id="65559" name="Object 8"/>
            <p:cNvGraphicFramePr>
              <a:graphicFrameLocks noChangeAspect="1"/>
            </p:cNvGraphicFramePr>
            <p:nvPr/>
          </p:nvGraphicFramePr>
          <p:xfrm>
            <a:off x="1104" y="1056"/>
            <a:ext cx="261" cy="216"/>
          </p:xfrm>
          <a:graphic>
            <a:graphicData uri="http://schemas.openxmlformats.org/presentationml/2006/ole">
              <mc:AlternateContent xmlns:mc="http://schemas.openxmlformats.org/markup-compatibility/2006">
                <mc:Choice xmlns:v="urn:schemas-microsoft-com:vml" Requires="v">
                  <p:oleObj spid="_x0000_s3085" name="" r:id="rId3" imgW="3733800" imgH="3076575" progId="Equation.3">
                    <p:embed/>
                  </p:oleObj>
                </mc:Choice>
                <mc:Fallback>
                  <p:oleObj name="" r:id="rId3" imgW="3733800" imgH="3076575" progId="Equation.3">
                    <p:embed/>
                    <p:pic>
                      <p:nvPicPr>
                        <p:cNvPr id="0" name="图片 3084"/>
                        <p:cNvPicPr/>
                        <p:nvPr/>
                      </p:nvPicPr>
                      <p:blipFill>
                        <a:blip r:embed="rId4"/>
                        <a:stretch>
                          <a:fillRect/>
                        </a:stretch>
                      </p:blipFill>
                      <p:spPr>
                        <a:xfrm>
                          <a:off x="1104" y="1056"/>
                          <a:ext cx="261" cy="216"/>
                        </a:xfrm>
                        <a:prstGeom prst="rect">
                          <a:avLst/>
                        </a:prstGeom>
                        <a:noFill/>
                        <a:ln w="38100">
                          <a:noFill/>
                          <a:miter/>
                        </a:ln>
                      </p:spPr>
                    </p:pic>
                  </p:oleObj>
                </mc:Fallback>
              </mc:AlternateContent>
            </a:graphicData>
          </a:graphic>
        </p:graphicFrame>
        <p:sp>
          <p:nvSpPr>
            <p:cNvPr id="65560" name="AutoShape 10"/>
            <p:cNvSpPr/>
            <p:nvPr/>
          </p:nvSpPr>
          <p:spPr>
            <a:xfrm>
              <a:off x="864" y="1104"/>
              <a:ext cx="96" cy="432"/>
            </a:xfrm>
            <a:prstGeom prst="curvedRightArrow">
              <a:avLst>
                <a:gd name="adj1" fmla="val 90000"/>
                <a:gd name="adj2" fmla="val 180000"/>
                <a:gd name="adj3" fmla="val 33333"/>
              </a:avLst>
            </a:prstGeom>
            <a:solidFill>
              <a:srgbClr val="FF0000"/>
            </a:soli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sp>
        <p:nvSpPr>
          <p:cNvPr id="65548" name="Rectangle 20"/>
          <p:cNvSpPr/>
          <p:nvPr/>
        </p:nvSpPr>
        <p:spPr>
          <a:xfrm>
            <a:off x="936625" y="2819400"/>
            <a:ext cx="6378575" cy="1084263"/>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None/>
            </a:pPr>
            <a:r>
              <a:rPr lang="en-US" altLang="zh-CN" sz="2600" b="1" dirty="0">
                <a:solidFill>
                  <a:srgbClr val="FF0000"/>
                </a:solidFill>
                <a:latin typeface="Times New Roman" panose="02020603050405020304" pitchFamily="18" charset="0"/>
              </a:rPr>
              <a:t> </a:t>
            </a:r>
            <a:r>
              <a:rPr lang="en-US" altLang="zh-CN" sz="2600" b="1" dirty="0">
                <a:solidFill>
                  <a:srgbClr val="660066"/>
                </a:solidFill>
                <a:latin typeface="Times New Roman" panose="02020603050405020304" pitchFamily="18" charset="0"/>
              </a:rPr>
              <a:t>(     ) (</a:t>
            </a:r>
            <a:r>
              <a:rPr lang="en-US" altLang="zh-CN" sz="2600" b="1" i="1" dirty="0">
                <a:solidFill>
                  <a:srgbClr val="660066"/>
                </a:solidFill>
                <a:latin typeface="Times New Roman" panose="02020603050405020304" pitchFamily="18" charset="0"/>
              </a:rPr>
              <a:t>C</a:t>
            </a:r>
            <a:r>
              <a:rPr lang="en-US" altLang="zh-CN" sz="2600" b="1" dirty="0">
                <a:solidFill>
                  <a:srgbClr val="660066"/>
                </a:solidFill>
                <a:latin typeface="Times New Roman" panose="02020603050405020304" pitchFamily="18" charset="0"/>
              </a:rPr>
              <a:t> ( </a:t>
            </a:r>
            <a:r>
              <a:rPr lang="en-US" altLang="zh-CN" sz="2600" b="1" i="1" dirty="0">
                <a:solidFill>
                  <a:srgbClr val="660066"/>
                </a:solidFill>
                <a:latin typeface="Times New Roman" panose="02020603050405020304" pitchFamily="18" charset="0"/>
              </a:rPr>
              <a:t>x </a:t>
            </a:r>
            <a:r>
              <a:rPr lang="en-US" altLang="zh-CN" sz="2600" b="1" dirty="0">
                <a:solidFill>
                  <a:srgbClr val="660066"/>
                </a:solidFill>
                <a:latin typeface="Times New Roman" panose="02020603050405020304" pitchFamily="18" charset="0"/>
              </a:rPr>
              <a:t>) → </a:t>
            </a:r>
            <a:r>
              <a:rPr lang="en-US" altLang="zh-CN" sz="2600" b="1" i="1" dirty="0">
                <a:solidFill>
                  <a:srgbClr val="660066"/>
                </a:solidFill>
                <a:latin typeface="Times New Roman" panose="02020603050405020304" pitchFamily="18" charset="0"/>
              </a:rPr>
              <a:t>EASY</a:t>
            </a:r>
            <a:r>
              <a:rPr lang="en-US" altLang="zh-CN" sz="2600" b="1" dirty="0">
                <a:solidFill>
                  <a:srgbClr val="660066"/>
                </a:solidFill>
                <a:latin typeface="Times New Roman" panose="02020603050405020304" pitchFamily="18" charset="0"/>
              </a:rPr>
              <a:t> ( </a:t>
            </a:r>
            <a:r>
              <a:rPr lang="en-US" altLang="zh-CN" sz="2600" b="1" i="1" dirty="0">
                <a:solidFill>
                  <a:srgbClr val="660066"/>
                </a:solidFill>
                <a:latin typeface="Times New Roman" panose="02020603050405020304" pitchFamily="18" charset="0"/>
              </a:rPr>
              <a:t>x </a:t>
            </a:r>
            <a:r>
              <a:rPr lang="en-US" altLang="zh-CN" sz="2600" b="1" dirty="0">
                <a:solidFill>
                  <a:srgbClr val="660066"/>
                </a:solidFill>
                <a:latin typeface="Times New Roman" panose="02020603050405020304" pitchFamily="18" charset="0"/>
              </a:rPr>
              <a:t>))</a:t>
            </a:r>
            <a:endParaRPr lang="en-US" altLang="zh-CN" sz="2600" b="1" dirty="0">
              <a:solidFill>
                <a:srgbClr val="660066"/>
              </a:solidFill>
              <a:latin typeface="Times New Roman" panose="02020603050405020304" pitchFamily="18" charset="0"/>
            </a:endParaRPr>
          </a:p>
          <a:p>
            <a:pPr marL="0" lvl="0" indent="0" eaLnBrk="1" hangingPunct="1">
              <a:spcBef>
                <a:spcPct val="50000"/>
              </a:spcBef>
              <a:buNone/>
            </a:pPr>
            <a:r>
              <a:rPr lang="en-US" altLang="zh-CN" sz="2600" b="1" dirty="0">
                <a:solidFill>
                  <a:srgbClr val="0000FF"/>
                </a:solidFill>
                <a:latin typeface="Times New Roman" panose="02020603050405020304" pitchFamily="18" charset="0"/>
              </a:rPr>
              <a:t> </a:t>
            </a:r>
            <a:r>
              <a:rPr lang="en-US" altLang="zh-CN" sz="2600" b="1" i="1" dirty="0">
                <a:solidFill>
                  <a:srgbClr val="0000FF"/>
                </a:solidFill>
                <a:latin typeface="Times New Roman" panose="02020603050405020304" pitchFamily="18" charset="0"/>
              </a:rPr>
              <a:t>C</a:t>
            </a:r>
            <a:r>
              <a:rPr lang="en-US" altLang="zh-CN" sz="2600" b="1" dirty="0">
                <a:solidFill>
                  <a:srgbClr val="0000FF"/>
                </a:solidFill>
                <a:latin typeface="Times New Roman" panose="02020603050405020304" pitchFamily="18" charset="0"/>
              </a:rPr>
              <a:t> ( </a:t>
            </a:r>
            <a:r>
              <a:rPr lang="en-US" altLang="zh-CN" sz="2600" b="1" i="1" dirty="0">
                <a:solidFill>
                  <a:srgbClr val="0000FF"/>
                </a:solidFill>
                <a:latin typeface="Times New Roman" panose="02020603050405020304" pitchFamily="18" charset="0"/>
              </a:rPr>
              <a:t>y </a:t>
            </a:r>
            <a:r>
              <a:rPr lang="en-US" altLang="zh-CN" sz="2600" b="1" dirty="0">
                <a:solidFill>
                  <a:srgbClr val="0000FF"/>
                </a:solidFill>
                <a:latin typeface="Times New Roman" panose="02020603050405020304" pitchFamily="18" charset="0"/>
              </a:rPr>
              <a:t>)  </a:t>
            </a:r>
            <a:r>
              <a:rPr lang="en-US" altLang="zh-CN" sz="2600" b="1" dirty="0">
                <a:solidFill>
                  <a:srgbClr val="0000FF"/>
                </a:solidFill>
                <a:latin typeface="宋体" panose="02010600030101010101" pitchFamily="2" charset="-122"/>
              </a:rPr>
              <a:t>→</a:t>
            </a:r>
            <a:r>
              <a:rPr lang="en-US" altLang="zh-CN" sz="2600" b="1" i="1" dirty="0">
                <a:solidFill>
                  <a:srgbClr val="0000FF"/>
                </a:solidFill>
                <a:latin typeface="Times New Roman" panose="02020603050405020304" pitchFamily="18" charset="0"/>
              </a:rPr>
              <a:t>EASY</a:t>
            </a:r>
            <a:r>
              <a:rPr lang="en-US" altLang="zh-CN" sz="2600" b="1" dirty="0">
                <a:solidFill>
                  <a:srgbClr val="0000FF"/>
                </a:solidFill>
                <a:latin typeface="Times New Roman" panose="02020603050405020304" pitchFamily="18" charset="0"/>
              </a:rPr>
              <a:t> ( </a:t>
            </a:r>
            <a:r>
              <a:rPr lang="en-US" altLang="zh-CN" sz="2600" b="1" i="1" dirty="0">
                <a:solidFill>
                  <a:srgbClr val="0000FF"/>
                </a:solidFill>
                <a:latin typeface="Times New Roman" panose="02020603050405020304" pitchFamily="18" charset="0"/>
              </a:rPr>
              <a:t>y </a:t>
            </a:r>
            <a:r>
              <a:rPr lang="en-US" altLang="zh-CN" sz="2600" b="1" dirty="0">
                <a:solidFill>
                  <a:srgbClr val="0000FF"/>
                </a:solidFill>
                <a:latin typeface="Times New Roman" panose="02020603050405020304" pitchFamily="18" charset="0"/>
              </a:rPr>
              <a:t>)</a:t>
            </a:r>
            <a:r>
              <a:rPr lang="en-US" altLang="zh-CN" sz="2600" b="1" dirty="0">
                <a:solidFill>
                  <a:srgbClr val="660066"/>
                </a:solidFill>
                <a:latin typeface="Times New Roman" panose="02020603050405020304" pitchFamily="18" charset="0"/>
              </a:rPr>
              <a:t>                      </a:t>
            </a:r>
            <a:r>
              <a:rPr lang="zh-CN" altLang="en-US" sz="2500" b="1" dirty="0">
                <a:latin typeface="宋体" panose="02010600030101010101" pitchFamily="2" charset="-122"/>
              </a:rPr>
              <a:t>全称固化</a:t>
            </a:r>
            <a:endParaRPr lang="zh-CN" altLang="en-US" sz="2500" b="1" dirty="0">
              <a:latin typeface="宋体" panose="02010600030101010101" pitchFamily="2" charset="-122"/>
            </a:endParaRPr>
          </a:p>
        </p:txBody>
      </p:sp>
      <p:graphicFrame>
        <p:nvGraphicFramePr>
          <p:cNvPr id="65549" name="Object 13"/>
          <p:cNvGraphicFramePr>
            <a:graphicFrameLocks noChangeAspect="1"/>
          </p:cNvGraphicFramePr>
          <p:nvPr/>
        </p:nvGraphicFramePr>
        <p:xfrm>
          <a:off x="1219200" y="2933700"/>
          <a:ext cx="476250" cy="342900"/>
        </p:xfrm>
        <a:graphic>
          <a:graphicData uri="http://schemas.openxmlformats.org/presentationml/2006/ole">
            <mc:AlternateContent xmlns:mc="http://schemas.openxmlformats.org/markup-compatibility/2006">
              <mc:Choice xmlns:v="urn:schemas-microsoft-com:vml" Requires="v">
                <p:oleObj spid="_x0000_s3084" name="" r:id="rId5" imgW="3733800" imgH="3076575" progId="Equation.3">
                  <p:embed/>
                </p:oleObj>
              </mc:Choice>
              <mc:Fallback>
                <p:oleObj name="" r:id="rId5" imgW="3733800" imgH="3076575" progId="Equation.3">
                  <p:embed/>
                  <p:pic>
                    <p:nvPicPr>
                      <p:cNvPr id="0" name="图片 3083"/>
                      <p:cNvPicPr/>
                      <p:nvPr/>
                    </p:nvPicPr>
                    <p:blipFill>
                      <a:blip r:embed="rId4"/>
                      <a:stretch>
                        <a:fillRect/>
                      </a:stretch>
                    </p:blipFill>
                    <p:spPr>
                      <a:xfrm>
                        <a:off x="1219200" y="2933700"/>
                        <a:ext cx="476250" cy="342900"/>
                      </a:xfrm>
                      <a:prstGeom prst="rect">
                        <a:avLst/>
                      </a:prstGeom>
                      <a:noFill/>
                      <a:ln w="38100">
                        <a:noFill/>
                        <a:miter/>
                      </a:ln>
                    </p:spPr>
                  </p:pic>
                </p:oleObj>
              </mc:Fallback>
            </mc:AlternateContent>
          </a:graphicData>
        </a:graphic>
      </p:graphicFrame>
      <p:sp>
        <p:nvSpPr>
          <p:cNvPr id="65550" name="AutoShape 14"/>
          <p:cNvSpPr/>
          <p:nvPr/>
        </p:nvSpPr>
        <p:spPr>
          <a:xfrm>
            <a:off x="762000" y="2971800"/>
            <a:ext cx="174625" cy="685800"/>
          </a:xfrm>
          <a:prstGeom prst="curvedRightArrow">
            <a:avLst>
              <a:gd name="adj1" fmla="val 78545"/>
              <a:gd name="adj2" fmla="val 157090"/>
              <a:gd name="adj3" fmla="val 33333"/>
            </a:avLst>
          </a:prstGeom>
          <a:solidFill>
            <a:srgbClr val="FF0000"/>
          </a:soli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65551" name="Rectangle 16"/>
          <p:cNvSpPr/>
          <p:nvPr/>
        </p:nvSpPr>
        <p:spPr>
          <a:xfrm>
            <a:off x="4800600" y="3352800"/>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nvGrpSpPr>
          <p:cNvPr id="65552" name="Group 30"/>
          <p:cNvGrpSpPr/>
          <p:nvPr/>
        </p:nvGrpSpPr>
        <p:grpSpPr>
          <a:xfrm>
            <a:off x="152400" y="4114800"/>
            <a:ext cx="8229600" cy="1600200"/>
            <a:chOff x="336" y="2629"/>
            <a:chExt cx="5088" cy="1008"/>
          </a:xfrm>
        </p:grpSpPr>
        <p:sp>
          <p:nvSpPr>
            <p:cNvPr id="65556" name="Rectangle 18"/>
            <p:cNvSpPr/>
            <p:nvPr/>
          </p:nvSpPr>
          <p:spPr>
            <a:xfrm>
              <a:off x="336" y="2629"/>
              <a:ext cx="5088" cy="1008"/>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30000"/>
                </a:spcBef>
                <a:buNone/>
              </a:pPr>
              <a:r>
                <a:rPr lang="en-US" altLang="zh-CN" sz="2400" dirty="0">
                  <a:latin typeface="Times New Roman" panose="02020603050405020304" pitchFamily="18" charset="0"/>
                </a:rPr>
                <a:t>      </a:t>
              </a:r>
              <a:r>
                <a:rPr lang="zh-CN" altLang="en-US" sz="2400" dirty="0"/>
                <a:t>所以</a:t>
              </a:r>
              <a:r>
                <a:rPr lang="zh-CN" altLang="en-US" sz="1800" dirty="0"/>
                <a:t> </a:t>
              </a:r>
              <a:r>
                <a:rPr lang="en-US" altLang="zh-CN" sz="2600" b="1" i="1" dirty="0">
                  <a:solidFill>
                    <a:srgbClr val="660066"/>
                  </a:solidFill>
                  <a:latin typeface="Times New Roman" panose="02020603050405020304" pitchFamily="18" charset="0"/>
                </a:rPr>
                <a:t>C</a:t>
              </a:r>
              <a:r>
                <a:rPr lang="en-US" altLang="zh-CN" sz="2600" b="1" dirty="0">
                  <a:solidFill>
                    <a:srgbClr val="660066"/>
                  </a:solidFill>
                  <a:latin typeface="Times New Roman" panose="02020603050405020304" pitchFamily="18" charset="0"/>
                </a:rPr>
                <a:t> (</a:t>
              </a:r>
              <a:r>
                <a:rPr lang="en-US" altLang="zh-CN" sz="2600" b="1" i="1" dirty="0">
                  <a:solidFill>
                    <a:srgbClr val="660066"/>
                  </a:solidFill>
                  <a:latin typeface="Times New Roman" panose="02020603050405020304" pitchFamily="18" charset="0"/>
                </a:rPr>
                <a:t>ds</a:t>
              </a:r>
              <a:r>
                <a:rPr lang="en-US" altLang="zh-CN" sz="2600" b="1" dirty="0">
                  <a:solidFill>
                    <a:srgbClr val="660066"/>
                  </a:solidFill>
                  <a:latin typeface="Times New Roman" panose="02020603050405020304" pitchFamily="18" charset="0"/>
                </a:rPr>
                <a:t>), </a:t>
              </a:r>
              <a:r>
                <a:rPr lang="en-US" altLang="zh-CN" sz="2600" b="1" i="1" dirty="0">
                  <a:solidFill>
                    <a:srgbClr val="660066"/>
                  </a:solidFill>
                  <a:latin typeface="Times New Roman" panose="02020603050405020304" pitchFamily="18" charset="0"/>
                </a:rPr>
                <a:t>C</a:t>
              </a:r>
              <a:r>
                <a:rPr lang="en-US" altLang="zh-CN" sz="2600" b="1" dirty="0">
                  <a:solidFill>
                    <a:srgbClr val="660066"/>
                  </a:solidFill>
                  <a:latin typeface="Times New Roman" panose="02020603050405020304" pitchFamily="18" charset="0"/>
                </a:rPr>
                <a:t> (</a:t>
              </a:r>
              <a:r>
                <a:rPr lang="en-US" altLang="zh-CN" sz="2600" b="1" i="1" dirty="0">
                  <a:solidFill>
                    <a:srgbClr val="660066"/>
                  </a:solidFill>
                  <a:latin typeface="Times New Roman" panose="02020603050405020304" pitchFamily="18" charset="0"/>
                </a:rPr>
                <a:t>y</a:t>
              </a:r>
              <a:r>
                <a:rPr lang="en-US" altLang="zh-CN" sz="2600" b="1" dirty="0">
                  <a:solidFill>
                    <a:srgbClr val="660066"/>
                  </a:solidFill>
                  <a:latin typeface="Times New Roman" panose="02020603050405020304" pitchFamily="18" charset="0"/>
                </a:rPr>
                <a:t>) →</a:t>
              </a:r>
              <a:r>
                <a:rPr lang="en-US" altLang="zh-CN" sz="2600" b="1" i="1" dirty="0">
                  <a:solidFill>
                    <a:srgbClr val="660066"/>
                  </a:solidFill>
                  <a:latin typeface="Times New Roman" panose="02020603050405020304" pitchFamily="18" charset="0"/>
                </a:rPr>
                <a:t>EASY</a:t>
              </a:r>
              <a:r>
                <a:rPr lang="en-US" altLang="zh-CN" sz="2600" b="1" dirty="0">
                  <a:solidFill>
                    <a:srgbClr val="660066"/>
                  </a:solidFill>
                  <a:latin typeface="Times New Roman" panose="02020603050405020304" pitchFamily="18" charset="0"/>
                </a:rPr>
                <a:t> (</a:t>
              </a:r>
              <a:r>
                <a:rPr lang="en-US" altLang="zh-CN" sz="2600" b="1" i="1" dirty="0">
                  <a:solidFill>
                    <a:srgbClr val="660066"/>
                  </a:solidFill>
                  <a:latin typeface="Times New Roman" panose="02020603050405020304" pitchFamily="18" charset="0"/>
                </a:rPr>
                <a:t>y</a:t>
              </a:r>
              <a:r>
                <a:rPr lang="en-US" altLang="zh-CN" sz="2600" b="1" dirty="0">
                  <a:solidFill>
                    <a:srgbClr val="660066"/>
                  </a:solidFill>
                  <a:latin typeface="Times New Roman" panose="02020603050405020304" pitchFamily="18" charset="0"/>
                </a:rPr>
                <a:t>)  </a:t>
              </a:r>
              <a:endParaRPr lang="en-US" altLang="zh-CN" sz="2600" b="1" dirty="0">
                <a:solidFill>
                  <a:srgbClr val="660066"/>
                </a:solidFill>
                <a:latin typeface="Times New Roman" panose="02020603050405020304" pitchFamily="18" charset="0"/>
              </a:endParaRPr>
            </a:p>
            <a:p>
              <a:pPr marL="0" lvl="0" indent="0" eaLnBrk="1" hangingPunct="1">
                <a:spcBef>
                  <a:spcPct val="30000"/>
                </a:spcBef>
                <a:buNone/>
              </a:pPr>
              <a:r>
                <a:rPr lang="en-US" altLang="zh-CN" sz="2600" b="1" dirty="0">
                  <a:solidFill>
                    <a:srgbClr val="660066"/>
                  </a:solidFill>
                  <a:latin typeface="Times New Roman" panose="02020603050405020304" pitchFamily="18" charset="0"/>
                </a:rPr>
                <a:t>                                 </a:t>
              </a:r>
              <a:r>
                <a:rPr lang="en-US" altLang="zh-CN" sz="2600" b="1" i="1" dirty="0">
                  <a:solidFill>
                    <a:srgbClr val="0000FF"/>
                  </a:solidFill>
                  <a:latin typeface="Times New Roman" panose="02020603050405020304" pitchFamily="18" charset="0"/>
                </a:rPr>
                <a:t>EASY</a:t>
              </a:r>
              <a:r>
                <a:rPr lang="en-US" altLang="zh-CN" sz="2600" b="1" dirty="0">
                  <a:solidFill>
                    <a:srgbClr val="0000FF"/>
                  </a:solidFill>
                  <a:latin typeface="Times New Roman" panose="02020603050405020304" pitchFamily="18" charset="0"/>
                </a:rPr>
                <a:t> (</a:t>
              </a:r>
              <a:r>
                <a:rPr lang="en-US" altLang="zh-CN" sz="2600" b="1" i="1" dirty="0">
                  <a:solidFill>
                    <a:srgbClr val="0000FF"/>
                  </a:solidFill>
                  <a:latin typeface="Times New Roman" panose="02020603050405020304" pitchFamily="18" charset="0"/>
                </a:rPr>
                <a:t>ds</a:t>
              </a:r>
              <a:r>
                <a:rPr lang="en-US" altLang="zh-CN" sz="2600" b="1" dirty="0">
                  <a:solidFill>
                    <a:srgbClr val="0000FF"/>
                  </a:solidFill>
                  <a:latin typeface="Times New Roman" panose="02020603050405020304" pitchFamily="18" charset="0"/>
                </a:rPr>
                <a:t>)</a:t>
              </a:r>
              <a:r>
                <a:rPr lang="en-US" altLang="zh-CN" sz="2600" b="1" dirty="0">
                  <a:latin typeface="Times New Roman" panose="02020603050405020304" pitchFamily="18" charset="0"/>
                </a:rPr>
                <a:t>               </a:t>
              </a:r>
              <a:r>
                <a:rPr lang="en-US" altLang="zh-CN" sz="2600" b="1" i="1" dirty="0">
                  <a:latin typeface="Times New Roman" panose="02020603050405020304" pitchFamily="18" charset="0"/>
                </a:rPr>
                <a:t> </a:t>
              </a:r>
              <a:r>
                <a:rPr lang="en-US" altLang="zh-CN" sz="2500" b="1" i="1" dirty="0">
                  <a:latin typeface="Times New Roman" panose="02020603050405020304" pitchFamily="18" charset="0"/>
                </a:rPr>
                <a:t>P</a:t>
              </a:r>
              <a:r>
                <a:rPr lang="zh-CN" altLang="en-US" sz="2500" b="1" dirty="0"/>
                <a:t>规则及假言推理</a:t>
              </a:r>
              <a:endParaRPr lang="zh-CN" altLang="en-US" sz="2500" b="1" dirty="0">
                <a:latin typeface="Times New Roman" panose="02020603050405020304" pitchFamily="18" charset="0"/>
              </a:endParaRPr>
            </a:p>
            <a:p>
              <a:pPr marL="0" lvl="0" indent="0" eaLnBrk="1" hangingPunct="1">
                <a:spcBef>
                  <a:spcPct val="50000"/>
                </a:spcBef>
                <a:buNone/>
              </a:pPr>
              <a:r>
                <a:rPr lang="zh-CN" altLang="en-US" sz="2600" b="1" dirty="0">
                  <a:latin typeface="Times New Roman" panose="02020603050405020304" pitchFamily="18" charset="0"/>
                </a:rPr>
                <a:t>   </a:t>
              </a:r>
              <a:endParaRPr lang="zh-CN" altLang="en-US" sz="2600" b="1" dirty="0">
                <a:latin typeface="Times New Roman" panose="02020603050405020304" pitchFamily="18" charset="0"/>
              </a:endParaRPr>
            </a:p>
          </p:txBody>
        </p:sp>
        <p:graphicFrame>
          <p:nvGraphicFramePr>
            <p:cNvPr id="65557" name="Object 15"/>
            <p:cNvGraphicFramePr>
              <a:graphicFrameLocks noChangeAspect="1"/>
            </p:cNvGraphicFramePr>
            <p:nvPr/>
          </p:nvGraphicFramePr>
          <p:xfrm>
            <a:off x="1728" y="2976"/>
            <a:ext cx="366" cy="240"/>
          </p:xfrm>
          <a:graphic>
            <a:graphicData uri="http://schemas.openxmlformats.org/presentationml/2006/ole">
              <mc:AlternateContent xmlns:mc="http://schemas.openxmlformats.org/markup-compatibility/2006">
                <mc:Choice xmlns:v="urn:schemas-microsoft-com:vml" Requires="v">
                  <p:oleObj spid="_x0000_s3087" name="" r:id="rId6" imgW="3295650" imgH="2628900" progId="Equation.3">
                    <p:embed/>
                  </p:oleObj>
                </mc:Choice>
                <mc:Fallback>
                  <p:oleObj name="" r:id="rId6" imgW="3295650" imgH="2628900" progId="Equation.3">
                    <p:embed/>
                    <p:pic>
                      <p:nvPicPr>
                        <p:cNvPr id="0" name="图片 3086"/>
                        <p:cNvPicPr/>
                        <p:nvPr/>
                      </p:nvPicPr>
                      <p:blipFill>
                        <a:blip r:embed="rId7"/>
                        <a:stretch>
                          <a:fillRect/>
                        </a:stretch>
                      </p:blipFill>
                      <p:spPr>
                        <a:xfrm>
                          <a:off x="1728" y="2976"/>
                          <a:ext cx="366" cy="240"/>
                        </a:xfrm>
                        <a:prstGeom prst="rect">
                          <a:avLst/>
                        </a:prstGeom>
                        <a:noFill/>
                        <a:ln w="38100">
                          <a:noFill/>
                          <a:miter/>
                        </a:ln>
                      </p:spPr>
                    </p:pic>
                  </p:oleObj>
                </mc:Fallback>
              </mc:AlternateContent>
            </a:graphicData>
          </a:graphic>
        </p:graphicFrame>
      </p:grpSp>
      <p:grpSp>
        <p:nvGrpSpPr>
          <p:cNvPr id="65553" name="Group 29"/>
          <p:cNvGrpSpPr/>
          <p:nvPr/>
        </p:nvGrpSpPr>
        <p:grpSpPr>
          <a:xfrm>
            <a:off x="152400" y="5410200"/>
            <a:ext cx="8382000" cy="933450"/>
            <a:chOff x="336" y="3456"/>
            <a:chExt cx="5136" cy="588"/>
          </a:xfrm>
        </p:grpSpPr>
        <p:sp>
          <p:nvSpPr>
            <p:cNvPr id="65554" name="Rectangle 17"/>
            <p:cNvSpPr/>
            <p:nvPr/>
          </p:nvSpPr>
          <p:spPr>
            <a:xfrm>
              <a:off x="336" y="3456"/>
              <a:ext cx="5136" cy="588"/>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0"/>
                </a:spcBef>
                <a:buClrTx/>
                <a:buFontTx/>
                <a:buNone/>
              </a:pPr>
              <a:r>
                <a:rPr lang="en-US" altLang="zh-CN" sz="2400" b="1" dirty="0">
                  <a:solidFill>
                    <a:srgbClr val="660066"/>
                  </a:solidFill>
                  <a:latin typeface="Times New Roman" panose="02020603050405020304" pitchFamily="18" charset="0"/>
                </a:rPr>
                <a:t>      </a:t>
              </a:r>
              <a:r>
                <a:rPr lang="zh-CN" altLang="en-US" sz="2400" dirty="0"/>
                <a:t>所以</a:t>
              </a:r>
              <a:r>
                <a:rPr lang="zh-CN" altLang="en-US" sz="1800" b="1" dirty="0"/>
                <a:t>  </a:t>
              </a:r>
              <a:r>
                <a:rPr lang="en-US" altLang="zh-CN" sz="2400" b="1" i="1" dirty="0">
                  <a:solidFill>
                    <a:srgbClr val="660066"/>
                  </a:solidFill>
                  <a:latin typeface="Times New Roman" panose="02020603050405020304" pitchFamily="18" charset="0"/>
                </a:rPr>
                <a:t>EASY</a:t>
              </a:r>
              <a:r>
                <a:rPr lang="en-US" altLang="zh-CN" sz="2400" b="1" dirty="0">
                  <a:solidFill>
                    <a:srgbClr val="660066"/>
                  </a:solidFill>
                  <a:latin typeface="Times New Roman" panose="02020603050405020304" pitchFamily="18" charset="0"/>
                </a:rPr>
                <a:t> (</a:t>
              </a:r>
              <a:r>
                <a:rPr lang="en-US" altLang="zh-CN" sz="2400" b="1" i="1" dirty="0">
                  <a:solidFill>
                    <a:srgbClr val="660066"/>
                  </a:solidFill>
                  <a:latin typeface="Times New Roman" panose="02020603050405020304" pitchFamily="18" charset="0"/>
                </a:rPr>
                <a:t>ds</a:t>
              </a:r>
              <a:r>
                <a:rPr lang="en-US" altLang="zh-CN" sz="2400" b="1" dirty="0">
                  <a:solidFill>
                    <a:srgbClr val="660066"/>
                  </a:solidFill>
                  <a:latin typeface="Times New Roman" panose="02020603050405020304" pitchFamily="18" charset="0"/>
                </a:rPr>
                <a:t>),</a:t>
              </a:r>
              <a:r>
                <a:rPr lang="en-US" altLang="zh-CN" sz="2400" b="1" dirty="0">
                  <a:latin typeface="Times New Roman" panose="02020603050405020304" pitchFamily="18" charset="0"/>
                </a:rPr>
                <a:t> </a:t>
              </a:r>
              <a:r>
                <a:rPr lang="en-US" altLang="zh-CN" sz="2400" b="1" i="1" dirty="0">
                  <a:solidFill>
                    <a:srgbClr val="0000FF"/>
                  </a:solidFill>
                  <a:latin typeface="Times New Roman" panose="02020603050405020304" pitchFamily="18" charset="0"/>
                </a:rPr>
                <a:t>EASY</a:t>
              </a:r>
              <a:r>
                <a:rPr lang="en-US" altLang="zh-CN" sz="2400" b="1" dirty="0">
                  <a:solidFill>
                    <a:srgbClr val="0000FF"/>
                  </a:solidFill>
                  <a:latin typeface="Times New Roman" panose="02020603050405020304" pitchFamily="18" charset="0"/>
                </a:rPr>
                <a:t> (</a:t>
              </a:r>
              <a:r>
                <a:rPr lang="en-US" altLang="zh-CN" sz="2400" b="1" i="1" dirty="0">
                  <a:solidFill>
                    <a:srgbClr val="0000FF"/>
                  </a:solidFill>
                  <a:latin typeface="Times New Roman" panose="02020603050405020304" pitchFamily="18" charset="0"/>
                </a:rPr>
                <a:t>z</a:t>
              </a:r>
              <a:r>
                <a:rPr lang="en-US" altLang="zh-CN" sz="2400" b="1" dirty="0">
                  <a:solidFill>
                    <a:srgbClr val="0000FF"/>
                  </a:solidFill>
                  <a:latin typeface="Times New Roman" panose="02020603050405020304" pitchFamily="18" charset="0"/>
                </a:rPr>
                <a:t>)  </a:t>
              </a:r>
              <a:r>
                <a:rPr lang="en-US" altLang="zh-CN" sz="2400" b="1" i="1" dirty="0">
                  <a:solidFill>
                    <a:srgbClr val="0000FF"/>
                  </a:solidFill>
                  <a:latin typeface="Times New Roman" panose="02020603050405020304" pitchFamily="18" charset="0"/>
                </a:rPr>
                <a:t>→LIKE</a:t>
              </a:r>
              <a:r>
                <a:rPr lang="en-US" altLang="zh-CN" sz="2400" b="1" dirty="0">
                  <a:solidFill>
                    <a:srgbClr val="0000FF"/>
                  </a:solidFill>
                  <a:latin typeface="Times New Roman" panose="02020603050405020304" pitchFamily="18" charset="0"/>
                </a:rPr>
                <a:t> (</a:t>
              </a:r>
              <a:r>
                <a:rPr lang="en-US" altLang="zh-CN" sz="2400" b="1" i="1" dirty="0">
                  <a:solidFill>
                    <a:srgbClr val="0000FF"/>
                  </a:solidFill>
                  <a:latin typeface="Times New Roman" panose="02020603050405020304" pitchFamily="18" charset="0"/>
                </a:rPr>
                <a:t>Wang</a:t>
              </a:r>
              <a:r>
                <a:rPr lang="zh-CN" altLang="en-US" sz="2400" b="1" dirty="0">
                  <a:solidFill>
                    <a:srgbClr val="0000FF"/>
                  </a:solidFill>
                  <a:latin typeface="Times New Roman" panose="02020603050405020304" pitchFamily="18" charset="0"/>
                </a:rPr>
                <a:t>，</a:t>
              </a:r>
              <a:r>
                <a:rPr lang="en-US" altLang="zh-CN" sz="2400" b="1" i="1" dirty="0">
                  <a:solidFill>
                    <a:srgbClr val="0000FF"/>
                  </a:solidFill>
                  <a:latin typeface="Times New Roman" panose="02020603050405020304" pitchFamily="18" charset="0"/>
                </a:rPr>
                <a:t>z</a:t>
              </a:r>
              <a:r>
                <a:rPr lang="en-US" altLang="zh-CN" sz="2400" b="1" dirty="0">
                  <a:solidFill>
                    <a:srgbClr val="0000FF"/>
                  </a:solidFill>
                  <a:latin typeface="Times New Roman" panose="02020603050405020304" pitchFamily="18" charset="0"/>
                </a:rPr>
                <a:t>)</a:t>
              </a:r>
              <a:r>
                <a:rPr lang="en-US" altLang="zh-CN" sz="1800" b="1" dirty="0"/>
                <a:t> </a:t>
              </a:r>
              <a:endParaRPr lang="en-US" altLang="zh-CN" sz="1800" b="1" dirty="0"/>
            </a:p>
            <a:p>
              <a:pPr marL="0" lvl="0" indent="0" eaLnBrk="1" hangingPunct="1">
                <a:lnSpc>
                  <a:spcPct val="120000"/>
                </a:lnSpc>
                <a:spcBef>
                  <a:spcPct val="0"/>
                </a:spcBef>
                <a:buClrTx/>
                <a:buFontTx/>
                <a:buNone/>
              </a:pPr>
              <a:r>
                <a:rPr lang="en-US" altLang="zh-CN" sz="2600" b="1" dirty="0">
                  <a:solidFill>
                    <a:schemeClr val="accent2"/>
                  </a:solidFill>
                  <a:latin typeface="Times New Roman" panose="02020603050405020304" pitchFamily="18" charset="0"/>
                </a:rPr>
                <a:t>                            </a:t>
              </a:r>
              <a:r>
                <a:rPr lang="en-US" altLang="zh-CN" sz="2600" b="1" i="1" dirty="0">
                  <a:solidFill>
                    <a:schemeClr val="accent2"/>
                  </a:solidFill>
                  <a:latin typeface="Times New Roman" panose="02020603050405020304" pitchFamily="18" charset="0"/>
                </a:rPr>
                <a:t>LIKE</a:t>
              </a:r>
              <a:r>
                <a:rPr lang="en-US" altLang="zh-CN" sz="2600" b="1" dirty="0">
                  <a:solidFill>
                    <a:schemeClr val="accent2"/>
                  </a:solidFill>
                  <a:latin typeface="Times New Roman" panose="02020603050405020304" pitchFamily="18" charset="0"/>
                </a:rPr>
                <a:t> ( </a:t>
              </a:r>
              <a:r>
                <a:rPr lang="en-US" altLang="zh-CN" sz="2600" b="1" i="1" dirty="0">
                  <a:solidFill>
                    <a:schemeClr val="accent2"/>
                  </a:solidFill>
                  <a:latin typeface="Times New Roman" panose="02020603050405020304" pitchFamily="18" charset="0"/>
                </a:rPr>
                <a:t>Wang</a:t>
              </a:r>
              <a:r>
                <a:rPr lang="en-US" altLang="zh-CN" sz="2600" b="1" dirty="0">
                  <a:solidFill>
                    <a:schemeClr val="accent2"/>
                  </a:solidFill>
                  <a:latin typeface="Times New Roman" panose="02020603050405020304" pitchFamily="18" charset="0"/>
                </a:rPr>
                <a:t>,  </a:t>
              </a:r>
              <a:r>
                <a:rPr lang="en-US" altLang="zh-CN" sz="2600" b="1" i="1" dirty="0">
                  <a:solidFill>
                    <a:schemeClr val="accent2"/>
                  </a:solidFill>
                  <a:latin typeface="Times New Roman" panose="02020603050405020304" pitchFamily="18" charset="0"/>
                </a:rPr>
                <a:t>ds</a:t>
              </a:r>
              <a:r>
                <a:rPr lang="en-US" altLang="zh-CN" sz="2600" b="1" dirty="0">
                  <a:solidFill>
                    <a:schemeClr val="accent2"/>
                  </a:solidFill>
                  <a:latin typeface="Times New Roman" panose="02020603050405020304" pitchFamily="18" charset="0"/>
                </a:rPr>
                <a:t> )</a:t>
              </a:r>
              <a:r>
                <a:rPr lang="en-US" altLang="zh-CN" sz="2600" b="1" dirty="0">
                  <a:latin typeface="宋体" panose="02010600030101010101" pitchFamily="2" charset="-122"/>
                </a:rPr>
                <a:t>   </a:t>
              </a:r>
              <a:r>
                <a:rPr lang="en-US" altLang="zh-CN" sz="2500" b="1" i="1" dirty="0">
                  <a:latin typeface="Times New Roman" panose="02020603050405020304" pitchFamily="18" charset="0"/>
                </a:rPr>
                <a:t>T</a:t>
              </a:r>
              <a:r>
                <a:rPr lang="zh-CN" altLang="en-US" sz="2500" b="1" dirty="0">
                  <a:latin typeface="宋体" panose="02010600030101010101" pitchFamily="2" charset="-122"/>
                </a:rPr>
                <a:t>规则及假言推理</a:t>
              </a:r>
              <a:endParaRPr lang="zh-CN" altLang="en-US" sz="2500" b="1" dirty="0">
                <a:latin typeface="宋体" panose="02010600030101010101" pitchFamily="2" charset="-122"/>
              </a:endParaRPr>
            </a:p>
          </p:txBody>
        </p:sp>
        <p:graphicFrame>
          <p:nvGraphicFramePr>
            <p:cNvPr id="65555" name="Object 27"/>
            <p:cNvGraphicFramePr>
              <a:graphicFrameLocks noChangeAspect="1"/>
            </p:cNvGraphicFramePr>
            <p:nvPr/>
          </p:nvGraphicFramePr>
          <p:xfrm>
            <a:off x="1536" y="3744"/>
            <a:ext cx="288" cy="230"/>
          </p:xfrm>
          <a:graphic>
            <a:graphicData uri="http://schemas.openxmlformats.org/presentationml/2006/ole">
              <mc:AlternateContent xmlns:mc="http://schemas.openxmlformats.org/markup-compatibility/2006">
                <mc:Choice xmlns:v="urn:schemas-microsoft-com:vml" Requires="v">
                  <p:oleObj spid="_x0000_s3088" name="" r:id="rId8" imgW="3295650" imgH="2628900" progId="Equation.3">
                    <p:embed/>
                  </p:oleObj>
                </mc:Choice>
                <mc:Fallback>
                  <p:oleObj name="" r:id="rId8" imgW="3295650" imgH="2628900" progId="Equation.3">
                    <p:embed/>
                    <p:pic>
                      <p:nvPicPr>
                        <p:cNvPr id="0" name="图片 3087"/>
                        <p:cNvPicPr/>
                        <p:nvPr/>
                      </p:nvPicPr>
                      <p:blipFill>
                        <a:blip r:embed="rId7"/>
                        <a:stretch>
                          <a:fillRect/>
                        </a:stretch>
                      </p:blipFill>
                      <p:spPr>
                        <a:xfrm>
                          <a:off x="1536" y="3744"/>
                          <a:ext cx="288" cy="230"/>
                        </a:xfrm>
                        <a:prstGeom prst="rect">
                          <a:avLst/>
                        </a:prstGeom>
                        <a:noFill/>
                        <a:ln w="38100">
                          <a:noFill/>
                          <a:miter/>
                        </a:ln>
                      </p:spPr>
                    </p:pic>
                  </p:oleObj>
                </mc:Fallback>
              </mc:AlternateContent>
            </a:graphicData>
          </a:graphic>
        </p:graphicFrame>
      </p:grpSp>
    </p:spTree>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64520" name="Rectangle 8"/>
          <p:cNvSpPr>
            <a:spLocks noChangeArrowheads="1"/>
          </p:cNvSpPr>
          <p:nvPr/>
        </p:nvSpPr>
        <p:spPr bwMode="auto">
          <a:xfrm>
            <a:off x="304800" y="1143000"/>
            <a:ext cx="8305800" cy="2438400"/>
          </a:xfrm>
          <a:prstGeom prst="rect">
            <a:avLst/>
          </a:prstGeom>
          <a:gradFill rotWithShape="0">
            <a:gsLst>
              <a:gs pos="0">
                <a:srgbClr val="E7FFE7"/>
              </a:gs>
              <a:gs pos="50000">
                <a:schemeClr val="bg1"/>
              </a:gs>
              <a:gs pos="100000">
                <a:srgbClr val="E7FFE7"/>
              </a:gs>
            </a:gsLst>
            <a:lin ang="5400000" scaled="1"/>
          </a:gradFill>
          <a:ln w="9525">
            <a:solidFill>
              <a:srgbClr val="0080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6564" name="Rectangle 3"/>
          <p:cNvSpPr>
            <a:spLocks noGrp="1"/>
          </p:cNvSpPr>
          <p:nvPr>
            <p:ph idx="1"/>
          </p:nvPr>
        </p:nvSpPr>
        <p:spPr>
          <a:xfrm>
            <a:off x="403225" y="1228725"/>
            <a:ext cx="8131175" cy="2124075"/>
          </a:xfrm>
        </p:spPr>
        <p:txBody>
          <a:bodyPr vert="horz" wrap="square" lIns="91440" tIns="45720" rIns="91440" bIns="45720" anchor="t" anchorCtr="0"/>
          <a:p>
            <a:pPr eaLnBrk="1" hangingPunct="1">
              <a:buBlip>
                <a:blip r:embed="rId1"/>
              </a:buBlip>
            </a:pPr>
            <a:r>
              <a:rPr lang="zh-CN" altLang="en-US" sz="2600" b="1" dirty="0"/>
              <a:t>优点</a:t>
            </a:r>
            <a:r>
              <a:rPr lang="zh-CN" altLang="en-US" sz="2600" dirty="0"/>
              <a:t>：</a:t>
            </a:r>
            <a:endParaRPr lang="zh-CN" altLang="en-US" sz="2600" dirty="0"/>
          </a:p>
          <a:p>
            <a:pPr eaLnBrk="1" hangingPunct="1">
              <a:buClr>
                <a:srgbClr val="0000FF"/>
              </a:buClr>
              <a:buSzPct val="50000"/>
              <a:buFont typeface="Wingdings" panose="05000000000000000000" pitchFamily="2" charset="2"/>
              <a:buChar char="n"/>
            </a:pPr>
            <a:r>
              <a:rPr lang="zh-CN" altLang="en-US" sz="2600" dirty="0"/>
              <a:t>表达定理证明过程自然，易理解。</a:t>
            </a:r>
            <a:endParaRPr lang="zh-CN" altLang="en-US" sz="2600" dirty="0"/>
          </a:p>
          <a:p>
            <a:pPr eaLnBrk="1" hangingPunct="1">
              <a:buClr>
                <a:srgbClr val="0000FF"/>
              </a:buClr>
              <a:buSzPct val="50000"/>
              <a:buFont typeface="Wingdings" panose="05000000000000000000" pitchFamily="2" charset="2"/>
              <a:buChar char="n"/>
            </a:pPr>
            <a:r>
              <a:rPr lang="zh-CN" altLang="en-US" sz="2600" dirty="0"/>
              <a:t>拥有丰富的推理规则，推理过程灵活。</a:t>
            </a:r>
            <a:endParaRPr lang="zh-CN" altLang="en-US" sz="2600" dirty="0"/>
          </a:p>
          <a:p>
            <a:pPr eaLnBrk="1" hangingPunct="1">
              <a:buClr>
                <a:srgbClr val="0000FF"/>
              </a:buClr>
              <a:buSzPct val="50000"/>
              <a:buFont typeface="Wingdings" panose="05000000000000000000" pitchFamily="2" charset="2"/>
              <a:buChar char="n"/>
            </a:pPr>
            <a:r>
              <a:rPr lang="zh-CN" altLang="en-US" sz="2600" dirty="0"/>
              <a:t>便于嵌入领域启发式知识。</a:t>
            </a:r>
            <a:endParaRPr lang="zh-CN" altLang="en-US" sz="2600" dirty="0"/>
          </a:p>
          <a:p>
            <a:pPr eaLnBrk="1" hangingPunct="1">
              <a:buNone/>
            </a:pPr>
            <a:endParaRPr lang="en-US" altLang="zh-CN" sz="2600" dirty="0"/>
          </a:p>
        </p:txBody>
      </p:sp>
      <p:sp>
        <p:nvSpPr>
          <p:cNvPr id="66565"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3.2  </a:t>
            </a:r>
            <a:r>
              <a:rPr lang="zh-CN" altLang="en-US" sz="3600" b="0" dirty="0">
                <a:latin typeface="Times New Roman" panose="02020603050405020304" pitchFamily="18" charset="0"/>
                <a:ea typeface="黑体" panose="02010609060101010101" pitchFamily="49" charset="-122"/>
              </a:rPr>
              <a:t>自然演绎推理</a:t>
            </a:r>
            <a:endParaRPr lang="zh-CN" altLang="en-US" sz="3600" b="0" dirty="0">
              <a:latin typeface="Times New Roman" panose="02020603050405020304" pitchFamily="18" charset="0"/>
              <a:ea typeface="黑体" panose="02010609060101010101" pitchFamily="49" charset="-122"/>
            </a:endParaRPr>
          </a:p>
        </p:txBody>
      </p:sp>
      <p:sp>
        <p:nvSpPr>
          <p:cNvPr id="66566" name="Rectangle 4"/>
          <p:cNvSpPr/>
          <p:nvPr/>
        </p:nvSpPr>
        <p:spPr>
          <a:xfrm>
            <a:off x="-76200" y="85725"/>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66567" name="Rectangle 5"/>
          <p:cNvSpPr/>
          <p:nvPr/>
        </p:nvSpPr>
        <p:spPr>
          <a:xfrm>
            <a:off x="-76200" y="85725"/>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66568" name="Rectangle 6"/>
          <p:cNvSpPr/>
          <p:nvPr/>
        </p:nvSpPr>
        <p:spPr>
          <a:xfrm>
            <a:off x="-76200" y="3462338"/>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66569" name="Rectangle 7"/>
          <p:cNvSpPr/>
          <p:nvPr/>
        </p:nvSpPr>
        <p:spPr>
          <a:xfrm>
            <a:off x="-76200" y="3462338"/>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nvGrpSpPr>
          <p:cNvPr id="66570" name="Group 12"/>
          <p:cNvGrpSpPr/>
          <p:nvPr/>
        </p:nvGrpSpPr>
        <p:grpSpPr>
          <a:xfrm>
            <a:off x="304800" y="4114800"/>
            <a:ext cx="8305800" cy="1295400"/>
            <a:chOff x="192" y="2550"/>
            <a:chExt cx="5232" cy="816"/>
          </a:xfrm>
        </p:grpSpPr>
        <p:sp>
          <p:nvSpPr>
            <p:cNvPr id="64521" name="Rectangle 9"/>
            <p:cNvSpPr>
              <a:spLocks noChangeArrowheads="1"/>
            </p:cNvSpPr>
            <p:nvPr/>
          </p:nvSpPr>
          <p:spPr bwMode="auto">
            <a:xfrm>
              <a:off x="192" y="2550"/>
              <a:ext cx="5232" cy="816"/>
            </a:xfrm>
            <a:prstGeom prst="rect">
              <a:avLst/>
            </a:prstGeom>
            <a:gradFill rotWithShape="0">
              <a:gsLst>
                <a:gs pos="0">
                  <a:srgbClr val="CCFFFF"/>
                </a:gs>
                <a:gs pos="50000">
                  <a:schemeClr val="bg1"/>
                </a:gs>
                <a:gs pos="100000">
                  <a:srgbClr val="CCFFFF"/>
                </a:gs>
              </a:gsLst>
              <a:lin ang="5400000" scaled="1"/>
            </a:gradFill>
            <a:ln w="9525">
              <a:solidFill>
                <a:srgbClr val="008080"/>
              </a:solidFill>
              <a:miter lim="800000"/>
            </a:ln>
            <a:effectLst/>
          </p:spPr>
          <p:txBody>
            <a:bodyPr wrap="none" anchor="ctr"/>
            <a:lstStyle/>
            <a:p>
              <a:pPr marL="0" marR="0" lvl="0" indent="0" algn="l" defTabSz="914400" rtl="0" eaLnBrk="1" fontAlgn="base" latinLnBrk="0" hangingPunct="1">
                <a:lnSpc>
                  <a:spcPct val="12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6572" name="Rectangle 11"/>
            <p:cNvSpPr/>
            <p:nvPr/>
          </p:nvSpPr>
          <p:spPr>
            <a:xfrm>
              <a:off x="258" y="2688"/>
              <a:ext cx="5166" cy="658"/>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363855" lvl="0" indent="-363855" algn="just" eaLnBrk="1" hangingPunct="1">
                <a:lnSpc>
                  <a:spcPct val="120000"/>
                </a:lnSpc>
                <a:spcBef>
                  <a:spcPct val="80000"/>
                </a:spcBef>
                <a:buBlip>
                  <a:blip r:embed="rId1"/>
                </a:buBlip>
              </a:pPr>
              <a:r>
                <a:rPr lang="en-US" altLang="zh-CN" sz="2600" b="1" dirty="0"/>
                <a:t> </a:t>
              </a:r>
              <a:r>
                <a:rPr lang="zh-CN" altLang="en-US" sz="2600" b="1" dirty="0"/>
                <a:t>缺点</a:t>
              </a:r>
              <a:r>
                <a:rPr lang="zh-CN" altLang="en-US" sz="2600" dirty="0"/>
                <a:t>：易产生组合爆炸，得到的中间结论一般呈指数形式递增。</a:t>
              </a:r>
              <a:endParaRPr lang="zh-CN" altLang="en-US" sz="2600" dirty="0"/>
            </a:p>
          </p:txBody>
        </p:sp>
      </p:grpSp>
    </p:spTree>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grpSp>
        <p:nvGrpSpPr>
          <p:cNvPr id="67587" name="Group 2"/>
          <p:cNvGrpSpPr/>
          <p:nvPr/>
        </p:nvGrpSpPr>
        <p:grpSpPr>
          <a:xfrm>
            <a:off x="457200" y="2362200"/>
            <a:ext cx="8001000" cy="3429000"/>
            <a:chOff x="576" y="1488"/>
            <a:chExt cx="4512" cy="2160"/>
          </a:xfrm>
        </p:grpSpPr>
        <p:sp>
          <p:nvSpPr>
            <p:cNvPr id="67590" name="AutoShape 3"/>
            <p:cNvSpPr/>
            <p:nvPr/>
          </p:nvSpPr>
          <p:spPr>
            <a:xfrm>
              <a:off x="576" y="1488"/>
              <a:ext cx="3888" cy="2064"/>
            </a:xfrm>
            <a:prstGeom prst="rightArrowCallout">
              <a:avLst>
                <a:gd name="adj1" fmla="val 18796"/>
                <a:gd name="adj2" fmla="val 24564"/>
                <a:gd name="adj3" fmla="val 19238"/>
                <a:gd name="adj4" fmla="val 84130"/>
              </a:avLst>
            </a:prstGeom>
            <a:solidFill>
              <a:srgbClr val="CCFFCC"/>
            </a:soli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67591" name="Text Box 4"/>
            <p:cNvSpPr txBox="1"/>
            <p:nvPr/>
          </p:nvSpPr>
          <p:spPr>
            <a:xfrm>
              <a:off x="4560" y="1501"/>
              <a:ext cx="528" cy="2147"/>
            </a:xfrm>
            <a:prstGeom prst="rect">
              <a:avLst/>
            </a:prstGeom>
            <a:solidFill>
              <a:srgbClr val="FFFF99"/>
            </a:solidFill>
            <a:ln w="9525" cap="flat" cmpd="sng">
              <a:solidFill>
                <a:srgbClr val="808080"/>
              </a:solidFill>
              <a:prstDash val="solid"/>
              <a:miter/>
              <a:headEnd type="none" w="med" len="med"/>
              <a:tailEnd type="none" w="med" len="med"/>
            </a:ln>
          </p:spPr>
          <p:txBody>
            <a:bodyPr anchor="ctr" anchorCtr="1">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30000"/>
                </a:spcBef>
                <a:buClrTx/>
                <a:buFontTx/>
                <a:buNone/>
              </a:pPr>
              <a:r>
                <a:rPr lang="zh-CN" altLang="en-US" sz="2900" b="1" dirty="0"/>
                <a:t>归</a:t>
              </a:r>
              <a:endParaRPr lang="zh-CN" altLang="en-US" sz="2900" b="1" dirty="0"/>
            </a:p>
            <a:p>
              <a:pPr marL="0" lvl="0" indent="0" eaLnBrk="1" hangingPunct="1">
                <a:spcBef>
                  <a:spcPct val="30000"/>
                </a:spcBef>
                <a:buClrTx/>
                <a:buFontTx/>
                <a:buNone/>
              </a:pPr>
              <a:r>
                <a:rPr lang="zh-CN" altLang="en-US" sz="2900" b="1" dirty="0"/>
                <a:t>结</a:t>
              </a:r>
              <a:endParaRPr lang="zh-CN" altLang="en-US" sz="2900" b="1" dirty="0"/>
            </a:p>
            <a:p>
              <a:pPr marL="0" lvl="0" indent="0" eaLnBrk="1" hangingPunct="1">
                <a:spcBef>
                  <a:spcPct val="30000"/>
                </a:spcBef>
                <a:buClrTx/>
                <a:buFontTx/>
                <a:buNone/>
              </a:pPr>
              <a:r>
                <a:rPr lang="zh-CN" altLang="en-US" sz="2900" b="1" dirty="0"/>
                <a:t>演</a:t>
              </a:r>
              <a:endParaRPr lang="zh-CN" altLang="en-US" sz="2900" b="1" dirty="0"/>
            </a:p>
            <a:p>
              <a:pPr marL="0" lvl="0" indent="0" eaLnBrk="1" hangingPunct="1">
                <a:spcBef>
                  <a:spcPct val="30000"/>
                </a:spcBef>
                <a:buClrTx/>
                <a:buFontTx/>
                <a:buNone/>
              </a:pPr>
              <a:r>
                <a:rPr lang="zh-CN" altLang="en-US" sz="2900" b="1" dirty="0"/>
                <a:t>绎</a:t>
              </a:r>
              <a:endParaRPr lang="zh-CN" altLang="en-US" sz="2900" b="1" dirty="0"/>
            </a:p>
            <a:p>
              <a:pPr marL="0" lvl="0" indent="0" eaLnBrk="1" hangingPunct="1">
                <a:spcBef>
                  <a:spcPct val="30000"/>
                </a:spcBef>
                <a:buClrTx/>
                <a:buFontTx/>
                <a:buNone/>
              </a:pPr>
              <a:r>
                <a:rPr lang="zh-CN" altLang="en-US" sz="2900" b="1" dirty="0"/>
                <a:t>推</a:t>
              </a:r>
              <a:endParaRPr lang="zh-CN" altLang="en-US" sz="2900" b="1" dirty="0"/>
            </a:p>
            <a:p>
              <a:pPr marL="0" lvl="0" indent="0" eaLnBrk="1" hangingPunct="1">
                <a:spcBef>
                  <a:spcPct val="30000"/>
                </a:spcBef>
                <a:buClrTx/>
                <a:buFontTx/>
                <a:buNone/>
              </a:pPr>
              <a:r>
                <a:rPr lang="zh-CN" altLang="en-US" sz="2900" b="1" dirty="0"/>
                <a:t>理</a:t>
              </a:r>
              <a:endParaRPr lang="zh-CN" altLang="en-US" sz="2900" b="1" dirty="0"/>
            </a:p>
          </p:txBody>
        </p:sp>
      </p:grpSp>
      <p:sp>
        <p:nvSpPr>
          <p:cNvPr id="67588" name="Rectangle 5"/>
          <p:cNvSpPr>
            <a:spLocks noGrp="1"/>
          </p:cNvSpPr>
          <p:nvPr>
            <p:ph type="title"/>
          </p:nvPr>
        </p:nvSpPr>
        <p:spPr/>
        <p:txBody>
          <a:bodyPr vert="horz" wrap="square" lIns="91440" tIns="45720" rIns="91440" bIns="45720" anchor="b" anchorCtr="0"/>
          <a:p>
            <a:pPr eaLnBrk="1" hangingPunct="1"/>
            <a:r>
              <a:rPr lang="zh-CN" altLang="en-US" sz="3600" b="0" dirty="0">
                <a:latin typeface="Times New Roman" panose="02020603050405020304" pitchFamily="18" charset="0"/>
                <a:ea typeface="黑体" panose="02010609060101010101" pitchFamily="49" charset="-122"/>
              </a:rPr>
              <a:t>第</a:t>
            </a:r>
            <a:r>
              <a:rPr lang="en-US" altLang="zh-CN" sz="3600" b="0" dirty="0">
                <a:latin typeface="Times New Roman" panose="02020603050405020304" pitchFamily="18" charset="0"/>
                <a:ea typeface="黑体" panose="02010609060101010101" pitchFamily="49" charset="-122"/>
              </a:rPr>
              <a:t>3</a:t>
            </a:r>
            <a:r>
              <a:rPr lang="zh-CN" altLang="en-US" sz="3600" b="0" dirty="0">
                <a:latin typeface="Times New Roman" panose="02020603050405020304" pitchFamily="18" charset="0"/>
                <a:ea typeface="黑体" panose="02010609060101010101" pitchFamily="49" charset="-122"/>
              </a:rPr>
              <a:t>章  确定性推理方法</a:t>
            </a:r>
            <a:endParaRPr lang="zh-CN" altLang="en-US" sz="3600" b="0" dirty="0">
              <a:latin typeface="Times New Roman" panose="02020603050405020304" pitchFamily="18" charset="0"/>
              <a:ea typeface="黑体" panose="02010609060101010101" pitchFamily="49" charset="-122"/>
            </a:endParaRPr>
          </a:p>
        </p:txBody>
      </p:sp>
      <p:sp>
        <p:nvSpPr>
          <p:cNvPr id="67589" name="Rectangle 6"/>
          <p:cNvSpPr>
            <a:spLocks noGrp="1"/>
          </p:cNvSpPr>
          <p:nvPr>
            <p:ph idx="1"/>
          </p:nvPr>
        </p:nvSpPr>
        <p:spPr>
          <a:xfrm>
            <a:off x="425450" y="908050"/>
            <a:ext cx="8642350" cy="5400675"/>
          </a:xfrm>
        </p:spPr>
        <p:txBody>
          <a:bodyPr vert="horz" wrap="square" lIns="91440" tIns="45720" rIns="91440" bIns="45720" anchor="t" anchorCtr="0"/>
          <a:p>
            <a:pPr eaLnBrk="1" hangingPunct="1">
              <a:lnSpc>
                <a:spcPct val="120000"/>
              </a:lnSpc>
            </a:pPr>
            <a:r>
              <a:rPr lang="en-US" altLang="zh-CN" sz="2800" b="1" dirty="0">
                <a:latin typeface="Times New Roman" panose="02020603050405020304" pitchFamily="18" charset="0"/>
              </a:rPr>
              <a:t>3.1  </a:t>
            </a:r>
            <a:r>
              <a:rPr lang="zh-CN" altLang="en-US" sz="2800" b="1" dirty="0">
                <a:latin typeface="Times New Roman" panose="02020603050405020304" pitchFamily="18" charset="0"/>
              </a:rPr>
              <a:t>推理的基本概念 </a:t>
            </a:r>
            <a:endParaRPr lang="zh-CN" altLang="en-US" sz="2800" b="1" dirty="0">
              <a:latin typeface="Times New Roman" panose="02020603050405020304" pitchFamily="18" charset="0"/>
            </a:endParaRPr>
          </a:p>
          <a:p>
            <a:pPr eaLnBrk="1" hangingPunct="1">
              <a:lnSpc>
                <a:spcPct val="120000"/>
              </a:lnSpc>
            </a:pPr>
            <a:r>
              <a:rPr lang="en-US" altLang="zh-CN" sz="2800" b="1" dirty="0">
                <a:latin typeface="Times New Roman" panose="02020603050405020304" pitchFamily="18" charset="0"/>
              </a:rPr>
              <a:t>3.2  </a:t>
            </a:r>
            <a:r>
              <a:rPr lang="zh-CN" altLang="en-US" sz="2800" b="1" dirty="0">
                <a:latin typeface="Times New Roman" panose="02020603050405020304" pitchFamily="18" charset="0"/>
              </a:rPr>
              <a:t>自然演绎推理</a:t>
            </a:r>
            <a:endParaRPr lang="zh-CN" altLang="en-US" sz="2800" b="1" dirty="0">
              <a:latin typeface="Times New Roman" panose="02020603050405020304" pitchFamily="18" charset="0"/>
            </a:endParaRPr>
          </a:p>
          <a:p>
            <a:pPr eaLnBrk="1" hangingPunct="1">
              <a:lnSpc>
                <a:spcPct val="120000"/>
              </a:lnSpc>
            </a:pPr>
            <a:r>
              <a:rPr lang="en-US" altLang="zh-CN" sz="2800" b="1" dirty="0">
                <a:solidFill>
                  <a:srgbClr val="0000FF"/>
                </a:solidFill>
                <a:latin typeface="Times New Roman" panose="02020603050405020304" pitchFamily="18" charset="0"/>
              </a:rPr>
              <a:t>3.3  </a:t>
            </a:r>
            <a:r>
              <a:rPr lang="zh-CN" altLang="en-US" sz="2800" b="1" dirty="0">
                <a:solidFill>
                  <a:srgbClr val="0000FF"/>
                </a:solidFill>
                <a:latin typeface="Times New Roman" panose="02020603050405020304" pitchFamily="18" charset="0"/>
              </a:rPr>
              <a:t>谓词公式化为子句集的方法</a:t>
            </a:r>
            <a:endParaRPr lang="zh-CN" altLang="en-US" sz="2800" b="1" dirty="0">
              <a:solidFill>
                <a:srgbClr val="0000FF"/>
              </a:solidFill>
              <a:latin typeface="Times New Roman" panose="02020603050405020304" pitchFamily="18" charset="0"/>
            </a:endParaRPr>
          </a:p>
          <a:p>
            <a:pPr eaLnBrk="1" hangingPunct="1">
              <a:lnSpc>
                <a:spcPct val="120000"/>
              </a:lnSpc>
            </a:pPr>
            <a:r>
              <a:rPr lang="en-US" altLang="zh-CN" sz="2800" b="1" dirty="0">
                <a:latin typeface="Times New Roman" panose="02020603050405020304" pitchFamily="18" charset="0"/>
              </a:rPr>
              <a:t>3.4  </a:t>
            </a:r>
            <a:r>
              <a:rPr lang="zh-CN" altLang="en-US" sz="2800" b="1" dirty="0">
                <a:latin typeface="Times New Roman" panose="02020603050405020304" pitchFamily="18" charset="0"/>
              </a:rPr>
              <a:t>鲁宾逊归结原理</a:t>
            </a:r>
            <a:endParaRPr lang="zh-CN" altLang="en-US" sz="2800" b="1" dirty="0">
              <a:latin typeface="Times New Roman" panose="02020603050405020304" pitchFamily="18" charset="0"/>
            </a:endParaRPr>
          </a:p>
          <a:p>
            <a:pPr eaLnBrk="1" hangingPunct="1">
              <a:lnSpc>
                <a:spcPct val="120000"/>
              </a:lnSpc>
            </a:pPr>
            <a:r>
              <a:rPr lang="en-US" altLang="zh-CN" sz="2800" b="1" dirty="0">
                <a:latin typeface="Times New Roman" panose="02020603050405020304" pitchFamily="18" charset="0"/>
              </a:rPr>
              <a:t>3.5  </a:t>
            </a:r>
            <a:r>
              <a:rPr lang="zh-CN" altLang="en-US" sz="2800" b="1" dirty="0">
                <a:latin typeface="Times New Roman" panose="02020603050405020304" pitchFamily="18" charset="0"/>
              </a:rPr>
              <a:t>归结反演</a:t>
            </a:r>
            <a:endParaRPr lang="zh-CN" altLang="en-US" sz="2800" b="1" dirty="0">
              <a:latin typeface="Times New Roman" panose="02020603050405020304" pitchFamily="18" charset="0"/>
            </a:endParaRPr>
          </a:p>
          <a:p>
            <a:pPr eaLnBrk="1" hangingPunct="1">
              <a:lnSpc>
                <a:spcPct val="120000"/>
              </a:lnSpc>
            </a:pPr>
            <a:r>
              <a:rPr lang="en-US" altLang="zh-CN" sz="2800" b="1" dirty="0">
                <a:latin typeface="Times New Roman" panose="02020603050405020304" pitchFamily="18" charset="0"/>
              </a:rPr>
              <a:t>3.6  </a:t>
            </a:r>
            <a:r>
              <a:rPr lang="zh-CN" altLang="en-US" sz="2800" b="1" dirty="0">
                <a:latin typeface="Times New Roman" panose="02020603050405020304" pitchFamily="18" charset="0"/>
              </a:rPr>
              <a:t>应用归结反演求解问题</a:t>
            </a:r>
            <a:r>
              <a:rPr lang="zh-CN" altLang="en-US" sz="2800" b="1" dirty="0"/>
              <a:t> </a:t>
            </a:r>
            <a:endParaRPr lang="zh-CN" altLang="en-US" sz="2800" b="1" dirty="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68611" name="Rectangle 2"/>
          <p:cNvSpPr>
            <a:spLocks noGrp="1"/>
          </p:cNvSpPr>
          <p:nvPr>
            <p:ph type="title"/>
          </p:nvPr>
        </p:nvSpPr>
        <p:spPr/>
        <p:txBody>
          <a:bodyPr vert="horz" wrap="square" lIns="91440" tIns="45720" rIns="91440" bIns="45720" anchor="b" anchorCtr="0"/>
          <a:p>
            <a:pPr algn="ctr" eaLnBrk="1" hangingPunct="1"/>
            <a:r>
              <a:rPr lang="zh-CN" altLang="en-US" sz="3600" b="0" dirty="0">
                <a:latin typeface="黑体" panose="02010609060101010101" pitchFamily="49" charset="-122"/>
                <a:ea typeface="黑体" panose="02010609060101010101" pitchFamily="49" charset="-122"/>
              </a:rPr>
              <a:t>归 结 演 绎 推 理</a:t>
            </a:r>
            <a:endParaRPr lang="zh-CN" altLang="en-US" sz="3600" b="0" dirty="0">
              <a:latin typeface="黑体" panose="02010609060101010101" pitchFamily="49" charset="-122"/>
              <a:ea typeface="黑体" panose="02010609060101010101" pitchFamily="49" charset="-122"/>
            </a:endParaRPr>
          </a:p>
        </p:txBody>
      </p:sp>
      <p:sp>
        <p:nvSpPr>
          <p:cNvPr id="153605" name="Rectangle 5"/>
          <p:cNvSpPr>
            <a:spLocks noChangeArrowheads="1"/>
          </p:cNvSpPr>
          <p:nvPr/>
        </p:nvSpPr>
        <p:spPr bwMode="auto">
          <a:xfrm>
            <a:off x="250825" y="1152525"/>
            <a:ext cx="8642350" cy="2352675"/>
          </a:xfrm>
          <a:prstGeom prst="rect">
            <a:avLst/>
          </a:prstGeom>
          <a:gradFill rotWithShape="1">
            <a:gsLst>
              <a:gs pos="0">
                <a:srgbClr val="00FFFF"/>
              </a:gs>
              <a:gs pos="50000">
                <a:schemeClr val="bg1"/>
              </a:gs>
              <a:gs pos="100000">
                <a:srgbClr val="00FFFF"/>
              </a:gs>
            </a:gsLst>
            <a:lin ang="18900000" scaled="1"/>
          </a:gradFill>
          <a:ln w="9525">
            <a:solidFill>
              <a:srgbClr val="808080"/>
            </a:solidFill>
            <a:miter lim="800000"/>
          </a:ln>
          <a:effectLst/>
        </p:spPr>
        <p:txBody>
          <a:bodyPr/>
          <a:lstStyle>
            <a:lvl1pPr marL="571500" indent="-571500">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571500" marR="0" lvl="0" indent="-571500" algn="l" defTabSz="914400" rtl="0" eaLnBrk="1" fontAlgn="base" latinLnBrk="0" hangingPunct="1">
              <a:lnSpc>
                <a:spcPct val="160000"/>
              </a:lnSpc>
              <a:spcBef>
                <a:spcPct val="40000"/>
              </a:spcBef>
              <a:spcAft>
                <a:spcPct val="0"/>
              </a:spcAft>
              <a:buClr>
                <a:schemeClr val="accent2"/>
              </a:buClr>
              <a:buSzTx/>
              <a:buFont typeface="Wingdings" panose="05000000000000000000" pitchFamily="2" charset="2"/>
              <a:buBlip>
                <a:blip r:embed="rId1"/>
              </a:buBlip>
              <a:defRPr/>
            </a:pPr>
            <a:r>
              <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反证法：                ，</a:t>
            </a:r>
            <a:r>
              <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当且仅当                           ，</a:t>
            </a: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571500" marR="0" lvl="0" indent="-571500" algn="l" defTabSz="914400" rtl="0" eaLnBrk="1" fontAlgn="base" latinLnBrk="0" hangingPunct="1">
              <a:lnSpc>
                <a:spcPct val="160000"/>
              </a:lnSpc>
              <a:spcBef>
                <a:spcPct val="40000"/>
              </a:spcBef>
              <a:spcAft>
                <a:spcPct val="0"/>
              </a:spcAft>
              <a:buClr>
                <a:schemeClr val="accent2"/>
              </a:buClr>
              <a:buSzTx/>
              <a:buFont typeface="Wingdings" panose="05000000000000000000" pitchFamily="2" charset="2"/>
              <a:buNone/>
              <a:defRPr/>
            </a:pPr>
            <a:r>
              <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即 </a:t>
            </a:r>
            <a:r>
              <a:rPr kumimoji="0" lang="en-US" altLang="zh-CN" sz="2800" b="0"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Q</a:t>
            </a:r>
            <a:r>
              <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为 </a:t>
            </a:r>
            <a:r>
              <a:rPr kumimoji="0" lang="en-US" altLang="zh-CN" sz="2800" b="0"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P</a:t>
            </a:r>
            <a:r>
              <a:rPr kumimoji="0" lang="en-US" altLang="zh-CN"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的逻辑结论，当且仅当                 是不可满足的。</a:t>
            </a:r>
            <a:endParaRPr kumimoji="0" lang="zh-CN" altLang="en-US" sz="26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613" name="Rectangle 6"/>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68614" name="Object 7"/>
          <p:cNvGraphicFramePr>
            <a:graphicFrameLocks noChangeAspect="1"/>
          </p:cNvGraphicFramePr>
          <p:nvPr/>
        </p:nvGraphicFramePr>
        <p:xfrm>
          <a:off x="2438400" y="1401763"/>
          <a:ext cx="1219200" cy="503237"/>
        </p:xfrm>
        <a:graphic>
          <a:graphicData uri="http://schemas.openxmlformats.org/presentationml/2006/ole">
            <mc:AlternateContent xmlns:mc="http://schemas.openxmlformats.org/markup-compatibility/2006">
              <mc:Choice xmlns:v="urn:schemas-microsoft-com:vml" Requires="v">
                <p:oleObj spid="_x0000_s3097" name="" r:id="rId3" imgW="8334375" imgH="3514725" progId="Equation.3">
                  <p:embed/>
                </p:oleObj>
              </mc:Choice>
              <mc:Fallback>
                <p:oleObj name="" r:id="rId3" imgW="8334375" imgH="3514725" progId="Equation.3">
                  <p:embed/>
                  <p:pic>
                    <p:nvPicPr>
                      <p:cNvPr id="0" name="图片 3096"/>
                      <p:cNvPicPr/>
                      <p:nvPr/>
                    </p:nvPicPr>
                    <p:blipFill>
                      <a:blip r:embed="rId4"/>
                      <a:stretch>
                        <a:fillRect/>
                      </a:stretch>
                    </p:blipFill>
                    <p:spPr>
                      <a:xfrm>
                        <a:off x="2438400" y="1401763"/>
                        <a:ext cx="1219200" cy="503237"/>
                      </a:xfrm>
                      <a:prstGeom prst="rect">
                        <a:avLst/>
                      </a:prstGeom>
                      <a:noFill/>
                      <a:ln w="38100">
                        <a:noFill/>
                        <a:miter/>
                      </a:ln>
                    </p:spPr>
                  </p:pic>
                </p:oleObj>
              </mc:Fallback>
            </mc:AlternateContent>
          </a:graphicData>
        </a:graphic>
      </p:graphicFrame>
      <p:sp>
        <p:nvSpPr>
          <p:cNvPr id="68615" name="Rectangle 8"/>
          <p:cNvSpPr/>
          <p:nvPr/>
        </p:nvSpPr>
        <p:spPr>
          <a:xfrm>
            <a:off x="0" y="3328988"/>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68616" name="Object 9"/>
          <p:cNvGraphicFramePr>
            <a:graphicFrameLocks noChangeAspect="1"/>
          </p:cNvGraphicFramePr>
          <p:nvPr/>
        </p:nvGraphicFramePr>
        <p:xfrm>
          <a:off x="5715000" y="1447800"/>
          <a:ext cx="2057400" cy="469900"/>
        </p:xfrm>
        <a:graphic>
          <a:graphicData uri="http://schemas.openxmlformats.org/presentationml/2006/ole">
            <mc:AlternateContent xmlns:mc="http://schemas.openxmlformats.org/markup-compatibility/2006">
              <mc:Choice xmlns:v="urn:schemas-microsoft-com:vml" Requires="v">
                <p:oleObj spid="_x0000_s3093" name="" r:id="rId5" imgW="15144750" imgH="3514725" progId="Equation.3">
                  <p:embed/>
                </p:oleObj>
              </mc:Choice>
              <mc:Fallback>
                <p:oleObj name="" r:id="rId5" imgW="15144750" imgH="3514725" progId="Equation.3">
                  <p:embed/>
                  <p:pic>
                    <p:nvPicPr>
                      <p:cNvPr id="0" name="图片 3092"/>
                      <p:cNvPicPr/>
                      <p:nvPr/>
                    </p:nvPicPr>
                    <p:blipFill>
                      <a:blip r:embed="rId6"/>
                      <a:stretch>
                        <a:fillRect/>
                      </a:stretch>
                    </p:blipFill>
                    <p:spPr>
                      <a:xfrm>
                        <a:off x="5715000" y="1447800"/>
                        <a:ext cx="2057400" cy="469900"/>
                      </a:xfrm>
                      <a:prstGeom prst="rect">
                        <a:avLst/>
                      </a:prstGeom>
                      <a:noFill/>
                      <a:ln w="38100">
                        <a:noFill/>
                        <a:miter/>
                      </a:ln>
                    </p:spPr>
                  </p:pic>
                </p:oleObj>
              </mc:Fallback>
            </mc:AlternateContent>
          </a:graphicData>
        </a:graphic>
      </p:graphicFrame>
      <p:sp>
        <p:nvSpPr>
          <p:cNvPr id="68617" name="Rectangle 10"/>
          <p:cNvSpPr/>
          <p:nvPr/>
        </p:nvSpPr>
        <p:spPr>
          <a:xfrm>
            <a:off x="0" y="3328988"/>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68618" name="Object 11"/>
          <p:cNvGraphicFramePr>
            <a:graphicFrameLocks noChangeAspect="1"/>
          </p:cNvGraphicFramePr>
          <p:nvPr/>
        </p:nvGraphicFramePr>
        <p:xfrm>
          <a:off x="6096000" y="2286000"/>
          <a:ext cx="1295400" cy="495300"/>
        </p:xfrm>
        <a:graphic>
          <a:graphicData uri="http://schemas.openxmlformats.org/presentationml/2006/ole">
            <mc:AlternateContent xmlns:mc="http://schemas.openxmlformats.org/markup-compatibility/2006">
              <mc:Choice xmlns:v="urn:schemas-microsoft-com:vml" Requires="v">
                <p:oleObj spid="_x0000_s3090" name="" r:id="rId7" imgW="9001125" imgH="3514725" progId="Equation.3">
                  <p:embed/>
                </p:oleObj>
              </mc:Choice>
              <mc:Fallback>
                <p:oleObj name="" r:id="rId7" imgW="9001125" imgH="3514725" progId="Equation.3">
                  <p:embed/>
                  <p:pic>
                    <p:nvPicPr>
                      <p:cNvPr id="0" name="图片 3089"/>
                      <p:cNvPicPr/>
                      <p:nvPr/>
                    </p:nvPicPr>
                    <p:blipFill>
                      <a:blip r:embed="rId8"/>
                      <a:stretch>
                        <a:fillRect/>
                      </a:stretch>
                    </p:blipFill>
                    <p:spPr>
                      <a:xfrm>
                        <a:off x="6096000" y="2286000"/>
                        <a:ext cx="1295400" cy="495300"/>
                      </a:xfrm>
                      <a:prstGeom prst="rect">
                        <a:avLst/>
                      </a:prstGeom>
                      <a:noFill/>
                      <a:ln w="38100">
                        <a:noFill/>
                        <a:miter/>
                      </a:ln>
                    </p:spPr>
                  </p:pic>
                </p:oleObj>
              </mc:Fallback>
            </mc:AlternateContent>
          </a:graphicData>
        </a:graphic>
      </p:graphicFrame>
      <p:sp>
        <p:nvSpPr>
          <p:cNvPr id="68619" name="Rectangle 12"/>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68620" name="Rectangle 13"/>
          <p:cNvSpPr/>
          <p:nvPr/>
        </p:nvSpPr>
        <p:spPr>
          <a:xfrm>
            <a:off x="-3505200" y="274320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68621" name="Rectangle 14"/>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68622" name="Rectangle 16"/>
          <p:cNvSpPr/>
          <p:nvPr/>
        </p:nvSpPr>
        <p:spPr>
          <a:xfrm>
            <a:off x="266700" y="3798888"/>
            <a:ext cx="8667750" cy="1298575"/>
          </a:xfrm>
          <a:prstGeom prst="rect">
            <a:avLst/>
          </a:prstGeom>
          <a:gradFill rotWithShape="1">
            <a:gsLst>
              <a:gs pos="0">
                <a:srgbClr val="FFFF00"/>
              </a:gs>
              <a:gs pos="100000">
                <a:schemeClr val="bg1"/>
              </a:gs>
            </a:gsLst>
            <a:path path="shape">
              <a:fillToRect l="50000" t="50000" r="50000" b="50000"/>
            </a:path>
            <a:tileRect/>
          </a:gradFill>
          <a:ln w="9525" cap="flat" cmpd="sng">
            <a:solidFill>
              <a:srgbClr val="808080"/>
            </a:solidFill>
            <a:prstDash val="solid"/>
            <a:miter/>
            <a:headEnd type="none" w="med" len="med"/>
            <a:tailEnd type="none" w="med" len="med"/>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buBlip>
                <a:blip r:embed="rId1"/>
              </a:buBlip>
            </a:pPr>
            <a:r>
              <a:rPr lang="en-US" altLang="zh-CN" sz="2800" b="1" dirty="0"/>
              <a:t>  </a:t>
            </a:r>
            <a:r>
              <a:rPr lang="zh-CN" altLang="en-US" sz="2800" b="1" dirty="0"/>
              <a:t>定理：</a:t>
            </a:r>
            <a:r>
              <a:rPr lang="en-US" altLang="zh-CN" sz="2700" b="1" i="1" dirty="0">
                <a:latin typeface="Times New Roman" panose="02020603050405020304" pitchFamily="18" charset="0"/>
              </a:rPr>
              <a:t>Q </a:t>
            </a:r>
            <a:r>
              <a:rPr lang="zh-CN" altLang="en-US" sz="2700" b="1" dirty="0"/>
              <a:t>为     ，    ，</a:t>
            </a:r>
            <a:r>
              <a:rPr lang="en-US" altLang="zh-CN" sz="2700" b="1" baseline="34000" dirty="0"/>
              <a:t>…</a:t>
            </a:r>
            <a:r>
              <a:rPr lang="zh-CN" altLang="en-US" sz="2700" b="1" dirty="0"/>
              <a:t>，    的逻辑结论，当且仅当</a:t>
            </a:r>
            <a:endParaRPr lang="zh-CN" altLang="en-US" sz="2700" b="1" dirty="0"/>
          </a:p>
          <a:p>
            <a:pPr marL="0" lvl="0" indent="0" eaLnBrk="1" hangingPunct="1">
              <a:lnSpc>
                <a:spcPct val="120000"/>
              </a:lnSpc>
              <a:buNone/>
            </a:pPr>
            <a:r>
              <a:rPr lang="zh-CN" altLang="en-US" sz="2800" b="1" dirty="0"/>
              <a:t>                                               </a:t>
            </a:r>
            <a:r>
              <a:rPr lang="zh-CN" altLang="en-US" sz="2700" b="1" dirty="0"/>
              <a:t>是不可满足的。</a:t>
            </a:r>
            <a:endParaRPr lang="zh-CN" altLang="en-US" sz="2700" b="1" dirty="0"/>
          </a:p>
        </p:txBody>
      </p:sp>
      <p:graphicFrame>
        <p:nvGraphicFramePr>
          <p:cNvPr id="68623" name="Object 17"/>
          <p:cNvGraphicFramePr>
            <a:graphicFrameLocks noChangeAspect="1"/>
          </p:cNvGraphicFramePr>
          <p:nvPr/>
        </p:nvGraphicFramePr>
        <p:xfrm>
          <a:off x="2622550" y="3867150"/>
          <a:ext cx="393700" cy="533400"/>
        </p:xfrm>
        <a:graphic>
          <a:graphicData uri="http://schemas.openxmlformats.org/presentationml/2006/ole">
            <mc:AlternateContent xmlns:mc="http://schemas.openxmlformats.org/markup-compatibility/2006">
              <mc:Choice xmlns:v="urn:schemas-microsoft-com:vml" Requires="v">
                <p:oleObj spid="_x0000_s3089" name="" r:id="rId9" imgW="2847975" imgH="3733800" progId="Equation.3">
                  <p:embed/>
                </p:oleObj>
              </mc:Choice>
              <mc:Fallback>
                <p:oleObj name="" r:id="rId9" imgW="2847975" imgH="3733800" progId="Equation.3">
                  <p:embed/>
                  <p:pic>
                    <p:nvPicPr>
                      <p:cNvPr id="0" name="图片 3088"/>
                      <p:cNvPicPr/>
                      <p:nvPr/>
                    </p:nvPicPr>
                    <p:blipFill>
                      <a:blip r:embed="rId10"/>
                      <a:stretch>
                        <a:fillRect/>
                      </a:stretch>
                    </p:blipFill>
                    <p:spPr>
                      <a:xfrm>
                        <a:off x="2622550" y="3867150"/>
                        <a:ext cx="393700" cy="533400"/>
                      </a:xfrm>
                      <a:prstGeom prst="rect">
                        <a:avLst/>
                      </a:prstGeom>
                      <a:noFill/>
                      <a:ln w="38100">
                        <a:noFill/>
                        <a:miter/>
                      </a:ln>
                    </p:spPr>
                  </p:pic>
                </p:oleObj>
              </mc:Fallback>
            </mc:AlternateContent>
          </a:graphicData>
        </a:graphic>
      </p:graphicFrame>
      <p:graphicFrame>
        <p:nvGraphicFramePr>
          <p:cNvPr id="68624" name="Object 18"/>
          <p:cNvGraphicFramePr>
            <a:graphicFrameLocks noChangeAspect="1"/>
          </p:cNvGraphicFramePr>
          <p:nvPr/>
        </p:nvGraphicFramePr>
        <p:xfrm>
          <a:off x="3190875" y="3881438"/>
          <a:ext cx="441325" cy="533400"/>
        </p:xfrm>
        <a:graphic>
          <a:graphicData uri="http://schemas.openxmlformats.org/presentationml/2006/ole">
            <mc:AlternateContent xmlns:mc="http://schemas.openxmlformats.org/markup-compatibility/2006">
              <mc:Choice xmlns:v="urn:schemas-microsoft-com:vml" Requires="v">
                <p:oleObj spid="_x0000_s3091" name="" r:id="rId11" imgW="3076575" imgH="3733800" progId="Equation.3">
                  <p:embed/>
                </p:oleObj>
              </mc:Choice>
              <mc:Fallback>
                <p:oleObj name="" r:id="rId11" imgW="3076575" imgH="3733800" progId="Equation.3">
                  <p:embed/>
                  <p:pic>
                    <p:nvPicPr>
                      <p:cNvPr id="0" name="图片 3090"/>
                      <p:cNvPicPr/>
                      <p:nvPr/>
                    </p:nvPicPr>
                    <p:blipFill>
                      <a:blip r:embed="rId12"/>
                      <a:stretch>
                        <a:fillRect/>
                      </a:stretch>
                    </p:blipFill>
                    <p:spPr>
                      <a:xfrm>
                        <a:off x="3190875" y="3881438"/>
                        <a:ext cx="441325" cy="533400"/>
                      </a:xfrm>
                      <a:prstGeom prst="rect">
                        <a:avLst/>
                      </a:prstGeom>
                      <a:noFill/>
                      <a:ln w="38100">
                        <a:noFill/>
                        <a:miter/>
                      </a:ln>
                    </p:spPr>
                  </p:pic>
                </p:oleObj>
              </mc:Fallback>
            </mc:AlternateContent>
          </a:graphicData>
        </a:graphic>
      </p:graphicFrame>
      <p:graphicFrame>
        <p:nvGraphicFramePr>
          <p:cNvPr id="68625" name="Object 19"/>
          <p:cNvGraphicFramePr>
            <a:graphicFrameLocks noChangeAspect="1"/>
          </p:cNvGraphicFramePr>
          <p:nvPr/>
        </p:nvGraphicFramePr>
        <p:xfrm>
          <a:off x="4737100" y="3908425"/>
          <a:ext cx="423863" cy="504825"/>
        </p:xfrm>
        <a:graphic>
          <a:graphicData uri="http://schemas.openxmlformats.org/presentationml/2006/ole">
            <mc:AlternateContent xmlns:mc="http://schemas.openxmlformats.org/markup-compatibility/2006">
              <mc:Choice xmlns:v="urn:schemas-microsoft-com:vml" Requires="v">
                <p:oleObj spid="_x0000_s3095" name="" r:id="rId13" imgW="3076575" imgH="3733800" progId="Equation.3">
                  <p:embed/>
                </p:oleObj>
              </mc:Choice>
              <mc:Fallback>
                <p:oleObj name="" r:id="rId13" imgW="3076575" imgH="3733800" progId="Equation.3">
                  <p:embed/>
                  <p:pic>
                    <p:nvPicPr>
                      <p:cNvPr id="0" name="图片 3094"/>
                      <p:cNvPicPr/>
                      <p:nvPr/>
                    </p:nvPicPr>
                    <p:blipFill>
                      <a:blip r:embed="rId14"/>
                      <a:stretch>
                        <a:fillRect/>
                      </a:stretch>
                    </p:blipFill>
                    <p:spPr>
                      <a:xfrm>
                        <a:off x="4737100" y="3908425"/>
                        <a:ext cx="423863" cy="504825"/>
                      </a:xfrm>
                      <a:prstGeom prst="rect">
                        <a:avLst/>
                      </a:prstGeom>
                      <a:noFill/>
                      <a:ln w="38100">
                        <a:noFill/>
                        <a:miter/>
                      </a:ln>
                    </p:spPr>
                  </p:pic>
                </p:oleObj>
              </mc:Fallback>
            </mc:AlternateContent>
          </a:graphicData>
        </a:graphic>
      </p:graphicFrame>
      <p:graphicFrame>
        <p:nvGraphicFramePr>
          <p:cNvPr id="68626" name="Object 20"/>
          <p:cNvGraphicFramePr>
            <a:graphicFrameLocks noChangeAspect="1"/>
          </p:cNvGraphicFramePr>
          <p:nvPr/>
        </p:nvGraphicFramePr>
        <p:xfrm>
          <a:off x="1447800" y="4554538"/>
          <a:ext cx="3552825" cy="550862"/>
        </p:xfrm>
        <a:graphic>
          <a:graphicData uri="http://schemas.openxmlformats.org/presentationml/2006/ole">
            <mc:AlternateContent xmlns:mc="http://schemas.openxmlformats.org/markup-compatibility/2006">
              <mc:Choice xmlns:v="urn:schemas-microsoft-com:vml" Requires="v">
                <p:oleObj spid="_x0000_s3092" name="" r:id="rId15" imgW="25450800" imgH="3952875" progId="Equation.3">
                  <p:embed/>
                </p:oleObj>
              </mc:Choice>
              <mc:Fallback>
                <p:oleObj name="" r:id="rId15" imgW="25450800" imgH="3952875" progId="Equation.3">
                  <p:embed/>
                  <p:pic>
                    <p:nvPicPr>
                      <p:cNvPr id="0" name="图片 3091"/>
                      <p:cNvPicPr/>
                      <p:nvPr/>
                    </p:nvPicPr>
                    <p:blipFill>
                      <a:blip r:embed="rId16"/>
                      <a:stretch>
                        <a:fillRect/>
                      </a:stretch>
                    </p:blipFill>
                    <p:spPr>
                      <a:xfrm>
                        <a:off x="1447800" y="4554538"/>
                        <a:ext cx="3552825" cy="550862"/>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灯片编号占位符 1"/>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69635" name="Rectangle 4"/>
          <p:cNvSpPr/>
          <p:nvPr/>
        </p:nvSpPr>
        <p:spPr>
          <a:xfrm>
            <a:off x="0" y="0"/>
            <a:ext cx="9144000" cy="765175"/>
          </a:xfrm>
          <a:prstGeom prst="rect">
            <a:avLst/>
          </a:prstGeom>
          <a:solidFill>
            <a:srgbClr val="A50021"/>
          </a:solidFill>
          <a:ln w="9525">
            <a:noFill/>
          </a:ln>
        </p:spPr>
        <p:txBody>
          <a:bodyPr anchor="b"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176530" algn="ctr" eaLnBrk="1" hangingPunct="1">
              <a:spcBef>
                <a:spcPct val="0"/>
              </a:spcBef>
              <a:buClrTx/>
              <a:buFontTx/>
              <a:buNone/>
            </a:pPr>
            <a:r>
              <a:rPr lang="zh-CN" altLang="en-US" sz="3600" dirty="0">
                <a:solidFill>
                  <a:schemeClr val="bg1"/>
                </a:solidFill>
                <a:latin typeface="黑体" panose="02010609060101010101" pitchFamily="49" charset="-122"/>
                <a:ea typeface="黑体" panose="02010609060101010101" pitchFamily="49" charset="-122"/>
              </a:rPr>
              <a:t>归 结 演 绎 推 理</a:t>
            </a:r>
            <a:endParaRPr lang="zh-CN" altLang="en-US" sz="3600" dirty="0">
              <a:solidFill>
                <a:schemeClr val="bg1"/>
              </a:solidFill>
              <a:latin typeface="黑体" panose="02010609060101010101" pitchFamily="49" charset="-122"/>
              <a:ea typeface="黑体" panose="02010609060101010101" pitchFamily="49" charset="-122"/>
            </a:endParaRPr>
          </a:p>
        </p:txBody>
      </p:sp>
      <p:sp>
        <p:nvSpPr>
          <p:cNvPr id="69636" name="Rectangle 5"/>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69637" name="Rectangle 6"/>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177159" name="Rectangle 7"/>
          <p:cNvSpPr>
            <a:spLocks noChangeArrowheads="1"/>
          </p:cNvSpPr>
          <p:nvPr/>
        </p:nvSpPr>
        <p:spPr bwMode="auto">
          <a:xfrm>
            <a:off x="250825" y="1152525"/>
            <a:ext cx="8642350" cy="3724275"/>
          </a:xfrm>
          <a:prstGeom prst="rect">
            <a:avLst/>
          </a:prstGeom>
          <a:gradFill rotWithShape="1">
            <a:gsLst>
              <a:gs pos="0">
                <a:srgbClr val="00FFFF"/>
              </a:gs>
              <a:gs pos="50000">
                <a:schemeClr val="bg1"/>
              </a:gs>
              <a:gs pos="100000">
                <a:srgbClr val="00FFFF"/>
              </a:gs>
            </a:gsLst>
            <a:lin ang="18900000" scaled="1"/>
          </a:gradFill>
          <a:ln w="9525">
            <a:solidFill>
              <a:srgbClr val="808080"/>
            </a:solidFill>
            <a:miter lim="800000"/>
          </a:ln>
          <a:effectLst/>
        </p:spPr>
        <p:txBody>
          <a:bodyPr/>
          <a:lstStyle>
            <a:lvl1pPr marL="571500" indent="-571500">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571500" marR="0" lvl="0" indent="-571500" algn="l" defTabSz="914400" rtl="0" eaLnBrk="1" fontAlgn="base" latinLnBrk="0" hangingPunct="1">
              <a:lnSpc>
                <a:spcPct val="160000"/>
              </a:lnSpc>
              <a:spcBef>
                <a:spcPct val="40000"/>
              </a:spcBef>
              <a:spcAft>
                <a:spcPct val="0"/>
              </a:spcAft>
              <a:buClr>
                <a:schemeClr val="accent2"/>
              </a:buClr>
              <a:buSzTx/>
              <a:buFont typeface="Wingdings" panose="05000000000000000000" pitchFamily="2" charset="2"/>
              <a:buBlip>
                <a:blip r:embed="rId2"/>
              </a:buBlip>
              <a:defRPr/>
            </a:pPr>
            <a:r>
              <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思路：定理                         </a:t>
            </a:r>
            <a:r>
              <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不可满足</a:t>
            </a:r>
            <a:r>
              <a:rPr kumimoji="0" lang="zh-CN" altLang="en-US" sz="26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 </a:t>
            </a:r>
            <a:endParaRPr kumimoji="0" lang="zh-CN" altLang="en-US" sz="26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571500" marR="0" lvl="0" indent="-571500" algn="l" defTabSz="914400" rtl="0" eaLnBrk="1" fontAlgn="base" latinLnBrk="0" hangingPunct="1">
              <a:lnSpc>
                <a:spcPct val="160000"/>
              </a:lnSpc>
              <a:spcBef>
                <a:spcPct val="40000"/>
              </a:spcBef>
              <a:spcAft>
                <a:spcPct val="0"/>
              </a:spcAft>
              <a:buClr>
                <a:schemeClr val="accent2"/>
              </a:buClr>
              <a:buSzTx/>
              <a:buFont typeface="Wingdings" panose="05000000000000000000" pitchFamily="2" charset="2"/>
              <a:buNone/>
              <a:defRPr/>
            </a:pPr>
            <a:r>
              <a:rPr kumimoji="0" lang="zh-CN" altLang="en-US" sz="26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                               子句集不可满足              </a:t>
            </a:r>
            <a:r>
              <a:rPr kumimoji="0" lang="zh-CN" altLang="en-US" sz="2800" b="1" i="0" u="none" strike="noStrike" kern="1200" cap="none" spc="0" normalizeH="0" baseline="0" noProof="0">
                <a:ln>
                  <a:noFill/>
                </a:ln>
                <a:solidFill>
                  <a:srgbClr val="0000FF"/>
                </a:solidFill>
                <a:effectLst/>
                <a:uLnTx/>
                <a:uFillTx/>
                <a:latin typeface="Arial" panose="020B0604020202020204" pitchFamily="34" charset="0"/>
                <a:ea typeface="宋体" panose="02010600030101010101" pitchFamily="2" charset="-122"/>
                <a:cs typeface="+mn-cs"/>
              </a:rPr>
              <a:t>海伯伦定理</a:t>
            </a:r>
            <a:endParaRPr kumimoji="0" lang="zh-CN" altLang="en-US" sz="2800" b="1" i="0" u="none" strike="noStrike" kern="1200" cap="none" spc="0" normalizeH="0" baseline="0" noProof="0">
              <a:ln>
                <a:noFill/>
              </a:ln>
              <a:solidFill>
                <a:srgbClr val="0000FF"/>
              </a:solidFill>
              <a:effectLst/>
              <a:uLnTx/>
              <a:uFillTx/>
              <a:latin typeface="Arial" panose="020B0604020202020204" pitchFamily="34" charset="0"/>
              <a:ea typeface="宋体" panose="02010600030101010101" pitchFamily="2" charset="-122"/>
              <a:cs typeface="+mn-cs"/>
            </a:endParaRPr>
          </a:p>
          <a:p>
            <a:pPr marL="571500" marR="0" lvl="0" indent="-571500" algn="l" defTabSz="914400" rtl="0" eaLnBrk="1" fontAlgn="base" latinLnBrk="0" hangingPunct="1">
              <a:lnSpc>
                <a:spcPct val="160000"/>
              </a:lnSpc>
              <a:spcBef>
                <a:spcPct val="40000"/>
              </a:spcBef>
              <a:spcAft>
                <a:spcPct val="0"/>
              </a:spcAft>
              <a:buClr>
                <a:schemeClr val="accent2"/>
              </a:buClr>
              <a:buSzTx/>
              <a:buFont typeface="Wingdings" panose="05000000000000000000" pitchFamily="2" charset="2"/>
              <a:buNone/>
              <a:defRPr/>
            </a:pPr>
            <a:endParaRPr kumimoji="0" lang="zh-CN" altLang="en-US" sz="2800" b="1" i="0" u="none" strike="noStrike" kern="1200" cap="none" spc="0" normalizeH="0" baseline="0" noProof="0">
              <a:ln>
                <a:noFill/>
              </a:ln>
              <a:solidFill>
                <a:srgbClr val="0000FF"/>
              </a:solidFill>
              <a:effectLst/>
              <a:uLnTx/>
              <a:uFillTx/>
              <a:latin typeface="Arial" panose="020B0604020202020204" pitchFamily="34" charset="0"/>
              <a:ea typeface="宋体" panose="02010600030101010101" pitchFamily="2" charset="-122"/>
              <a:cs typeface="+mn-cs"/>
            </a:endParaRPr>
          </a:p>
          <a:p>
            <a:pPr marL="571500" marR="0" lvl="0" indent="-571500" algn="l" defTabSz="914400" rtl="0" eaLnBrk="1" fontAlgn="base" latinLnBrk="0" hangingPunct="1">
              <a:lnSpc>
                <a:spcPct val="160000"/>
              </a:lnSpc>
              <a:spcBef>
                <a:spcPct val="40000"/>
              </a:spcBef>
              <a:spcAft>
                <a:spcPct val="0"/>
              </a:spcAft>
              <a:buClr>
                <a:schemeClr val="accent2"/>
              </a:buClr>
              <a:buSzTx/>
              <a:buFont typeface="Wingdings" panose="05000000000000000000" pitchFamily="2" charset="2"/>
              <a:buNone/>
              <a:defRPr/>
            </a:pPr>
            <a:r>
              <a:rPr kumimoji="0"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                             </a:t>
            </a:r>
            <a:r>
              <a:rPr kumimoji="0" lang="zh-CN" altLang="en-US" sz="2800" b="1" i="0" u="none" strike="noStrike" kern="1200" cap="none" spc="0" normalizeH="0" baseline="0" noProof="0">
                <a:ln>
                  <a:noFill/>
                </a:ln>
                <a:solidFill>
                  <a:srgbClr val="0000FF"/>
                </a:solidFill>
                <a:effectLst/>
                <a:uLnTx/>
                <a:uFillTx/>
                <a:latin typeface="Arial" panose="020B0604020202020204" pitchFamily="34" charset="0"/>
                <a:ea typeface="宋体" panose="02010600030101010101" pitchFamily="2" charset="-122"/>
                <a:cs typeface="+mn-cs"/>
              </a:rPr>
              <a:t>鲁宾逊归结原理</a:t>
            </a:r>
            <a:endParaRPr kumimoji="0" lang="zh-CN" altLang="en-US" sz="2800" b="1" i="0" u="none" strike="noStrike" kern="1200" cap="none" spc="0" normalizeH="0" baseline="0" noProof="0">
              <a:ln>
                <a:noFill/>
              </a:ln>
              <a:solidFill>
                <a:srgbClr val="0000FF"/>
              </a:solidFill>
              <a:effectLst/>
              <a:uLnTx/>
              <a:uFillTx/>
              <a:latin typeface="Arial" panose="020B0604020202020204" pitchFamily="34" charset="0"/>
              <a:ea typeface="宋体" panose="02010600030101010101" pitchFamily="2" charset="-122"/>
              <a:cs typeface="+mn-cs"/>
            </a:endParaRPr>
          </a:p>
        </p:txBody>
      </p:sp>
      <p:graphicFrame>
        <p:nvGraphicFramePr>
          <p:cNvPr id="69639" name="Object 8"/>
          <p:cNvGraphicFramePr>
            <a:graphicFrameLocks noChangeAspect="1"/>
          </p:cNvGraphicFramePr>
          <p:nvPr/>
        </p:nvGraphicFramePr>
        <p:xfrm>
          <a:off x="2819400" y="1371600"/>
          <a:ext cx="1219200" cy="503238"/>
        </p:xfrm>
        <a:graphic>
          <a:graphicData uri="http://schemas.openxmlformats.org/presentationml/2006/ole">
            <mc:AlternateContent xmlns:mc="http://schemas.openxmlformats.org/markup-compatibility/2006">
              <mc:Choice xmlns:v="urn:schemas-microsoft-com:vml" Requires="v">
                <p:oleObj spid="_x0000_s3094" name="" r:id="rId3" imgW="8334375" imgH="3514725" progId="Equation.3">
                  <p:embed/>
                </p:oleObj>
              </mc:Choice>
              <mc:Fallback>
                <p:oleObj name="" r:id="rId3" imgW="8334375" imgH="3514725" progId="Equation.3">
                  <p:embed/>
                  <p:pic>
                    <p:nvPicPr>
                      <p:cNvPr id="0" name="图片 3093"/>
                      <p:cNvPicPr/>
                      <p:nvPr/>
                    </p:nvPicPr>
                    <p:blipFill>
                      <a:blip r:embed="rId4"/>
                      <a:stretch>
                        <a:fillRect/>
                      </a:stretch>
                    </p:blipFill>
                    <p:spPr>
                      <a:xfrm>
                        <a:off x="2819400" y="1371600"/>
                        <a:ext cx="1219200" cy="503238"/>
                      </a:xfrm>
                      <a:prstGeom prst="rect">
                        <a:avLst/>
                      </a:prstGeom>
                      <a:noFill/>
                      <a:ln w="38100">
                        <a:noFill/>
                        <a:miter/>
                      </a:ln>
                    </p:spPr>
                  </p:pic>
                </p:oleObj>
              </mc:Fallback>
            </mc:AlternateContent>
          </a:graphicData>
        </a:graphic>
      </p:graphicFrame>
      <p:sp>
        <p:nvSpPr>
          <p:cNvPr id="69640" name="Rectangle 9"/>
          <p:cNvSpPr/>
          <p:nvPr/>
        </p:nvSpPr>
        <p:spPr>
          <a:xfrm>
            <a:off x="0" y="3328988"/>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69641" name="Rectangle 10"/>
          <p:cNvSpPr/>
          <p:nvPr/>
        </p:nvSpPr>
        <p:spPr>
          <a:xfrm>
            <a:off x="0" y="3328988"/>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69642" name="Object 11"/>
          <p:cNvGraphicFramePr>
            <a:graphicFrameLocks noChangeAspect="1"/>
          </p:cNvGraphicFramePr>
          <p:nvPr/>
        </p:nvGraphicFramePr>
        <p:xfrm>
          <a:off x="5257800" y="1447800"/>
          <a:ext cx="1295400" cy="495300"/>
        </p:xfrm>
        <a:graphic>
          <a:graphicData uri="http://schemas.openxmlformats.org/presentationml/2006/ole">
            <mc:AlternateContent xmlns:mc="http://schemas.openxmlformats.org/markup-compatibility/2006">
              <mc:Choice xmlns:v="urn:schemas-microsoft-com:vml" Requires="v">
                <p:oleObj spid="_x0000_s3096" name="" r:id="rId5" imgW="9001125" imgH="3514725" progId="Equation.3">
                  <p:embed/>
                </p:oleObj>
              </mc:Choice>
              <mc:Fallback>
                <p:oleObj name="" r:id="rId5" imgW="9001125" imgH="3514725" progId="Equation.3">
                  <p:embed/>
                  <p:pic>
                    <p:nvPicPr>
                      <p:cNvPr id="0" name="图片 3095"/>
                      <p:cNvPicPr/>
                      <p:nvPr/>
                    </p:nvPicPr>
                    <p:blipFill>
                      <a:blip r:embed="rId6"/>
                      <a:stretch>
                        <a:fillRect/>
                      </a:stretch>
                    </p:blipFill>
                    <p:spPr>
                      <a:xfrm>
                        <a:off x="5257800" y="1447800"/>
                        <a:ext cx="1295400" cy="495300"/>
                      </a:xfrm>
                      <a:prstGeom prst="rect">
                        <a:avLst/>
                      </a:prstGeom>
                      <a:noFill/>
                      <a:ln w="38100">
                        <a:noFill/>
                        <a:miter/>
                      </a:ln>
                    </p:spPr>
                  </p:pic>
                </p:oleObj>
              </mc:Fallback>
            </mc:AlternateContent>
          </a:graphicData>
        </a:graphic>
      </p:graphicFrame>
      <p:sp>
        <p:nvSpPr>
          <p:cNvPr id="69643" name="Rectangle 12"/>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69644" name="Line 13"/>
          <p:cNvSpPr/>
          <p:nvPr/>
        </p:nvSpPr>
        <p:spPr>
          <a:xfrm>
            <a:off x="4191000" y="1676400"/>
            <a:ext cx="914400" cy="0"/>
          </a:xfrm>
          <a:prstGeom prst="line">
            <a:avLst/>
          </a:prstGeom>
          <a:ln w="76200" cap="flat" cmpd="sng">
            <a:solidFill>
              <a:schemeClr val="tx1"/>
            </a:solidFill>
            <a:prstDash val="solid"/>
            <a:headEnd type="none" w="med" len="med"/>
            <a:tailEnd type="triangle" w="med" len="med"/>
          </a:ln>
        </p:spPr>
      </p:sp>
      <p:sp>
        <p:nvSpPr>
          <p:cNvPr id="69645" name="Line 14"/>
          <p:cNvSpPr/>
          <p:nvPr/>
        </p:nvSpPr>
        <p:spPr>
          <a:xfrm>
            <a:off x="1981200" y="2514600"/>
            <a:ext cx="914400" cy="0"/>
          </a:xfrm>
          <a:prstGeom prst="line">
            <a:avLst/>
          </a:prstGeom>
          <a:ln w="76200" cap="flat" cmpd="sng">
            <a:solidFill>
              <a:schemeClr val="tx1"/>
            </a:solidFill>
            <a:prstDash val="solid"/>
            <a:headEnd type="none" w="med" len="med"/>
            <a:tailEnd type="triangle" w="med" len="med"/>
          </a:ln>
        </p:spPr>
      </p:sp>
      <p:sp>
        <p:nvSpPr>
          <p:cNvPr id="69646" name="Line 15"/>
          <p:cNvSpPr/>
          <p:nvPr/>
        </p:nvSpPr>
        <p:spPr>
          <a:xfrm>
            <a:off x="5562600" y="2438400"/>
            <a:ext cx="914400" cy="0"/>
          </a:xfrm>
          <a:prstGeom prst="line">
            <a:avLst/>
          </a:prstGeom>
          <a:ln w="76200" cap="flat" cmpd="sng">
            <a:solidFill>
              <a:schemeClr val="tx1"/>
            </a:solidFill>
            <a:prstDash val="solid"/>
            <a:headEnd type="none" w="med" len="med"/>
            <a:tailEnd type="triangle" w="med" len="med"/>
          </a:ln>
        </p:spPr>
      </p:sp>
      <p:sp>
        <p:nvSpPr>
          <p:cNvPr id="69647" name="Line 16"/>
          <p:cNvSpPr/>
          <p:nvPr/>
        </p:nvSpPr>
        <p:spPr>
          <a:xfrm>
            <a:off x="4343400" y="2971800"/>
            <a:ext cx="0" cy="685800"/>
          </a:xfrm>
          <a:prstGeom prst="line">
            <a:avLst/>
          </a:prstGeom>
          <a:ln w="76200" cap="flat" cmpd="sng">
            <a:solidFill>
              <a:schemeClr val="tx1"/>
            </a:solidFill>
            <a:prstDash val="solid"/>
            <a:headEnd type="none" w="med" len="med"/>
            <a:tailEnd type="triangle" w="med" len="med"/>
          </a:ln>
        </p:spPr>
      </p:sp>
    </p:spTree>
  </p:cSld>
  <p:clrMapOvr>
    <a:masterClrMapping/>
  </p:clrMapOvr>
  <p:transition>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灯片编号占位符 4"/>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0659"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3.3  </a:t>
            </a:r>
            <a:r>
              <a:rPr lang="zh-CN" altLang="en-US" sz="3600" b="0" dirty="0">
                <a:latin typeface="Times New Roman" panose="02020603050405020304" pitchFamily="18" charset="0"/>
                <a:ea typeface="黑体" panose="02010609060101010101" pitchFamily="49" charset="-122"/>
              </a:rPr>
              <a:t>谓词公式化为子句集的方法</a:t>
            </a:r>
            <a:endParaRPr lang="zh-CN" altLang="en-US" sz="3600" b="0" dirty="0">
              <a:latin typeface="Times New Roman" panose="02020603050405020304" pitchFamily="18" charset="0"/>
              <a:ea typeface="黑体" panose="02010609060101010101" pitchFamily="49" charset="-122"/>
            </a:endParaRPr>
          </a:p>
        </p:txBody>
      </p:sp>
      <p:sp>
        <p:nvSpPr>
          <p:cNvPr id="70660" name="Rectangle 3"/>
          <p:cNvSpPr>
            <a:spLocks noGrp="1"/>
          </p:cNvSpPr>
          <p:nvPr>
            <p:ph type="body" sz="half" idx="1"/>
          </p:nvPr>
        </p:nvSpPr>
        <p:spPr>
          <a:xfrm>
            <a:off x="304800" y="1060450"/>
            <a:ext cx="8686800" cy="5645150"/>
          </a:xfrm>
        </p:spPr>
        <p:txBody>
          <a:bodyPr vert="horz" wrap="square" lIns="91440" tIns="45720" rIns="91440" bIns="45720" anchor="t" anchorCtr="0"/>
          <a:p>
            <a:pPr marL="0" indent="0" eaLnBrk="1" hangingPunct="1">
              <a:lnSpc>
                <a:spcPct val="120000"/>
              </a:lnSpc>
              <a:spcBef>
                <a:spcPct val="50000"/>
              </a:spcBef>
              <a:buClr>
                <a:schemeClr val="accent2"/>
              </a:buClr>
              <a:buSzTx/>
              <a:buFont typeface="Wingdings" panose="05000000000000000000" pitchFamily="2" charset="2"/>
            </a:pPr>
            <a:r>
              <a:rPr lang="en-US" altLang="zh-CN" sz="2600" dirty="0"/>
              <a:t>  </a:t>
            </a:r>
            <a:r>
              <a:rPr lang="zh-CN" altLang="en-US" sz="2800" b="1" dirty="0">
                <a:latin typeface="Times New Roman" panose="02020603050405020304" pitchFamily="18" charset="0"/>
              </a:rPr>
              <a:t>原子（</a:t>
            </a:r>
            <a:r>
              <a:rPr lang="en-US" altLang="zh-CN" sz="2800" b="1" dirty="0">
                <a:latin typeface="Times New Roman" panose="02020603050405020304" pitchFamily="18" charset="0"/>
              </a:rPr>
              <a:t>atom</a:t>
            </a:r>
            <a:r>
              <a:rPr lang="zh-CN" altLang="en-US" sz="2800" b="1" dirty="0">
                <a:latin typeface="Times New Roman" panose="02020603050405020304" pitchFamily="18" charset="0"/>
              </a:rPr>
              <a:t>）谓词公式</a:t>
            </a:r>
            <a:r>
              <a:rPr lang="zh-CN" altLang="en-US" sz="2800" dirty="0">
                <a:latin typeface="Times New Roman" panose="02020603050405020304" pitchFamily="18" charset="0"/>
              </a:rPr>
              <a:t>： 一个不能再分解的命题。</a:t>
            </a:r>
            <a:endParaRPr lang="zh-CN" altLang="en-US" sz="2800" dirty="0">
              <a:latin typeface="Times New Roman" panose="02020603050405020304" pitchFamily="18" charset="0"/>
            </a:endParaRPr>
          </a:p>
          <a:p>
            <a:pPr marL="0" indent="0" eaLnBrk="1" hangingPunct="1">
              <a:lnSpc>
                <a:spcPct val="120000"/>
              </a:lnSpc>
              <a:spcBef>
                <a:spcPct val="50000"/>
              </a:spcBef>
              <a:buClr>
                <a:schemeClr val="accent2"/>
              </a:buClr>
              <a:buSzTx/>
              <a:buFont typeface="Wingdings" panose="05000000000000000000" pitchFamily="2" charset="2"/>
            </a:pPr>
            <a:r>
              <a:rPr lang="zh-CN" altLang="en-US" sz="2800" dirty="0">
                <a:latin typeface="Times New Roman" panose="02020603050405020304" pitchFamily="18" charset="0"/>
              </a:rPr>
              <a:t>  </a:t>
            </a:r>
            <a:r>
              <a:rPr lang="zh-CN" altLang="en-US" sz="2800" b="1" dirty="0">
                <a:latin typeface="Times New Roman" panose="02020603050405020304" pitchFamily="18" charset="0"/>
              </a:rPr>
              <a:t>文字（</a:t>
            </a:r>
            <a:r>
              <a:rPr lang="en-US" altLang="zh-CN" sz="2800" b="1" dirty="0">
                <a:latin typeface="Times New Roman" panose="02020603050405020304" pitchFamily="18" charset="0"/>
              </a:rPr>
              <a:t>literal</a:t>
            </a:r>
            <a:r>
              <a:rPr lang="zh-CN" altLang="en-US" sz="2800" b="1" dirty="0">
                <a:latin typeface="Times New Roman" panose="02020603050405020304" pitchFamily="18" charset="0"/>
              </a:rPr>
              <a:t>）</a:t>
            </a:r>
            <a:r>
              <a:rPr lang="zh-CN" altLang="en-US" sz="2800" dirty="0">
                <a:latin typeface="Times New Roman" panose="02020603050405020304" pitchFamily="18" charset="0"/>
              </a:rPr>
              <a:t>：原子谓词公式及其否定。</a:t>
            </a:r>
            <a:endParaRPr lang="zh-CN" altLang="en-US" sz="2800" dirty="0">
              <a:latin typeface="Times New Roman" panose="02020603050405020304" pitchFamily="18" charset="0"/>
            </a:endParaRPr>
          </a:p>
          <a:p>
            <a:pPr marL="0" indent="0" eaLnBrk="1" hangingPunct="1">
              <a:lnSpc>
                <a:spcPct val="120000"/>
              </a:lnSpc>
              <a:spcBef>
                <a:spcPct val="50000"/>
              </a:spcBef>
              <a:buClr>
                <a:schemeClr val="accent2"/>
              </a:buClr>
              <a:buSzTx/>
              <a:buFont typeface="Wingdings" panose="05000000000000000000" pitchFamily="2" charset="2"/>
            </a:pPr>
            <a:r>
              <a:rPr lang="zh-CN" altLang="en-US" sz="2800" dirty="0">
                <a:latin typeface="Times New Roman" panose="02020603050405020304" pitchFamily="18" charset="0"/>
              </a:rPr>
              <a:t>       ：正文字，        ：负文字。</a:t>
            </a:r>
            <a:endParaRPr lang="zh-CN" altLang="en-US" sz="2800" dirty="0">
              <a:latin typeface="Times New Roman" panose="02020603050405020304" pitchFamily="18" charset="0"/>
            </a:endParaRPr>
          </a:p>
          <a:p>
            <a:pPr marL="0" indent="0" eaLnBrk="1" hangingPunct="1">
              <a:lnSpc>
                <a:spcPct val="120000"/>
              </a:lnSpc>
              <a:spcBef>
                <a:spcPct val="50000"/>
              </a:spcBef>
              <a:buClr>
                <a:schemeClr val="accent2"/>
              </a:buClr>
              <a:buSzTx/>
              <a:buFont typeface="Wingdings" panose="05000000000000000000" pitchFamily="2" charset="2"/>
            </a:pPr>
            <a:r>
              <a:rPr lang="zh-CN" altLang="en-US" sz="2800" dirty="0">
                <a:latin typeface="Times New Roman" panose="02020603050405020304" pitchFamily="18" charset="0"/>
              </a:rPr>
              <a:t>  </a:t>
            </a:r>
            <a:r>
              <a:rPr lang="zh-CN" altLang="en-US" sz="2800" b="1" dirty="0">
                <a:latin typeface="Times New Roman" panose="02020603050405020304" pitchFamily="18" charset="0"/>
              </a:rPr>
              <a:t>子句（</a:t>
            </a:r>
            <a:r>
              <a:rPr lang="en-US" altLang="zh-CN" sz="2800" b="1" dirty="0">
                <a:latin typeface="Times New Roman" panose="02020603050405020304" pitchFamily="18" charset="0"/>
              </a:rPr>
              <a:t>clause</a:t>
            </a:r>
            <a:r>
              <a:rPr lang="zh-CN" altLang="en-US" sz="2800" b="1" dirty="0">
                <a:latin typeface="Times New Roman" panose="02020603050405020304" pitchFamily="18" charset="0"/>
              </a:rPr>
              <a:t>）</a:t>
            </a:r>
            <a:r>
              <a:rPr lang="zh-CN" altLang="en-US" sz="2800" dirty="0">
                <a:latin typeface="Times New Roman" panose="02020603050405020304" pitchFamily="18" charset="0"/>
              </a:rPr>
              <a:t>：任何文字的</a:t>
            </a:r>
            <a:r>
              <a:rPr lang="zh-CN" altLang="en-US" sz="2800" dirty="0">
                <a:solidFill>
                  <a:schemeClr val="accent2"/>
                </a:solidFill>
                <a:latin typeface="Times New Roman" panose="02020603050405020304" pitchFamily="18" charset="0"/>
              </a:rPr>
              <a:t>析取式</a:t>
            </a:r>
            <a:r>
              <a:rPr lang="zh-CN" altLang="en-US" sz="2800" dirty="0">
                <a:latin typeface="Times New Roman" panose="02020603050405020304" pitchFamily="18" charset="0"/>
              </a:rPr>
              <a:t>。任何文字本身也都是子句。</a:t>
            </a:r>
            <a:endParaRPr lang="zh-CN" altLang="en-US" sz="2800" dirty="0">
              <a:latin typeface="Times New Roman" panose="02020603050405020304" pitchFamily="18" charset="0"/>
            </a:endParaRPr>
          </a:p>
          <a:p>
            <a:pPr marL="0" indent="0" eaLnBrk="1" hangingPunct="1">
              <a:lnSpc>
                <a:spcPct val="120000"/>
              </a:lnSpc>
              <a:spcBef>
                <a:spcPct val="50000"/>
              </a:spcBef>
              <a:buClr>
                <a:schemeClr val="accent2"/>
              </a:buClr>
              <a:buSzTx/>
              <a:buFont typeface="Wingdings" panose="05000000000000000000" pitchFamily="2" charset="2"/>
            </a:pPr>
            <a:r>
              <a:rPr lang="zh-CN" altLang="en-US" sz="2800" b="1" dirty="0">
                <a:latin typeface="Times New Roman" panose="02020603050405020304" pitchFamily="18" charset="0"/>
              </a:rPr>
              <a:t>  空子句（</a:t>
            </a:r>
            <a:r>
              <a:rPr lang="en-US" altLang="zh-CN" sz="2800" b="1" dirty="0">
                <a:latin typeface="Times New Roman" panose="02020603050405020304" pitchFamily="18" charset="0"/>
              </a:rPr>
              <a:t>NIL</a:t>
            </a:r>
            <a:r>
              <a:rPr lang="zh-CN" altLang="en-US" sz="2800" b="1" dirty="0">
                <a:latin typeface="Times New Roman" panose="02020603050405020304" pitchFamily="18" charset="0"/>
              </a:rPr>
              <a:t>）</a:t>
            </a:r>
            <a:r>
              <a:rPr lang="zh-CN" altLang="en-US" sz="2800" dirty="0">
                <a:latin typeface="Times New Roman" panose="02020603050405020304" pitchFamily="18" charset="0"/>
              </a:rPr>
              <a:t>：不包含任何文字的子句。</a:t>
            </a:r>
            <a:r>
              <a:rPr lang="zh-CN" altLang="en-US" sz="2800" b="1" dirty="0">
                <a:latin typeface="Times New Roman" panose="02020603050405020304" pitchFamily="18" charset="0"/>
              </a:rPr>
              <a:t>   </a:t>
            </a:r>
            <a:endParaRPr lang="zh-CN" altLang="en-US" sz="2800" b="1" dirty="0">
              <a:latin typeface="Times New Roman" panose="02020603050405020304" pitchFamily="18" charset="0"/>
            </a:endParaRPr>
          </a:p>
          <a:p>
            <a:pPr marL="0" indent="0" eaLnBrk="1" hangingPunct="1">
              <a:lnSpc>
                <a:spcPct val="120000"/>
              </a:lnSpc>
              <a:spcBef>
                <a:spcPct val="50000"/>
              </a:spcBef>
              <a:buClr>
                <a:schemeClr val="accent2"/>
              </a:buClr>
              <a:buSzTx/>
              <a:buFont typeface="Wingdings" panose="05000000000000000000" pitchFamily="2" charset="2"/>
            </a:pPr>
            <a:r>
              <a:rPr lang="zh-CN" altLang="en-US" sz="2800" b="1" dirty="0">
                <a:latin typeface="Times New Roman" panose="02020603050405020304" pitchFamily="18" charset="0"/>
              </a:rPr>
              <a:t>  子句集</a:t>
            </a:r>
            <a:r>
              <a:rPr lang="zh-CN" altLang="en-US" sz="2800" dirty="0">
                <a:latin typeface="Times New Roman" panose="02020603050405020304" pitchFamily="18" charset="0"/>
              </a:rPr>
              <a:t>：由子句</a:t>
            </a:r>
            <a:r>
              <a:rPr lang="zh-CN" altLang="en-US" sz="2800" dirty="0"/>
              <a:t>构成的集合。</a:t>
            </a:r>
            <a:endParaRPr lang="zh-CN" altLang="en-US" sz="2800" dirty="0"/>
          </a:p>
          <a:p>
            <a:pPr marL="0" indent="0" eaLnBrk="1" hangingPunct="1">
              <a:buClr>
                <a:schemeClr val="accent2"/>
              </a:buClr>
              <a:buSzTx/>
              <a:buFont typeface="Wingdings" panose="05000000000000000000" pitchFamily="2" charset="2"/>
              <a:buNone/>
            </a:pPr>
            <a:endParaRPr lang="en-US" altLang="zh-CN" sz="2400" dirty="0"/>
          </a:p>
        </p:txBody>
      </p:sp>
      <p:sp>
        <p:nvSpPr>
          <p:cNvPr id="70661" name="Rectangle 6"/>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70662" name="Rectangle 8"/>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70663" name="Object 10"/>
          <p:cNvGraphicFramePr>
            <a:graphicFrameLocks noChangeAspect="1"/>
          </p:cNvGraphicFramePr>
          <p:nvPr/>
        </p:nvGraphicFramePr>
        <p:xfrm>
          <a:off x="838200" y="2590800"/>
          <a:ext cx="422275" cy="457200"/>
        </p:xfrm>
        <a:graphic>
          <a:graphicData uri="http://schemas.openxmlformats.org/presentationml/2006/ole">
            <mc:AlternateContent xmlns:mc="http://schemas.openxmlformats.org/markup-compatibility/2006">
              <mc:Choice xmlns:v="urn:schemas-microsoft-com:vml" Requires="v">
                <p:oleObj spid="_x0000_s3099" name="" r:id="rId2" imgW="2628900" imgH="2847975" progId="Equation.3">
                  <p:embed/>
                </p:oleObj>
              </mc:Choice>
              <mc:Fallback>
                <p:oleObj name="" r:id="rId2" imgW="2628900" imgH="2847975" progId="Equation.3">
                  <p:embed/>
                  <p:pic>
                    <p:nvPicPr>
                      <p:cNvPr id="0" name="图片 3098"/>
                      <p:cNvPicPr/>
                      <p:nvPr/>
                    </p:nvPicPr>
                    <p:blipFill>
                      <a:blip r:embed="rId3"/>
                      <a:stretch>
                        <a:fillRect/>
                      </a:stretch>
                    </p:blipFill>
                    <p:spPr>
                      <a:xfrm>
                        <a:off x="838200" y="2590800"/>
                        <a:ext cx="422275" cy="457200"/>
                      </a:xfrm>
                      <a:prstGeom prst="rect">
                        <a:avLst/>
                      </a:prstGeom>
                      <a:noFill/>
                      <a:ln w="38100">
                        <a:noFill/>
                        <a:miter/>
                      </a:ln>
                    </p:spPr>
                  </p:pic>
                </p:oleObj>
              </mc:Fallback>
            </mc:AlternateContent>
          </a:graphicData>
        </a:graphic>
      </p:graphicFrame>
      <p:graphicFrame>
        <p:nvGraphicFramePr>
          <p:cNvPr id="70664" name="Object 11"/>
          <p:cNvGraphicFramePr>
            <a:graphicFrameLocks noChangeAspect="1"/>
          </p:cNvGraphicFramePr>
          <p:nvPr/>
        </p:nvGraphicFramePr>
        <p:xfrm>
          <a:off x="3048000" y="2589213"/>
          <a:ext cx="685800" cy="447675"/>
        </p:xfrm>
        <a:graphic>
          <a:graphicData uri="http://schemas.openxmlformats.org/presentationml/2006/ole">
            <mc:AlternateContent xmlns:mc="http://schemas.openxmlformats.org/markup-compatibility/2006">
              <mc:Choice xmlns:v="urn:schemas-microsoft-com:vml" Requires="v">
                <p:oleObj spid="_x0000_s3100" name="" r:id="rId4" imgW="4391025" imgH="2847975" progId="Equation.3">
                  <p:embed/>
                </p:oleObj>
              </mc:Choice>
              <mc:Fallback>
                <p:oleObj name="" r:id="rId4" imgW="4391025" imgH="2847975" progId="Equation.3">
                  <p:embed/>
                  <p:pic>
                    <p:nvPicPr>
                      <p:cNvPr id="0" name="图片 3099"/>
                      <p:cNvPicPr/>
                      <p:nvPr/>
                    </p:nvPicPr>
                    <p:blipFill>
                      <a:blip r:embed="rId5"/>
                      <a:stretch>
                        <a:fillRect/>
                      </a:stretch>
                    </p:blipFill>
                    <p:spPr>
                      <a:xfrm>
                        <a:off x="3048000" y="2589213"/>
                        <a:ext cx="685800" cy="447675"/>
                      </a:xfrm>
                      <a:prstGeom prst="rect">
                        <a:avLst/>
                      </a:prstGeom>
                      <a:noFill/>
                      <a:ln w="38100">
                        <a:noFill/>
                        <a:miter/>
                      </a:ln>
                    </p:spPr>
                  </p:pic>
                </p:oleObj>
              </mc:Fallback>
            </mc:AlternateContent>
          </a:graphicData>
        </a:graphic>
      </p:graphicFrame>
      <p:grpSp>
        <p:nvGrpSpPr>
          <p:cNvPr id="2" name="Group 17"/>
          <p:cNvGrpSpPr/>
          <p:nvPr/>
        </p:nvGrpSpPr>
        <p:grpSpPr>
          <a:xfrm>
            <a:off x="1752600" y="4000500"/>
            <a:ext cx="7162800" cy="876300"/>
            <a:chOff x="1104" y="2376"/>
            <a:chExt cx="4512" cy="552"/>
          </a:xfrm>
        </p:grpSpPr>
        <p:sp>
          <p:nvSpPr>
            <p:cNvPr id="81934" name="AutoShape 14"/>
            <p:cNvSpPr/>
            <p:nvPr/>
          </p:nvSpPr>
          <p:spPr bwMode="auto">
            <a:xfrm>
              <a:off x="1104" y="2376"/>
              <a:ext cx="4512" cy="552"/>
            </a:xfrm>
            <a:prstGeom prst="borderCallout2">
              <a:avLst>
                <a:gd name="adj1" fmla="val 13042"/>
                <a:gd name="adj2" fmla="val -1065"/>
                <a:gd name="adj3" fmla="val 13042"/>
                <a:gd name="adj4" fmla="val -5343"/>
                <a:gd name="adj5" fmla="val -28259"/>
                <a:gd name="adj6" fmla="val -9773"/>
              </a:avLst>
            </a:prstGeom>
            <a:gradFill rotWithShape="1">
              <a:gsLst>
                <a:gs pos="0">
                  <a:schemeClr val="accent1"/>
                </a:gs>
                <a:gs pos="50000">
                  <a:schemeClr val="bg1"/>
                </a:gs>
                <a:gs pos="100000">
                  <a:schemeClr val="accent1"/>
                </a:gs>
              </a:gsLst>
              <a:lin ang="5400000" scaled="1"/>
            </a:gradFill>
            <a:ln w="9525">
              <a:solidFill>
                <a:schemeClr val="tx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aphicFrame>
          <p:nvGraphicFramePr>
            <p:cNvPr id="70668" name="Object 15"/>
            <p:cNvGraphicFramePr>
              <a:graphicFrameLocks noChangeAspect="1"/>
            </p:cNvGraphicFramePr>
            <p:nvPr/>
          </p:nvGraphicFramePr>
          <p:xfrm>
            <a:off x="1296" y="2496"/>
            <a:ext cx="4176" cy="354"/>
          </p:xfrm>
          <a:graphic>
            <a:graphicData uri="http://schemas.openxmlformats.org/presentationml/2006/ole">
              <mc:AlternateContent xmlns:mc="http://schemas.openxmlformats.org/markup-compatibility/2006">
                <mc:Choice xmlns:v="urn:schemas-microsoft-com:vml" Requires="v">
                  <p:oleObj spid="_x0000_s3101" name="" r:id="rId6" imgW="44100750" imgH="3733800" progId="Equation.3">
                    <p:embed/>
                  </p:oleObj>
                </mc:Choice>
                <mc:Fallback>
                  <p:oleObj name="" r:id="rId6" imgW="44100750" imgH="3733800" progId="Equation.3">
                    <p:embed/>
                    <p:pic>
                      <p:nvPicPr>
                        <p:cNvPr id="0" name="图片 3100"/>
                        <p:cNvPicPr/>
                        <p:nvPr/>
                      </p:nvPicPr>
                      <p:blipFill>
                        <a:blip r:embed="rId7"/>
                        <a:stretch>
                          <a:fillRect/>
                        </a:stretch>
                      </p:blipFill>
                      <p:spPr>
                        <a:xfrm>
                          <a:off x="1296" y="2496"/>
                          <a:ext cx="4176" cy="354"/>
                        </a:xfrm>
                        <a:prstGeom prst="rect">
                          <a:avLst/>
                        </a:prstGeom>
                        <a:noFill/>
                        <a:ln w="38100">
                          <a:noFill/>
                          <a:miter/>
                        </a:ln>
                      </p:spPr>
                    </p:pic>
                  </p:oleObj>
                </mc:Fallback>
              </mc:AlternateContent>
            </a:graphicData>
          </a:graphic>
        </p:graphicFrame>
      </p:grpSp>
      <p:sp>
        <p:nvSpPr>
          <p:cNvPr id="81939" name="AutoShape 19"/>
          <p:cNvSpPr/>
          <p:nvPr/>
        </p:nvSpPr>
        <p:spPr bwMode="auto">
          <a:xfrm>
            <a:off x="2133600" y="5257800"/>
            <a:ext cx="5410200" cy="647700"/>
          </a:xfrm>
          <a:prstGeom prst="borderCallout2">
            <a:avLst>
              <a:gd name="adj1" fmla="val 17648"/>
              <a:gd name="adj2" fmla="val -1407"/>
              <a:gd name="adj3" fmla="val 17648"/>
              <a:gd name="adj4" fmla="val -7069"/>
              <a:gd name="adj5" fmla="val -73528"/>
              <a:gd name="adj6" fmla="val -12940"/>
            </a:avLst>
          </a:prstGeom>
          <a:gradFill rotWithShape="1">
            <a:gsLst>
              <a:gs pos="0">
                <a:schemeClr val="accent1"/>
              </a:gs>
              <a:gs pos="50000">
                <a:schemeClr val="bg1"/>
              </a:gs>
              <a:gs pos="100000">
                <a:schemeClr val="accent1"/>
              </a:gs>
            </a:gsLst>
            <a:lin ang="5400000" scaled="1"/>
          </a:gradFill>
          <a:ln w="9525">
            <a:solidFill>
              <a:schemeClr val="tx1"/>
            </a:solidFill>
            <a:miter lim="800000"/>
          </a:ln>
          <a:effec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defRPr/>
            </a:pPr>
            <a:r>
              <a:rPr kumimoji="0" lang="zh-CN" altLang="en-US" sz="27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空子句是永假的，不可满足的。</a:t>
            </a:r>
            <a:endParaRPr kumimoji="0" lang="zh-CN" altLang="en-US" sz="27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81939"/>
                                        </p:tgtEl>
                                        <p:attrNameLst>
                                          <p:attrName>style.visibility</p:attrName>
                                        </p:attrNameLst>
                                      </p:cBhvr>
                                      <p:to>
                                        <p:strVal val="visible"/>
                                      </p:to>
                                    </p:set>
                                    <p:anim calcmode="lin" valueType="num">
                                      <p:cBhvr>
                                        <p:cTn id="14" dur="1000" fill="hold"/>
                                        <p:tgtEl>
                                          <p:spTgt spid="81939"/>
                                        </p:tgtEl>
                                        <p:attrNameLst>
                                          <p:attrName>ppt_w</p:attrName>
                                        </p:attrNameLst>
                                      </p:cBhvr>
                                      <p:tavLst>
                                        <p:tav tm="0">
                                          <p:val>
                                            <p:strVal val="#ppt_w*0.70"/>
                                          </p:val>
                                        </p:tav>
                                        <p:tav tm="100000">
                                          <p:val>
                                            <p:strVal val="#ppt_w"/>
                                          </p:val>
                                        </p:tav>
                                      </p:tavLst>
                                    </p:anim>
                                    <p:anim calcmode="lin" valueType="num">
                                      <p:cBhvr>
                                        <p:cTn id="15" dur="1000" fill="hold"/>
                                        <p:tgtEl>
                                          <p:spTgt spid="81939"/>
                                        </p:tgtEl>
                                        <p:attrNameLst>
                                          <p:attrName>ppt_h</p:attrName>
                                        </p:attrNameLst>
                                      </p:cBhvr>
                                      <p:tavLst>
                                        <p:tav tm="0">
                                          <p:val>
                                            <p:strVal val="#ppt_h"/>
                                          </p:val>
                                        </p:tav>
                                        <p:tav tm="100000">
                                          <p:val>
                                            <p:strVal val="#ppt_h"/>
                                          </p:val>
                                        </p:tav>
                                      </p:tavLst>
                                    </p:anim>
                                    <p:animEffect transition="in" filter="fade">
                                      <p:cBhvr>
                                        <p:cTn id="16" dur="1000"/>
                                        <p:tgtEl>
                                          <p:spTgt spid="81939"/>
                                        </p:tgtEl>
                                      </p:cBhvr>
                                    </p:animEffect>
                                  </p:childTnLst>
                                  <p:subTnLst>
                                    <p:set>
                                      <p:cBhvr override="childStyle">
                                        <p:cTn dur="1" fill="hold" display="0" masterRel="nextClick" afterEffect="1"/>
                                        <p:tgtEl>
                                          <p:spTgt spid="8193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3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灯片编号占位符 4"/>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0659"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3.3  </a:t>
            </a:r>
            <a:r>
              <a:rPr lang="zh-CN" altLang="en-US" sz="3600" b="0" dirty="0">
                <a:latin typeface="Times New Roman" panose="02020603050405020304" pitchFamily="18" charset="0"/>
                <a:ea typeface="黑体" panose="02010609060101010101" pitchFamily="49" charset="-122"/>
              </a:rPr>
              <a:t>谓词公式化为子句集的方法</a:t>
            </a:r>
            <a:endParaRPr lang="zh-CN" altLang="en-US" sz="3600" b="0" dirty="0">
              <a:latin typeface="Times New Roman" panose="02020603050405020304" pitchFamily="18" charset="0"/>
              <a:ea typeface="黑体" panose="02010609060101010101" pitchFamily="49" charset="-122"/>
            </a:endParaRPr>
          </a:p>
        </p:txBody>
      </p:sp>
      <p:sp>
        <p:nvSpPr>
          <p:cNvPr id="70660" name="Rectangle 3"/>
          <p:cNvSpPr>
            <a:spLocks noGrp="1"/>
          </p:cNvSpPr>
          <p:nvPr>
            <p:ph type="body" sz="half" idx="1"/>
          </p:nvPr>
        </p:nvSpPr>
        <p:spPr>
          <a:xfrm>
            <a:off x="304800" y="1060450"/>
            <a:ext cx="8686800" cy="5645150"/>
          </a:xfrm>
        </p:spPr>
        <p:txBody>
          <a:bodyPr vert="horz" wrap="square" lIns="91440" tIns="45720" rIns="91440" bIns="45720" anchor="t" anchorCtr="0"/>
          <a:p>
            <a:pPr marL="0" indent="0" eaLnBrk="1" hangingPunct="1">
              <a:lnSpc>
                <a:spcPct val="120000"/>
              </a:lnSpc>
              <a:spcBef>
                <a:spcPct val="50000"/>
              </a:spcBef>
              <a:buClr>
                <a:schemeClr val="accent2"/>
              </a:buClr>
              <a:buSzTx/>
              <a:buFont typeface="Wingdings" panose="05000000000000000000" pitchFamily="2" charset="2"/>
              <a:buNone/>
            </a:pPr>
            <a:r>
              <a:rPr lang="zh-CN" altLang="en-US" sz="2800" b="1" dirty="0">
                <a:latin typeface="Times New Roman" panose="02020603050405020304" pitchFamily="18" charset="0"/>
                <a:ea typeface="+mj-ea"/>
                <a:cs typeface="Times New Roman" panose="02020603050405020304" pitchFamily="18" charset="0"/>
              </a:rPr>
              <a:t> </a:t>
            </a:r>
            <a:endParaRPr lang="zh-CN" altLang="en-US" sz="2800" b="1" dirty="0">
              <a:latin typeface="Times New Roman" panose="02020603050405020304" pitchFamily="18" charset="0"/>
              <a:ea typeface="+mj-ea"/>
              <a:cs typeface="Times New Roman" panose="02020603050405020304" pitchFamily="18" charset="0"/>
            </a:endParaRPr>
          </a:p>
          <a:p>
            <a:pPr marL="12700" algn="l" rtl="0" eaLnBrk="0">
              <a:lnSpc>
                <a:spcPct val="93000"/>
              </a:lnSpc>
              <a:spcBef>
                <a:spcPts val="580"/>
              </a:spcBef>
            </a:pPr>
            <a:r>
              <a:rPr sz="2800" b="1" spc="40" dirty="0">
                <a:solidFill>
                  <a:srgbClr val="000000">
                    <a:alpha val="100000"/>
                  </a:srgbClr>
                </a:solidFill>
                <a:latin typeface="Times New Roman" panose="02020603050405020304" pitchFamily="18" charset="0"/>
                <a:ea typeface="+mj-ea"/>
                <a:cs typeface="Times New Roman" panose="02020603050405020304" pitchFamily="18" charset="0"/>
                <a:sym typeface="+mn-ea"/>
              </a:rPr>
              <a:t>设C</a:t>
            </a:r>
            <a:r>
              <a:rPr lang="en-US" sz="2800" b="1" spc="40" baseline="-25000" dirty="0">
                <a:solidFill>
                  <a:srgbClr val="000000">
                    <a:alpha val="100000"/>
                  </a:srgbClr>
                </a:solidFill>
                <a:latin typeface="Times New Roman" panose="02020603050405020304" pitchFamily="18" charset="0"/>
                <a:ea typeface="+mj-ea"/>
                <a:cs typeface="Times New Roman" panose="02020603050405020304" pitchFamily="18" charset="0"/>
                <a:sym typeface="+mn-ea"/>
              </a:rPr>
              <a:t>1</a:t>
            </a:r>
            <a:r>
              <a:rPr sz="2800" b="1" spc="40" dirty="0">
                <a:solidFill>
                  <a:srgbClr val="000000">
                    <a:alpha val="100000"/>
                  </a:srgbClr>
                </a:solidFill>
                <a:latin typeface="Times New Roman" panose="02020603050405020304" pitchFamily="18" charset="0"/>
                <a:ea typeface="+mj-ea"/>
                <a:cs typeface="Times New Roman" panose="02020603050405020304" pitchFamily="18" charset="0"/>
                <a:sym typeface="+mn-ea"/>
              </a:rPr>
              <a:t>,C</a:t>
            </a:r>
            <a:r>
              <a:rPr lang="en-US" sz="2800" b="1" spc="40" baseline="-25000" dirty="0">
                <a:solidFill>
                  <a:srgbClr val="000000">
                    <a:alpha val="100000"/>
                  </a:srgbClr>
                </a:solidFill>
                <a:latin typeface="Times New Roman" panose="02020603050405020304" pitchFamily="18" charset="0"/>
                <a:ea typeface="+mj-ea"/>
                <a:cs typeface="Times New Roman" panose="02020603050405020304" pitchFamily="18" charset="0"/>
                <a:sym typeface="+mn-ea"/>
              </a:rPr>
              <a:t>2</a:t>
            </a:r>
            <a:r>
              <a:rPr sz="2800" b="1" spc="40" dirty="0">
                <a:solidFill>
                  <a:srgbClr val="000000">
                    <a:alpha val="100000"/>
                  </a:srgbClr>
                </a:solidFill>
                <a:latin typeface="Times New Roman" panose="02020603050405020304" pitchFamily="18" charset="0"/>
                <a:ea typeface="+mj-ea"/>
                <a:cs typeface="Times New Roman" panose="02020603050405020304" pitchFamily="18" charset="0"/>
                <a:sym typeface="+mn-ea"/>
              </a:rPr>
              <a:t>,C</a:t>
            </a:r>
            <a:r>
              <a:rPr lang="en-US" sz="2800" b="1" spc="40" baseline="-25000" dirty="0">
                <a:solidFill>
                  <a:srgbClr val="000000">
                    <a:alpha val="100000"/>
                  </a:srgbClr>
                </a:solidFill>
                <a:latin typeface="Times New Roman" panose="02020603050405020304" pitchFamily="18" charset="0"/>
                <a:ea typeface="+mj-ea"/>
                <a:cs typeface="Times New Roman" panose="02020603050405020304" pitchFamily="18" charset="0"/>
                <a:sym typeface="+mn-ea"/>
              </a:rPr>
              <a:t>3</a:t>
            </a:r>
            <a:r>
              <a:rPr sz="2800" b="1" spc="40" dirty="0">
                <a:solidFill>
                  <a:srgbClr val="000000">
                    <a:alpha val="100000"/>
                  </a:srgbClr>
                </a:solidFill>
                <a:latin typeface="Times New Roman" panose="02020603050405020304" pitchFamily="18" charset="0"/>
                <a:ea typeface="+mj-ea"/>
                <a:cs typeface="Times New Roman" panose="02020603050405020304" pitchFamily="18" charset="0"/>
                <a:sym typeface="+mn-ea"/>
              </a:rPr>
              <a:t>.…</a:t>
            </a:r>
            <a:r>
              <a:rPr sz="2800" b="1" spc="40" dirty="0">
                <a:solidFill>
                  <a:srgbClr val="000000">
                    <a:alpha val="100000"/>
                  </a:srgbClr>
                </a:solidFill>
                <a:latin typeface="Times New Roman" panose="02020603050405020304" pitchFamily="18" charset="0"/>
                <a:ea typeface="+mj-ea"/>
                <a:cs typeface="Times New Roman" panose="02020603050405020304" pitchFamily="18" charset="0"/>
                <a:sym typeface="+mn-ea"/>
              </a:rPr>
              <a:t>,C</a:t>
            </a:r>
            <a:r>
              <a:rPr lang="en-US" sz="2800" b="1" spc="40" baseline="-25000" dirty="0">
                <a:solidFill>
                  <a:srgbClr val="000000">
                    <a:alpha val="100000"/>
                  </a:srgbClr>
                </a:solidFill>
                <a:latin typeface="Times New Roman" panose="02020603050405020304" pitchFamily="18" charset="0"/>
                <a:ea typeface="+mj-ea"/>
                <a:cs typeface="Times New Roman" panose="02020603050405020304" pitchFamily="18" charset="0"/>
                <a:sym typeface="+mn-ea"/>
              </a:rPr>
              <a:t>n</a:t>
            </a:r>
            <a:r>
              <a:rPr sz="2800" b="1" spc="30" dirty="0">
                <a:solidFill>
                  <a:srgbClr val="000000">
                    <a:alpha val="100000"/>
                  </a:srgbClr>
                </a:solidFill>
                <a:latin typeface="Times New Roman" panose="02020603050405020304" pitchFamily="18" charset="0"/>
                <a:ea typeface="+mj-ea"/>
                <a:cs typeface="Times New Roman" panose="02020603050405020304" pitchFamily="18" charset="0"/>
                <a:sym typeface="+mn-ea"/>
              </a:rPr>
              <a:t>为n个子句</a:t>
            </a:r>
            <a:endParaRPr sz="2800" b="1" dirty="0">
              <a:latin typeface="Times New Roman" panose="02020603050405020304" pitchFamily="18" charset="0"/>
              <a:ea typeface="+mj-ea"/>
              <a:cs typeface="Times New Roman" panose="02020603050405020304" pitchFamily="18" charset="0"/>
            </a:endParaRPr>
          </a:p>
          <a:p>
            <a:pPr marL="514350" algn="l" rtl="0" eaLnBrk="0">
              <a:lnSpc>
                <a:spcPct val="95000"/>
              </a:lnSpc>
              <a:spcBef>
                <a:spcPts val="1730"/>
              </a:spcBef>
            </a:pPr>
            <a:r>
              <a:rPr sz="2800" b="1" spc="-40" dirty="0">
                <a:solidFill>
                  <a:srgbClr val="F02010">
                    <a:alpha val="100000"/>
                  </a:srgbClr>
                </a:solidFill>
                <a:latin typeface="Times New Roman" panose="02020603050405020304" pitchFamily="18" charset="0"/>
                <a:ea typeface="+mj-ea"/>
                <a:cs typeface="Times New Roman" panose="02020603050405020304" pitchFamily="18" charset="0"/>
                <a:sym typeface="+mn-ea"/>
              </a:rPr>
              <a:t>合取范式</a:t>
            </a:r>
            <a:r>
              <a:rPr sz="2800" b="1" spc="-40" dirty="0">
                <a:solidFill>
                  <a:srgbClr val="000000">
                    <a:alpha val="100000"/>
                  </a:srgbClr>
                </a:solidFill>
                <a:latin typeface="Times New Roman" panose="02020603050405020304" pitchFamily="18" charset="0"/>
                <a:ea typeface="+mj-ea"/>
                <a:cs typeface="Times New Roman" panose="02020603050405020304" pitchFamily="18" charset="0"/>
                <a:sym typeface="+mn-ea"/>
              </a:rPr>
              <a:t>：</a:t>
            </a:r>
            <a:r>
              <a:rPr sz="2800" spc="40" dirty="0">
                <a:solidFill>
                  <a:srgbClr val="000000">
                    <a:alpha val="100000"/>
                  </a:srgbClr>
                </a:solidFill>
                <a:latin typeface="Times New Roman" panose="02020603050405020304" pitchFamily="18" charset="0"/>
                <a:ea typeface="+mj-ea"/>
                <a:cs typeface="Times New Roman" panose="02020603050405020304" pitchFamily="18" charset="0"/>
                <a:sym typeface="+mn-ea"/>
              </a:rPr>
              <a:t>C</a:t>
            </a:r>
            <a:r>
              <a:rPr lang="en-US" sz="2800" spc="40" baseline="-25000" dirty="0">
                <a:solidFill>
                  <a:srgbClr val="000000">
                    <a:alpha val="100000"/>
                  </a:srgbClr>
                </a:solidFill>
                <a:latin typeface="Times New Roman" panose="02020603050405020304" pitchFamily="18" charset="0"/>
                <a:ea typeface="+mj-ea"/>
                <a:cs typeface="Times New Roman" panose="02020603050405020304" pitchFamily="18" charset="0"/>
                <a:sym typeface="+mn-ea"/>
              </a:rPr>
              <a:t>1</a:t>
            </a:r>
            <a:r>
              <a:rPr sz="2800" spc="4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sym typeface="+mn-ea"/>
              </a:rPr>
              <a:t>∧</a:t>
            </a:r>
            <a:r>
              <a:rPr sz="2800" spc="40" dirty="0">
                <a:solidFill>
                  <a:srgbClr val="000000">
                    <a:alpha val="100000"/>
                  </a:srgbClr>
                </a:solidFill>
                <a:latin typeface="Times New Roman" panose="02020603050405020304" pitchFamily="18" charset="0"/>
                <a:ea typeface="+mj-ea"/>
                <a:cs typeface="Times New Roman" panose="02020603050405020304" pitchFamily="18" charset="0"/>
                <a:sym typeface="+mn-ea"/>
              </a:rPr>
              <a:t>C</a:t>
            </a:r>
            <a:r>
              <a:rPr lang="en-US" sz="2800" spc="40" baseline="-25000" dirty="0">
                <a:solidFill>
                  <a:srgbClr val="000000">
                    <a:alpha val="100000"/>
                  </a:srgbClr>
                </a:solidFill>
                <a:latin typeface="Times New Roman" panose="02020603050405020304" pitchFamily="18" charset="0"/>
                <a:ea typeface="+mj-ea"/>
                <a:cs typeface="Times New Roman" panose="02020603050405020304" pitchFamily="18" charset="0"/>
                <a:sym typeface="+mn-ea"/>
              </a:rPr>
              <a:t>2</a:t>
            </a:r>
            <a:r>
              <a:rPr sz="2800" spc="4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sym typeface="+mn-ea"/>
              </a:rPr>
              <a:t>∧</a:t>
            </a:r>
            <a:r>
              <a:rPr sz="2800" spc="40" dirty="0">
                <a:solidFill>
                  <a:srgbClr val="000000">
                    <a:alpha val="100000"/>
                  </a:srgbClr>
                </a:solidFill>
                <a:latin typeface="Times New Roman" panose="02020603050405020304" pitchFamily="18" charset="0"/>
                <a:ea typeface="+mj-ea"/>
                <a:cs typeface="Times New Roman" panose="02020603050405020304" pitchFamily="18" charset="0"/>
                <a:sym typeface="+mn-ea"/>
              </a:rPr>
              <a:t>C</a:t>
            </a:r>
            <a:r>
              <a:rPr lang="en-US" sz="2800" spc="40" baseline="-25000" dirty="0">
                <a:solidFill>
                  <a:srgbClr val="000000">
                    <a:alpha val="100000"/>
                  </a:srgbClr>
                </a:solidFill>
                <a:latin typeface="Times New Roman" panose="02020603050405020304" pitchFamily="18" charset="0"/>
                <a:ea typeface="+mj-ea"/>
                <a:cs typeface="Times New Roman" panose="02020603050405020304" pitchFamily="18" charset="0"/>
                <a:sym typeface="+mn-ea"/>
              </a:rPr>
              <a:t>3</a:t>
            </a:r>
            <a:r>
              <a:rPr sz="2800" spc="40" dirty="0">
                <a:solidFill>
                  <a:srgbClr val="000000">
                    <a:alpha val="100000"/>
                  </a:srgbClr>
                </a:solidFill>
                <a:latin typeface="Times New Roman" panose="02020603050405020304" pitchFamily="18" charset="0"/>
                <a:ea typeface="+mj-ea"/>
                <a:cs typeface="Times New Roman" panose="02020603050405020304" pitchFamily="18" charset="0"/>
                <a:sym typeface="+mn-ea"/>
              </a:rPr>
              <a:t>.…</a:t>
            </a:r>
            <a:r>
              <a:rPr sz="2800" spc="4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sym typeface="+mn-ea"/>
              </a:rPr>
              <a:t>∧</a:t>
            </a:r>
            <a:r>
              <a:rPr sz="2800" spc="40" dirty="0">
                <a:solidFill>
                  <a:srgbClr val="000000">
                    <a:alpha val="100000"/>
                  </a:srgbClr>
                </a:solidFill>
                <a:latin typeface="Times New Roman" panose="02020603050405020304" pitchFamily="18" charset="0"/>
                <a:ea typeface="+mj-ea"/>
                <a:cs typeface="Times New Roman" panose="02020603050405020304" pitchFamily="18" charset="0"/>
                <a:sym typeface="+mn-ea"/>
              </a:rPr>
              <a:t>C</a:t>
            </a:r>
            <a:r>
              <a:rPr lang="en-US" sz="2800" spc="40" baseline="-25000" dirty="0">
                <a:solidFill>
                  <a:srgbClr val="000000">
                    <a:alpha val="100000"/>
                  </a:srgbClr>
                </a:solidFill>
                <a:latin typeface="Times New Roman" panose="02020603050405020304" pitchFamily="18" charset="0"/>
                <a:ea typeface="+mj-ea"/>
                <a:cs typeface="Times New Roman" panose="02020603050405020304" pitchFamily="18" charset="0"/>
                <a:sym typeface="+mn-ea"/>
              </a:rPr>
              <a:t>n</a:t>
            </a:r>
            <a:endParaRPr sz="2800" dirty="0">
              <a:latin typeface="Times New Roman" panose="02020603050405020304" pitchFamily="18" charset="0"/>
              <a:ea typeface="+mj-ea"/>
              <a:cs typeface="Times New Roman" panose="02020603050405020304" pitchFamily="18" charset="0"/>
            </a:endParaRPr>
          </a:p>
          <a:p>
            <a:pPr marL="508000" algn="l" rtl="0" eaLnBrk="0">
              <a:lnSpc>
                <a:spcPct val="92000"/>
              </a:lnSpc>
              <a:spcBef>
                <a:spcPts val="1225"/>
              </a:spcBef>
            </a:pPr>
            <a:r>
              <a:rPr sz="2800" b="1" spc="-10" dirty="0">
                <a:solidFill>
                  <a:srgbClr val="F02010">
                    <a:alpha val="100000"/>
                  </a:srgbClr>
                </a:solidFill>
                <a:latin typeface="Times New Roman" panose="02020603050405020304" pitchFamily="18" charset="0"/>
                <a:ea typeface="+mj-ea"/>
                <a:cs typeface="Times New Roman" panose="02020603050405020304" pitchFamily="18" charset="0"/>
                <a:sym typeface="+mn-ea"/>
              </a:rPr>
              <a:t>子句集</a:t>
            </a:r>
            <a:r>
              <a:rPr sz="2800" b="1" spc="-10" dirty="0">
                <a:solidFill>
                  <a:srgbClr val="000000">
                    <a:alpha val="100000"/>
                  </a:srgbClr>
                </a:solidFill>
                <a:latin typeface="Times New Roman" panose="02020603050405020304" pitchFamily="18" charset="0"/>
                <a:ea typeface="+mj-ea"/>
                <a:cs typeface="Times New Roman" panose="02020603050405020304" pitchFamily="18" charset="0"/>
                <a:sym typeface="+mn-ea"/>
              </a:rPr>
              <a:t>：</a:t>
            </a:r>
            <a:r>
              <a:rPr sz="2800" spc="-10" dirty="0">
                <a:solidFill>
                  <a:srgbClr val="000000">
                    <a:alpha val="100000"/>
                  </a:srgbClr>
                </a:solidFill>
                <a:latin typeface="Times New Roman" panose="02020603050405020304" pitchFamily="18" charset="0"/>
                <a:ea typeface="+mj-ea"/>
                <a:cs typeface="Times New Roman" panose="02020603050405020304" pitchFamily="18" charset="0"/>
                <a:sym typeface="+mn-ea"/>
              </a:rPr>
              <a:t>S={</a:t>
            </a:r>
            <a:r>
              <a:rPr sz="2800" spc="40" dirty="0">
                <a:solidFill>
                  <a:srgbClr val="000000">
                    <a:alpha val="100000"/>
                  </a:srgbClr>
                </a:solidFill>
                <a:latin typeface="Times New Roman" panose="02020603050405020304" pitchFamily="18" charset="0"/>
                <a:ea typeface="+mj-ea"/>
                <a:cs typeface="Times New Roman" panose="02020603050405020304" pitchFamily="18" charset="0"/>
                <a:sym typeface="+mn-ea"/>
              </a:rPr>
              <a:t>C</a:t>
            </a:r>
            <a:r>
              <a:rPr lang="en-US" sz="2800" spc="40" baseline="-25000" dirty="0">
                <a:solidFill>
                  <a:srgbClr val="000000">
                    <a:alpha val="100000"/>
                  </a:srgbClr>
                </a:solidFill>
                <a:latin typeface="Times New Roman" panose="02020603050405020304" pitchFamily="18" charset="0"/>
                <a:ea typeface="+mj-ea"/>
                <a:cs typeface="Times New Roman" panose="02020603050405020304" pitchFamily="18" charset="0"/>
                <a:sym typeface="+mn-ea"/>
              </a:rPr>
              <a:t>1</a:t>
            </a:r>
            <a:r>
              <a:rPr sz="2800" spc="40" dirty="0">
                <a:solidFill>
                  <a:srgbClr val="000000">
                    <a:alpha val="100000"/>
                  </a:srgbClr>
                </a:solidFill>
                <a:latin typeface="Times New Roman" panose="02020603050405020304" pitchFamily="18" charset="0"/>
                <a:ea typeface="+mj-ea"/>
                <a:cs typeface="Times New Roman" panose="02020603050405020304" pitchFamily="18" charset="0"/>
                <a:sym typeface="+mn-ea"/>
              </a:rPr>
              <a:t>,C</a:t>
            </a:r>
            <a:r>
              <a:rPr lang="en-US" sz="2800" spc="40" baseline="-25000" dirty="0">
                <a:solidFill>
                  <a:srgbClr val="000000">
                    <a:alpha val="100000"/>
                  </a:srgbClr>
                </a:solidFill>
                <a:latin typeface="Times New Roman" panose="02020603050405020304" pitchFamily="18" charset="0"/>
                <a:ea typeface="+mj-ea"/>
                <a:cs typeface="Times New Roman" panose="02020603050405020304" pitchFamily="18" charset="0"/>
                <a:sym typeface="+mn-ea"/>
              </a:rPr>
              <a:t>2</a:t>
            </a:r>
            <a:r>
              <a:rPr sz="2800" spc="40" dirty="0">
                <a:solidFill>
                  <a:srgbClr val="000000">
                    <a:alpha val="100000"/>
                  </a:srgbClr>
                </a:solidFill>
                <a:latin typeface="Times New Roman" panose="02020603050405020304" pitchFamily="18" charset="0"/>
                <a:ea typeface="+mj-ea"/>
                <a:cs typeface="Times New Roman" panose="02020603050405020304" pitchFamily="18" charset="0"/>
                <a:sym typeface="+mn-ea"/>
              </a:rPr>
              <a:t>,C</a:t>
            </a:r>
            <a:r>
              <a:rPr lang="en-US" sz="2800" spc="40" baseline="-25000" dirty="0">
                <a:solidFill>
                  <a:srgbClr val="000000">
                    <a:alpha val="100000"/>
                  </a:srgbClr>
                </a:solidFill>
                <a:latin typeface="Times New Roman" panose="02020603050405020304" pitchFamily="18" charset="0"/>
                <a:ea typeface="+mj-ea"/>
                <a:cs typeface="Times New Roman" panose="02020603050405020304" pitchFamily="18" charset="0"/>
                <a:sym typeface="+mn-ea"/>
              </a:rPr>
              <a:t>3</a:t>
            </a:r>
            <a:r>
              <a:rPr sz="2800" spc="40" dirty="0">
                <a:solidFill>
                  <a:srgbClr val="000000">
                    <a:alpha val="100000"/>
                  </a:srgbClr>
                </a:solidFill>
                <a:latin typeface="Times New Roman" panose="02020603050405020304" pitchFamily="18" charset="0"/>
                <a:ea typeface="+mj-ea"/>
                <a:cs typeface="Times New Roman" panose="02020603050405020304" pitchFamily="18" charset="0"/>
                <a:sym typeface="+mn-ea"/>
              </a:rPr>
              <a:t>.…,C</a:t>
            </a:r>
            <a:r>
              <a:rPr lang="en-US" sz="2800" spc="40" baseline="-25000" dirty="0">
                <a:solidFill>
                  <a:srgbClr val="000000">
                    <a:alpha val="100000"/>
                  </a:srgbClr>
                </a:solidFill>
                <a:latin typeface="Times New Roman" panose="02020603050405020304" pitchFamily="18" charset="0"/>
                <a:ea typeface="+mj-ea"/>
                <a:cs typeface="Times New Roman" panose="02020603050405020304" pitchFamily="18" charset="0"/>
                <a:sym typeface="+mn-ea"/>
              </a:rPr>
              <a:t>n</a:t>
            </a:r>
            <a:r>
              <a:rPr sz="2800" spc="-10" dirty="0">
                <a:solidFill>
                  <a:srgbClr val="000000">
                    <a:alpha val="100000"/>
                  </a:srgbClr>
                </a:solidFill>
                <a:latin typeface="Times New Roman" panose="02020603050405020304" pitchFamily="18" charset="0"/>
                <a:ea typeface="+mj-ea"/>
                <a:cs typeface="Times New Roman" panose="02020603050405020304" pitchFamily="18" charset="0"/>
                <a:sym typeface="+mn-ea"/>
              </a:rPr>
              <a:t>}</a:t>
            </a:r>
            <a:endParaRPr sz="2800" dirty="0">
              <a:latin typeface="Times New Roman" panose="02020603050405020304" pitchFamily="18" charset="0"/>
              <a:ea typeface="+mj-ea"/>
              <a:cs typeface="Times New Roman" panose="02020603050405020304" pitchFamily="18" charset="0"/>
            </a:endParaRPr>
          </a:p>
          <a:p>
            <a:pPr algn="l" rtl="0" eaLnBrk="0">
              <a:lnSpc>
                <a:spcPct val="107000"/>
              </a:lnSpc>
            </a:pPr>
            <a:r>
              <a:rPr sz="2800" b="1" spc="50" dirty="0">
                <a:solidFill>
                  <a:srgbClr val="000000">
                    <a:alpha val="100000"/>
                  </a:srgbClr>
                </a:solidFill>
                <a:latin typeface="Times New Roman" panose="02020603050405020304" pitchFamily="18" charset="0"/>
                <a:ea typeface="+mj-ea"/>
                <a:cs typeface="Times New Roman" panose="02020603050405020304" pitchFamily="18" charset="0"/>
                <a:sym typeface="+mn-ea"/>
              </a:rPr>
              <a:t>任何谓词公式F都可通过等价关系及推理规则</a:t>
            </a:r>
            <a:r>
              <a:rPr sz="2800" b="1" spc="40" dirty="0">
                <a:solidFill>
                  <a:srgbClr val="000000">
                    <a:alpha val="100000"/>
                  </a:srgbClr>
                </a:solidFill>
                <a:latin typeface="Times New Roman" panose="02020603050405020304" pitchFamily="18" charset="0"/>
                <a:ea typeface="+mj-ea"/>
                <a:cs typeface="Times New Roman" panose="02020603050405020304" pitchFamily="18" charset="0"/>
                <a:sym typeface="+mn-ea"/>
              </a:rPr>
              <a:t>化为相应的子句集S</a:t>
            </a:r>
            <a:r>
              <a:rPr sz="2800" spc="40" dirty="0">
                <a:solidFill>
                  <a:srgbClr val="000000">
                    <a:alpha val="100000"/>
                  </a:srgbClr>
                </a:solidFill>
                <a:latin typeface="Times New Roman" panose="02020603050405020304" pitchFamily="18" charset="0"/>
                <a:ea typeface="+mj-ea"/>
                <a:cs typeface="Times New Roman" panose="02020603050405020304" pitchFamily="18" charset="0"/>
                <a:sym typeface="+mn-ea"/>
              </a:rPr>
              <a:t>。</a:t>
            </a:r>
            <a:endParaRPr lang="en-US" altLang="zh-CN" sz="2400" dirty="0">
              <a:latin typeface="Times New Roman" panose="02020603050405020304" pitchFamily="18" charset="0"/>
              <a:ea typeface="+mj-ea"/>
              <a:cs typeface="Times New Roman" panose="02020603050405020304" pitchFamily="18" charset="0"/>
            </a:endParaRPr>
          </a:p>
        </p:txBody>
      </p:sp>
      <p:sp>
        <p:nvSpPr>
          <p:cNvPr id="70661" name="Rectangle 6"/>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70662" name="Rectangle 8"/>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Tree>
  </p:cSld>
  <p:clrMapOvr>
    <a:masterClrMapping/>
  </p:clrMapOvr>
  <p:transition>
    <p:random/>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灯片编号占位符 4"/>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0659"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3.3  </a:t>
            </a:r>
            <a:r>
              <a:rPr lang="zh-CN" altLang="en-US" sz="3600" b="0" dirty="0">
                <a:latin typeface="Times New Roman" panose="02020603050405020304" pitchFamily="18" charset="0"/>
                <a:ea typeface="黑体" panose="02010609060101010101" pitchFamily="49" charset="-122"/>
              </a:rPr>
              <a:t>谓词公式化为子句集的方法</a:t>
            </a:r>
            <a:endParaRPr lang="zh-CN" altLang="en-US" sz="3600" b="0" dirty="0">
              <a:latin typeface="Times New Roman" panose="02020603050405020304" pitchFamily="18" charset="0"/>
              <a:ea typeface="黑体" panose="02010609060101010101" pitchFamily="49" charset="-122"/>
            </a:endParaRPr>
          </a:p>
        </p:txBody>
      </p:sp>
      <p:sp>
        <p:nvSpPr>
          <p:cNvPr id="70660" name="Rectangle 3"/>
          <p:cNvSpPr>
            <a:spLocks noGrp="1"/>
          </p:cNvSpPr>
          <p:nvPr>
            <p:ph type="body" sz="half" idx="1"/>
          </p:nvPr>
        </p:nvSpPr>
        <p:spPr>
          <a:xfrm>
            <a:off x="304800" y="1060450"/>
            <a:ext cx="8686800" cy="5645150"/>
          </a:xfrm>
        </p:spPr>
        <p:txBody>
          <a:bodyPr vert="horz" wrap="square" lIns="91440" tIns="45720" rIns="91440" bIns="45720" anchor="t" anchorCtr="0"/>
          <a:p>
            <a:pPr marL="0" indent="0" algn="just" eaLnBrk="1" hangingPunct="1">
              <a:lnSpc>
                <a:spcPct val="120000"/>
              </a:lnSpc>
              <a:spcBef>
                <a:spcPct val="50000"/>
              </a:spcBef>
              <a:buClr>
                <a:schemeClr val="accent2"/>
              </a:buClr>
              <a:buSzTx/>
              <a:buFont typeface="Wingdings" panose="05000000000000000000" pitchFamily="2" charset="2"/>
              <a:buNone/>
            </a:pPr>
            <a:r>
              <a:rPr lang="zh-CN" altLang="en-US" sz="2800" b="1" dirty="0">
                <a:latin typeface="Times New Roman" panose="02020603050405020304" pitchFamily="18" charset="0"/>
                <a:ea typeface="+mj-ea"/>
                <a:cs typeface="Times New Roman" panose="02020603050405020304" pitchFamily="18" charset="0"/>
              </a:rPr>
              <a:t> </a:t>
            </a:r>
            <a:r>
              <a:rPr lang="zh-CN" altLang="en-US" sz="2800" b="1" dirty="0">
                <a:solidFill>
                  <a:srgbClr val="FF0000"/>
                </a:solidFill>
                <a:latin typeface="Times New Roman" panose="02020603050405020304" pitchFamily="18" charset="0"/>
                <a:ea typeface="+mj-ea"/>
                <a:cs typeface="Times New Roman" panose="02020603050405020304" pitchFamily="18" charset="0"/>
              </a:rPr>
              <a:t>消解</a:t>
            </a:r>
            <a:endParaRPr lang="zh-CN" altLang="en-US" sz="2800" b="1" dirty="0">
              <a:latin typeface="Times New Roman" panose="02020603050405020304" pitchFamily="18" charset="0"/>
              <a:ea typeface="+mj-ea"/>
              <a:cs typeface="Times New Roman" panose="02020603050405020304" pitchFamily="18" charset="0"/>
            </a:endParaRPr>
          </a:p>
          <a:p>
            <a:pPr marL="18415" algn="just" rtl="0" eaLnBrk="0">
              <a:lnSpc>
                <a:spcPct val="95000"/>
              </a:lnSpc>
              <a:spcBef>
                <a:spcPts val="610"/>
              </a:spcBef>
            </a:pPr>
            <a:r>
              <a:rPr sz="2800" spc="-40" dirty="0">
                <a:solidFill>
                  <a:srgbClr val="000000">
                    <a:alpha val="100000"/>
                  </a:srgbClr>
                </a:solidFill>
                <a:latin typeface="Times New Roman" panose="02020603050405020304" pitchFamily="18" charset="0"/>
                <a:ea typeface="+mj-ea"/>
                <a:cs typeface="Times New Roman" panose="02020603050405020304" pitchFamily="18" charset="0"/>
                <a:sym typeface="+mn-ea"/>
              </a:rPr>
              <a:t>当消解可使用时，消解过程被应用于母体子句对</a:t>
            </a:r>
            <a:r>
              <a:rPr lang="zh-CN" sz="2800" spc="-40" dirty="0">
                <a:solidFill>
                  <a:srgbClr val="000000">
                    <a:alpha val="100000"/>
                  </a:srgbClr>
                </a:solidFill>
                <a:latin typeface="Times New Roman" panose="02020603050405020304" pitchFamily="18" charset="0"/>
                <a:ea typeface="+mj-ea"/>
                <a:cs typeface="Times New Roman" panose="02020603050405020304" pitchFamily="18" charset="0"/>
                <a:sym typeface="+mn-ea"/>
              </a:rPr>
              <a:t>，</a:t>
            </a:r>
            <a:r>
              <a:rPr sz="2800" spc="-40" dirty="0">
                <a:solidFill>
                  <a:srgbClr val="000000">
                    <a:alpha val="100000"/>
                  </a:srgbClr>
                </a:solidFill>
                <a:latin typeface="Times New Roman" panose="02020603050405020304" pitchFamily="18" charset="0"/>
                <a:ea typeface="+mj-ea"/>
                <a:cs typeface="Times New Roman" panose="02020603050405020304" pitchFamily="18" charset="0"/>
                <a:sym typeface="+mn-ea"/>
              </a:rPr>
              <a:t>以便产</a:t>
            </a:r>
            <a:r>
              <a:rPr sz="2800" spc="-50" dirty="0">
                <a:solidFill>
                  <a:srgbClr val="000000">
                    <a:alpha val="100000"/>
                  </a:srgbClr>
                </a:solidFill>
                <a:latin typeface="Times New Roman" panose="02020603050405020304" pitchFamily="18" charset="0"/>
                <a:ea typeface="+mj-ea"/>
                <a:cs typeface="Times New Roman" panose="02020603050405020304" pitchFamily="18" charset="0"/>
                <a:sym typeface="+mn-ea"/>
              </a:rPr>
              <a:t>生一个导出子句。</a:t>
            </a:r>
            <a:endParaRPr sz="2800" spc="-50" dirty="0">
              <a:solidFill>
                <a:srgbClr val="000000">
                  <a:alpha val="100000"/>
                </a:srgbClr>
              </a:solidFill>
              <a:latin typeface="Times New Roman" panose="02020603050405020304" pitchFamily="18" charset="0"/>
              <a:ea typeface="+mj-ea"/>
              <a:cs typeface="Times New Roman" panose="02020603050405020304" pitchFamily="18" charset="0"/>
              <a:sym typeface="+mn-ea"/>
            </a:endParaRPr>
          </a:p>
          <a:p>
            <a:pPr marL="18415" algn="just" rtl="0" eaLnBrk="0">
              <a:lnSpc>
                <a:spcPct val="95000"/>
              </a:lnSpc>
              <a:spcBef>
                <a:spcPts val="610"/>
              </a:spcBef>
            </a:pPr>
            <a:r>
              <a:rPr sz="2800" spc="-10" dirty="0">
                <a:solidFill>
                  <a:srgbClr val="000000">
                    <a:alpha val="100000"/>
                  </a:srgbClr>
                </a:solidFill>
                <a:latin typeface="Times New Roman" panose="02020603050405020304" pitchFamily="18" charset="0"/>
                <a:ea typeface="+mj-ea"/>
                <a:cs typeface="Times New Roman" panose="02020603050405020304" pitchFamily="18" charset="0"/>
                <a:sym typeface="+mn-ea"/>
              </a:rPr>
              <a:t>例如，如果存在某个公理</a:t>
            </a:r>
            <a:r>
              <a:rPr sz="2800" spc="-1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sym typeface="+mn-ea"/>
              </a:rPr>
              <a:t>¬</a:t>
            </a:r>
            <a:r>
              <a:rPr sz="2800" spc="-10" dirty="0">
                <a:solidFill>
                  <a:srgbClr val="000000">
                    <a:alpha val="100000"/>
                  </a:srgbClr>
                </a:solidFill>
                <a:latin typeface="Times New Roman" panose="02020603050405020304" pitchFamily="18" charset="0"/>
                <a:ea typeface="+mj-ea"/>
                <a:cs typeface="Times New Roman" panose="02020603050405020304" pitchFamily="18" charset="0"/>
                <a:sym typeface="+mn-ea"/>
              </a:rPr>
              <a:t>P</a:t>
            </a:r>
            <a:r>
              <a:rPr sz="2800" spc="-1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sym typeface="+mn-ea"/>
              </a:rPr>
              <a:t>∨</a:t>
            </a:r>
            <a:r>
              <a:rPr sz="2800" spc="-10" dirty="0">
                <a:solidFill>
                  <a:srgbClr val="000000">
                    <a:alpha val="100000"/>
                  </a:srgbClr>
                </a:solidFill>
                <a:latin typeface="Times New Roman" panose="02020603050405020304" pitchFamily="18" charset="0"/>
                <a:ea typeface="+mj-ea"/>
                <a:cs typeface="Times New Roman" panose="02020603050405020304" pitchFamily="18" charset="0"/>
                <a:sym typeface="+mn-ea"/>
              </a:rPr>
              <a:t>Q和另一公</a:t>
            </a:r>
            <a:r>
              <a:rPr sz="2800" spc="-20" dirty="0">
                <a:solidFill>
                  <a:srgbClr val="000000">
                    <a:alpha val="100000"/>
                  </a:srgbClr>
                </a:solidFill>
                <a:latin typeface="Times New Roman" panose="02020603050405020304" pitchFamily="18" charset="0"/>
                <a:ea typeface="+mj-ea"/>
                <a:cs typeface="Times New Roman" panose="02020603050405020304" pitchFamily="18" charset="0"/>
                <a:sym typeface="+mn-ea"/>
              </a:rPr>
              <a:t>理</a:t>
            </a:r>
            <a:r>
              <a:rPr sz="2800" spc="-1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sym typeface="+mn-ea"/>
              </a:rPr>
              <a:t>¬</a:t>
            </a:r>
            <a:r>
              <a:rPr sz="2800" spc="-20" dirty="0">
                <a:solidFill>
                  <a:srgbClr val="000000">
                    <a:alpha val="100000"/>
                  </a:srgbClr>
                </a:solidFill>
                <a:latin typeface="Times New Roman" panose="02020603050405020304" pitchFamily="18" charset="0"/>
                <a:ea typeface="+mj-ea"/>
                <a:cs typeface="Times New Roman" panose="02020603050405020304" pitchFamily="18" charset="0"/>
                <a:sym typeface="+mn-ea"/>
              </a:rPr>
              <a:t>Q</a:t>
            </a:r>
            <a:r>
              <a:rPr sz="2800" spc="-1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sym typeface="+mn-ea"/>
              </a:rPr>
              <a:t>∨</a:t>
            </a:r>
            <a:r>
              <a:rPr sz="2800" spc="-20" dirty="0">
                <a:solidFill>
                  <a:srgbClr val="000000">
                    <a:alpha val="100000"/>
                  </a:srgbClr>
                </a:solidFill>
                <a:latin typeface="Times New Roman" panose="02020603050405020304" pitchFamily="18" charset="0"/>
                <a:ea typeface="+mj-ea"/>
                <a:cs typeface="Times New Roman" panose="02020603050405020304" pitchFamily="18" charset="0"/>
                <a:sym typeface="+mn-ea"/>
              </a:rPr>
              <a:t>R</a:t>
            </a:r>
            <a:r>
              <a:rPr lang="zh-CN" sz="2800" spc="430" dirty="0">
                <a:solidFill>
                  <a:srgbClr val="000000">
                    <a:alpha val="100000"/>
                  </a:srgbClr>
                </a:solidFill>
                <a:latin typeface="Times New Roman" panose="02020603050405020304" pitchFamily="18" charset="0"/>
                <a:ea typeface="+mj-ea"/>
                <a:cs typeface="Times New Roman" panose="02020603050405020304" pitchFamily="18" charset="0"/>
                <a:sym typeface="+mn-ea"/>
              </a:rPr>
              <a:t>，</a:t>
            </a:r>
            <a:r>
              <a:rPr sz="2800" spc="-20" dirty="0">
                <a:solidFill>
                  <a:srgbClr val="000000">
                    <a:alpha val="100000"/>
                  </a:srgbClr>
                </a:solidFill>
                <a:latin typeface="Times New Roman" panose="02020603050405020304" pitchFamily="18" charset="0"/>
                <a:ea typeface="+mj-ea"/>
                <a:cs typeface="Times New Roman" panose="02020603050405020304" pitchFamily="18" charset="0"/>
                <a:sym typeface="+mn-ea"/>
              </a:rPr>
              <a:t>那么</a:t>
            </a:r>
            <a:r>
              <a:rPr sz="2800" spc="-1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sym typeface="+mn-ea"/>
              </a:rPr>
              <a:t>¬</a:t>
            </a:r>
            <a:r>
              <a:rPr sz="2800" spc="-10" dirty="0">
                <a:solidFill>
                  <a:srgbClr val="000000">
                    <a:alpha val="100000"/>
                  </a:srgbClr>
                </a:solidFill>
                <a:latin typeface="Times New Roman" panose="02020603050405020304" pitchFamily="18" charset="0"/>
                <a:ea typeface="+mj-ea"/>
                <a:cs typeface="Times New Roman" panose="02020603050405020304" pitchFamily="18" charset="0"/>
                <a:sym typeface="+mn-ea"/>
              </a:rPr>
              <a:t>P</a:t>
            </a:r>
            <a:r>
              <a:rPr sz="2800" spc="-1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sym typeface="+mn-ea"/>
              </a:rPr>
              <a:t>∨</a:t>
            </a:r>
            <a:r>
              <a:rPr lang="en-US" sz="2800" spc="-10" dirty="0">
                <a:solidFill>
                  <a:srgbClr val="000000">
                    <a:alpha val="100000"/>
                  </a:srgbClr>
                </a:solidFill>
                <a:latin typeface="Times New Roman" panose="02020603050405020304" pitchFamily="18" charset="0"/>
                <a:ea typeface="+mj-ea"/>
                <a:cs typeface="Times New Roman" panose="02020603050405020304" pitchFamily="18" charset="0"/>
                <a:sym typeface="+mn-ea"/>
              </a:rPr>
              <a:t>R</a:t>
            </a:r>
            <a:r>
              <a:rPr sz="2800" spc="-20" dirty="0">
                <a:solidFill>
                  <a:srgbClr val="000000">
                    <a:alpha val="100000"/>
                  </a:srgbClr>
                </a:solidFill>
                <a:latin typeface="Times New Roman" panose="02020603050405020304" pitchFamily="18" charset="0"/>
                <a:ea typeface="+mj-ea"/>
                <a:cs typeface="Times New Roman" panose="02020603050405020304" pitchFamily="18" charset="0"/>
                <a:sym typeface="+mn-ea"/>
              </a:rPr>
              <a:t>在逻辑上成立。这就是消解，</a:t>
            </a:r>
            <a:r>
              <a:rPr sz="2800" spc="100" dirty="0">
                <a:solidFill>
                  <a:srgbClr val="000000">
                    <a:alpha val="100000"/>
                  </a:srgbClr>
                </a:solidFill>
                <a:latin typeface="Times New Roman" panose="02020603050405020304" pitchFamily="18" charset="0"/>
                <a:ea typeface="+mj-ea"/>
                <a:cs typeface="Times New Roman" panose="02020603050405020304" pitchFamily="18" charset="0"/>
                <a:sym typeface="+mn-ea"/>
              </a:rPr>
              <a:t>而称</a:t>
            </a:r>
            <a:r>
              <a:rPr sz="2800" spc="-1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sym typeface="+mn-ea"/>
              </a:rPr>
              <a:t>¬</a:t>
            </a:r>
            <a:r>
              <a:rPr sz="2800" spc="-10" dirty="0">
                <a:solidFill>
                  <a:srgbClr val="000000">
                    <a:alpha val="100000"/>
                  </a:srgbClr>
                </a:solidFill>
                <a:latin typeface="Times New Roman" panose="02020603050405020304" pitchFamily="18" charset="0"/>
                <a:ea typeface="+mj-ea"/>
                <a:cs typeface="Times New Roman" panose="02020603050405020304" pitchFamily="18" charset="0"/>
                <a:sym typeface="+mn-ea"/>
              </a:rPr>
              <a:t>P</a:t>
            </a:r>
            <a:r>
              <a:rPr sz="2800" spc="-1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sym typeface="+mn-ea"/>
              </a:rPr>
              <a:t>∨</a:t>
            </a:r>
            <a:r>
              <a:rPr lang="en-US" sz="2800" spc="-10" dirty="0">
                <a:solidFill>
                  <a:srgbClr val="000000">
                    <a:alpha val="100000"/>
                  </a:srgbClr>
                </a:solidFill>
                <a:latin typeface="Times New Roman" panose="02020603050405020304" pitchFamily="18" charset="0"/>
                <a:ea typeface="+mj-ea"/>
                <a:cs typeface="Times New Roman" panose="02020603050405020304" pitchFamily="18" charset="0"/>
                <a:sym typeface="+mn-ea"/>
              </a:rPr>
              <a:t>R</a:t>
            </a:r>
            <a:r>
              <a:rPr sz="2800" spc="370" dirty="0">
                <a:solidFill>
                  <a:srgbClr val="000000">
                    <a:alpha val="100000"/>
                  </a:srgbClr>
                </a:solidFill>
                <a:latin typeface="Times New Roman" panose="02020603050405020304" pitchFamily="18" charset="0"/>
                <a:ea typeface="+mj-ea"/>
                <a:cs typeface="Times New Roman" panose="02020603050405020304" pitchFamily="18" charset="0"/>
                <a:sym typeface="+mn-ea"/>
              </a:rPr>
              <a:t> </a:t>
            </a:r>
            <a:r>
              <a:rPr sz="2800" spc="100" dirty="0">
                <a:solidFill>
                  <a:srgbClr val="000000">
                    <a:alpha val="100000"/>
                  </a:srgbClr>
                </a:solidFill>
                <a:latin typeface="Times New Roman" panose="02020603050405020304" pitchFamily="18" charset="0"/>
                <a:ea typeface="+mj-ea"/>
                <a:cs typeface="Times New Roman" panose="02020603050405020304" pitchFamily="18" charset="0"/>
                <a:sym typeface="+mn-ea"/>
              </a:rPr>
              <a:t>为</a:t>
            </a:r>
            <a:r>
              <a:rPr sz="2800" spc="-1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sym typeface="+mn-ea"/>
              </a:rPr>
              <a:t>¬</a:t>
            </a:r>
            <a:r>
              <a:rPr sz="2800" spc="-10" dirty="0">
                <a:solidFill>
                  <a:srgbClr val="000000">
                    <a:alpha val="100000"/>
                  </a:srgbClr>
                </a:solidFill>
                <a:latin typeface="Times New Roman" panose="02020603050405020304" pitchFamily="18" charset="0"/>
                <a:ea typeface="+mj-ea"/>
                <a:cs typeface="Times New Roman" panose="02020603050405020304" pitchFamily="18" charset="0"/>
                <a:sym typeface="+mn-ea"/>
              </a:rPr>
              <a:t>P</a:t>
            </a:r>
            <a:r>
              <a:rPr sz="2800" spc="-1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sym typeface="+mn-ea"/>
              </a:rPr>
              <a:t>∨</a:t>
            </a:r>
            <a:r>
              <a:rPr sz="2800" spc="-10" dirty="0">
                <a:solidFill>
                  <a:srgbClr val="000000">
                    <a:alpha val="100000"/>
                  </a:srgbClr>
                </a:solidFill>
                <a:latin typeface="Times New Roman" panose="02020603050405020304" pitchFamily="18" charset="0"/>
                <a:ea typeface="+mj-ea"/>
                <a:cs typeface="Times New Roman" panose="02020603050405020304" pitchFamily="18" charset="0"/>
                <a:sym typeface="+mn-ea"/>
              </a:rPr>
              <a:t>Q</a:t>
            </a:r>
            <a:r>
              <a:rPr sz="2800" spc="100" dirty="0">
                <a:solidFill>
                  <a:srgbClr val="000000">
                    <a:alpha val="100000"/>
                  </a:srgbClr>
                </a:solidFill>
                <a:latin typeface="Times New Roman" panose="02020603050405020304" pitchFamily="18" charset="0"/>
                <a:ea typeface="+mj-ea"/>
                <a:cs typeface="Times New Roman" panose="02020603050405020304" pitchFamily="18" charset="0"/>
                <a:sym typeface="+mn-ea"/>
              </a:rPr>
              <a:t>和</a:t>
            </a:r>
            <a:r>
              <a:rPr sz="2800" spc="-580" dirty="0">
                <a:solidFill>
                  <a:srgbClr val="000000">
                    <a:alpha val="100000"/>
                  </a:srgbClr>
                </a:solidFill>
                <a:latin typeface="Times New Roman" panose="02020603050405020304" pitchFamily="18" charset="0"/>
                <a:ea typeface="+mj-ea"/>
                <a:cs typeface="Times New Roman" panose="02020603050405020304" pitchFamily="18" charset="0"/>
                <a:sym typeface="+mn-ea"/>
              </a:rPr>
              <a:t> </a:t>
            </a:r>
            <a:r>
              <a:rPr sz="2800" spc="-1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sym typeface="+mn-ea"/>
              </a:rPr>
              <a:t>¬</a:t>
            </a:r>
            <a:r>
              <a:rPr sz="2800" spc="-20" dirty="0">
                <a:solidFill>
                  <a:srgbClr val="000000">
                    <a:alpha val="100000"/>
                  </a:srgbClr>
                </a:solidFill>
                <a:latin typeface="Times New Roman" panose="02020603050405020304" pitchFamily="18" charset="0"/>
                <a:ea typeface="+mj-ea"/>
                <a:cs typeface="Times New Roman" panose="02020603050405020304" pitchFamily="18" charset="0"/>
                <a:sym typeface="+mn-ea"/>
              </a:rPr>
              <a:t>Q</a:t>
            </a:r>
            <a:r>
              <a:rPr sz="2800" spc="-1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sym typeface="+mn-ea"/>
              </a:rPr>
              <a:t>∨</a:t>
            </a:r>
            <a:r>
              <a:rPr sz="2800" spc="-20" dirty="0">
                <a:solidFill>
                  <a:srgbClr val="000000">
                    <a:alpha val="100000"/>
                  </a:srgbClr>
                </a:solidFill>
                <a:latin typeface="Times New Roman" panose="02020603050405020304" pitchFamily="18" charset="0"/>
                <a:ea typeface="+mj-ea"/>
                <a:cs typeface="Times New Roman" panose="02020603050405020304" pitchFamily="18" charset="0"/>
                <a:sym typeface="+mn-ea"/>
              </a:rPr>
              <a:t>R</a:t>
            </a:r>
            <a:r>
              <a:rPr sz="2800" spc="100" dirty="0">
                <a:solidFill>
                  <a:srgbClr val="000000">
                    <a:alpha val="100000"/>
                  </a:srgbClr>
                </a:solidFill>
                <a:latin typeface="Times New Roman" panose="02020603050405020304" pitchFamily="18" charset="0"/>
                <a:ea typeface="+mj-ea"/>
                <a:cs typeface="Times New Roman" panose="02020603050405020304" pitchFamily="18" charset="0"/>
                <a:sym typeface="+mn-ea"/>
              </a:rPr>
              <a:t>的消解式</a:t>
            </a:r>
            <a:r>
              <a:rPr sz="2800" spc="90" dirty="0">
                <a:solidFill>
                  <a:srgbClr val="000000">
                    <a:alpha val="100000"/>
                  </a:srgbClr>
                </a:solidFill>
                <a:latin typeface="Times New Roman" panose="02020603050405020304" pitchFamily="18" charset="0"/>
                <a:ea typeface="+mj-ea"/>
                <a:cs typeface="Times New Roman" panose="02020603050405020304" pitchFamily="18" charset="0"/>
                <a:sym typeface="+mn-ea"/>
              </a:rPr>
              <a:t>(</a:t>
            </a:r>
            <a:r>
              <a:rPr sz="2800" dirty="0">
                <a:solidFill>
                  <a:srgbClr val="000000">
                    <a:alpha val="100000"/>
                  </a:srgbClr>
                </a:solidFill>
                <a:latin typeface="Times New Roman" panose="02020603050405020304" pitchFamily="18" charset="0"/>
                <a:ea typeface="+mj-ea"/>
                <a:cs typeface="Times New Roman" panose="02020603050405020304" pitchFamily="18" charset="0"/>
                <a:sym typeface="+mn-ea"/>
              </a:rPr>
              <a:t>resolvent</a:t>
            </a:r>
            <a:r>
              <a:rPr sz="2800" spc="90" dirty="0">
                <a:solidFill>
                  <a:srgbClr val="000000">
                    <a:alpha val="100000"/>
                  </a:srgbClr>
                </a:solidFill>
                <a:latin typeface="Times New Roman" panose="02020603050405020304" pitchFamily="18" charset="0"/>
                <a:ea typeface="+mj-ea"/>
                <a:cs typeface="Times New Roman" panose="02020603050405020304" pitchFamily="18" charset="0"/>
                <a:sym typeface="+mn-ea"/>
              </a:rPr>
              <a:t>)。</a:t>
            </a:r>
            <a:endParaRPr lang="en-US" altLang="zh-CN" sz="2400" dirty="0">
              <a:latin typeface="Times New Roman" panose="02020603050405020304" pitchFamily="18" charset="0"/>
              <a:ea typeface="+mj-ea"/>
              <a:cs typeface="Times New Roman" panose="02020603050405020304" pitchFamily="18" charset="0"/>
            </a:endParaRPr>
          </a:p>
        </p:txBody>
      </p:sp>
      <p:sp>
        <p:nvSpPr>
          <p:cNvPr id="70661" name="Rectangle 6"/>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70662" name="Rectangle 8"/>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Tree>
  </p:cSld>
  <p:clrMapOvr>
    <a:masterClrMapping/>
  </p:clrMapOvr>
  <p:transition>
    <p:random/>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灯片编号占位符 4"/>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0659"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3.3  </a:t>
            </a:r>
            <a:r>
              <a:rPr lang="zh-CN" altLang="en-US" sz="3600" b="0" dirty="0">
                <a:latin typeface="Times New Roman" panose="02020603050405020304" pitchFamily="18" charset="0"/>
                <a:ea typeface="黑体" panose="02010609060101010101" pitchFamily="49" charset="-122"/>
              </a:rPr>
              <a:t>谓词公式化为子句集的方法</a:t>
            </a:r>
            <a:endParaRPr lang="zh-CN" altLang="en-US" sz="3600" b="0" dirty="0">
              <a:latin typeface="Times New Roman" panose="02020603050405020304" pitchFamily="18" charset="0"/>
              <a:ea typeface="黑体" panose="02010609060101010101" pitchFamily="49" charset="-122"/>
            </a:endParaRPr>
          </a:p>
        </p:txBody>
      </p:sp>
      <p:sp>
        <p:nvSpPr>
          <p:cNvPr id="70660" name="Rectangle 3"/>
          <p:cNvSpPr>
            <a:spLocks noGrp="1"/>
          </p:cNvSpPr>
          <p:nvPr>
            <p:ph type="body" sz="half" idx="1"/>
          </p:nvPr>
        </p:nvSpPr>
        <p:spPr>
          <a:xfrm>
            <a:off x="304800" y="1060450"/>
            <a:ext cx="8686800" cy="5645150"/>
          </a:xfrm>
        </p:spPr>
        <p:txBody>
          <a:bodyPr vert="horz" wrap="square" lIns="91440" tIns="45720" rIns="91440" bIns="45720" anchor="t" anchorCtr="0"/>
          <a:p>
            <a:pPr marL="0" indent="0" algn="just" rtl="0" eaLnBrk="0">
              <a:lnSpc>
                <a:spcPct val="95000"/>
              </a:lnSpc>
              <a:spcBef>
                <a:spcPts val="610"/>
              </a:spcBef>
              <a:buNone/>
            </a:pPr>
            <a:r>
              <a:rPr lang="zh-CN" altLang="en-US" sz="2400" b="1" dirty="0">
                <a:latin typeface="Times New Roman" panose="02020603050405020304" pitchFamily="18" charset="0"/>
                <a:ea typeface="+mj-ea"/>
                <a:cs typeface="Times New Roman" panose="02020603050405020304" pitchFamily="18" charset="0"/>
              </a:rPr>
              <a:t>分析</a:t>
            </a:r>
            <a:r>
              <a:rPr lang="zh-CN" altLang="en-US" sz="2400" dirty="0">
                <a:latin typeface="Times New Roman" panose="02020603050405020304" pitchFamily="18" charset="0"/>
                <a:ea typeface="+mj-ea"/>
                <a:cs typeface="Times New Roman" panose="02020603050405020304" pitchFamily="18" charset="0"/>
              </a:rPr>
              <a:t>：</a:t>
            </a:r>
            <a:endParaRPr lang="zh-CN" altLang="en-US" sz="2400" dirty="0">
              <a:latin typeface="Times New Roman" panose="02020603050405020304" pitchFamily="18" charset="0"/>
              <a:ea typeface="+mj-ea"/>
              <a:cs typeface="Times New Roman" panose="02020603050405020304" pitchFamily="18" charset="0"/>
            </a:endParaRPr>
          </a:p>
          <a:p>
            <a:pPr marL="342900" indent="-342900" algn="just" rtl="0" eaLnBrk="0">
              <a:lnSpc>
                <a:spcPct val="95000"/>
              </a:lnSpc>
              <a:spcBef>
                <a:spcPts val="610"/>
              </a:spcBef>
              <a:buFont typeface="Arial" panose="020B0604020202020204" pitchFamily="34" charset="0"/>
              <a:buChar char="•"/>
            </a:pPr>
            <a:r>
              <a:rPr lang="zh-CN" altLang="en-US" sz="2400" dirty="0">
                <a:latin typeface="Times New Roman" panose="02020603050405020304" pitchFamily="18" charset="0"/>
                <a:ea typeface="+mj-ea"/>
                <a:cs typeface="Times New Roman" panose="02020603050405020304" pitchFamily="18" charset="0"/>
              </a:rPr>
              <a:t>要证明：</a:t>
            </a:r>
            <a:r>
              <a:rPr sz="2400" spc="-10" dirty="0">
                <a:solidFill>
                  <a:srgbClr val="00000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sz="2400" spc="-10" dirty="0">
                <a:solidFill>
                  <a:srgbClr val="000000">
                    <a:alpha val="100000"/>
                  </a:srgbClr>
                </a:solidFill>
                <a:latin typeface="Times New Roman" panose="02020603050405020304" pitchFamily="18" charset="0"/>
                <a:ea typeface="+mj-ea"/>
                <a:cs typeface="Times New Roman" panose="02020603050405020304" pitchFamily="18" charset="0"/>
                <a:sym typeface="+mn-ea"/>
              </a:rPr>
              <a:t>P</a:t>
            </a:r>
            <a:r>
              <a:rPr sz="2400" spc="-1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sym typeface="+mn-ea"/>
              </a:rPr>
              <a:t>∨</a:t>
            </a:r>
            <a:r>
              <a:rPr lang="en-US" sz="2400" spc="-10" dirty="0">
                <a:solidFill>
                  <a:srgbClr val="000000">
                    <a:alpha val="100000"/>
                  </a:srgbClr>
                </a:solidFill>
                <a:latin typeface="Times New Roman" panose="02020603050405020304" pitchFamily="18" charset="0"/>
                <a:ea typeface="+mj-ea"/>
                <a:cs typeface="Times New Roman" panose="02020603050405020304" pitchFamily="18" charset="0"/>
                <a:sym typeface="+mn-ea"/>
              </a:rPr>
              <a:t>R</a:t>
            </a:r>
            <a:r>
              <a:rPr lang="zh-CN" altLang="en-US" sz="2400" dirty="0">
                <a:latin typeface="Times New Roman" panose="02020603050405020304" pitchFamily="18" charset="0"/>
                <a:ea typeface="+mj-ea"/>
                <a:cs typeface="Times New Roman" panose="02020603050405020304" pitchFamily="18" charset="0"/>
              </a:rPr>
              <a:t>是</a:t>
            </a:r>
            <a:r>
              <a:rPr sz="2400" spc="-10" dirty="0">
                <a:solidFill>
                  <a:srgbClr val="00000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sz="2400" spc="-10" dirty="0">
                <a:solidFill>
                  <a:srgbClr val="000000">
                    <a:alpha val="100000"/>
                  </a:srgbClr>
                </a:solidFill>
                <a:latin typeface="Times New Roman" panose="02020603050405020304" pitchFamily="18" charset="0"/>
                <a:ea typeface="+mj-ea"/>
                <a:cs typeface="Times New Roman" panose="02020603050405020304" pitchFamily="18" charset="0"/>
              </a:rPr>
              <a:t>P</a:t>
            </a:r>
            <a:r>
              <a:rPr sz="2400" spc="-1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rPr>
              <a:t>∨</a:t>
            </a:r>
            <a:r>
              <a:rPr sz="2400" spc="-10" dirty="0">
                <a:solidFill>
                  <a:srgbClr val="000000">
                    <a:alpha val="100000"/>
                  </a:srgbClr>
                </a:solidFill>
                <a:latin typeface="Times New Roman" panose="02020603050405020304" pitchFamily="18" charset="0"/>
                <a:ea typeface="+mj-ea"/>
                <a:cs typeface="Times New Roman" panose="02020603050405020304" pitchFamily="18" charset="0"/>
              </a:rPr>
              <a:t>Q</a:t>
            </a:r>
            <a:r>
              <a:rPr lang="zh-CN" altLang="en-US" sz="2400" dirty="0">
                <a:latin typeface="Times New Roman" panose="02020603050405020304" pitchFamily="18" charset="0"/>
                <a:ea typeface="+mj-ea"/>
                <a:cs typeface="Times New Roman" panose="02020603050405020304" pitchFamily="18" charset="0"/>
              </a:rPr>
              <a:t>和</a:t>
            </a:r>
            <a:r>
              <a:rPr sz="2400" spc="-10" dirty="0">
                <a:solidFill>
                  <a:srgbClr val="00000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rPr>
              <a:t>Q</a:t>
            </a:r>
            <a:r>
              <a:rPr sz="2400" spc="-1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rPr>
              <a:t>∨</a:t>
            </a:r>
            <a:r>
              <a:rPr lang="en-US" altLang="zh-CN" sz="2400" dirty="0">
                <a:latin typeface="Times New Roman" panose="02020603050405020304" pitchFamily="18" charset="0"/>
                <a:ea typeface="+mj-ea"/>
                <a:cs typeface="Times New Roman" panose="02020603050405020304" pitchFamily="18" charset="0"/>
              </a:rPr>
              <a:t>R</a:t>
            </a:r>
            <a:r>
              <a:rPr lang="zh-CN" altLang="en-US" sz="2400" dirty="0">
                <a:latin typeface="Times New Roman" panose="02020603050405020304" pitchFamily="18" charset="0"/>
                <a:ea typeface="+mj-ea"/>
                <a:cs typeface="Times New Roman" panose="02020603050405020304" pitchFamily="18" charset="0"/>
              </a:rPr>
              <a:t>的逻辑结论，就是要证明使</a:t>
            </a:r>
            <a:r>
              <a:rPr sz="2400" spc="-10" dirty="0">
                <a:solidFill>
                  <a:srgbClr val="00000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rPr>
              <a:t>P</a:t>
            </a:r>
            <a:r>
              <a:rPr sz="2400" spc="-1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rPr>
              <a:t>∨</a:t>
            </a:r>
            <a:r>
              <a:rPr lang="en-US" altLang="zh-CN" sz="2400" dirty="0">
                <a:latin typeface="Times New Roman" panose="02020603050405020304" pitchFamily="18" charset="0"/>
                <a:ea typeface="+mj-ea"/>
                <a:cs typeface="Times New Roman" panose="02020603050405020304" pitchFamily="18" charset="0"/>
              </a:rPr>
              <a:t>Q</a:t>
            </a:r>
            <a:r>
              <a:rPr lang="zh-CN" altLang="en-US" sz="2400" dirty="0">
                <a:latin typeface="Times New Roman" panose="02020603050405020304" pitchFamily="18" charset="0"/>
                <a:ea typeface="+mj-ea"/>
                <a:cs typeface="Times New Roman" panose="02020603050405020304" pitchFamily="18" charset="0"/>
              </a:rPr>
              <a:t>和</a:t>
            </a:r>
            <a:r>
              <a:rPr sz="2400" spc="-10" dirty="0">
                <a:solidFill>
                  <a:srgbClr val="00000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rPr>
              <a:t>Q</a:t>
            </a:r>
            <a:r>
              <a:rPr sz="2400" spc="-1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rPr>
              <a:t>∨</a:t>
            </a:r>
            <a:r>
              <a:rPr lang="en-US" altLang="zh-CN" sz="2400" dirty="0">
                <a:latin typeface="Times New Roman" panose="02020603050405020304" pitchFamily="18" charset="0"/>
                <a:ea typeface="+mj-ea"/>
                <a:cs typeface="Times New Roman" panose="02020603050405020304" pitchFamily="18" charset="0"/>
              </a:rPr>
              <a:t>R</a:t>
            </a:r>
            <a:r>
              <a:rPr lang="zh-CN" altLang="en-US" sz="2400" dirty="0">
                <a:latin typeface="Times New Roman" panose="02020603050405020304" pitchFamily="18" charset="0"/>
                <a:ea typeface="+mj-ea"/>
                <a:cs typeface="Times New Roman" panose="02020603050405020304" pitchFamily="18" charset="0"/>
              </a:rPr>
              <a:t>为真的解释</a:t>
            </a:r>
            <a:r>
              <a:rPr lang="en-US" altLang="zh-CN" sz="2400" dirty="0">
                <a:latin typeface="Times New Roman" panose="02020603050405020304" pitchFamily="18" charset="0"/>
                <a:ea typeface="+mj-ea"/>
                <a:cs typeface="Times New Roman" panose="02020603050405020304" pitchFamily="18" charset="0"/>
              </a:rPr>
              <a:t>I</a:t>
            </a:r>
            <a:r>
              <a:rPr lang="zh-CN" altLang="en-US" sz="2400" dirty="0">
                <a:latin typeface="Times New Roman" panose="02020603050405020304" pitchFamily="18" charset="0"/>
                <a:ea typeface="+mj-ea"/>
                <a:cs typeface="Times New Roman" panose="02020603050405020304" pitchFamily="18" charset="0"/>
              </a:rPr>
              <a:t>，也使得</a:t>
            </a:r>
            <a:r>
              <a:rPr sz="2400" spc="-10" dirty="0">
                <a:solidFill>
                  <a:srgbClr val="00000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rPr>
              <a:t>P</a:t>
            </a:r>
            <a:r>
              <a:rPr sz="2400" spc="-1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rPr>
              <a:t>∨</a:t>
            </a:r>
            <a:r>
              <a:rPr lang="en-US" altLang="zh-CN" sz="2400" dirty="0">
                <a:latin typeface="Times New Roman" panose="02020603050405020304" pitchFamily="18" charset="0"/>
                <a:ea typeface="+mj-ea"/>
                <a:cs typeface="Times New Roman" panose="02020603050405020304" pitchFamily="18" charset="0"/>
              </a:rPr>
              <a:t>R</a:t>
            </a:r>
            <a:r>
              <a:rPr lang="zh-CN" altLang="en-US" sz="2400" dirty="0">
                <a:latin typeface="Times New Roman" panose="02020603050405020304" pitchFamily="18" charset="0"/>
                <a:ea typeface="+mj-ea"/>
                <a:cs typeface="Times New Roman" panose="02020603050405020304" pitchFamily="18" charset="0"/>
              </a:rPr>
              <a:t>为真。</a:t>
            </a:r>
            <a:endParaRPr lang="zh-CN" altLang="en-US" sz="2400" dirty="0">
              <a:latin typeface="Times New Roman" panose="02020603050405020304" pitchFamily="18" charset="0"/>
              <a:ea typeface="+mj-ea"/>
              <a:cs typeface="Times New Roman" panose="02020603050405020304" pitchFamily="18" charset="0"/>
            </a:endParaRPr>
          </a:p>
          <a:p>
            <a:pPr marL="342900" indent="-342900" algn="just" rtl="0" eaLnBrk="0">
              <a:lnSpc>
                <a:spcPct val="95000"/>
              </a:lnSpc>
              <a:spcBef>
                <a:spcPts val="610"/>
              </a:spcBef>
              <a:buFont typeface="Arial" panose="020B0604020202020204" pitchFamily="34" charset="0"/>
              <a:buChar char="•"/>
            </a:pPr>
            <a:r>
              <a:rPr lang="zh-CN" altLang="en-US" sz="2400" dirty="0">
                <a:latin typeface="Times New Roman" panose="02020603050405020304" pitchFamily="18" charset="0"/>
                <a:ea typeface="+mj-ea"/>
                <a:cs typeface="Times New Roman" panose="02020603050405020304" pitchFamily="18" charset="0"/>
              </a:rPr>
              <a:t>设</a:t>
            </a:r>
            <a:r>
              <a:rPr lang="en-US" altLang="zh-CN" sz="2400" dirty="0">
                <a:latin typeface="Times New Roman" panose="02020603050405020304" pitchFamily="18" charset="0"/>
                <a:ea typeface="+mj-ea"/>
                <a:cs typeface="Times New Roman" panose="02020603050405020304" pitchFamily="18" charset="0"/>
              </a:rPr>
              <a:t>I</a:t>
            </a:r>
            <a:r>
              <a:rPr lang="zh-CN" altLang="en-US" sz="2400" dirty="0">
                <a:latin typeface="Times New Roman" panose="02020603050405020304" pitchFamily="18" charset="0"/>
                <a:ea typeface="+mj-ea"/>
                <a:cs typeface="Times New Roman" panose="02020603050405020304" pitchFamily="18" charset="0"/>
              </a:rPr>
              <a:t>是使</a:t>
            </a:r>
            <a:r>
              <a:rPr sz="2400" spc="-10" dirty="0">
                <a:solidFill>
                  <a:srgbClr val="00000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rPr>
              <a:t>P</a:t>
            </a:r>
            <a:r>
              <a:rPr sz="2400" spc="-1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rPr>
              <a:t>∨</a:t>
            </a:r>
            <a:r>
              <a:rPr lang="en-US" altLang="zh-CN" sz="2400" dirty="0">
                <a:latin typeface="Times New Roman" panose="02020603050405020304" pitchFamily="18" charset="0"/>
                <a:ea typeface="+mj-ea"/>
                <a:cs typeface="Times New Roman" panose="02020603050405020304" pitchFamily="18" charset="0"/>
              </a:rPr>
              <a:t>Q</a:t>
            </a:r>
            <a:r>
              <a:rPr lang="zh-CN" altLang="en-US" sz="2400" dirty="0">
                <a:latin typeface="Times New Roman" panose="02020603050405020304" pitchFamily="18" charset="0"/>
                <a:ea typeface="+mj-ea"/>
                <a:cs typeface="Times New Roman" panose="02020603050405020304" pitchFamily="18" charset="0"/>
              </a:rPr>
              <a:t>和</a:t>
            </a:r>
            <a:r>
              <a:rPr sz="2400" spc="-10" dirty="0">
                <a:solidFill>
                  <a:srgbClr val="00000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rPr>
              <a:t>Q</a:t>
            </a:r>
            <a:r>
              <a:rPr sz="2400" spc="-1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rPr>
              <a:t>∨</a:t>
            </a:r>
            <a:r>
              <a:rPr lang="en-US" altLang="zh-CN" sz="2400" dirty="0">
                <a:latin typeface="Times New Roman" panose="02020603050405020304" pitchFamily="18" charset="0"/>
                <a:ea typeface="+mj-ea"/>
                <a:cs typeface="Times New Roman" panose="02020603050405020304" pitchFamily="18" charset="0"/>
              </a:rPr>
              <a:t>R</a:t>
            </a:r>
            <a:r>
              <a:rPr lang="zh-CN" altLang="en-US" sz="2400" dirty="0">
                <a:latin typeface="Times New Roman" panose="02020603050405020304" pitchFamily="18" charset="0"/>
                <a:ea typeface="+mj-ea"/>
                <a:cs typeface="Times New Roman" panose="02020603050405020304" pitchFamily="18" charset="0"/>
              </a:rPr>
              <a:t>为真的任一解释。</a:t>
            </a:r>
            <a:endParaRPr lang="zh-CN" altLang="en-US" sz="2400" dirty="0">
              <a:latin typeface="Times New Roman" panose="02020603050405020304" pitchFamily="18" charset="0"/>
              <a:ea typeface="+mj-ea"/>
              <a:cs typeface="Times New Roman" panose="02020603050405020304" pitchFamily="18" charset="0"/>
            </a:endParaRPr>
          </a:p>
          <a:p>
            <a:pPr marL="342900" indent="-342900" algn="just" rtl="0" eaLnBrk="0">
              <a:lnSpc>
                <a:spcPct val="95000"/>
              </a:lnSpc>
              <a:spcBef>
                <a:spcPts val="610"/>
              </a:spcBef>
              <a:buFont typeface="Arial" panose="020B0604020202020204" pitchFamily="34" charset="0"/>
              <a:buChar char="•"/>
            </a:pPr>
            <a:r>
              <a:rPr lang="zh-CN" altLang="en-US" sz="2400" dirty="0">
                <a:latin typeface="Times New Roman" panose="02020603050405020304" pitchFamily="18" charset="0"/>
                <a:ea typeface="+mj-ea"/>
                <a:cs typeface="Times New Roman" panose="02020603050405020304" pitchFamily="18" charset="0"/>
              </a:rPr>
              <a:t>若解释</a:t>
            </a:r>
            <a:r>
              <a:rPr lang="en-US" altLang="zh-CN" sz="2400" dirty="0">
                <a:latin typeface="Times New Roman" panose="02020603050405020304" pitchFamily="18" charset="0"/>
                <a:ea typeface="+mj-ea"/>
                <a:cs typeface="Times New Roman" panose="02020603050405020304" pitchFamily="18" charset="0"/>
              </a:rPr>
              <a:t>I</a:t>
            </a:r>
            <a:r>
              <a:rPr lang="zh-CN" altLang="en-US" sz="2400" dirty="0">
                <a:latin typeface="Times New Roman" panose="02020603050405020304" pitchFamily="18" charset="0"/>
                <a:ea typeface="+mj-ea"/>
                <a:cs typeface="Times New Roman" panose="02020603050405020304" pitchFamily="18" charset="0"/>
              </a:rPr>
              <a:t>下的</a:t>
            </a:r>
            <a:r>
              <a:rPr lang="en-US" altLang="zh-CN" sz="2400" dirty="0">
                <a:latin typeface="Times New Roman" panose="02020603050405020304" pitchFamily="18" charset="0"/>
                <a:ea typeface="+mj-ea"/>
                <a:cs typeface="Times New Roman" panose="02020603050405020304" pitchFamily="18" charset="0"/>
              </a:rPr>
              <a:t>Q</a:t>
            </a:r>
            <a:r>
              <a:rPr lang="zh-CN" altLang="en-US" sz="2400" dirty="0">
                <a:latin typeface="Times New Roman" panose="02020603050405020304" pitchFamily="18" charset="0"/>
                <a:ea typeface="+mj-ea"/>
                <a:cs typeface="Times New Roman" panose="02020603050405020304" pitchFamily="18" charset="0"/>
              </a:rPr>
              <a:t>为真，则</a:t>
            </a:r>
            <a:r>
              <a:rPr sz="2400" spc="-10" dirty="0">
                <a:solidFill>
                  <a:srgbClr val="00000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rPr>
              <a:t>Q</a:t>
            </a:r>
            <a:r>
              <a:rPr lang="zh-CN" altLang="en-US" sz="2400" dirty="0">
                <a:latin typeface="Times New Roman" panose="02020603050405020304" pitchFamily="18" charset="0"/>
                <a:ea typeface="+mj-ea"/>
                <a:cs typeface="Times New Roman" panose="02020603050405020304" pitchFamily="18" charset="0"/>
              </a:rPr>
              <a:t>为假，又已知</a:t>
            </a:r>
            <a:r>
              <a:rPr sz="2400" spc="-10" dirty="0">
                <a:solidFill>
                  <a:srgbClr val="00000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rPr>
              <a:t>Q</a:t>
            </a:r>
            <a:r>
              <a:rPr sz="2400" spc="-1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rPr>
              <a:t>∨</a:t>
            </a:r>
            <a:r>
              <a:rPr lang="en-US" altLang="zh-CN" sz="2400" dirty="0">
                <a:latin typeface="Times New Roman" panose="02020603050405020304" pitchFamily="18" charset="0"/>
                <a:ea typeface="+mj-ea"/>
                <a:cs typeface="Times New Roman" panose="02020603050405020304" pitchFamily="18" charset="0"/>
              </a:rPr>
              <a:t>R</a:t>
            </a:r>
            <a:r>
              <a:rPr lang="zh-CN" altLang="en-US" sz="2400" dirty="0">
                <a:latin typeface="Times New Roman" panose="02020603050405020304" pitchFamily="18" charset="0"/>
                <a:ea typeface="+mj-ea"/>
                <a:cs typeface="Times New Roman" panose="02020603050405020304" pitchFamily="18" charset="0"/>
              </a:rPr>
              <a:t>为真，则在</a:t>
            </a:r>
            <a:r>
              <a:rPr lang="en-US" altLang="zh-CN" sz="2400" dirty="0">
                <a:latin typeface="Times New Roman" panose="02020603050405020304" pitchFamily="18" charset="0"/>
                <a:ea typeface="+mj-ea"/>
                <a:cs typeface="Times New Roman" panose="02020603050405020304" pitchFamily="18" charset="0"/>
              </a:rPr>
              <a:t>I</a:t>
            </a:r>
            <a:r>
              <a:rPr lang="zh-CN" altLang="en-US" sz="2400" dirty="0">
                <a:latin typeface="Times New Roman" panose="02020603050405020304" pitchFamily="18" charset="0"/>
                <a:ea typeface="+mj-ea"/>
                <a:cs typeface="Times New Roman" panose="02020603050405020304" pitchFamily="18" charset="0"/>
              </a:rPr>
              <a:t>下，</a:t>
            </a:r>
            <a:r>
              <a:rPr lang="en-US" altLang="zh-CN" sz="2400" dirty="0">
                <a:latin typeface="Times New Roman" panose="02020603050405020304" pitchFamily="18" charset="0"/>
                <a:ea typeface="+mj-ea"/>
                <a:cs typeface="Times New Roman" panose="02020603050405020304" pitchFamily="18" charset="0"/>
              </a:rPr>
              <a:t>R</a:t>
            </a:r>
            <a:r>
              <a:rPr lang="zh-CN" altLang="en-US" sz="2400" dirty="0">
                <a:latin typeface="Times New Roman" panose="02020603050405020304" pitchFamily="18" charset="0"/>
                <a:ea typeface="+mj-ea"/>
                <a:cs typeface="Times New Roman" panose="02020603050405020304" pitchFamily="18" charset="0"/>
              </a:rPr>
              <a:t>为真，故</a:t>
            </a:r>
            <a:r>
              <a:rPr sz="2400" spc="-10" dirty="0">
                <a:solidFill>
                  <a:srgbClr val="00000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rPr>
              <a:t>P</a:t>
            </a:r>
            <a:r>
              <a:rPr sz="2400" spc="-1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rPr>
              <a:t>∨</a:t>
            </a:r>
            <a:r>
              <a:rPr lang="en-US" altLang="zh-CN" sz="2400" dirty="0">
                <a:latin typeface="Times New Roman" panose="02020603050405020304" pitchFamily="18" charset="0"/>
                <a:ea typeface="+mj-ea"/>
                <a:cs typeface="Times New Roman" panose="02020603050405020304" pitchFamily="18" charset="0"/>
              </a:rPr>
              <a:t>R</a:t>
            </a:r>
            <a:r>
              <a:rPr lang="zh-CN" altLang="en-US" sz="2400" dirty="0">
                <a:latin typeface="Times New Roman" panose="02020603050405020304" pitchFamily="18" charset="0"/>
                <a:ea typeface="+mj-ea"/>
                <a:cs typeface="Times New Roman" panose="02020603050405020304" pitchFamily="18" charset="0"/>
              </a:rPr>
              <a:t>为真。</a:t>
            </a:r>
            <a:endParaRPr lang="zh-CN" altLang="en-US" sz="2400" dirty="0">
              <a:latin typeface="Times New Roman" panose="02020603050405020304" pitchFamily="18" charset="0"/>
              <a:ea typeface="+mj-ea"/>
              <a:cs typeface="Times New Roman" panose="02020603050405020304" pitchFamily="18" charset="0"/>
            </a:endParaRPr>
          </a:p>
          <a:p>
            <a:pPr marL="342900" indent="-342900" algn="just" rtl="0" eaLnBrk="0">
              <a:lnSpc>
                <a:spcPct val="95000"/>
              </a:lnSpc>
              <a:spcBef>
                <a:spcPts val="610"/>
              </a:spcBef>
              <a:buFont typeface="Arial" panose="020B0604020202020204" pitchFamily="34" charset="0"/>
              <a:buChar char="•"/>
            </a:pPr>
            <a:r>
              <a:rPr lang="zh-CN" altLang="en-US" sz="2400" dirty="0">
                <a:latin typeface="Times New Roman" panose="02020603050405020304" pitchFamily="18" charset="0"/>
                <a:ea typeface="+mj-ea"/>
                <a:cs typeface="Times New Roman" panose="02020603050405020304" pitchFamily="18" charset="0"/>
              </a:rPr>
              <a:t>若解释</a:t>
            </a:r>
            <a:r>
              <a:rPr lang="en-US" altLang="zh-CN" sz="2400" dirty="0">
                <a:latin typeface="Times New Roman" panose="02020603050405020304" pitchFamily="18" charset="0"/>
                <a:ea typeface="+mj-ea"/>
                <a:cs typeface="Times New Roman" panose="02020603050405020304" pitchFamily="18" charset="0"/>
              </a:rPr>
              <a:t>I</a:t>
            </a:r>
            <a:r>
              <a:rPr lang="zh-CN" altLang="en-US" sz="2400" dirty="0">
                <a:latin typeface="Times New Roman" panose="02020603050405020304" pitchFamily="18" charset="0"/>
                <a:ea typeface="+mj-ea"/>
                <a:cs typeface="Times New Roman" panose="02020603050405020304" pitchFamily="18" charset="0"/>
              </a:rPr>
              <a:t>下的</a:t>
            </a:r>
            <a:r>
              <a:rPr lang="en-US" altLang="zh-CN" sz="2400" dirty="0">
                <a:latin typeface="Times New Roman" panose="02020603050405020304" pitchFamily="18" charset="0"/>
                <a:ea typeface="+mj-ea"/>
                <a:cs typeface="Times New Roman" panose="02020603050405020304" pitchFamily="18" charset="0"/>
              </a:rPr>
              <a:t>Q</a:t>
            </a:r>
            <a:r>
              <a:rPr lang="zh-CN" altLang="en-US" sz="2400" dirty="0">
                <a:latin typeface="Times New Roman" panose="02020603050405020304" pitchFamily="18" charset="0"/>
                <a:ea typeface="+mj-ea"/>
                <a:cs typeface="Times New Roman" panose="02020603050405020304" pitchFamily="18" charset="0"/>
              </a:rPr>
              <a:t>为假，又已知</a:t>
            </a:r>
            <a:r>
              <a:rPr sz="2400" spc="-10" dirty="0">
                <a:solidFill>
                  <a:srgbClr val="00000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rPr>
              <a:t>P</a:t>
            </a:r>
            <a:r>
              <a:rPr sz="2400" spc="-1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rPr>
              <a:t>∨</a:t>
            </a:r>
            <a:r>
              <a:rPr lang="en-US" altLang="zh-CN" sz="2400" dirty="0">
                <a:latin typeface="Times New Roman" panose="02020603050405020304" pitchFamily="18" charset="0"/>
                <a:ea typeface="+mj-ea"/>
                <a:cs typeface="Times New Roman" panose="02020603050405020304" pitchFamily="18" charset="0"/>
              </a:rPr>
              <a:t>Q</a:t>
            </a:r>
            <a:r>
              <a:rPr lang="zh-CN" altLang="en-US" sz="2400" dirty="0">
                <a:latin typeface="Times New Roman" panose="02020603050405020304" pitchFamily="18" charset="0"/>
                <a:ea typeface="+mj-ea"/>
                <a:cs typeface="Times New Roman" panose="02020603050405020304" pitchFamily="18" charset="0"/>
              </a:rPr>
              <a:t>为真，则在</a:t>
            </a:r>
            <a:r>
              <a:rPr lang="en-US" altLang="zh-CN" sz="2400" dirty="0">
                <a:latin typeface="Times New Roman" panose="02020603050405020304" pitchFamily="18" charset="0"/>
                <a:ea typeface="+mj-ea"/>
                <a:cs typeface="Times New Roman" panose="02020603050405020304" pitchFamily="18" charset="0"/>
              </a:rPr>
              <a:t>I</a:t>
            </a:r>
            <a:r>
              <a:rPr lang="zh-CN" altLang="en-US" sz="2400" dirty="0">
                <a:latin typeface="Times New Roman" panose="02020603050405020304" pitchFamily="18" charset="0"/>
                <a:ea typeface="+mj-ea"/>
                <a:cs typeface="Times New Roman" panose="02020603050405020304" pitchFamily="18" charset="0"/>
              </a:rPr>
              <a:t>下，</a:t>
            </a:r>
            <a:r>
              <a:rPr sz="2400" spc="-10" dirty="0">
                <a:solidFill>
                  <a:srgbClr val="00000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rPr>
              <a:t>P</a:t>
            </a:r>
            <a:r>
              <a:rPr lang="zh-CN" altLang="en-US" sz="2400" dirty="0">
                <a:latin typeface="Times New Roman" panose="02020603050405020304" pitchFamily="18" charset="0"/>
                <a:ea typeface="+mj-ea"/>
                <a:cs typeface="Times New Roman" panose="02020603050405020304" pitchFamily="18" charset="0"/>
              </a:rPr>
              <a:t>为真，故</a:t>
            </a:r>
            <a:r>
              <a:rPr sz="2400" spc="-10" dirty="0">
                <a:solidFill>
                  <a:srgbClr val="00000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rPr>
              <a:t>P</a:t>
            </a:r>
            <a:r>
              <a:rPr sz="2400" spc="-1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rPr>
              <a:t>∨</a:t>
            </a:r>
            <a:r>
              <a:rPr lang="en-US" altLang="zh-CN" sz="2400" dirty="0">
                <a:latin typeface="Times New Roman" panose="02020603050405020304" pitchFamily="18" charset="0"/>
                <a:ea typeface="+mj-ea"/>
                <a:cs typeface="Times New Roman" panose="02020603050405020304" pitchFamily="18" charset="0"/>
              </a:rPr>
              <a:t>R</a:t>
            </a:r>
            <a:r>
              <a:rPr lang="zh-CN" altLang="en-US" sz="2400" dirty="0">
                <a:latin typeface="Times New Roman" panose="02020603050405020304" pitchFamily="18" charset="0"/>
                <a:ea typeface="+mj-ea"/>
                <a:cs typeface="Times New Roman" panose="02020603050405020304" pitchFamily="18" charset="0"/>
              </a:rPr>
              <a:t>为真。</a:t>
            </a:r>
            <a:endParaRPr lang="zh-CN" altLang="en-US" sz="2400" dirty="0">
              <a:latin typeface="Times New Roman" panose="02020603050405020304" pitchFamily="18" charset="0"/>
              <a:ea typeface="+mj-ea"/>
              <a:cs typeface="Times New Roman" panose="02020603050405020304" pitchFamily="18" charset="0"/>
            </a:endParaRPr>
          </a:p>
          <a:p>
            <a:pPr marL="342900" indent="-342900" algn="just" rtl="0" eaLnBrk="0">
              <a:lnSpc>
                <a:spcPct val="95000"/>
              </a:lnSpc>
              <a:spcBef>
                <a:spcPts val="610"/>
              </a:spcBef>
              <a:buFont typeface="Arial" panose="020B0604020202020204" pitchFamily="34" charset="0"/>
              <a:buChar char="•"/>
            </a:pPr>
            <a:r>
              <a:rPr lang="zh-CN" altLang="en-US" sz="2400" dirty="0">
                <a:latin typeface="Times New Roman" panose="02020603050405020304" pitchFamily="18" charset="0"/>
                <a:ea typeface="+mj-ea"/>
                <a:cs typeface="Times New Roman" panose="02020603050405020304" pitchFamily="18" charset="0"/>
              </a:rPr>
              <a:t>故</a:t>
            </a:r>
            <a:r>
              <a:rPr sz="2400" spc="-10" dirty="0">
                <a:solidFill>
                  <a:srgbClr val="00000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rPr>
              <a:t>P</a:t>
            </a:r>
            <a:r>
              <a:rPr sz="2400" spc="-1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rPr>
              <a:t>∨</a:t>
            </a:r>
            <a:r>
              <a:rPr lang="en-US" altLang="zh-CN" sz="2400" dirty="0">
                <a:latin typeface="Times New Roman" panose="02020603050405020304" pitchFamily="18" charset="0"/>
                <a:ea typeface="+mj-ea"/>
                <a:cs typeface="Times New Roman" panose="02020603050405020304" pitchFamily="18" charset="0"/>
              </a:rPr>
              <a:t>R</a:t>
            </a:r>
            <a:r>
              <a:rPr lang="zh-CN" altLang="en-US" sz="2400" dirty="0">
                <a:latin typeface="Times New Roman" panose="02020603050405020304" pitchFamily="18" charset="0"/>
                <a:ea typeface="+mj-ea"/>
                <a:cs typeface="Times New Roman" panose="02020603050405020304" pitchFamily="18" charset="0"/>
              </a:rPr>
              <a:t>是</a:t>
            </a:r>
            <a:r>
              <a:rPr sz="2400" spc="-10" dirty="0">
                <a:solidFill>
                  <a:srgbClr val="00000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rPr>
              <a:t>P</a:t>
            </a:r>
            <a:r>
              <a:rPr sz="2400" spc="-1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rPr>
              <a:t>∨</a:t>
            </a:r>
            <a:r>
              <a:rPr lang="en-US" altLang="zh-CN" sz="2400" dirty="0">
                <a:latin typeface="Times New Roman" panose="02020603050405020304" pitchFamily="18" charset="0"/>
                <a:ea typeface="+mj-ea"/>
                <a:cs typeface="Times New Roman" panose="02020603050405020304" pitchFamily="18" charset="0"/>
              </a:rPr>
              <a:t>Q</a:t>
            </a:r>
            <a:r>
              <a:rPr lang="zh-CN" altLang="en-US" sz="2400" dirty="0">
                <a:latin typeface="Times New Roman" panose="02020603050405020304" pitchFamily="18" charset="0"/>
                <a:ea typeface="+mj-ea"/>
                <a:cs typeface="Times New Roman" panose="02020603050405020304" pitchFamily="18" charset="0"/>
              </a:rPr>
              <a:t>和</a:t>
            </a:r>
            <a:r>
              <a:rPr sz="2400" spc="-10" dirty="0">
                <a:solidFill>
                  <a:srgbClr val="00000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rPr>
              <a:t>Q</a:t>
            </a:r>
            <a:r>
              <a:rPr sz="2400" spc="-1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rPr>
              <a:t>∨</a:t>
            </a:r>
            <a:r>
              <a:rPr lang="en-US" altLang="zh-CN" sz="2400" dirty="0">
                <a:latin typeface="Times New Roman" panose="02020603050405020304" pitchFamily="18" charset="0"/>
                <a:ea typeface="+mj-ea"/>
                <a:cs typeface="Times New Roman" panose="02020603050405020304" pitchFamily="18" charset="0"/>
              </a:rPr>
              <a:t>R</a:t>
            </a:r>
            <a:r>
              <a:rPr lang="zh-CN" altLang="en-US" sz="2400" dirty="0">
                <a:latin typeface="Times New Roman" panose="02020603050405020304" pitchFamily="18" charset="0"/>
                <a:ea typeface="+mj-ea"/>
                <a:cs typeface="Times New Roman" panose="02020603050405020304" pitchFamily="18" charset="0"/>
              </a:rPr>
              <a:t>的逻辑结论。</a:t>
            </a:r>
            <a:endParaRPr lang="zh-CN" altLang="en-US" sz="2400" dirty="0">
              <a:latin typeface="Times New Roman" panose="02020603050405020304" pitchFamily="18" charset="0"/>
              <a:ea typeface="+mj-ea"/>
              <a:cs typeface="Times New Roman" panose="02020603050405020304" pitchFamily="18" charset="0"/>
            </a:endParaRPr>
          </a:p>
        </p:txBody>
      </p:sp>
      <p:sp>
        <p:nvSpPr>
          <p:cNvPr id="70661" name="Rectangle 6"/>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70662" name="Rectangle 8"/>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Tree>
  </p:cSld>
  <p:clrMapOvr>
    <a:masterClrMapping/>
  </p:clrMapOvr>
  <p:transition>
    <p:random/>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灯片编号占位符 4"/>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0659"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3.3  </a:t>
            </a:r>
            <a:r>
              <a:rPr lang="zh-CN" altLang="en-US" sz="3600" b="0" dirty="0">
                <a:latin typeface="Times New Roman" panose="02020603050405020304" pitchFamily="18" charset="0"/>
                <a:ea typeface="黑体" panose="02010609060101010101" pitchFamily="49" charset="-122"/>
              </a:rPr>
              <a:t>谓词公式化为子句集的方法</a:t>
            </a:r>
            <a:endParaRPr lang="zh-CN" altLang="en-US" sz="3600" b="0" dirty="0">
              <a:latin typeface="Times New Roman" panose="02020603050405020304" pitchFamily="18" charset="0"/>
              <a:ea typeface="黑体" panose="02010609060101010101" pitchFamily="49" charset="-122"/>
            </a:endParaRPr>
          </a:p>
        </p:txBody>
      </p:sp>
      <p:sp>
        <p:nvSpPr>
          <p:cNvPr id="70660" name="Rectangle 3"/>
          <p:cNvSpPr>
            <a:spLocks noGrp="1"/>
          </p:cNvSpPr>
          <p:nvPr>
            <p:ph type="body" sz="half" idx="1"/>
          </p:nvPr>
        </p:nvSpPr>
        <p:spPr>
          <a:xfrm>
            <a:off x="304800" y="1060450"/>
            <a:ext cx="8686800" cy="5645150"/>
          </a:xfrm>
        </p:spPr>
        <p:txBody>
          <a:bodyPr vert="horz" wrap="square" lIns="91440" tIns="45720" rIns="91440" bIns="45720" anchor="t" anchorCtr="0"/>
          <a:p>
            <a:pPr marL="0" indent="0" algn="just" rtl="0" eaLnBrk="0">
              <a:lnSpc>
                <a:spcPct val="95000"/>
              </a:lnSpc>
              <a:spcBef>
                <a:spcPts val="610"/>
              </a:spcBef>
              <a:buNone/>
            </a:pPr>
            <a:r>
              <a:rPr lang="zh-CN" altLang="en-US" sz="2400" b="1" dirty="0">
                <a:latin typeface="Times New Roman" panose="02020603050405020304" pitchFamily="18" charset="0"/>
                <a:ea typeface="+mj-ea"/>
                <a:cs typeface="Times New Roman" panose="02020603050405020304" pitchFamily="18" charset="0"/>
              </a:rPr>
              <a:t>分析</a:t>
            </a:r>
            <a:r>
              <a:rPr lang="zh-CN" altLang="en-US" sz="2400" dirty="0">
                <a:latin typeface="Times New Roman" panose="02020603050405020304" pitchFamily="18" charset="0"/>
                <a:ea typeface="+mj-ea"/>
                <a:cs typeface="Times New Roman" panose="02020603050405020304" pitchFamily="18" charset="0"/>
              </a:rPr>
              <a:t>：</a:t>
            </a:r>
            <a:endParaRPr lang="zh-CN" altLang="en-US" sz="2400" dirty="0">
              <a:latin typeface="Times New Roman" panose="02020603050405020304" pitchFamily="18" charset="0"/>
              <a:ea typeface="+mj-ea"/>
              <a:cs typeface="Times New Roman" panose="02020603050405020304" pitchFamily="18" charset="0"/>
            </a:endParaRPr>
          </a:p>
          <a:p>
            <a:pPr marL="342900" indent="-342900" algn="just" rtl="0" eaLnBrk="0">
              <a:lnSpc>
                <a:spcPct val="95000"/>
              </a:lnSpc>
              <a:spcBef>
                <a:spcPts val="610"/>
              </a:spcBef>
              <a:buFont typeface="Arial" panose="020B0604020202020204" pitchFamily="34" charset="0"/>
              <a:buChar char="•"/>
            </a:pPr>
            <a:r>
              <a:rPr lang="zh-CN" altLang="en-US" sz="2400" dirty="0">
                <a:latin typeface="Times New Roman" panose="02020603050405020304" pitchFamily="18" charset="0"/>
                <a:ea typeface="+mj-ea"/>
                <a:cs typeface="Times New Roman" panose="02020603050405020304" pitchFamily="18" charset="0"/>
              </a:rPr>
              <a:t>所以，以后遇到形如</a:t>
            </a:r>
            <a:r>
              <a:rPr sz="2400" spc="-10" dirty="0">
                <a:solidFill>
                  <a:srgbClr val="00000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sym typeface="+mn-ea"/>
              </a:rPr>
              <a:t>P</a:t>
            </a:r>
            <a:r>
              <a:rPr sz="2400" spc="-1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sym typeface="+mn-ea"/>
              </a:rPr>
              <a:t>Q</a:t>
            </a:r>
            <a:r>
              <a:rPr lang="zh-CN" altLang="en-US" sz="2400" dirty="0">
                <a:latin typeface="Times New Roman" panose="02020603050405020304" pitchFamily="18" charset="0"/>
                <a:ea typeface="+mj-ea"/>
                <a:cs typeface="Times New Roman" panose="02020603050405020304" pitchFamily="18" charset="0"/>
                <a:sym typeface="+mn-ea"/>
              </a:rPr>
              <a:t>和</a:t>
            </a:r>
            <a:r>
              <a:rPr sz="2400" spc="-10" dirty="0">
                <a:solidFill>
                  <a:srgbClr val="00000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sym typeface="+mn-ea"/>
              </a:rPr>
              <a:t>Q</a:t>
            </a:r>
            <a:r>
              <a:rPr sz="2400" spc="-1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sym typeface="+mn-ea"/>
              </a:rPr>
              <a:t>R</a:t>
            </a:r>
            <a:r>
              <a:rPr lang="zh-CN" altLang="en-US" sz="2400" dirty="0">
                <a:latin typeface="Times New Roman" panose="02020603050405020304" pitchFamily="18" charset="0"/>
                <a:ea typeface="+mj-ea"/>
                <a:cs typeface="Times New Roman" panose="02020603050405020304" pitchFamily="18" charset="0"/>
              </a:rPr>
              <a:t>的子句，就可以直接得到一个新子句</a:t>
            </a:r>
            <a:r>
              <a:rPr sz="2400" spc="-10" dirty="0">
                <a:solidFill>
                  <a:srgbClr val="00000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sym typeface="+mn-ea"/>
              </a:rPr>
              <a:t>P</a:t>
            </a:r>
            <a:r>
              <a:rPr sz="2400" spc="-10" dirty="0">
                <a:solidFill>
                  <a:srgbClr val="000000">
                    <a:alpha val="100000"/>
                  </a:srgbClr>
                </a:solidFill>
                <a:latin typeface="微软雅黑" panose="020B0503020204020204" charset="-122"/>
                <a:ea typeface="微软雅黑" panose="020B0503020204020204" charset="-122"/>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sym typeface="+mn-ea"/>
              </a:rPr>
              <a:t>R</a:t>
            </a:r>
            <a:r>
              <a:rPr lang="en-US" altLang="zh-CN" sz="2400" dirty="0">
                <a:latin typeface="Times New Roman" panose="02020603050405020304" pitchFamily="18" charset="0"/>
                <a:ea typeface="+mj-ea"/>
                <a:cs typeface="Times New Roman" panose="02020603050405020304" pitchFamily="18" charset="0"/>
              </a:rPr>
              <a:t>, </a:t>
            </a:r>
            <a:r>
              <a:rPr lang="zh-CN" altLang="en-US" sz="2400" dirty="0">
                <a:latin typeface="Times New Roman" panose="02020603050405020304" pitchFamily="18" charset="0"/>
                <a:ea typeface="+mj-ea"/>
                <a:cs typeface="Times New Roman" panose="02020603050405020304" pitchFamily="18" charset="0"/>
              </a:rPr>
              <a:t>这个新子句是由上面两个子句导出的，并且可以看成是消去互补文字</a:t>
            </a:r>
            <a:r>
              <a:rPr lang="en-US" altLang="zh-CN" sz="2400" dirty="0">
                <a:latin typeface="Times New Roman" panose="02020603050405020304" pitchFamily="18" charset="0"/>
                <a:ea typeface="+mj-ea"/>
                <a:cs typeface="Times New Roman" panose="02020603050405020304" pitchFamily="18" charset="0"/>
              </a:rPr>
              <a:t>Q</a:t>
            </a:r>
            <a:r>
              <a:rPr lang="zh-CN" altLang="en-US" sz="2400" dirty="0">
                <a:latin typeface="Times New Roman" panose="02020603050405020304" pitchFamily="18" charset="0"/>
                <a:ea typeface="+mj-ea"/>
                <a:cs typeface="Times New Roman" panose="02020603050405020304" pitchFamily="18" charset="0"/>
              </a:rPr>
              <a:t>和</a:t>
            </a:r>
            <a:r>
              <a:rPr sz="2400" spc="-10" dirty="0">
                <a:solidFill>
                  <a:srgbClr val="00000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rPr>
              <a:t>Q </a:t>
            </a:r>
            <a:r>
              <a:rPr lang="zh-CN" altLang="en-US" sz="2400" dirty="0">
                <a:latin typeface="Times New Roman" panose="02020603050405020304" pitchFamily="18" charset="0"/>
                <a:ea typeface="+mj-ea"/>
                <a:cs typeface="Times New Roman" panose="02020603050405020304" pitchFamily="18" charset="0"/>
              </a:rPr>
              <a:t>后剩余部分进行析取构成的新子句，这个过程就是</a:t>
            </a:r>
            <a:r>
              <a:rPr lang="zh-CN" altLang="en-US" sz="2400" b="1" dirty="0">
                <a:solidFill>
                  <a:srgbClr val="FF0000"/>
                </a:solidFill>
                <a:latin typeface="Times New Roman" panose="02020603050405020304" pitchFamily="18" charset="0"/>
                <a:ea typeface="+mj-ea"/>
                <a:cs typeface="Times New Roman" panose="02020603050405020304" pitchFamily="18" charset="0"/>
              </a:rPr>
              <a:t>消解</a:t>
            </a:r>
            <a:r>
              <a:rPr lang="zh-CN" altLang="en-US" sz="2400" dirty="0">
                <a:latin typeface="Times New Roman" panose="02020603050405020304" pitchFamily="18" charset="0"/>
                <a:ea typeface="+mj-ea"/>
                <a:cs typeface="Times New Roman" panose="02020603050405020304" pitchFamily="18" charset="0"/>
              </a:rPr>
              <a:t>。</a:t>
            </a:r>
            <a:endParaRPr lang="zh-CN" altLang="en-US" sz="2400" dirty="0">
              <a:latin typeface="Times New Roman" panose="02020603050405020304" pitchFamily="18" charset="0"/>
              <a:ea typeface="+mj-ea"/>
              <a:cs typeface="Times New Roman" panose="02020603050405020304" pitchFamily="18" charset="0"/>
            </a:endParaRPr>
          </a:p>
          <a:p>
            <a:pPr marL="0" indent="0" algn="just" rtl="0" eaLnBrk="0">
              <a:lnSpc>
                <a:spcPct val="95000"/>
              </a:lnSpc>
              <a:spcBef>
                <a:spcPts val="610"/>
              </a:spcBef>
              <a:buNone/>
            </a:pPr>
            <a:endParaRPr lang="zh-CN" altLang="en-US" sz="2400" dirty="0">
              <a:latin typeface="Times New Roman" panose="02020603050405020304" pitchFamily="18" charset="0"/>
              <a:ea typeface="+mj-ea"/>
              <a:cs typeface="Times New Roman" panose="02020603050405020304" pitchFamily="18" charset="0"/>
            </a:endParaRPr>
          </a:p>
        </p:txBody>
      </p:sp>
      <p:sp>
        <p:nvSpPr>
          <p:cNvPr id="70661" name="Rectangle 6"/>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70662" name="Rectangle 8"/>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Tree>
  </p:cSld>
  <p:clrMapOvr>
    <a:masterClrMapping/>
  </p:clrMapOvr>
  <p:transition>
    <p:random/>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灯片编号占位符 4"/>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0659"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3.3  </a:t>
            </a:r>
            <a:r>
              <a:rPr lang="zh-CN" altLang="en-US" sz="3600" b="0" dirty="0">
                <a:latin typeface="Times New Roman" panose="02020603050405020304" pitchFamily="18" charset="0"/>
                <a:ea typeface="黑体" panose="02010609060101010101" pitchFamily="49" charset="-122"/>
              </a:rPr>
              <a:t>谓词公式化为子句集的方法</a:t>
            </a:r>
            <a:endParaRPr lang="zh-CN" altLang="en-US" sz="3600" b="0" dirty="0">
              <a:latin typeface="Times New Roman" panose="02020603050405020304" pitchFamily="18" charset="0"/>
              <a:ea typeface="黑体" panose="02010609060101010101" pitchFamily="49" charset="-122"/>
            </a:endParaRPr>
          </a:p>
        </p:txBody>
      </p:sp>
      <p:sp>
        <p:nvSpPr>
          <p:cNvPr id="70660" name="Rectangle 3"/>
          <p:cNvSpPr>
            <a:spLocks noGrp="1"/>
          </p:cNvSpPr>
          <p:nvPr>
            <p:ph type="body" sz="half" idx="1"/>
          </p:nvPr>
        </p:nvSpPr>
        <p:spPr>
          <a:xfrm>
            <a:off x="304800" y="1060450"/>
            <a:ext cx="8686800" cy="5645150"/>
          </a:xfrm>
        </p:spPr>
        <p:txBody>
          <a:bodyPr vert="horz" wrap="square" lIns="91440" tIns="45720" rIns="91440" bIns="45720" anchor="t" anchorCtr="0"/>
          <a:p>
            <a:pPr marL="0" indent="0" algn="just" eaLnBrk="1" hangingPunct="1">
              <a:lnSpc>
                <a:spcPct val="120000"/>
              </a:lnSpc>
              <a:spcBef>
                <a:spcPct val="50000"/>
              </a:spcBef>
              <a:buClr>
                <a:schemeClr val="accent2"/>
              </a:buClr>
              <a:buSzTx/>
              <a:buFont typeface="Wingdings" panose="05000000000000000000" pitchFamily="2" charset="2"/>
              <a:buNone/>
            </a:pPr>
            <a:r>
              <a:rPr lang="zh-CN" altLang="en-US" sz="2800" b="1" dirty="0">
                <a:latin typeface="Times New Roman" panose="02020603050405020304" pitchFamily="18" charset="0"/>
                <a:ea typeface="+mj-ea"/>
                <a:cs typeface="Times New Roman" panose="02020603050405020304" pitchFamily="18" charset="0"/>
              </a:rPr>
              <a:t> </a:t>
            </a:r>
            <a:r>
              <a:rPr lang="zh-CN" altLang="en-US" sz="2800" b="1" dirty="0">
                <a:solidFill>
                  <a:srgbClr val="FF0000"/>
                </a:solidFill>
                <a:latin typeface="Times New Roman" panose="02020603050405020304" pitchFamily="18" charset="0"/>
                <a:ea typeface="+mj-ea"/>
                <a:cs typeface="Times New Roman" panose="02020603050405020304" pitchFamily="18" charset="0"/>
              </a:rPr>
              <a:t>化简子句集</a:t>
            </a:r>
            <a:endParaRPr lang="zh-CN" altLang="en-US" sz="2800" b="1" dirty="0">
              <a:latin typeface="Times New Roman" panose="02020603050405020304" pitchFamily="18" charset="0"/>
              <a:ea typeface="+mj-ea"/>
              <a:cs typeface="Times New Roman" panose="02020603050405020304" pitchFamily="18" charset="0"/>
            </a:endParaRPr>
          </a:p>
          <a:p>
            <a:pPr marL="18415" algn="just" rtl="0" eaLnBrk="0">
              <a:lnSpc>
                <a:spcPct val="95000"/>
              </a:lnSpc>
              <a:spcBef>
                <a:spcPts val="610"/>
              </a:spcBef>
            </a:pPr>
            <a:r>
              <a:rPr lang="zh-CN" altLang="en-US" sz="2800" spc="-50" dirty="0">
                <a:solidFill>
                  <a:srgbClr val="000000">
                    <a:alpha val="100000"/>
                  </a:srgbClr>
                </a:solidFill>
                <a:latin typeface="Times New Roman" panose="02020603050405020304" pitchFamily="18" charset="0"/>
                <a:ea typeface="+mj-ea"/>
                <a:cs typeface="Times New Roman" panose="02020603050405020304" pitchFamily="18" charset="0"/>
                <a:sym typeface="+mn-ea"/>
              </a:rPr>
              <a:t>消解反演采用的是反证的思想，只要将推理公式的条件部分和结论的否定都化为子句</a:t>
            </a:r>
            <a:endParaRPr sz="2800" spc="-50" dirty="0">
              <a:solidFill>
                <a:srgbClr val="000000">
                  <a:alpha val="100000"/>
                </a:srgbClr>
              </a:solidFill>
              <a:latin typeface="Times New Roman" panose="02020603050405020304" pitchFamily="18" charset="0"/>
              <a:ea typeface="+mj-ea"/>
              <a:cs typeface="Times New Roman" panose="02020603050405020304" pitchFamily="18" charset="0"/>
              <a:sym typeface="+mn-ea"/>
            </a:endParaRPr>
          </a:p>
          <a:p>
            <a:pPr marL="18415" algn="just" rtl="0" eaLnBrk="0">
              <a:lnSpc>
                <a:spcPct val="95000"/>
              </a:lnSpc>
              <a:spcBef>
                <a:spcPts val="610"/>
              </a:spcBef>
            </a:pPr>
            <a:r>
              <a:rPr lang="zh-CN" altLang="en-US" sz="2800" spc="90" dirty="0">
                <a:solidFill>
                  <a:srgbClr val="000000">
                    <a:alpha val="100000"/>
                  </a:srgbClr>
                </a:solidFill>
                <a:latin typeface="Times New Roman" panose="02020603050405020304" pitchFamily="18" charset="0"/>
                <a:ea typeface="+mj-ea"/>
                <a:cs typeface="Times New Roman" panose="02020603050405020304" pitchFamily="18" charset="0"/>
                <a:sym typeface="+mn-ea"/>
              </a:rPr>
              <a:t>并证明所形成的子句集是不可满足的</a:t>
            </a:r>
            <a:endParaRPr lang="zh-CN" altLang="en-US" sz="2800" spc="90" dirty="0">
              <a:solidFill>
                <a:srgbClr val="000000">
                  <a:alpha val="100000"/>
                </a:srgbClr>
              </a:solidFill>
              <a:latin typeface="Times New Roman" panose="02020603050405020304" pitchFamily="18" charset="0"/>
              <a:ea typeface="+mj-ea"/>
              <a:cs typeface="Times New Roman" panose="02020603050405020304" pitchFamily="18" charset="0"/>
              <a:sym typeface="+mn-ea"/>
            </a:endParaRPr>
          </a:p>
          <a:p>
            <a:pPr marL="18415" algn="just" rtl="0" eaLnBrk="0">
              <a:lnSpc>
                <a:spcPct val="95000"/>
              </a:lnSpc>
              <a:spcBef>
                <a:spcPts val="610"/>
              </a:spcBef>
            </a:pPr>
            <a:r>
              <a:rPr lang="zh-CN" altLang="en-US" sz="2800" spc="90" dirty="0">
                <a:solidFill>
                  <a:srgbClr val="000000">
                    <a:alpha val="100000"/>
                  </a:srgbClr>
                </a:solidFill>
                <a:latin typeface="Times New Roman" panose="02020603050405020304" pitchFamily="18" charset="0"/>
                <a:ea typeface="+mj-ea"/>
                <a:cs typeface="Times New Roman" panose="02020603050405020304" pitchFamily="18" charset="0"/>
                <a:sym typeface="+mn-ea"/>
              </a:rPr>
              <a:t>即可证明原公式成立</a:t>
            </a:r>
            <a:endParaRPr lang="en-US" altLang="zh-CN" sz="2400" dirty="0">
              <a:latin typeface="Times New Roman" panose="02020603050405020304" pitchFamily="18" charset="0"/>
              <a:ea typeface="+mj-ea"/>
              <a:cs typeface="Times New Roman" panose="02020603050405020304" pitchFamily="18" charset="0"/>
            </a:endParaRPr>
          </a:p>
        </p:txBody>
      </p:sp>
      <p:sp>
        <p:nvSpPr>
          <p:cNvPr id="70661" name="Rectangle 6"/>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70662" name="Rectangle 8"/>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Tree>
  </p:cSld>
  <p:clrMapOvr>
    <a:masterClrMapping/>
  </p:clrMapOvr>
  <p:transition>
    <p:random/>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灯片编号占位符 4"/>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0659"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3.3  </a:t>
            </a:r>
            <a:r>
              <a:rPr lang="zh-CN" altLang="en-US" sz="3600" b="0" dirty="0">
                <a:latin typeface="Times New Roman" panose="02020603050405020304" pitchFamily="18" charset="0"/>
                <a:ea typeface="黑体" panose="02010609060101010101" pitchFamily="49" charset="-122"/>
              </a:rPr>
              <a:t>谓词公式化为子句集的方法</a:t>
            </a:r>
            <a:endParaRPr lang="zh-CN" altLang="en-US" sz="3600" b="0" dirty="0">
              <a:latin typeface="Times New Roman" panose="02020603050405020304" pitchFamily="18" charset="0"/>
              <a:ea typeface="黑体" panose="02010609060101010101" pitchFamily="49" charset="-122"/>
            </a:endParaRPr>
          </a:p>
        </p:txBody>
      </p:sp>
      <p:sp>
        <p:nvSpPr>
          <p:cNvPr id="70660" name="Rectangle 3"/>
          <p:cNvSpPr>
            <a:spLocks noGrp="1"/>
          </p:cNvSpPr>
          <p:nvPr>
            <p:ph type="body" sz="half" idx="1"/>
          </p:nvPr>
        </p:nvSpPr>
        <p:spPr>
          <a:xfrm>
            <a:off x="76200" y="838200"/>
            <a:ext cx="8893810" cy="5645150"/>
          </a:xfrm>
        </p:spPr>
        <p:txBody>
          <a:bodyPr vert="horz" wrap="square" lIns="91440" tIns="45720" rIns="91440" bIns="45720" anchor="t" anchorCtr="0"/>
          <a:p>
            <a:pPr marL="0" indent="0" algn="just" eaLnBrk="1" hangingPunct="1">
              <a:lnSpc>
                <a:spcPct val="120000"/>
              </a:lnSpc>
              <a:spcBef>
                <a:spcPct val="50000"/>
              </a:spcBef>
              <a:buClr>
                <a:schemeClr val="accent2"/>
              </a:buClr>
              <a:buSzTx/>
              <a:buFont typeface="Wingdings" panose="05000000000000000000" pitchFamily="2" charset="2"/>
              <a:buNone/>
            </a:pPr>
            <a:r>
              <a:rPr lang="zh-CN" altLang="en-US" sz="2400" b="1" dirty="0">
                <a:solidFill>
                  <a:srgbClr val="FF0000"/>
                </a:solidFill>
                <a:latin typeface="Times New Roman" panose="02020603050405020304" pitchFamily="18" charset="0"/>
                <a:ea typeface="+mj-ea"/>
                <a:cs typeface="Times New Roman" panose="02020603050405020304" pitchFamily="18" charset="0"/>
              </a:rPr>
              <a:t>任一谓词演算公式可以都化成一个子句集</a:t>
            </a:r>
            <a:r>
              <a:rPr lang="zh-CN" altLang="en-US" sz="2400" b="1" dirty="0">
                <a:latin typeface="Times New Roman" panose="02020603050405020304" pitchFamily="18" charset="0"/>
                <a:ea typeface="+mj-ea"/>
                <a:cs typeface="Times New Roman" panose="02020603050405020304" pitchFamily="18" charset="0"/>
              </a:rPr>
              <a:t>。其变换过程由下列九个步骤组成</a:t>
            </a:r>
            <a:endParaRPr lang="zh-CN" altLang="en-US" sz="2400" b="1" dirty="0">
              <a:latin typeface="Times New Roman" panose="02020603050405020304" pitchFamily="18" charset="0"/>
              <a:ea typeface="+mj-ea"/>
              <a:cs typeface="Times New Roman" panose="02020603050405020304" pitchFamily="18" charset="0"/>
            </a:endParaRPr>
          </a:p>
          <a:p>
            <a:pPr marL="0" indent="0" algn="just" rtl="0" eaLnBrk="0">
              <a:lnSpc>
                <a:spcPct val="95000"/>
              </a:lnSpc>
              <a:spcBef>
                <a:spcPts val="610"/>
              </a:spcBef>
              <a:buNone/>
            </a:pPr>
            <a:r>
              <a:rPr lang="en-US" altLang="zh-CN" sz="2400" b="1" dirty="0">
                <a:solidFill>
                  <a:srgbClr val="FF0000"/>
                </a:solidFill>
                <a:latin typeface="Times New Roman" panose="02020603050405020304" pitchFamily="18" charset="0"/>
                <a:ea typeface="+mj-ea"/>
                <a:cs typeface="Times New Roman" panose="02020603050405020304" pitchFamily="18" charset="0"/>
              </a:rPr>
              <a:t>(1)</a:t>
            </a:r>
            <a:r>
              <a:rPr lang="zh-CN" altLang="en-US" sz="2400" b="1" dirty="0">
                <a:solidFill>
                  <a:srgbClr val="FF0000"/>
                </a:solidFill>
                <a:latin typeface="Times New Roman" panose="02020603050405020304" pitchFamily="18" charset="0"/>
                <a:ea typeface="+mj-ea"/>
                <a:cs typeface="Times New Roman" panose="02020603050405020304" pitchFamily="18" charset="0"/>
              </a:rPr>
              <a:t>消去蕴涵和</a:t>
            </a:r>
            <a:r>
              <a:rPr lang="zh-CN" altLang="en-US" sz="2400" b="1" dirty="0">
                <a:solidFill>
                  <a:srgbClr val="FF0000"/>
                </a:solidFill>
                <a:latin typeface="Times New Roman" panose="02020603050405020304" pitchFamily="18" charset="0"/>
                <a:ea typeface="+mj-ea"/>
                <a:cs typeface="Times New Roman" panose="02020603050405020304" pitchFamily="18" charset="0"/>
              </a:rPr>
              <a:t>等价符号</a:t>
            </a:r>
            <a:endParaRPr lang="zh-CN" altLang="en-US" sz="2400" b="1" dirty="0">
              <a:solidFill>
                <a:srgbClr val="FF0000"/>
              </a:solidFill>
              <a:latin typeface="Times New Roman" panose="02020603050405020304" pitchFamily="18" charset="0"/>
              <a:ea typeface="+mj-ea"/>
              <a:cs typeface="Times New Roman" panose="02020603050405020304" pitchFamily="18" charset="0"/>
            </a:endParaRPr>
          </a:p>
          <a:p>
            <a:pPr marL="457200" lvl="1" indent="0" algn="just" rtl="0" eaLnBrk="0">
              <a:lnSpc>
                <a:spcPct val="95000"/>
              </a:lnSpc>
              <a:spcBef>
                <a:spcPts val="610"/>
              </a:spcBef>
              <a:buNone/>
            </a:pPr>
            <a:endParaRPr lang="zh-CN" altLang="en-US" sz="2400" dirty="0">
              <a:solidFill>
                <a:srgbClr val="002060"/>
              </a:solidFill>
              <a:latin typeface="Times New Roman" panose="02020603050405020304" pitchFamily="18" charset="0"/>
              <a:ea typeface="+mj-ea"/>
              <a:cs typeface="Times New Roman" panose="02020603050405020304" pitchFamily="18" charset="0"/>
            </a:endParaRPr>
          </a:p>
          <a:p>
            <a:pPr marL="0" algn="just" rtl="0" eaLnBrk="0">
              <a:lnSpc>
                <a:spcPct val="95000"/>
              </a:lnSpc>
              <a:spcBef>
                <a:spcPts val="610"/>
              </a:spcBef>
              <a:buSzTx/>
              <a:buNone/>
            </a:pPr>
            <a:r>
              <a:rPr lang="en-US" altLang="zh-CN" sz="2400" b="1" dirty="0">
                <a:solidFill>
                  <a:srgbClr val="FF0000"/>
                </a:solidFill>
                <a:latin typeface="Times New Roman" panose="02020603050405020304" pitchFamily="18" charset="0"/>
                <a:ea typeface="+mj-ea"/>
                <a:cs typeface="Times New Roman" panose="02020603050405020304" pitchFamily="18" charset="0"/>
              </a:rPr>
              <a:t>(2)减少否定符号</a:t>
            </a:r>
            <a:r>
              <a:rPr lang="en-US" altLang="en-US" sz="2400" b="1" dirty="0">
                <a:solidFill>
                  <a:srgbClr val="FF0000"/>
                </a:solidFill>
                <a:latin typeface="Times New Roman" panose="02020603050405020304" pitchFamily="18" charset="0"/>
                <a:ea typeface="+mj-ea"/>
                <a:cs typeface="Times New Roman" panose="02020603050405020304" pitchFamily="18" charset="0"/>
              </a:rPr>
              <a:t>¬</a:t>
            </a:r>
            <a:r>
              <a:rPr lang="en-US" altLang="zh-CN" sz="2400" b="1" dirty="0">
                <a:solidFill>
                  <a:srgbClr val="FF0000"/>
                </a:solidFill>
                <a:latin typeface="Times New Roman" panose="02020603050405020304" pitchFamily="18" charset="0"/>
                <a:ea typeface="+mj-ea"/>
                <a:cs typeface="Times New Roman" panose="02020603050405020304" pitchFamily="18" charset="0"/>
              </a:rPr>
              <a:t>的辖域</a:t>
            </a:r>
            <a:endParaRPr lang="en-US" altLang="zh-CN" sz="2400" b="1" dirty="0">
              <a:solidFill>
                <a:srgbClr val="FF0000"/>
              </a:solidFill>
              <a:latin typeface="Times New Roman" panose="02020603050405020304" pitchFamily="18" charset="0"/>
              <a:ea typeface="+mj-ea"/>
              <a:cs typeface="Times New Roman" panose="02020603050405020304" pitchFamily="18" charset="0"/>
            </a:endParaRPr>
          </a:p>
          <a:p>
            <a:pPr marL="342900" indent="-342900" algn="just" rtl="0" eaLnBrk="0">
              <a:lnSpc>
                <a:spcPct val="95000"/>
              </a:lnSpc>
              <a:spcBef>
                <a:spcPts val="610"/>
              </a:spcBef>
              <a:buFont typeface="Arial" panose="020B0604020202020204" pitchFamily="34" charset="0"/>
              <a:buChar char="•"/>
            </a:pPr>
            <a:r>
              <a:rPr lang="zh-CN" altLang="en-US" sz="2400" dirty="0">
                <a:latin typeface="Times New Roman" panose="02020603050405020304" pitchFamily="18" charset="0"/>
                <a:ea typeface="+mj-ea"/>
                <a:cs typeface="Times New Roman" panose="02020603050405020304" pitchFamily="18" charset="0"/>
              </a:rPr>
              <a:t>每个否定符号</a:t>
            </a:r>
            <a:r>
              <a:rPr lang="en-US" altLang="en-US" sz="2400" dirty="0">
                <a:latin typeface="Times New Roman" panose="02020603050405020304" pitchFamily="18" charset="0"/>
                <a:ea typeface="+mj-ea"/>
                <a:cs typeface="Times New Roman" panose="02020603050405020304" pitchFamily="18" charset="0"/>
              </a:rPr>
              <a:t>¬</a:t>
            </a:r>
            <a:r>
              <a:rPr lang="zh-CN" altLang="en-US" sz="2400" dirty="0">
                <a:latin typeface="Times New Roman" panose="02020603050405020304" pitchFamily="18" charset="0"/>
                <a:ea typeface="+mj-ea"/>
                <a:cs typeface="Times New Roman" panose="02020603050405020304" pitchFamily="18" charset="0"/>
              </a:rPr>
              <a:t>最多只用到一个谓词符号上，并反复应用德</a:t>
            </a:r>
            <a:r>
              <a:rPr lang="en-US" altLang="zh-CN" sz="2400" dirty="0">
                <a:latin typeface="Times New Roman" panose="02020603050405020304" pitchFamily="18" charset="0"/>
                <a:ea typeface="+mj-ea"/>
                <a:cs typeface="Times New Roman" panose="02020603050405020304" pitchFamily="18" charset="0"/>
              </a:rPr>
              <a:t> ·</a:t>
            </a:r>
            <a:r>
              <a:rPr lang="zh-CN" altLang="en-US" sz="2400" dirty="0">
                <a:latin typeface="Times New Roman" panose="02020603050405020304" pitchFamily="18" charset="0"/>
                <a:ea typeface="+mj-ea"/>
                <a:cs typeface="Times New Roman" panose="02020603050405020304" pitchFamily="18" charset="0"/>
              </a:rPr>
              <a:t>摩根定律。</a:t>
            </a:r>
            <a:endParaRPr lang="zh-CN" altLang="en-US" sz="2400" dirty="0">
              <a:latin typeface="Times New Roman" panose="02020603050405020304" pitchFamily="18" charset="0"/>
              <a:ea typeface="+mj-ea"/>
              <a:cs typeface="Times New Roman" panose="02020603050405020304" pitchFamily="18" charset="0"/>
            </a:endParaRPr>
          </a:p>
          <a:p>
            <a:pPr marL="342900" indent="-342900" algn="just" rtl="0" eaLnBrk="0">
              <a:lnSpc>
                <a:spcPct val="95000"/>
              </a:lnSpc>
              <a:spcBef>
                <a:spcPts val="610"/>
              </a:spcBef>
              <a:buFont typeface="Arial" panose="020B0604020202020204" pitchFamily="34" charset="0"/>
              <a:buChar char="•"/>
            </a:pPr>
            <a:r>
              <a:rPr lang="zh-CN" altLang="en-US" sz="2400" dirty="0">
                <a:latin typeface="Times New Roman" panose="02020603050405020304" pitchFamily="18" charset="0"/>
                <a:ea typeface="+mj-ea"/>
                <a:cs typeface="Times New Roman" panose="02020603050405020304" pitchFamily="18" charset="0"/>
              </a:rPr>
              <a:t>例如：</a:t>
            </a:r>
            <a:endParaRPr lang="zh-CN" altLang="en-US" sz="2400" dirty="0">
              <a:latin typeface="Times New Roman" panose="02020603050405020304" pitchFamily="18" charset="0"/>
              <a:ea typeface="+mj-ea"/>
              <a:cs typeface="Times New Roman" panose="02020603050405020304" pitchFamily="18" charset="0"/>
            </a:endParaRPr>
          </a:p>
          <a:p>
            <a:pPr marL="914400" lvl="2" algn="just" rtl="0" eaLnBrk="0">
              <a:lnSpc>
                <a:spcPct val="95000"/>
              </a:lnSpc>
              <a:spcBef>
                <a:spcPts val="610"/>
              </a:spcBef>
              <a:buSzTx/>
              <a:buNone/>
            </a:pPr>
            <a:r>
              <a:rPr lang="zh-CN" altLang="en-US" sz="2120" dirty="0">
                <a:solidFill>
                  <a:srgbClr val="002060"/>
                </a:solidFill>
                <a:latin typeface="Times New Roman" panose="02020603050405020304" pitchFamily="18" charset="0"/>
                <a:ea typeface="+mj-ea"/>
                <a:cs typeface="Times New Roman" panose="02020603050405020304" pitchFamily="18" charset="0"/>
              </a:rPr>
              <a:t>以</a:t>
            </a:r>
            <a:r>
              <a:rPr sz="2120" spc="-10" dirty="0">
                <a:solidFill>
                  <a:srgbClr val="00206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2120" dirty="0">
                <a:solidFill>
                  <a:srgbClr val="002060"/>
                </a:solidFill>
                <a:latin typeface="Times New Roman" panose="02020603050405020304" pitchFamily="18" charset="0"/>
                <a:ea typeface="+mj-ea"/>
                <a:cs typeface="Times New Roman" panose="02020603050405020304" pitchFamily="18" charset="0"/>
              </a:rPr>
              <a:t>A</a:t>
            </a:r>
            <a:r>
              <a:rPr sz="2120" spc="-10" dirty="0">
                <a:solidFill>
                  <a:srgbClr val="002060">
                    <a:alpha val="100000"/>
                  </a:srgbClr>
                </a:solidFill>
                <a:latin typeface="微软雅黑" panose="020B0503020204020204" charset="-122"/>
                <a:ea typeface="微软雅黑" panose="020B0503020204020204" charset="-122"/>
                <a:cs typeface="Times New Roman" panose="02020603050405020304" pitchFamily="18" charset="0"/>
                <a:sym typeface="+mn-ea"/>
              </a:rPr>
              <a:t>∨</a:t>
            </a:r>
            <a:r>
              <a:rPr sz="2120" spc="-10" dirty="0">
                <a:solidFill>
                  <a:srgbClr val="00206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2120" dirty="0">
                <a:solidFill>
                  <a:srgbClr val="002060"/>
                </a:solidFill>
                <a:latin typeface="Times New Roman" panose="02020603050405020304" pitchFamily="18" charset="0"/>
                <a:ea typeface="+mj-ea"/>
                <a:cs typeface="Times New Roman" panose="02020603050405020304" pitchFamily="18" charset="0"/>
              </a:rPr>
              <a:t>B代替</a:t>
            </a:r>
            <a:r>
              <a:rPr sz="2120" spc="-10" dirty="0">
                <a:solidFill>
                  <a:srgbClr val="00206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2120" dirty="0">
                <a:solidFill>
                  <a:srgbClr val="002060"/>
                </a:solidFill>
                <a:latin typeface="Times New Roman" panose="02020603050405020304" pitchFamily="18" charset="0"/>
                <a:ea typeface="+mj-ea"/>
                <a:cs typeface="Times New Roman" panose="02020603050405020304" pitchFamily="18" charset="0"/>
              </a:rPr>
              <a:t>(A</a:t>
            </a:r>
            <a:r>
              <a:rPr sz="2120" spc="-10" dirty="0">
                <a:solidFill>
                  <a:srgbClr val="002060">
                    <a:alpha val="100000"/>
                  </a:srgbClr>
                </a:solidFill>
                <a:latin typeface="微软雅黑" panose="020B0503020204020204" charset="-122"/>
                <a:ea typeface="微软雅黑" panose="020B0503020204020204" charset="-122"/>
                <a:cs typeface="Times New Roman" panose="02020603050405020304" pitchFamily="18" charset="0"/>
              </a:rPr>
              <a:t>∧</a:t>
            </a:r>
            <a:r>
              <a:rPr lang="zh-CN" altLang="en-US" sz="2120" dirty="0">
                <a:solidFill>
                  <a:srgbClr val="002060"/>
                </a:solidFill>
                <a:latin typeface="Times New Roman" panose="02020603050405020304" pitchFamily="18" charset="0"/>
                <a:ea typeface="+mj-ea"/>
                <a:cs typeface="Times New Roman" panose="02020603050405020304" pitchFamily="18" charset="0"/>
              </a:rPr>
              <a:t>B)</a:t>
            </a:r>
            <a:endParaRPr lang="zh-CN" altLang="en-US" sz="2120" dirty="0">
              <a:solidFill>
                <a:srgbClr val="002060"/>
              </a:solidFill>
              <a:latin typeface="Times New Roman" panose="02020603050405020304" pitchFamily="18" charset="0"/>
              <a:ea typeface="+mj-ea"/>
              <a:cs typeface="Times New Roman" panose="02020603050405020304" pitchFamily="18" charset="0"/>
            </a:endParaRPr>
          </a:p>
          <a:p>
            <a:pPr marL="914400" lvl="2" algn="just" rtl="0" eaLnBrk="0">
              <a:lnSpc>
                <a:spcPct val="95000"/>
              </a:lnSpc>
              <a:spcBef>
                <a:spcPts val="610"/>
              </a:spcBef>
              <a:buSzTx/>
              <a:buNone/>
            </a:pPr>
            <a:r>
              <a:rPr lang="zh-CN" altLang="en-US" sz="2120" dirty="0">
                <a:solidFill>
                  <a:srgbClr val="002060"/>
                </a:solidFill>
                <a:latin typeface="Times New Roman" panose="02020603050405020304" pitchFamily="18" charset="0"/>
                <a:ea typeface="+mj-ea"/>
                <a:cs typeface="Times New Roman" panose="02020603050405020304" pitchFamily="18" charset="0"/>
              </a:rPr>
              <a:t>以</a:t>
            </a:r>
            <a:r>
              <a:rPr sz="2120" spc="-10" dirty="0">
                <a:solidFill>
                  <a:srgbClr val="00206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2120" dirty="0">
                <a:solidFill>
                  <a:srgbClr val="002060"/>
                </a:solidFill>
                <a:latin typeface="Times New Roman" panose="02020603050405020304" pitchFamily="18" charset="0"/>
                <a:ea typeface="+mj-ea"/>
                <a:cs typeface="Times New Roman" panose="02020603050405020304" pitchFamily="18" charset="0"/>
              </a:rPr>
              <a:t>A</a:t>
            </a:r>
            <a:r>
              <a:rPr sz="2120" spc="-10" dirty="0">
                <a:solidFill>
                  <a:srgbClr val="002060">
                    <a:alpha val="100000"/>
                  </a:srgbClr>
                </a:solidFill>
                <a:latin typeface="微软雅黑" panose="020B0503020204020204" charset="-122"/>
                <a:ea typeface="微软雅黑" panose="020B0503020204020204" charset="-122"/>
                <a:cs typeface="Times New Roman" panose="02020603050405020304" pitchFamily="18" charset="0"/>
                <a:sym typeface="+mn-ea"/>
              </a:rPr>
              <a:t>∧</a:t>
            </a:r>
            <a:r>
              <a:rPr sz="2120" spc="-10" dirty="0">
                <a:solidFill>
                  <a:srgbClr val="00206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2120" dirty="0">
                <a:solidFill>
                  <a:srgbClr val="002060"/>
                </a:solidFill>
                <a:latin typeface="Times New Roman" panose="02020603050405020304" pitchFamily="18" charset="0"/>
                <a:ea typeface="+mj-ea"/>
                <a:cs typeface="Times New Roman" panose="02020603050405020304" pitchFamily="18" charset="0"/>
              </a:rPr>
              <a:t>B代替</a:t>
            </a:r>
            <a:r>
              <a:rPr sz="2120" spc="-10" dirty="0">
                <a:solidFill>
                  <a:srgbClr val="00206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2120" dirty="0">
                <a:solidFill>
                  <a:srgbClr val="002060"/>
                </a:solidFill>
                <a:latin typeface="Times New Roman" panose="02020603050405020304" pitchFamily="18" charset="0"/>
                <a:ea typeface="+mj-ea"/>
                <a:cs typeface="Times New Roman" panose="02020603050405020304" pitchFamily="18" charset="0"/>
              </a:rPr>
              <a:t>(A</a:t>
            </a:r>
            <a:r>
              <a:rPr sz="2120" spc="-10" dirty="0">
                <a:solidFill>
                  <a:srgbClr val="002060">
                    <a:alpha val="100000"/>
                  </a:srgbClr>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2120" dirty="0">
                <a:solidFill>
                  <a:srgbClr val="002060"/>
                </a:solidFill>
                <a:latin typeface="Times New Roman" panose="02020603050405020304" pitchFamily="18" charset="0"/>
                <a:ea typeface="+mj-ea"/>
                <a:cs typeface="Times New Roman" panose="02020603050405020304" pitchFamily="18" charset="0"/>
              </a:rPr>
              <a:t>B)</a:t>
            </a:r>
            <a:endParaRPr lang="zh-CN" altLang="en-US" sz="2120" dirty="0">
              <a:solidFill>
                <a:srgbClr val="002060"/>
              </a:solidFill>
              <a:latin typeface="Times New Roman" panose="02020603050405020304" pitchFamily="18" charset="0"/>
              <a:ea typeface="+mj-ea"/>
              <a:cs typeface="Times New Roman" panose="02020603050405020304" pitchFamily="18" charset="0"/>
            </a:endParaRPr>
          </a:p>
          <a:p>
            <a:pPr marL="914400" lvl="2" algn="just" rtl="0" eaLnBrk="0">
              <a:lnSpc>
                <a:spcPct val="95000"/>
              </a:lnSpc>
              <a:spcBef>
                <a:spcPts val="610"/>
              </a:spcBef>
              <a:buSzTx/>
              <a:buNone/>
            </a:pPr>
            <a:r>
              <a:rPr lang="zh-CN" altLang="en-US" sz="2120" dirty="0">
                <a:solidFill>
                  <a:srgbClr val="002060"/>
                </a:solidFill>
                <a:latin typeface="Times New Roman" panose="02020603050405020304" pitchFamily="18" charset="0"/>
                <a:ea typeface="+mj-ea"/>
                <a:cs typeface="Times New Roman" panose="02020603050405020304" pitchFamily="18" charset="0"/>
              </a:rPr>
              <a:t>以(</a:t>
            </a:r>
            <a:r>
              <a:rPr sz="2120" spc="-10" dirty="0">
                <a:solidFill>
                  <a:srgbClr val="002060">
                    <a:alpha val="100000"/>
                  </a:srgbClr>
                </a:solidFill>
                <a:latin typeface="微软雅黑" panose="020B0503020204020204" charset="-122"/>
                <a:ea typeface="微软雅黑" panose="020B0503020204020204" charset="-122"/>
                <a:cs typeface="Times New Roman" panose="02020603050405020304" pitchFamily="18" charset="0"/>
              </a:rPr>
              <a:t>∃</a:t>
            </a:r>
            <a:r>
              <a:rPr lang="zh-CN" altLang="en-US" sz="2120" dirty="0">
                <a:solidFill>
                  <a:srgbClr val="002060"/>
                </a:solidFill>
                <a:latin typeface="Times New Roman" panose="02020603050405020304" pitchFamily="18" charset="0"/>
                <a:ea typeface="+mj-ea"/>
                <a:cs typeface="Times New Roman" panose="02020603050405020304" pitchFamily="18" charset="0"/>
              </a:rPr>
              <a:t>x){</a:t>
            </a:r>
            <a:r>
              <a:rPr sz="2120" spc="-10" dirty="0">
                <a:solidFill>
                  <a:srgbClr val="00206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2120" dirty="0">
                <a:solidFill>
                  <a:srgbClr val="002060"/>
                </a:solidFill>
                <a:latin typeface="Times New Roman" panose="02020603050405020304" pitchFamily="18" charset="0"/>
                <a:ea typeface="+mj-ea"/>
                <a:cs typeface="Times New Roman" panose="02020603050405020304" pitchFamily="18" charset="0"/>
              </a:rPr>
              <a:t>A }代替</a:t>
            </a:r>
            <a:r>
              <a:rPr sz="2120" spc="-10" dirty="0">
                <a:solidFill>
                  <a:srgbClr val="00206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2120" dirty="0">
                <a:solidFill>
                  <a:srgbClr val="002060"/>
                </a:solidFill>
                <a:latin typeface="Times New Roman" panose="02020603050405020304" pitchFamily="18" charset="0"/>
                <a:ea typeface="+mj-ea"/>
                <a:cs typeface="Times New Roman" panose="02020603050405020304" pitchFamily="18" charset="0"/>
              </a:rPr>
              <a:t>(</a:t>
            </a:r>
            <a:r>
              <a:rPr lang="zh-CN" altLang="en-US" sz="2120" dirty="0">
                <a:solidFill>
                  <a:srgbClr val="002060"/>
                </a:solidFill>
                <a:latin typeface="微软雅黑" panose="020B0503020204020204" charset="-122"/>
                <a:ea typeface="微软雅黑" panose="020B0503020204020204" charset="-122"/>
                <a:cs typeface="Times New Roman" panose="02020603050405020304" pitchFamily="18" charset="0"/>
              </a:rPr>
              <a:t>∀</a:t>
            </a:r>
            <a:r>
              <a:rPr lang="zh-CN" altLang="en-US" sz="2120" dirty="0">
                <a:solidFill>
                  <a:srgbClr val="002060"/>
                </a:solidFill>
                <a:latin typeface="Times New Roman" panose="02020603050405020304" pitchFamily="18" charset="0"/>
                <a:ea typeface="+mj-ea"/>
                <a:cs typeface="Times New Roman" panose="02020603050405020304" pitchFamily="18" charset="0"/>
              </a:rPr>
              <a:t>x)A</a:t>
            </a:r>
            <a:endParaRPr lang="zh-CN" altLang="en-US" sz="2120" dirty="0">
              <a:solidFill>
                <a:srgbClr val="002060"/>
              </a:solidFill>
              <a:latin typeface="Times New Roman" panose="02020603050405020304" pitchFamily="18" charset="0"/>
              <a:ea typeface="+mj-ea"/>
              <a:cs typeface="Times New Roman" panose="02020603050405020304" pitchFamily="18" charset="0"/>
            </a:endParaRPr>
          </a:p>
          <a:p>
            <a:pPr marL="914400" lvl="2" algn="just" rtl="0" eaLnBrk="0">
              <a:lnSpc>
                <a:spcPct val="95000"/>
              </a:lnSpc>
              <a:spcBef>
                <a:spcPts val="610"/>
              </a:spcBef>
              <a:buSzTx/>
              <a:buNone/>
            </a:pPr>
            <a:r>
              <a:rPr lang="zh-CN" altLang="en-US" sz="2120" dirty="0">
                <a:solidFill>
                  <a:srgbClr val="002060"/>
                </a:solidFill>
                <a:latin typeface="Times New Roman" panose="02020603050405020304" pitchFamily="18" charset="0"/>
                <a:ea typeface="+mj-ea"/>
                <a:cs typeface="Times New Roman" panose="02020603050405020304" pitchFamily="18" charset="0"/>
              </a:rPr>
              <a:t>以(</a:t>
            </a:r>
            <a:r>
              <a:rPr lang="zh-CN" altLang="en-US" sz="2120" dirty="0">
                <a:solidFill>
                  <a:srgbClr val="002060"/>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2120" dirty="0">
                <a:solidFill>
                  <a:srgbClr val="002060"/>
                </a:solidFill>
                <a:latin typeface="Times New Roman" panose="02020603050405020304" pitchFamily="18" charset="0"/>
                <a:ea typeface="+mj-ea"/>
                <a:cs typeface="Times New Roman" panose="02020603050405020304" pitchFamily="18" charset="0"/>
              </a:rPr>
              <a:t>x){</a:t>
            </a:r>
            <a:r>
              <a:rPr sz="2120" spc="-10" dirty="0">
                <a:solidFill>
                  <a:srgbClr val="00206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2120" dirty="0">
                <a:solidFill>
                  <a:srgbClr val="002060"/>
                </a:solidFill>
                <a:latin typeface="Times New Roman" panose="02020603050405020304" pitchFamily="18" charset="0"/>
                <a:ea typeface="+mj-ea"/>
                <a:cs typeface="Times New Roman" panose="02020603050405020304" pitchFamily="18" charset="0"/>
              </a:rPr>
              <a:t>A} 代替</a:t>
            </a:r>
            <a:r>
              <a:rPr sz="2120" spc="-10" dirty="0">
                <a:solidFill>
                  <a:srgbClr val="00206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2120" dirty="0">
                <a:solidFill>
                  <a:srgbClr val="002060"/>
                </a:solidFill>
                <a:latin typeface="Times New Roman" panose="02020603050405020304" pitchFamily="18" charset="0"/>
                <a:ea typeface="+mj-ea"/>
                <a:cs typeface="Times New Roman" panose="02020603050405020304" pitchFamily="18" charset="0"/>
              </a:rPr>
              <a:t>(</a:t>
            </a:r>
            <a:r>
              <a:rPr sz="2120" spc="-10" dirty="0">
                <a:solidFill>
                  <a:srgbClr val="002060">
                    <a:alpha val="100000"/>
                  </a:srgbClr>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2120" dirty="0">
                <a:solidFill>
                  <a:srgbClr val="002060"/>
                </a:solidFill>
                <a:latin typeface="Times New Roman" panose="02020603050405020304" pitchFamily="18" charset="0"/>
                <a:ea typeface="+mj-ea"/>
                <a:cs typeface="Times New Roman" panose="02020603050405020304" pitchFamily="18" charset="0"/>
              </a:rPr>
              <a:t>x)A</a:t>
            </a:r>
            <a:endParaRPr lang="zh-CN" altLang="en-US" sz="2120" dirty="0">
              <a:solidFill>
                <a:srgbClr val="002060"/>
              </a:solidFill>
              <a:latin typeface="Times New Roman" panose="02020603050405020304" pitchFamily="18" charset="0"/>
              <a:ea typeface="+mj-ea"/>
              <a:cs typeface="Times New Roman" panose="02020603050405020304" pitchFamily="18" charset="0"/>
            </a:endParaRPr>
          </a:p>
          <a:p>
            <a:pPr marL="914400" lvl="2" algn="just" rtl="0" eaLnBrk="0">
              <a:lnSpc>
                <a:spcPct val="95000"/>
              </a:lnSpc>
              <a:spcBef>
                <a:spcPts val="610"/>
              </a:spcBef>
              <a:buSzTx/>
              <a:buNone/>
            </a:pPr>
            <a:r>
              <a:rPr lang="zh-CN" altLang="en-US" sz="2120" dirty="0">
                <a:solidFill>
                  <a:srgbClr val="002060"/>
                </a:solidFill>
                <a:latin typeface="Times New Roman" panose="02020603050405020304" pitchFamily="18" charset="0"/>
                <a:ea typeface="+mj-ea"/>
                <a:cs typeface="Times New Roman" panose="02020603050405020304" pitchFamily="18" charset="0"/>
              </a:rPr>
              <a:t>以 A 代替</a:t>
            </a:r>
            <a:r>
              <a:rPr sz="2120" spc="-10" dirty="0">
                <a:solidFill>
                  <a:srgbClr val="00206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2120" dirty="0">
                <a:solidFill>
                  <a:srgbClr val="002060"/>
                </a:solidFill>
                <a:latin typeface="Times New Roman" panose="02020603050405020304" pitchFamily="18" charset="0"/>
                <a:ea typeface="+mj-ea"/>
                <a:cs typeface="Times New Roman" panose="02020603050405020304" pitchFamily="18" charset="0"/>
              </a:rPr>
              <a:t>(</a:t>
            </a:r>
            <a:r>
              <a:rPr sz="2120" spc="-10" dirty="0">
                <a:solidFill>
                  <a:srgbClr val="002060">
                    <a:alpha val="100000"/>
                  </a:srgbClr>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2120" dirty="0">
                <a:solidFill>
                  <a:srgbClr val="002060"/>
                </a:solidFill>
                <a:latin typeface="Times New Roman" panose="02020603050405020304" pitchFamily="18" charset="0"/>
                <a:ea typeface="+mj-ea"/>
                <a:cs typeface="Times New Roman" panose="02020603050405020304" pitchFamily="18" charset="0"/>
              </a:rPr>
              <a:t>A)</a:t>
            </a:r>
            <a:endParaRPr lang="zh-CN" altLang="en-US" sz="2120" dirty="0">
              <a:solidFill>
                <a:srgbClr val="002060"/>
              </a:solidFill>
              <a:latin typeface="Times New Roman" panose="02020603050405020304" pitchFamily="18" charset="0"/>
              <a:ea typeface="+mj-ea"/>
              <a:cs typeface="Times New Roman" panose="02020603050405020304" pitchFamily="18" charset="0"/>
            </a:endParaRPr>
          </a:p>
          <a:p>
            <a:pPr marL="0" indent="0" algn="just" rtl="0" eaLnBrk="0">
              <a:lnSpc>
                <a:spcPct val="95000"/>
              </a:lnSpc>
              <a:spcBef>
                <a:spcPts val="610"/>
              </a:spcBef>
              <a:buNone/>
            </a:pPr>
            <a:endParaRPr lang="zh-CN" altLang="en-US" sz="2120" dirty="0">
              <a:solidFill>
                <a:srgbClr val="002060"/>
              </a:solidFill>
              <a:latin typeface="Times New Roman" panose="02020603050405020304" pitchFamily="18" charset="0"/>
              <a:ea typeface="+mj-ea"/>
              <a:cs typeface="Times New Roman" panose="02020603050405020304" pitchFamily="18" charset="0"/>
            </a:endParaRPr>
          </a:p>
        </p:txBody>
      </p:sp>
      <p:sp>
        <p:nvSpPr>
          <p:cNvPr id="70661" name="Rectangle 6"/>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70662" name="Rectangle 8"/>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72739" name="Object 16"/>
          <p:cNvGraphicFramePr>
            <a:graphicFrameLocks noChangeAspect="1"/>
          </p:cNvGraphicFramePr>
          <p:nvPr/>
        </p:nvGraphicFramePr>
        <p:xfrm>
          <a:off x="685800" y="2209800"/>
          <a:ext cx="2209800" cy="371475"/>
        </p:xfrm>
        <a:graphic>
          <a:graphicData uri="http://schemas.openxmlformats.org/presentationml/2006/ole">
            <mc:AlternateContent xmlns:mc="http://schemas.openxmlformats.org/markup-compatibility/2006">
              <mc:Choice xmlns:v="urn:schemas-microsoft-com:vml" Requires="v">
                <p:oleObj spid="_x0000_s3106" name="" r:id="rId2" imgW="535305" imgH="87630" progId="Equation.3">
                  <p:embed/>
                </p:oleObj>
              </mc:Choice>
              <mc:Fallback>
                <p:oleObj name="" r:id="rId2" imgW="535305" imgH="87630" progId="Equation.3">
                  <p:embed/>
                  <p:pic>
                    <p:nvPicPr>
                      <p:cNvPr id="0" name="图片 3105"/>
                      <p:cNvPicPr/>
                      <p:nvPr/>
                    </p:nvPicPr>
                    <p:blipFill>
                      <a:blip r:embed="rId3">
                        <a:clrChange>
                          <a:clrFrom>
                            <a:srgbClr val="000000"/>
                          </a:clrFrom>
                          <a:clrTo>
                            <a:srgbClr val="0000FF"/>
                          </a:clrTo>
                        </a:clrChange>
                      </a:blip>
                      <a:stretch>
                        <a:fillRect/>
                      </a:stretch>
                    </p:blipFill>
                    <p:spPr>
                      <a:xfrm>
                        <a:off x="685800" y="2209800"/>
                        <a:ext cx="2209800" cy="371475"/>
                      </a:xfrm>
                      <a:prstGeom prst="rect">
                        <a:avLst/>
                      </a:prstGeom>
                      <a:noFill/>
                      <a:ln w="38100">
                        <a:noFill/>
                        <a:miter/>
                      </a:ln>
                    </p:spPr>
                  </p:pic>
                </p:oleObj>
              </mc:Fallback>
            </mc:AlternateContent>
          </a:graphicData>
        </a:graphic>
      </p:graphicFrame>
      <p:graphicFrame>
        <p:nvGraphicFramePr>
          <p:cNvPr id="72740" name="Object 15"/>
          <p:cNvGraphicFramePr>
            <a:graphicFrameLocks noChangeAspect="1"/>
          </p:cNvGraphicFramePr>
          <p:nvPr/>
        </p:nvGraphicFramePr>
        <p:xfrm>
          <a:off x="3200400" y="2209800"/>
          <a:ext cx="3657600" cy="355600"/>
        </p:xfrm>
        <a:graphic>
          <a:graphicData uri="http://schemas.openxmlformats.org/presentationml/2006/ole">
            <mc:AlternateContent xmlns:mc="http://schemas.openxmlformats.org/markup-compatibility/2006">
              <mc:Choice xmlns:v="urn:schemas-microsoft-com:vml" Requires="v">
                <p:oleObj spid="_x0000_s3107" name="" r:id="rId4" imgW="923925" imgH="87630" progId="Equation.3">
                  <p:embed/>
                </p:oleObj>
              </mc:Choice>
              <mc:Fallback>
                <p:oleObj name="" r:id="rId4" imgW="923925" imgH="87630" progId="Equation.3">
                  <p:embed/>
                  <p:pic>
                    <p:nvPicPr>
                      <p:cNvPr id="0" name="图片 3106"/>
                      <p:cNvPicPr/>
                      <p:nvPr/>
                    </p:nvPicPr>
                    <p:blipFill>
                      <a:blip r:embed="rId5">
                        <a:clrChange>
                          <a:clrFrom>
                            <a:srgbClr val="000000"/>
                          </a:clrFrom>
                          <a:clrTo>
                            <a:srgbClr val="0000FF"/>
                          </a:clrTo>
                        </a:clrChange>
                      </a:blip>
                      <a:stretch>
                        <a:fillRect/>
                      </a:stretch>
                    </p:blipFill>
                    <p:spPr>
                      <a:xfrm>
                        <a:off x="3200400" y="2209800"/>
                        <a:ext cx="3657600" cy="355600"/>
                      </a:xfrm>
                      <a:prstGeom prst="rect">
                        <a:avLst/>
                      </a:prstGeom>
                      <a:noFill/>
                      <a:ln w="38100">
                        <a:noFill/>
                        <a:miter/>
                      </a:ln>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灯片编号占位符 4"/>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0659"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3.3  </a:t>
            </a:r>
            <a:r>
              <a:rPr lang="zh-CN" altLang="en-US" sz="3600" b="0" dirty="0">
                <a:latin typeface="Times New Roman" panose="02020603050405020304" pitchFamily="18" charset="0"/>
                <a:ea typeface="黑体" panose="02010609060101010101" pitchFamily="49" charset="-122"/>
              </a:rPr>
              <a:t>谓词公式化为子句集的方法</a:t>
            </a:r>
            <a:endParaRPr lang="zh-CN" altLang="en-US" sz="3600" b="0" dirty="0">
              <a:latin typeface="Times New Roman" panose="02020603050405020304" pitchFamily="18" charset="0"/>
              <a:ea typeface="黑体" panose="02010609060101010101" pitchFamily="49" charset="-122"/>
            </a:endParaRPr>
          </a:p>
        </p:txBody>
      </p:sp>
      <p:sp>
        <p:nvSpPr>
          <p:cNvPr id="70660" name="Rectangle 3"/>
          <p:cNvSpPr>
            <a:spLocks noGrp="1"/>
          </p:cNvSpPr>
          <p:nvPr>
            <p:ph type="body" sz="half" idx="1"/>
          </p:nvPr>
        </p:nvSpPr>
        <p:spPr>
          <a:xfrm>
            <a:off x="76200" y="838200"/>
            <a:ext cx="8893810" cy="5645150"/>
          </a:xfrm>
        </p:spPr>
        <p:txBody>
          <a:bodyPr vert="horz" wrap="square" lIns="91440" tIns="45720" rIns="91440" bIns="45720" anchor="t" anchorCtr="0"/>
          <a:p>
            <a:pPr marL="0" indent="0" algn="just" rtl="0" eaLnBrk="0">
              <a:lnSpc>
                <a:spcPct val="95000"/>
              </a:lnSpc>
              <a:spcBef>
                <a:spcPts val="610"/>
              </a:spcBef>
              <a:buNone/>
            </a:pPr>
            <a:r>
              <a:rPr lang="en-US" altLang="zh-CN" sz="2400" b="1" dirty="0">
                <a:solidFill>
                  <a:srgbClr val="FF0000"/>
                </a:solidFill>
                <a:latin typeface="Times New Roman" panose="02020603050405020304" pitchFamily="18" charset="0"/>
                <a:ea typeface="+mj-ea"/>
                <a:cs typeface="Times New Roman" panose="02020603050405020304" pitchFamily="18" charset="0"/>
              </a:rPr>
              <a:t>(3)</a:t>
            </a:r>
            <a:r>
              <a:rPr sz="2400" b="1" spc="10" dirty="0">
                <a:solidFill>
                  <a:srgbClr val="F02010">
                    <a:alpha val="100000"/>
                  </a:srgbClr>
                </a:solidFill>
                <a:latin typeface="宋体" panose="02010600030101010101" pitchFamily="2" charset="-122"/>
                <a:ea typeface="宋体" panose="02010600030101010101" pitchFamily="2" charset="-122"/>
                <a:cs typeface="宋体" panose="02010600030101010101" pitchFamily="2" charset="-122"/>
                <a:sym typeface="+mn-ea"/>
              </a:rPr>
              <a:t>对变量标准化</a:t>
            </a:r>
            <a:endParaRPr lang="zh-CN" altLang="en-US" sz="2400" b="1" dirty="0">
              <a:solidFill>
                <a:srgbClr val="FF0000"/>
              </a:solidFill>
              <a:latin typeface="Times New Roman" panose="02020603050405020304" pitchFamily="18" charset="0"/>
              <a:ea typeface="+mj-ea"/>
              <a:cs typeface="Times New Roman" panose="02020603050405020304" pitchFamily="18" charset="0"/>
            </a:endParaRPr>
          </a:p>
          <a:p>
            <a:pPr marL="342900" indent="-342900" algn="just" rtl="0" eaLnBrk="0">
              <a:lnSpc>
                <a:spcPct val="95000"/>
              </a:lnSpc>
              <a:spcBef>
                <a:spcPts val="610"/>
              </a:spcBef>
              <a:buSzTx/>
              <a:buFont typeface="Arial" panose="020B0604020202020204" pitchFamily="34" charset="0"/>
              <a:buChar char="•"/>
            </a:pPr>
            <a:r>
              <a:rPr lang="zh-CN" altLang="en-US" sz="2400" dirty="0">
                <a:latin typeface="Times New Roman" panose="02020603050405020304" pitchFamily="18" charset="0"/>
                <a:ea typeface="+mj-ea"/>
                <a:cs typeface="Times New Roman" panose="02020603050405020304" pitchFamily="18" charset="0"/>
                <a:sym typeface="+mn-ea"/>
              </a:rPr>
              <a:t>在任一量词辖域内，受该量词约束的变量为一哑元(虚构变量)，它可以在该辖域内处处统一地被另一个没有出现过的任意变量所代替，而不改变公式的真值。</a:t>
            </a:r>
            <a:endParaRPr lang="zh-CN" altLang="en-US" sz="2400" dirty="0">
              <a:latin typeface="Times New Roman" panose="02020603050405020304" pitchFamily="18" charset="0"/>
              <a:ea typeface="+mj-ea"/>
              <a:cs typeface="Times New Roman" panose="02020603050405020304" pitchFamily="18" charset="0"/>
            </a:endParaRPr>
          </a:p>
          <a:p>
            <a:pPr marL="342900" indent="-342900" algn="just" rtl="0" eaLnBrk="0">
              <a:lnSpc>
                <a:spcPct val="95000"/>
              </a:lnSpc>
              <a:spcBef>
                <a:spcPts val="610"/>
              </a:spcBef>
              <a:buSzTx/>
              <a:buFont typeface="Arial" panose="020B0604020202020204" pitchFamily="34" charset="0"/>
              <a:buChar char="•"/>
            </a:pPr>
            <a:r>
              <a:rPr lang="zh-CN" altLang="en-US" sz="2400" dirty="0">
                <a:latin typeface="Times New Roman" panose="02020603050405020304" pitchFamily="18" charset="0"/>
                <a:ea typeface="+mj-ea"/>
                <a:cs typeface="Times New Roman" panose="02020603050405020304" pitchFamily="18" charset="0"/>
                <a:sym typeface="+mn-ea"/>
              </a:rPr>
              <a:t>合式公式中变量的标准化，意味着对哑元改名以保证每个量词有其自己唯一的哑元。</a:t>
            </a:r>
            <a:endParaRPr lang="zh-CN" altLang="en-US" sz="2400" dirty="0">
              <a:latin typeface="Times New Roman" panose="02020603050405020304" pitchFamily="18" charset="0"/>
              <a:ea typeface="+mj-ea"/>
              <a:cs typeface="Times New Roman" panose="02020603050405020304" pitchFamily="18" charset="0"/>
            </a:endParaRPr>
          </a:p>
          <a:p>
            <a:pPr marL="342900" indent="-342900" algn="just" rtl="0" eaLnBrk="0">
              <a:lnSpc>
                <a:spcPct val="95000"/>
              </a:lnSpc>
              <a:spcBef>
                <a:spcPts val="610"/>
              </a:spcBef>
              <a:buSzTx/>
              <a:buFont typeface="Arial" panose="020B0604020202020204" pitchFamily="34" charset="0"/>
              <a:buChar char="•"/>
            </a:pPr>
            <a:r>
              <a:rPr lang="zh-CN" altLang="en-US" sz="2400" dirty="0">
                <a:latin typeface="Times New Roman" panose="02020603050405020304" pitchFamily="18" charset="0"/>
                <a:ea typeface="+mj-ea"/>
                <a:cs typeface="Times New Roman" panose="02020603050405020304" pitchFamily="18" charset="0"/>
                <a:sym typeface="+mn-ea"/>
              </a:rPr>
              <a:t>例如，把 (</a:t>
            </a:r>
            <a:r>
              <a:rPr lang="en-US" altLang="zh-CN" sz="2400" dirty="0">
                <a:latin typeface="Times New Roman" panose="02020603050405020304" pitchFamily="18" charset="0"/>
                <a:ea typeface="+mj-ea"/>
                <a:cs typeface="Times New Roman" panose="02020603050405020304" pitchFamily="18" charset="0"/>
                <a:sym typeface="+mn-ea"/>
              </a:rPr>
              <a:t>∀</a:t>
            </a:r>
            <a:r>
              <a:rPr lang="zh-CN" altLang="en-US" sz="2400" dirty="0">
                <a:latin typeface="Times New Roman" panose="02020603050405020304" pitchFamily="18" charset="0"/>
                <a:ea typeface="+mj-ea"/>
                <a:cs typeface="Times New Roman" panose="02020603050405020304" pitchFamily="18" charset="0"/>
                <a:sym typeface="+mn-ea"/>
              </a:rPr>
              <a:t>x){P(x)→ (</a:t>
            </a:r>
            <a:r>
              <a:rPr lang="en-US" altLang="zh-CN" sz="2400" dirty="0">
                <a:latin typeface="Times New Roman" panose="02020603050405020304" pitchFamily="18" charset="0"/>
                <a:ea typeface="+mj-ea"/>
                <a:cs typeface="Times New Roman" panose="02020603050405020304" pitchFamily="18" charset="0"/>
                <a:sym typeface="+mn-ea"/>
              </a:rPr>
              <a:t>∃</a:t>
            </a:r>
            <a:r>
              <a:rPr lang="zh-CN" altLang="en-US" sz="2400" dirty="0">
                <a:latin typeface="Times New Roman" panose="02020603050405020304" pitchFamily="18" charset="0"/>
                <a:ea typeface="+mj-ea"/>
                <a:cs typeface="Times New Roman" panose="02020603050405020304" pitchFamily="18" charset="0"/>
                <a:sym typeface="+mn-ea"/>
              </a:rPr>
              <a:t>x)Q(x)}</a:t>
            </a:r>
            <a:endParaRPr lang="zh-CN" altLang="en-US" sz="2400" dirty="0">
              <a:latin typeface="Times New Roman" panose="02020603050405020304" pitchFamily="18" charset="0"/>
              <a:ea typeface="+mj-ea"/>
              <a:cs typeface="Times New Roman" panose="02020603050405020304" pitchFamily="18" charset="0"/>
            </a:endParaRPr>
          </a:p>
          <a:p>
            <a:pPr marL="342900" indent="-342900" algn="just" rtl="0" eaLnBrk="0">
              <a:lnSpc>
                <a:spcPct val="95000"/>
              </a:lnSpc>
              <a:spcBef>
                <a:spcPts val="610"/>
              </a:spcBef>
              <a:buSzTx/>
              <a:buFont typeface="Arial" panose="020B0604020202020204" pitchFamily="34" charset="0"/>
              <a:buChar char="•"/>
            </a:pPr>
            <a:r>
              <a:rPr lang="zh-CN" altLang="en-US" sz="2400" dirty="0">
                <a:latin typeface="Times New Roman" panose="02020603050405020304" pitchFamily="18" charset="0"/>
                <a:ea typeface="+mj-ea"/>
                <a:cs typeface="Times New Roman" panose="02020603050405020304" pitchFamily="18" charset="0"/>
                <a:sym typeface="+mn-ea"/>
              </a:rPr>
              <a:t>标准化而得到：(</a:t>
            </a:r>
            <a:r>
              <a:rPr lang="en-US" altLang="zh-CN" sz="2400" dirty="0">
                <a:latin typeface="Times New Roman" panose="02020603050405020304" pitchFamily="18" charset="0"/>
                <a:ea typeface="+mj-ea"/>
                <a:cs typeface="Times New Roman" panose="02020603050405020304" pitchFamily="18" charset="0"/>
                <a:sym typeface="+mn-ea"/>
              </a:rPr>
              <a:t>∀</a:t>
            </a:r>
            <a:r>
              <a:rPr lang="zh-CN" altLang="en-US" sz="2400" dirty="0">
                <a:latin typeface="Times New Roman" panose="02020603050405020304" pitchFamily="18" charset="0"/>
                <a:ea typeface="+mj-ea"/>
                <a:cs typeface="Times New Roman" panose="02020603050405020304" pitchFamily="18" charset="0"/>
                <a:sym typeface="+mn-ea"/>
              </a:rPr>
              <a:t>x){P(x)→(</a:t>
            </a:r>
            <a:r>
              <a:rPr lang="en-US" altLang="zh-CN" sz="2400" dirty="0">
                <a:latin typeface="Times New Roman" panose="02020603050405020304" pitchFamily="18" charset="0"/>
                <a:ea typeface="+mj-ea"/>
                <a:cs typeface="Times New Roman" panose="02020603050405020304" pitchFamily="18" charset="0"/>
                <a:sym typeface="+mn-ea"/>
              </a:rPr>
              <a:t>∃</a:t>
            </a:r>
            <a:r>
              <a:rPr lang="zh-CN" altLang="en-US" sz="2400" dirty="0">
                <a:latin typeface="Times New Roman" panose="02020603050405020304" pitchFamily="18" charset="0"/>
                <a:ea typeface="+mj-ea"/>
                <a:cs typeface="Times New Roman" panose="02020603050405020304" pitchFamily="18" charset="0"/>
                <a:sym typeface="+mn-ea"/>
              </a:rPr>
              <a:t>y)Q(y)}</a:t>
            </a:r>
            <a:endParaRPr lang="zh-CN" altLang="en-US" sz="2120" dirty="0">
              <a:solidFill>
                <a:srgbClr val="002060"/>
              </a:solidFill>
              <a:latin typeface="Times New Roman" panose="02020603050405020304" pitchFamily="18" charset="0"/>
              <a:ea typeface="+mj-ea"/>
              <a:cs typeface="Times New Roman" panose="02020603050405020304" pitchFamily="18" charset="0"/>
            </a:endParaRPr>
          </a:p>
        </p:txBody>
      </p:sp>
      <p:sp>
        <p:nvSpPr>
          <p:cNvPr id="70661" name="Rectangle 6"/>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70662" name="Rectangle 8"/>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Tree>
  </p:cSld>
  <p:clrMapOvr>
    <a:masterClrMapping/>
  </p:clrMapOvr>
  <p:transition>
    <p:random/>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灯片编号占位符 4"/>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0659"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3.3  </a:t>
            </a:r>
            <a:r>
              <a:rPr lang="zh-CN" altLang="en-US" sz="3600" b="0" dirty="0">
                <a:latin typeface="Times New Roman" panose="02020603050405020304" pitchFamily="18" charset="0"/>
                <a:ea typeface="黑体" panose="02010609060101010101" pitchFamily="49" charset="-122"/>
              </a:rPr>
              <a:t>谓词公式化为子句集的方法</a:t>
            </a:r>
            <a:endParaRPr lang="zh-CN" altLang="en-US" sz="3600" b="0" dirty="0">
              <a:latin typeface="Times New Roman" panose="02020603050405020304" pitchFamily="18" charset="0"/>
              <a:ea typeface="黑体" panose="02010609060101010101" pitchFamily="49" charset="-122"/>
            </a:endParaRPr>
          </a:p>
        </p:txBody>
      </p:sp>
      <p:sp>
        <p:nvSpPr>
          <p:cNvPr id="70660" name="Rectangle 3"/>
          <p:cNvSpPr>
            <a:spLocks noGrp="1"/>
          </p:cNvSpPr>
          <p:nvPr>
            <p:ph type="body" sz="half" idx="1"/>
          </p:nvPr>
        </p:nvSpPr>
        <p:spPr>
          <a:xfrm>
            <a:off x="76200" y="838200"/>
            <a:ext cx="8893810" cy="5645150"/>
          </a:xfrm>
        </p:spPr>
        <p:txBody>
          <a:bodyPr vert="horz" wrap="square" lIns="91440" tIns="45720" rIns="91440" bIns="45720" anchor="t" anchorCtr="0"/>
          <a:p>
            <a:pPr marL="0" indent="0" algn="just" rtl="0" eaLnBrk="0">
              <a:lnSpc>
                <a:spcPct val="95000"/>
              </a:lnSpc>
              <a:spcBef>
                <a:spcPts val="610"/>
              </a:spcBef>
              <a:buNone/>
            </a:pPr>
            <a:r>
              <a:rPr lang="en-US" altLang="zh-CN" sz="2400" b="1" dirty="0">
                <a:solidFill>
                  <a:srgbClr val="FF0000"/>
                </a:solidFill>
                <a:latin typeface="Times New Roman" panose="02020603050405020304" pitchFamily="18" charset="0"/>
                <a:ea typeface="+mj-ea"/>
                <a:cs typeface="Times New Roman" panose="02020603050405020304" pitchFamily="18" charset="0"/>
              </a:rPr>
              <a:t>(4)</a:t>
            </a:r>
            <a:r>
              <a:rPr sz="2400" b="1" dirty="0">
                <a:solidFill>
                  <a:srgbClr val="F02010">
                    <a:alpha val="100000"/>
                  </a:srgbClr>
                </a:solidFill>
                <a:latin typeface="宋体" panose="02010600030101010101" pitchFamily="2" charset="-122"/>
                <a:ea typeface="宋体" panose="02010600030101010101" pitchFamily="2" charset="-122"/>
                <a:cs typeface="宋体" panose="02010600030101010101" pitchFamily="2" charset="-122"/>
                <a:sym typeface="+mn-ea"/>
              </a:rPr>
              <a:t>消去存在量词</a:t>
            </a:r>
            <a:endParaRPr sz="2400" b="1" dirty="0">
              <a:solidFill>
                <a:srgbClr val="F02010">
                  <a:alpha val="100000"/>
                </a:srgbClr>
              </a:solidFill>
              <a:latin typeface="宋体" panose="02010600030101010101" pitchFamily="2" charset="-122"/>
              <a:ea typeface="宋体" panose="02010600030101010101" pitchFamily="2" charset="-122"/>
              <a:cs typeface="宋体" panose="02010600030101010101" pitchFamily="2" charset="-122"/>
              <a:sym typeface="+mn-ea"/>
            </a:endParaRPr>
          </a:p>
          <a:p>
            <a:pPr marL="0" algn="just" rtl="0" eaLnBrk="0">
              <a:lnSpc>
                <a:spcPct val="95000"/>
              </a:lnSpc>
              <a:spcBef>
                <a:spcPts val="610"/>
              </a:spcBef>
              <a:buSzTx/>
              <a:buNone/>
            </a:pPr>
            <a:r>
              <a:rPr lang="en-US" altLang="zh-CN" sz="2400" b="1" dirty="0">
                <a:solidFill>
                  <a:srgbClr val="FF0000"/>
                </a:solidFill>
                <a:latin typeface="Times New Roman" panose="02020603050405020304" pitchFamily="18" charset="0"/>
                <a:ea typeface="+mj-ea"/>
                <a:cs typeface="Times New Roman" panose="02020603050405020304" pitchFamily="18" charset="0"/>
                <a:sym typeface="+mn-ea"/>
              </a:rPr>
              <a:t>(a)</a:t>
            </a:r>
            <a:r>
              <a:rPr lang="en-US" altLang="zh-CN" sz="2400" b="1" dirty="0">
                <a:solidFill>
                  <a:srgbClr val="FF0000"/>
                </a:solidFill>
                <a:latin typeface="Times New Roman" panose="02020603050405020304" pitchFamily="18" charset="0"/>
                <a:ea typeface="+mj-ea"/>
                <a:cs typeface="Times New Roman" panose="02020603050405020304" pitchFamily="18" charset="0"/>
              </a:rPr>
              <a:t>如</a:t>
            </a:r>
            <a:r>
              <a:rPr lang="en-US" altLang="zh-CN" sz="2400" b="1" dirty="0">
                <a:solidFill>
                  <a:srgbClr val="FF0000"/>
                </a:solidFill>
                <a:latin typeface="Times New Roman" panose="02020603050405020304" pitchFamily="18" charset="0"/>
                <a:ea typeface="+mj-ea"/>
                <a:cs typeface="Times New Roman" panose="02020603050405020304" pitchFamily="18" charset="0"/>
                <a:sym typeface="+mn-ea"/>
              </a:rPr>
              <a:t>果要消去的存在量词在某些全称量词的辖域内</a:t>
            </a:r>
            <a:endParaRPr lang="en-US" altLang="zh-CN" sz="2400" b="1" dirty="0">
              <a:solidFill>
                <a:srgbClr val="FF0000"/>
              </a:solidFill>
              <a:latin typeface="Times New Roman" panose="02020603050405020304" pitchFamily="18" charset="0"/>
              <a:ea typeface="+mj-ea"/>
              <a:cs typeface="Times New Roman" panose="02020603050405020304" pitchFamily="18" charset="0"/>
            </a:endParaRPr>
          </a:p>
          <a:p>
            <a:pPr marL="342900" indent="-342900" algn="just" rtl="0" eaLnBrk="0">
              <a:lnSpc>
                <a:spcPct val="95000"/>
              </a:lnSpc>
              <a:spcBef>
                <a:spcPts val="610"/>
              </a:spcBef>
              <a:buSzTx/>
              <a:buFont typeface="Arial" panose="020B0604020202020204" pitchFamily="34" charset="0"/>
              <a:buChar char="•"/>
            </a:pPr>
            <a:r>
              <a:rPr lang="zh-CN" altLang="en-US" sz="2400" dirty="0">
                <a:latin typeface="Times New Roman" panose="02020603050405020304" pitchFamily="18" charset="0"/>
                <a:ea typeface="+mj-ea"/>
                <a:cs typeface="Times New Roman" panose="02020603050405020304" pitchFamily="18" charset="0"/>
              </a:rPr>
              <a:t>Skolem函数：在公式(∀y)[(∃x)P(x,y]中，存在量词是在全称量词的辖域内，我们允许所存在的x可能 依赖于y值。令这种依赖关系用函数g(y)定义，它把每个y值映射到存在的那个x。</a:t>
            </a:r>
            <a:endParaRPr lang="zh-CN" altLang="en-US" sz="2400" dirty="0">
              <a:latin typeface="Times New Roman" panose="02020603050405020304" pitchFamily="18" charset="0"/>
              <a:ea typeface="+mj-ea"/>
              <a:cs typeface="Times New Roman" panose="02020603050405020304" pitchFamily="18" charset="0"/>
            </a:endParaRPr>
          </a:p>
          <a:p>
            <a:pPr marL="342900" indent="-342900" algn="just" rtl="0" eaLnBrk="0">
              <a:lnSpc>
                <a:spcPct val="95000"/>
              </a:lnSpc>
              <a:spcBef>
                <a:spcPts val="610"/>
              </a:spcBef>
              <a:buSzTx/>
              <a:buFont typeface="Arial" panose="020B0604020202020204" pitchFamily="34" charset="0"/>
              <a:buChar char="•"/>
            </a:pPr>
            <a:r>
              <a:rPr lang="zh-CN" altLang="en-US" sz="2400" dirty="0">
                <a:latin typeface="Times New Roman" panose="02020603050405020304" pitchFamily="18" charset="0"/>
                <a:ea typeface="+mj-ea"/>
                <a:cs typeface="Times New Roman" panose="02020603050405020304" pitchFamily="18" charset="0"/>
              </a:rPr>
              <a:t>这种函数叫做Skolem函数。如果用Skolem函数代替存在的x, 我们就可以消去全部存在量词，并写成 ：</a:t>
            </a:r>
            <a:endParaRPr lang="zh-CN" altLang="en-US" sz="2400" dirty="0">
              <a:latin typeface="Times New Roman" panose="02020603050405020304" pitchFamily="18" charset="0"/>
              <a:ea typeface="+mj-ea"/>
              <a:cs typeface="Times New Roman" panose="02020603050405020304" pitchFamily="18" charset="0"/>
            </a:endParaRPr>
          </a:p>
          <a:p>
            <a:pPr marL="342900" indent="-342900" algn="just" rtl="0" eaLnBrk="0">
              <a:lnSpc>
                <a:spcPct val="95000"/>
              </a:lnSpc>
              <a:spcBef>
                <a:spcPts val="610"/>
              </a:spcBef>
              <a:buSzTx/>
              <a:buFont typeface="Arial" panose="020B0604020202020204" pitchFamily="34" charset="0"/>
              <a:buChar char="•"/>
            </a:pPr>
            <a:r>
              <a:rPr lang="zh-CN" altLang="en-US" sz="2400" dirty="0">
                <a:latin typeface="Times New Roman" panose="02020603050405020304" pitchFamily="18" charset="0"/>
                <a:ea typeface="+mj-ea"/>
                <a:cs typeface="Times New Roman" panose="02020603050405020304" pitchFamily="18" charset="0"/>
              </a:rPr>
              <a:t>(</a:t>
            </a:r>
            <a:r>
              <a:rPr lang="zh-CN" altLang="en-US" sz="2400" dirty="0">
                <a:latin typeface="Times New Roman" panose="02020603050405020304" pitchFamily="18" charset="0"/>
                <a:ea typeface="+mj-ea"/>
                <a:cs typeface="Times New Roman" panose="02020603050405020304" pitchFamily="18" charset="0"/>
                <a:sym typeface="+mn-ea"/>
              </a:rPr>
              <a:t>∀</a:t>
            </a:r>
            <a:r>
              <a:rPr lang="zh-CN" altLang="en-US" sz="2400" dirty="0">
                <a:latin typeface="Times New Roman" panose="02020603050405020304" pitchFamily="18" charset="0"/>
                <a:ea typeface="+mj-ea"/>
                <a:cs typeface="Times New Roman" panose="02020603050405020304" pitchFamily="18" charset="0"/>
              </a:rPr>
              <a:t>y)P(g(y),y)</a:t>
            </a:r>
            <a:endParaRPr lang="zh-CN" altLang="en-US" sz="2400" dirty="0">
              <a:latin typeface="Times New Roman" panose="02020603050405020304" pitchFamily="18" charset="0"/>
              <a:ea typeface="+mj-ea"/>
              <a:cs typeface="Times New Roman" panose="02020603050405020304" pitchFamily="18" charset="0"/>
            </a:endParaRPr>
          </a:p>
          <a:p>
            <a:pPr marL="342900" indent="-342900" algn="just" rtl="0" eaLnBrk="0">
              <a:lnSpc>
                <a:spcPct val="95000"/>
              </a:lnSpc>
              <a:spcBef>
                <a:spcPts val="610"/>
              </a:spcBef>
              <a:buSzTx/>
              <a:buFont typeface="Arial" panose="020B0604020202020204" pitchFamily="34" charset="0"/>
              <a:buChar char="•"/>
            </a:pPr>
            <a:r>
              <a:rPr lang="zh-CN" altLang="en-US" sz="2400" dirty="0">
                <a:latin typeface="Times New Roman" panose="02020603050405020304" pitchFamily="18" charset="0"/>
                <a:ea typeface="+mj-ea"/>
                <a:cs typeface="Times New Roman" panose="02020603050405020304" pitchFamily="18" charset="0"/>
              </a:rPr>
              <a:t>Skolem函数所使用的函数符号必须是新的，即不允许是公式中已经出现过的函数符号。</a:t>
            </a:r>
            <a:endParaRPr lang="zh-CN" altLang="en-US" sz="2400" dirty="0">
              <a:latin typeface="Times New Roman" panose="02020603050405020304" pitchFamily="18" charset="0"/>
              <a:ea typeface="+mj-ea"/>
              <a:cs typeface="Times New Roman" panose="02020603050405020304" pitchFamily="18" charset="0"/>
            </a:endParaRPr>
          </a:p>
          <a:p>
            <a:pPr marL="342900" indent="-342900" algn="just" rtl="0" eaLnBrk="0">
              <a:lnSpc>
                <a:spcPct val="95000"/>
              </a:lnSpc>
              <a:spcBef>
                <a:spcPts val="610"/>
              </a:spcBef>
              <a:buSzTx/>
              <a:buFont typeface="Arial" panose="020B0604020202020204" pitchFamily="34" charset="0"/>
              <a:buChar char="•"/>
            </a:pPr>
            <a:endParaRPr lang="zh-CN" altLang="en-US" sz="2120" dirty="0">
              <a:solidFill>
                <a:srgbClr val="002060"/>
              </a:solidFill>
              <a:latin typeface="Times New Roman" panose="02020603050405020304" pitchFamily="18" charset="0"/>
              <a:ea typeface="+mj-ea"/>
              <a:cs typeface="Times New Roman" panose="02020603050405020304" pitchFamily="18" charset="0"/>
            </a:endParaRPr>
          </a:p>
        </p:txBody>
      </p:sp>
      <p:sp>
        <p:nvSpPr>
          <p:cNvPr id="70661" name="Rectangle 6"/>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70662" name="Rectangle 8"/>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Tree>
  </p:cSld>
  <p:clrMapOvr>
    <a:masterClrMapping/>
  </p:clrMapOvr>
  <p:transition>
    <p:random/>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灯片编号占位符 4"/>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0659"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3.3  </a:t>
            </a:r>
            <a:r>
              <a:rPr lang="zh-CN" altLang="en-US" sz="3600" b="0" dirty="0">
                <a:latin typeface="Times New Roman" panose="02020603050405020304" pitchFamily="18" charset="0"/>
                <a:ea typeface="黑体" panose="02010609060101010101" pitchFamily="49" charset="-122"/>
              </a:rPr>
              <a:t>谓词公式化为子句集的方法</a:t>
            </a:r>
            <a:endParaRPr lang="zh-CN" altLang="en-US" sz="3600" b="0" dirty="0">
              <a:latin typeface="Times New Roman" panose="02020603050405020304" pitchFamily="18" charset="0"/>
              <a:ea typeface="黑体" panose="02010609060101010101" pitchFamily="49" charset="-122"/>
            </a:endParaRPr>
          </a:p>
        </p:txBody>
      </p:sp>
      <p:sp>
        <p:nvSpPr>
          <p:cNvPr id="70660" name="Rectangle 3"/>
          <p:cNvSpPr>
            <a:spLocks noGrp="1"/>
          </p:cNvSpPr>
          <p:nvPr>
            <p:ph type="body" sz="half" idx="1"/>
          </p:nvPr>
        </p:nvSpPr>
        <p:spPr>
          <a:xfrm>
            <a:off x="76200" y="838200"/>
            <a:ext cx="8893810" cy="5645150"/>
          </a:xfrm>
        </p:spPr>
        <p:txBody>
          <a:bodyPr vert="horz" wrap="square" lIns="91440" tIns="45720" rIns="91440" bIns="45720" anchor="t" anchorCtr="0"/>
          <a:p>
            <a:pPr marL="0" indent="0" algn="just" rtl="0" eaLnBrk="0">
              <a:lnSpc>
                <a:spcPct val="95000"/>
              </a:lnSpc>
              <a:spcBef>
                <a:spcPts val="610"/>
              </a:spcBef>
              <a:buNone/>
            </a:pPr>
            <a:r>
              <a:rPr lang="en-US" altLang="zh-CN" sz="2400" b="1" dirty="0">
                <a:solidFill>
                  <a:srgbClr val="FF0000"/>
                </a:solidFill>
                <a:latin typeface="Times New Roman" panose="02020603050405020304" pitchFamily="18" charset="0"/>
                <a:ea typeface="+mj-ea"/>
                <a:cs typeface="Times New Roman" panose="02020603050405020304" pitchFamily="18" charset="0"/>
              </a:rPr>
              <a:t>(4)</a:t>
            </a:r>
            <a:r>
              <a:rPr sz="2400" b="1" dirty="0">
                <a:solidFill>
                  <a:srgbClr val="F02010">
                    <a:alpha val="100000"/>
                  </a:srgbClr>
                </a:solidFill>
                <a:latin typeface="宋体" panose="02010600030101010101" pitchFamily="2" charset="-122"/>
                <a:ea typeface="宋体" panose="02010600030101010101" pitchFamily="2" charset="-122"/>
                <a:cs typeface="宋体" panose="02010600030101010101" pitchFamily="2" charset="-122"/>
                <a:sym typeface="+mn-ea"/>
              </a:rPr>
              <a:t>消去存在量词</a:t>
            </a:r>
            <a:endParaRPr sz="2400" b="1" dirty="0">
              <a:solidFill>
                <a:srgbClr val="F02010">
                  <a:alpha val="100000"/>
                </a:srgbClr>
              </a:solidFill>
              <a:latin typeface="宋体" panose="02010600030101010101" pitchFamily="2" charset="-122"/>
              <a:ea typeface="宋体" panose="02010600030101010101" pitchFamily="2" charset="-122"/>
              <a:cs typeface="宋体" panose="02010600030101010101" pitchFamily="2" charset="-122"/>
              <a:sym typeface="+mn-ea"/>
            </a:endParaRPr>
          </a:p>
          <a:p>
            <a:pPr marL="0" algn="just" rtl="0" eaLnBrk="0">
              <a:lnSpc>
                <a:spcPct val="95000"/>
              </a:lnSpc>
              <a:spcBef>
                <a:spcPts val="610"/>
              </a:spcBef>
              <a:buSzTx/>
              <a:buNone/>
            </a:pPr>
            <a:r>
              <a:rPr lang="en-US" altLang="zh-CN" sz="2400" b="1" dirty="0">
                <a:solidFill>
                  <a:srgbClr val="FF0000"/>
                </a:solidFill>
                <a:latin typeface="Times New Roman" panose="02020603050405020304" pitchFamily="18" charset="0"/>
                <a:ea typeface="+mj-ea"/>
                <a:cs typeface="Times New Roman" panose="02020603050405020304" pitchFamily="18" charset="0"/>
                <a:sym typeface="+mn-ea"/>
              </a:rPr>
              <a:t>(a)</a:t>
            </a:r>
            <a:r>
              <a:rPr sz="2400" b="1" spc="60" dirty="0">
                <a:solidFill>
                  <a:srgbClr val="FF2010">
                    <a:alpha val="100000"/>
                  </a:srgbClr>
                </a:solidFill>
                <a:latin typeface="宋体" panose="02010600030101010101" pitchFamily="2" charset="-122"/>
                <a:ea typeface="宋体" panose="02010600030101010101" pitchFamily="2" charset="-122"/>
                <a:cs typeface="宋体" panose="02010600030101010101" pitchFamily="2" charset="-122"/>
                <a:sym typeface="+mn-ea"/>
              </a:rPr>
              <a:t>如果要消去的存在量词不在任何一个全称量词的辖域内，那么就使用不含变量的Skolem函数即常量</a:t>
            </a:r>
            <a:r>
              <a:rPr sz="2400" b="1" dirty="0">
                <a:solidFill>
                  <a:srgbClr val="F02010">
                    <a:alpha val="100000"/>
                  </a:srgbClr>
                </a:solidFill>
                <a:latin typeface="宋体" panose="02010600030101010101" pitchFamily="2" charset="-122"/>
                <a:ea typeface="宋体" panose="02010600030101010101" pitchFamily="2" charset="-122"/>
                <a:cs typeface="宋体" panose="02010600030101010101" pitchFamily="2" charset="-122"/>
                <a:sym typeface="+mn-ea"/>
              </a:rPr>
              <a:t>。</a:t>
            </a:r>
            <a:endParaRPr lang="en-US" altLang="zh-CN" sz="2400" b="1" dirty="0">
              <a:solidFill>
                <a:srgbClr val="FF0000"/>
              </a:solidFill>
              <a:latin typeface="Times New Roman" panose="02020603050405020304" pitchFamily="18" charset="0"/>
              <a:ea typeface="+mj-ea"/>
              <a:cs typeface="Times New Roman" panose="02020603050405020304" pitchFamily="18" charset="0"/>
            </a:endParaRPr>
          </a:p>
          <a:p>
            <a:pPr marL="342900" indent="-342900" algn="just" rtl="0" eaLnBrk="0">
              <a:lnSpc>
                <a:spcPct val="95000"/>
              </a:lnSpc>
              <a:spcBef>
                <a:spcPts val="610"/>
              </a:spcBef>
              <a:buSzTx/>
              <a:buFont typeface="Arial" panose="020B0604020202020204" pitchFamily="34" charset="0"/>
              <a:buChar char="•"/>
            </a:pPr>
            <a:r>
              <a:rPr lang="zh-CN" altLang="en-US" sz="2400" dirty="0">
                <a:latin typeface="Times New Roman" panose="02020603050405020304" pitchFamily="18" charset="0"/>
                <a:ea typeface="+mj-ea"/>
                <a:cs typeface="Times New Roman" panose="02020603050405020304" pitchFamily="18" charset="0"/>
              </a:rPr>
              <a:t>例如，(</a:t>
            </a:r>
            <a:r>
              <a:rPr lang="zh-CN" altLang="en-US" sz="2400" dirty="0">
                <a:latin typeface="Times New Roman" panose="02020603050405020304" pitchFamily="18" charset="0"/>
                <a:ea typeface="+mj-ea"/>
                <a:cs typeface="Times New Roman" panose="02020603050405020304" pitchFamily="18" charset="0"/>
                <a:sym typeface="+mn-ea"/>
              </a:rPr>
              <a:t>∃</a:t>
            </a:r>
            <a:r>
              <a:rPr lang="zh-CN" altLang="en-US" sz="2400" dirty="0">
                <a:latin typeface="Times New Roman" panose="02020603050405020304" pitchFamily="18" charset="0"/>
                <a:ea typeface="+mj-ea"/>
                <a:cs typeface="Times New Roman" panose="02020603050405020304" pitchFamily="18" charset="0"/>
              </a:rPr>
              <a:t>x)P(x)化为P(A)，其中常量符号A用来表示我们知道的存在实体。A必须是个新的常量符号，它未曾在公式中其它地方使用过。</a:t>
            </a:r>
            <a:endParaRPr lang="zh-CN" altLang="en-US" sz="2400" dirty="0">
              <a:latin typeface="Times New Roman" panose="02020603050405020304" pitchFamily="18" charset="0"/>
              <a:ea typeface="+mj-ea"/>
              <a:cs typeface="Times New Roman" panose="02020603050405020304" pitchFamily="18" charset="0"/>
            </a:endParaRPr>
          </a:p>
        </p:txBody>
      </p:sp>
      <p:sp>
        <p:nvSpPr>
          <p:cNvPr id="70661" name="Rectangle 6"/>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70662" name="Rectangle 8"/>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Tree>
  </p:cSld>
  <p:clrMapOvr>
    <a:masterClrMapping/>
  </p:clrMapOvr>
  <p:transition>
    <p:random/>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灯片编号占位符 4"/>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0659"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3.3  </a:t>
            </a:r>
            <a:r>
              <a:rPr lang="zh-CN" altLang="en-US" sz="3600" b="0" dirty="0">
                <a:latin typeface="Times New Roman" panose="02020603050405020304" pitchFamily="18" charset="0"/>
                <a:ea typeface="黑体" panose="02010609060101010101" pitchFamily="49" charset="-122"/>
              </a:rPr>
              <a:t>谓词公式化为子句集的方法</a:t>
            </a:r>
            <a:endParaRPr lang="zh-CN" altLang="en-US" sz="3600" b="0" dirty="0">
              <a:latin typeface="Times New Roman" panose="02020603050405020304" pitchFamily="18" charset="0"/>
              <a:ea typeface="黑体" panose="02010609060101010101" pitchFamily="49" charset="-122"/>
            </a:endParaRPr>
          </a:p>
        </p:txBody>
      </p:sp>
      <p:sp>
        <p:nvSpPr>
          <p:cNvPr id="70660" name="Rectangle 3"/>
          <p:cNvSpPr>
            <a:spLocks noGrp="1"/>
          </p:cNvSpPr>
          <p:nvPr>
            <p:ph type="body" sz="half" idx="1"/>
          </p:nvPr>
        </p:nvSpPr>
        <p:spPr>
          <a:xfrm>
            <a:off x="76200" y="838200"/>
            <a:ext cx="8893810" cy="5645150"/>
          </a:xfrm>
        </p:spPr>
        <p:txBody>
          <a:bodyPr vert="horz" wrap="square" lIns="91440" tIns="45720" rIns="91440" bIns="45720" anchor="t" anchorCtr="0"/>
          <a:p>
            <a:pPr marL="0" indent="0" algn="just" rtl="0" eaLnBrk="0">
              <a:lnSpc>
                <a:spcPct val="95000"/>
              </a:lnSpc>
              <a:spcBef>
                <a:spcPts val="610"/>
              </a:spcBef>
              <a:buNone/>
            </a:pPr>
            <a:r>
              <a:rPr lang="en-US" altLang="zh-CN" sz="2400" b="1" dirty="0">
                <a:solidFill>
                  <a:srgbClr val="FF0000"/>
                </a:solidFill>
                <a:latin typeface="Times New Roman" panose="02020603050405020304" pitchFamily="18" charset="0"/>
                <a:ea typeface="+mj-ea"/>
                <a:cs typeface="Times New Roman" panose="02020603050405020304" pitchFamily="18" charset="0"/>
              </a:rPr>
              <a:t>(5)</a:t>
            </a:r>
            <a:r>
              <a:rPr sz="2400" b="1" spc="10" dirty="0">
                <a:solidFill>
                  <a:srgbClr val="F02010">
                    <a:alpha val="100000"/>
                  </a:srgbClr>
                </a:solidFill>
                <a:latin typeface="宋体" panose="02010600030101010101" pitchFamily="2" charset="-122"/>
                <a:ea typeface="宋体" panose="02010600030101010101" pitchFamily="2" charset="-122"/>
                <a:cs typeface="宋体" panose="02010600030101010101" pitchFamily="2" charset="-122"/>
                <a:sym typeface="+mn-ea"/>
              </a:rPr>
              <a:t>化为前束形</a:t>
            </a:r>
            <a:endParaRPr sz="2400" b="1" dirty="0">
              <a:solidFill>
                <a:srgbClr val="F02010">
                  <a:alpha val="100000"/>
                </a:srgbClr>
              </a:solidFill>
              <a:latin typeface="宋体" panose="02010600030101010101" pitchFamily="2" charset="-122"/>
              <a:ea typeface="宋体" panose="02010600030101010101" pitchFamily="2" charset="-122"/>
              <a:cs typeface="宋体" panose="02010600030101010101" pitchFamily="2" charset="-122"/>
              <a:sym typeface="+mn-ea"/>
            </a:endParaRPr>
          </a:p>
          <a:p>
            <a:pPr marL="342900" indent="-342900" algn="just" rtl="0" eaLnBrk="0">
              <a:lnSpc>
                <a:spcPct val="95000"/>
              </a:lnSpc>
              <a:spcBef>
                <a:spcPts val="610"/>
              </a:spcBef>
              <a:buSzTx/>
              <a:buFont typeface="Arial" panose="020B0604020202020204" pitchFamily="34" charset="0"/>
              <a:buChar char="•"/>
            </a:pPr>
            <a:r>
              <a:rPr lang="zh-CN" altLang="en-US" sz="2400" dirty="0">
                <a:latin typeface="Times New Roman" panose="02020603050405020304" pitchFamily="18" charset="0"/>
                <a:ea typeface="+mj-ea"/>
                <a:cs typeface="Times New Roman" panose="02020603050405020304" pitchFamily="18" charset="0"/>
              </a:rPr>
              <a:t>到这一步，已不留下任何存在量词，而且每个全称量词都有自己的变量。</a:t>
            </a:r>
            <a:endParaRPr lang="zh-CN" altLang="en-US" sz="2400" dirty="0">
              <a:latin typeface="Times New Roman" panose="02020603050405020304" pitchFamily="18" charset="0"/>
              <a:ea typeface="+mj-ea"/>
              <a:cs typeface="Times New Roman" panose="02020603050405020304" pitchFamily="18" charset="0"/>
            </a:endParaRPr>
          </a:p>
          <a:p>
            <a:pPr marL="342900" indent="-342900" algn="just" rtl="0" eaLnBrk="0">
              <a:lnSpc>
                <a:spcPct val="95000"/>
              </a:lnSpc>
              <a:spcBef>
                <a:spcPts val="610"/>
              </a:spcBef>
              <a:buSzTx/>
              <a:buFont typeface="Arial" panose="020B0604020202020204" pitchFamily="34" charset="0"/>
              <a:buChar char="•"/>
            </a:pPr>
            <a:r>
              <a:rPr lang="zh-CN" altLang="en-US" sz="2400" dirty="0">
                <a:latin typeface="Times New Roman" panose="02020603050405020304" pitchFamily="18" charset="0"/>
                <a:ea typeface="+mj-ea"/>
                <a:cs typeface="Times New Roman" panose="02020603050405020304" pitchFamily="18" charset="0"/>
              </a:rPr>
              <a:t>把所有全称量词移到公式的左边，并使每个量词的辖域包括这个量词后面公式的整个部分。所得公式称为</a:t>
            </a:r>
            <a:r>
              <a:rPr lang="zh-CN" altLang="en-US" sz="2400" b="1" dirty="0">
                <a:solidFill>
                  <a:srgbClr val="FF0000"/>
                </a:solidFill>
                <a:latin typeface="Times New Roman" panose="02020603050405020304" pitchFamily="18" charset="0"/>
                <a:ea typeface="+mj-ea"/>
                <a:cs typeface="Times New Roman" panose="02020603050405020304" pitchFamily="18" charset="0"/>
              </a:rPr>
              <a:t>前束形</a:t>
            </a:r>
            <a:r>
              <a:rPr lang="zh-CN" altLang="en-US" sz="2400" dirty="0">
                <a:latin typeface="Times New Roman" panose="02020603050405020304" pitchFamily="18" charset="0"/>
                <a:ea typeface="+mj-ea"/>
                <a:cs typeface="Times New Roman" panose="02020603050405020304" pitchFamily="18" charset="0"/>
              </a:rPr>
              <a:t>。</a:t>
            </a:r>
            <a:endParaRPr lang="zh-CN" altLang="en-US" sz="2400" dirty="0">
              <a:latin typeface="Times New Roman" panose="02020603050405020304" pitchFamily="18" charset="0"/>
              <a:ea typeface="+mj-ea"/>
              <a:cs typeface="Times New Roman" panose="02020603050405020304" pitchFamily="18" charset="0"/>
            </a:endParaRPr>
          </a:p>
          <a:p>
            <a:pPr marL="342900" indent="-342900" algn="just" rtl="0" eaLnBrk="0">
              <a:lnSpc>
                <a:spcPct val="95000"/>
              </a:lnSpc>
              <a:spcBef>
                <a:spcPts val="610"/>
              </a:spcBef>
              <a:buSzTx/>
              <a:buFont typeface="Arial" panose="020B0604020202020204" pitchFamily="34" charset="0"/>
              <a:buChar char="•"/>
            </a:pPr>
            <a:r>
              <a:rPr lang="zh-CN" altLang="en-US" sz="2400" dirty="0">
                <a:latin typeface="Times New Roman" panose="02020603050405020304" pitchFamily="18" charset="0"/>
                <a:ea typeface="+mj-ea"/>
                <a:cs typeface="Times New Roman" panose="02020603050405020304" pitchFamily="18" charset="0"/>
              </a:rPr>
              <a:t>前束形公式由前缀和母式组成，前缀由全称量词串组成，母式由没有量词的公式组成，即 </a:t>
            </a:r>
            <a:endParaRPr lang="zh-CN" altLang="en-US" sz="2400" dirty="0">
              <a:latin typeface="Times New Roman" panose="02020603050405020304" pitchFamily="18" charset="0"/>
              <a:ea typeface="+mj-ea"/>
              <a:cs typeface="Times New Roman" panose="02020603050405020304" pitchFamily="18" charset="0"/>
            </a:endParaRPr>
          </a:p>
          <a:p>
            <a:pPr marL="342900" indent="-342900" algn="just" rtl="0" eaLnBrk="0">
              <a:lnSpc>
                <a:spcPct val="95000"/>
              </a:lnSpc>
              <a:spcBef>
                <a:spcPts val="610"/>
              </a:spcBef>
              <a:buSzTx/>
              <a:buFont typeface="Arial" panose="020B0604020202020204" pitchFamily="34" charset="0"/>
              <a:buChar char="•"/>
            </a:pPr>
            <a:r>
              <a:rPr lang="zh-CN" altLang="en-US" sz="2400" b="1" dirty="0">
                <a:solidFill>
                  <a:srgbClr val="FF0000"/>
                </a:solidFill>
                <a:latin typeface="Times New Roman" panose="02020603050405020304" pitchFamily="18" charset="0"/>
                <a:ea typeface="+mj-ea"/>
                <a:cs typeface="Times New Roman" panose="02020603050405020304" pitchFamily="18" charset="0"/>
              </a:rPr>
              <a:t>前束形=</a:t>
            </a:r>
            <a:r>
              <a:rPr lang="en-US" altLang="zh-CN" sz="2400" b="1" dirty="0">
                <a:solidFill>
                  <a:srgbClr val="FF0000"/>
                </a:solidFill>
                <a:latin typeface="Times New Roman" panose="02020603050405020304" pitchFamily="18" charset="0"/>
                <a:ea typeface="+mj-ea"/>
                <a:cs typeface="Times New Roman" panose="02020603050405020304" pitchFamily="18" charset="0"/>
              </a:rPr>
              <a:t>    </a:t>
            </a:r>
            <a:r>
              <a:rPr lang="zh-CN" altLang="en-US" sz="2400" b="1" dirty="0">
                <a:solidFill>
                  <a:srgbClr val="FF0000"/>
                </a:solidFill>
                <a:latin typeface="Times New Roman" panose="02020603050405020304" pitchFamily="18" charset="0"/>
                <a:ea typeface="+mj-ea"/>
                <a:cs typeface="Times New Roman" panose="02020603050405020304" pitchFamily="18" charset="0"/>
              </a:rPr>
              <a:t>( 前缀)</a:t>
            </a:r>
            <a:r>
              <a:rPr lang="en-US" altLang="zh-CN" sz="2400" b="1" dirty="0">
                <a:solidFill>
                  <a:srgbClr val="FF0000"/>
                </a:solidFill>
                <a:latin typeface="Times New Roman" panose="02020603050405020304" pitchFamily="18" charset="0"/>
                <a:ea typeface="+mj-ea"/>
                <a:cs typeface="Times New Roman" panose="02020603050405020304" pitchFamily="18" charset="0"/>
              </a:rPr>
              <a:t>            </a:t>
            </a:r>
            <a:r>
              <a:rPr lang="zh-CN" altLang="en-US" sz="2400" b="1" dirty="0">
                <a:solidFill>
                  <a:srgbClr val="FF0000"/>
                </a:solidFill>
                <a:latin typeface="Times New Roman" panose="02020603050405020304" pitchFamily="18" charset="0"/>
                <a:ea typeface="+mj-ea"/>
                <a:cs typeface="Times New Roman" panose="02020603050405020304" pitchFamily="18" charset="0"/>
              </a:rPr>
              <a:t>(母式)</a:t>
            </a:r>
            <a:endParaRPr lang="zh-CN" altLang="en-US" sz="2400" b="1" dirty="0">
              <a:solidFill>
                <a:srgbClr val="FF0000"/>
              </a:solidFill>
              <a:latin typeface="Times New Roman" panose="02020603050405020304" pitchFamily="18" charset="0"/>
              <a:ea typeface="+mj-ea"/>
              <a:cs typeface="Times New Roman" panose="02020603050405020304" pitchFamily="18" charset="0"/>
            </a:endParaRPr>
          </a:p>
          <a:p>
            <a:pPr marL="342900" indent="-342900" algn="just" rtl="0" eaLnBrk="0">
              <a:lnSpc>
                <a:spcPct val="95000"/>
              </a:lnSpc>
              <a:spcBef>
                <a:spcPts val="610"/>
              </a:spcBef>
              <a:buSzTx/>
              <a:buFont typeface="Arial" panose="020B0604020202020204" pitchFamily="34" charset="0"/>
              <a:buChar char="•"/>
            </a:pPr>
            <a:r>
              <a:rPr lang="en-US" altLang="zh-CN" sz="2400" dirty="0">
                <a:latin typeface="Times New Roman" panose="02020603050405020304" pitchFamily="18" charset="0"/>
                <a:ea typeface="+mj-ea"/>
                <a:cs typeface="Times New Roman" panose="02020603050405020304" pitchFamily="18" charset="0"/>
              </a:rPr>
              <a:t>              </a:t>
            </a:r>
            <a:r>
              <a:rPr lang="zh-CN" altLang="en-US" sz="2400" dirty="0">
                <a:latin typeface="Times New Roman" panose="02020603050405020304" pitchFamily="18" charset="0"/>
                <a:ea typeface="+mj-ea"/>
                <a:cs typeface="Times New Roman" panose="02020603050405020304" pitchFamily="18" charset="0"/>
              </a:rPr>
              <a:t>全称量词串</a:t>
            </a:r>
            <a:r>
              <a:rPr lang="en-US" altLang="zh-CN" sz="2400" dirty="0">
                <a:latin typeface="Times New Roman" panose="02020603050405020304" pitchFamily="18" charset="0"/>
                <a:ea typeface="+mj-ea"/>
                <a:cs typeface="Times New Roman" panose="02020603050405020304" pitchFamily="18" charset="0"/>
              </a:rPr>
              <a:t>   </a:t>
            </a:r>
            <a:r>
              <a:rPr lang="zh-CN" altLang="en-US" sz="2400" dirty="0">
                <a:latin typeface="Times New Roman" panose="02020603050405020304" pitchFamily="18" charset="0"/>
                <a:ea typeface="+mj-ea"/>
                <a:cs typeface="Times New Roman" panose="02020603050405020304" pitchFamily="18" charset="0"/>
              </a:rPr>
              <a:t>无量词公式</a:t>
            </a:r>
            <a:endParaRPr lang="zh-CN" altLang="en-US" sz="2120" dirty="0">
              <a:solidFill>
                <a:srgbClr val="002060"/>
              </a:solidFill>
              <a:latin typeface="Times New Roman" panose="02020603050405020304" pitchFamily="18" charset="0"/>
              <a:ea typeface="+mj-ea"/>
              <a:cs typeface="Times New Roman" panose="02020603050405020304" pitchFamily="18" charset="0"/>
            </a:endParaRPr>
          </a:p>
        </p:txBody>
      </p:sp>
      <p:sp>
        <p:nvSpPr>
          <p:cNvPr id="70661" name="Rectangle 6"/>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70662" name="Rectangle 8"/>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Tree>
  </p:cSld>
  <p:clrMapOvr>
    <a:masterClrMapping/>
  </p:clrMapOvr>
  <p:transition>
    <p:random/>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灯片编号占位符 4"/>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0659"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3.3  </a:t>
            </a:r>
            <a:r>
              <a:rPr lang="zh-CN" altLang="en-US" sz="3600" b="0" dirty="0">
                <a:latin typeface="Times New Roman" panose="02020603050405020304" pitchFamily="18" charset="0"/>
                <a:ea typeface="黑体" panose="02010609060101010101" pitchFamily="49" charset="-122"/>
              </a:rPr>
              <a:t>谓词公式化为子句集的方法</a:t>
            </a:r>
            <a:endParaRPr lang="zh-CN" altLang="en-US" sz="3600" b="0" dirty="0">
              <a:latin typeface="Times New Roman" panose="02020603050405020304" pitchFamily="18" charset="0"/>
              <a:ea typeface="黑体" panose="02010609060101010101" pitchFamily="49" charset="-122"/>
            </a:endParaRPr>
          </a:p>
        </p:txBody>
      </p:sp>
      <p:sp>
        <p:nvSpPr>
          <p:cNvPr id="70660" name="Rectangle 3"/>
          <p:cNvSpPr>
            <a:spLocks noGrp="1"/>
          </p:cNvSpPr>
          <p:nvPr>
            <p:ph type="body" sz="half" idx="1"/>
          </p:nvPr>
        </p:nvSpPr>
        <p:spPr>
          <a:xfrm>
            <a:off x="76200" y="838200"/>
            <a:ext cx="8893810" cy="5645150"/>
          </a:xfrm>
        </p:spPr>
        <p:txBody>
          <a:bodyPr vert="horz" wrap="square" lIns="91440" tIns="45720" rIns="91440" bIns="45720" anchor="t" anchorCtr="0"/>
          <a:p>
            <a:pPr marL="0" indent="0" algn="just" rtl="0" eaLnBrk="0">
              <a:lnSpc>
                <a:spcPct val="95000"/>
              </a:lnSpc>
              <a:spcBef>
                <a:spcPts val="610"/>
              </a:spcBef>
              <a:buNone/>
            </a:pPr>
            <a:r>
              <a:rPr lang="en-US" altLang="zh-CN" sz="2400" b="1" dirty="0">
                <a:solidFill>
                  <a:srgbClr val="FF0000"/>
                </a:solidFill>
                <a:latin typeface="Times New Roman" panose="02020603050405020304" pitchFamily="18" charset="0"/>
                <a:ea typeface="+mj-ea"/>
                <a:cs typeface="Times New Roman" panose="02020603050405020304" pitchFamily="18" charset="0"/>
              </a:rPr>
              <a:t>(6)</a:t>
            </a:r>
            <a:r>
              <a:rPr sz="2400" b="1" spc="60" dirty="0">
                <a:solidFill>
                  <a:srgbClr val="F02010">
                    <a:alpha val="100000"/>
                  </a:srgbClr>
                </a:solidFill>
                <a:latin typeface="宋体" panose="02010600030101010101" pitchFamily="2" charset="-122"/>
                <a:ea typeface="宋体" panose="02010600030101010101" pitchFamily="2" charset="-122"/>
                <a:cs typeface="宋体" panose="02010600030101010101" pitchFamily="2" charset="-122"/>
                <a:sym typeface="+mn-ea"/>
              </a:rPr>
              <a:t>把母式化为合取范式</a:t>
            </a:r>
            <a:endParaRPr sz="2400" b="1" dirty="0">
              <a:solidFill>
                <a:srgbClr val="F02010">
                  <a:alpha val="100000"/>
                </a:srgbClr>
              </a:solidFill>
              <a:latin typeface="宋体" panose="02010600030101010101" pitchFamily="2" charset="-122"/>
              <a:ea typeface="宋体" panose="02010600030101010101" pitchFamily="2" charset="-122"/>
              <a:cs typeface="宋体" panose="02010600030101010101" pitchFamily="2" charset="-122"/>
              <a:sym typeface="+mn-ea"/>
            </a:endParaRPr>
          </a:p>
          <a:p>
            <a:pPr marL="342900" indent="-342900" algn="just" rtl="0" eaLnBrk="0">
              <a:lnSpc>
                <a:spcPct val="95000"/>
              </a:lnSpc>
              <a:spcBef>
                <a:spcPts val="610"/>
              </a:spcBef>
              <a:buSzTx/>
              <a:buFont typeface="Arial" panose="020B0604020202020204" pitchFamily="34" charset="0"/>
              <a:buChar char="•"/>
            </a:pPr>
            <a:r>
              <a:rPr lang="zh-CN" altLang="en-US" sz="2400" dirty="0">
                <a:latin typeface="Times New Roman" panose="02020603050405020304" pitchFamily="18" charset="0"/>
                <a:ea typeface="+mj-ea"/>
                <a:cs typeface="Times New Roman" panose="02020603050405020304" pitchFamily="18" charset="0"/>
              </a:rPr>
              <a:t>任何母式都可写成由一些</a:t>
            </a:r>
            <a:r>
              <a:rPr lang="zh-CN" altLang="en-US" sz="2400" dirty="0">
                <a:solidFill>
                  <a:srgbClr val="FF0000"/>
                </a:solidFill>
                <a:latin typeface="Times New Roman" panose="02020603050405020304" pitchFamily="18" charset="0"/>
                <a:ea typeface="+mj-ea"/>
                <a:cs typeface="Times New Roman" panose="02020603050405020304" pitchFamily="18" charset="0"/>
              </a:rPr>
              <a:t>谓词公式和(或)谓词公式的否定的析取</a:t>
            </a:r>
            <a:r>
              <a:rPr lang="zh-CN" altLang="en-US" sz="2400" dirty="0">
                <a:latin typeface="Times New Roman" panose="02020603050405020304" pitchFamily="18" charset="0"/>
                <a:ea typeface="+mj-ea"/>
                <a:cs typeface="Times New Roman" panose="02020603050405020304" pitchFamily="18" charset="0"/>
              </a:rPr>
              <a:t>的有限集组成的</a:t>
            </a:r>
            <a:r>
              <a:rPr lang="zh-CN" altLang="en-US" sz="2400" dirty="0">
                <a:solidFill>
                  <a:srgbClr val="FF0000"/>
                </a:solidFill>
                <a:latin typeface="Times New Roman" panose="02020603050405020304" pitchFamily="18" charset="0"/>
                <a:ea typeface="+mj-ea"/>
                <a:cs typeface="Times New Roman" panose="02020603050405020304" pitchFamily="18" charset="0"/>
              </a:rPr>
              <a:t>合取。</a:t>
            </a:r>
            <a:endParaRPr lang="zh-CN" altLang="en-US" sz="2400" dirty="0">
              <a:solidFill>
                <a:srgbClr val="FF0000"/>
              </a:solidFill>
              <a:latin typeface="Times New Roman" panose="02020603050405020304" pitchFamily="18" charset="0"/>
              <a:ea typeface="+mj-ea"/>
              <a:cs typeface="Times New Roman" panose="02020603050405020304" pitchFamily="18" charset="0"/>
            </a:endParaRPr>
          </a:p>
          <a:p>
            <a:pPr marL="342900" indent="-342900" algn="just" rtl="0" eaLnBrk="0">
              <a:lnSpc>
                <a:spcPct val="95000"/>
              </a:lnSpc>
              <a:spcBef>
                <a:spcPts val="610"/>
              </a:spcBef>
              <a:buSzTx/>
              <a:buFont typeface="Arial" panose="020B0604020202020204" pitchFamily="34" charset="0"/>
              <a:buChar char="•"/>
            </a:pPr>
            <a:r>
              <a:rPr lang="zh-CN" altLang="en-US" sz="2400" dirty="0">
                <a:latin typeface="Times New Roman" panose="02020603050405020304" pitchFamily="18" charset="0"/>
                <a:ea typeface="+mj-ea"/>
                <a:cs typeface="Times New Roman" panose="02020603050405020304" pitchFamily="18" charset="0"/>
              </a:rPr>
              <a:t>这种母式叫做</a:t>
            </a:r>
            <a:r>
              <a:rPr lang="zh-CN" altLang="en-US" sz="2400" b="1" u="sng" dirty="0">
                <a:solidFill>
                  <a:srgbClr val="FF0000"/>
                </a:solidFill>
                <a:latin typeface="Times New Roman" panose="02020603050405020304" pitchFamily="18" charset="0"/>
                <a:ea typeface="+mj-ea"/>
                <a:cs typeface="Times New Roman" panose="02020603050405020304" pitchFamily="18" charset="0"/>
              </a:rPr>
              <a:t>合取范式</a:t>
            </a:r>
            <a:r>
              <a:rPr lang="zh-CN" altLang="en-US" sz="2400" dirty="0">
                <a:latin typeface="Times New Roman" panose="02020603050405020304" pitchFamily="18" charset="0"/>
                <a:ea typeface="+mj-ea"/>
                <a:cs typeface="Times New Roman" panose="02020603050405020304" pitchFamily="18" charset="0"/>
              </a:rPr>
              <a:t>。</a:t>
            </a:r>
            <a:endParaRPr lang="zh-CN" altLang="en-US" sz="2400" dirty="0">
              <a:latin typeface="Times New Roman" panose="02020603050405020304" pitchFamily="18" charset="0"/>
              <a:ea typeface="+mj-ea"/>
              <a:cs typeface="Times New Roman" panose="02020603050405020304" pitchFamily="18" charset="0"/>
            </a:endParaRPr>
          </a:p>
          <a:p>
            <a:pPr marL="342900" indent="-342900" algn="just" rtl="0" eaLnBrk="0">
              <a:lnSpc>
                <a:spcPct val="95000"/>
              </a:lnSpc>
              <a:spcBef>
                <a:spcPts val="610"/>
              </a:spcBef>
              <a:buSzTx/>
              <a:buFont typeface="Arial" panose="020B0604020202020204" pitchFamily="34" charset="0"/>
              <a:buChar char="•"/>
            </a:pPr>
            <a:r>
              <a:rPr lang="zh-CN" altLang="en-US" sz="2400" dirty="0">
                <a:latin typeface="Times New Roman" panose="02020603050405020304" pitchFamily="18" charset="0"/>
                <a:ea typeface="+mj-ea"/>
                <a:cs typeface="Times New Roman" panose="02020603050405020304" pitchFamily="18" charset="0"/>
              </a:rPr>
              <a:t>我们可以反复应用分配律，把任一母式化成合取范式。</a:t>
            </a:r>
            <a:endParaRPr lang="zh-CN" altLang="en-US" sz="2400" dirty="0">
              <a:latin typeface="Times New Roman" panose="02020603050405020304" pitchFamily="18" charset="0"/>
              <a:ea typeface="+mj-ea"/>
              <a:cs typeface="Times New Roman" panose="02020603050405020304" pitchFamily="18" charset="0"/>
            </a:endParaRPr>
          </a:p>
          <a:p>
            <a:pPr marL="342900" indent="-342900" algn="just" rtl="0" eaLnBrk="0">
              <a:lnSpc>
                <a:spcPct val="95000"/>
              </a:lnSpc>
              <a:spcBef>
                <a:spcPts val="610"/>
              </a:spcBef>
              <a:buSzTx/>
              <a:buFont typeface="Arial" panose="020B0604020202020204" pitchFamily="34" charset="0"/>
              <a:buChar char="•"/>
            </a:pPr>
            <a:r>
              <a:rPr lang="zh-CN" altLang="en-US" sz="2400" dirty="0">
                <a:latin typeface="Times New Roman" panose="02020603050405020304" pitchFamily="18" charset="0"/>
                <a:ea typeface="+mj-ea"/>
                <a:cs typeface="Times New Roman" panose="02020603050405020304" pitchFamily="18" charset="0"/>
              </a:rPr>
              <a:t>例如，我们把A</a:t>
            </a:r>
            <a:r>
              <a:rPr lang="en-US" altLang="zh-CN" sz="2400" dirty="0">
                <a:latin typeface="Times New Roman" panose="02020603050405020304" pitchFamily="18" charset="0"/>
                <a:ea typeface="+mj-ea"/>
                <a:cs typeface="Times New Roman" panose="02020603050405020304" pitchFamily="18" charset="0"/>
              </a:rPr>
              <a:t>∨</a:t>
            </a:r>
            <a:r>
              <a:rPr lang="zh-CN" altLang="en-US" sz="2400" dirty="0">
                <a:latin typeface="Times New Roman" panose="02020603050405020304" pitchFamily="18" charset="0"/>
                <a:ea typeface="+mj-ea"/>
                <a:cs typeface="Times New Roman" panose="02020603050405020304" pitchFamily="18" charset="0"/>
              </a:rPr>
              <a:t>{B</a:t>
            </a:r>
            <a:r>
              <a:rPr lang="en-US" altLang="zh-CN" sz="2400" dirty="0">
                <a:latin typeface="Times New Roman" panose="02020603050405020304" pitchFamily="18" charset="0"/>
                <a:ea typeface="+mj-ea"/>
                <a:cs typeface="Times New Roman" panose="02020603050405020304" pitchFamily="18" charset="0"/>
              </a:rPr>
              <a:t>∧</a:t>
            </a:r>
            <a:r>
              <a:rPr lang="zh-CN" altLang="en-US" sz="2400" dirty="0">
                <a:latin typeface="Times New Roman" panose="02020603050405020304" pitchFamily="18" charset="0"/>
                <a:ea typeface="+mj-ea"/>
                <a:cs typeface="Times New Roman" panose="02020603050405020304" pitchFamily="18" charset="0"/>
              </a:rPr>
              <a:t>C}化为</a:t>
            </a:r>
            <a:r>
              <a:rPr lang="zh-CN" altLang="en-US" sz="2400" dirty="0">
                <a:solidFill>
                  <a:srgbClr val="FF0000"/>
                </a:solidFill>
                <a:latin typeface="Times New Roman" panose="02020603050405020304" pitchFamily="18" charset="0"/>
                <a:ea typeface="+mj-ea"/>
                <a:cs typeface="Times New Roman" panose="02020603050405020304" pitchFamily="18" charset="0"/>
              </a:rPr>
              <a:t>{A</a:t>
            </a:r>
            <a:r>
              <a:rPr lang="en-US" altLang="zh-CN" sz="2400" dirty="0">
                <a:solidFill>
                  <a:srgbClr val="FF0000"/>
                </a:solidFill>
                <a:latin typeface="Times New Roman" panose="02020603050405020304" pitchFamily="18" charset="0"/>
                <a:ea typeface="+mj-ea"/>
                <a:cs typeface="Times New Roman" panose="02020603050405020304" pitchFamily="18" charset="0"/>
                <a:sym typeface="+mn-ea"/>
              </a:rPr>
              <a:t>∨</a:t>
            </a:r>
            <a:r>
              <a:rPr lang="zh-CN" altLang="en-US" sz="2400" dirty="0">
                <a:solidFill>
                  <a:srgbClr val="FF0000"/>
                </a:solidFill>
                <a:latin typeface="Times New Roman" panose="02020603050405020304" pitchFamily="18" charset="0"/>
                <a:ea typeface="+mj-ea"/>
                <a:cs typeface="Times New Roman" panose="02020603050405020304" pitchFamily="18" charset="0"/>
              </a:rPr>
              <a:t>B}</a:t>
            </a:r>
            <a:r>
              <a:rPr lang="en-US" altLang="zh-CN" sz="2400" dirty="0">
                <a:solidFill>
                  <a:srgbClr val="FF0000"/>
                </a:solidFill>
                <a:latin typeface="Times New Roman" panose="02020603050405020304" pitchFamily="18" charset="0"/>
                <a:ea typeface="+mj-ea"/>
                <a:cs typeface="Times New Roman" panose="02020603050405020304" pitchFamily="18" charset="0"/>
                <a:sym typeface="+mn-ea"/>
              </a:rPr>
              <a:t>∧</a:t>
            </a:r>
            <a:r>
              <a:rPr lang="zh-CN" altLang="en-US" sz="2400" dirty="0">
                <a:solidFill>
                  <a:srgbClr val="FF0000"/>
                </a:solidFill>
                <a:latin typeface="Times New Roman" panose="02020603050405020304" pitchFamily="18" charset="0"/>
                <a:ea typeface="+mj-ea"/>
                <a:cs typeface="Times New Roman" panose="02020603050405020304" pitchFamily="18" charset="0"/>
              </a:rPr>
              <a:t>{A</a:t>
            </a:r>
            <a:r>
              <a:rPr lang="en-US" altLang="zh-CN" sz="2400" dirty="0">
                <a:solidFill>
                  <a:srgbClr val="FF0000"/>
                </a:solidFill>
                <a:latin typeface="Times New Roman" panose="02020603050405020304" pitchFamily="18" charset="0"/>
                <a:ea typeface="+mj-ea"/>
                <a:cs typeface="Times New Roman" panose="02020603050405020304" pitchFamily="18" charset="0"/>
                <a:sym typeface="+mn-ea"/>
              </a:rPr>
              <a:t>∨</a:t>
            </a:r>
            <a:r>
              <a:rPr lang="zh-CN" altLang="en-US" sz="2400" dirty="0">
                <a:solidFill>
                  <a:srgbClr val="FF0000"/>
                </a:solidFill>
                <a:latin typeface="Times New Roman" panose="02020603050405020304" pitchFamily="18" charset="0"/>
                <a:ea typeface="+mj-ea"/>
                <a:cs typeface="Times New Roman" panose="02020603050405020304" pitchFamily="18" charset="0"/>
              </a:rPr>
              <a:t>C}</a:t>
            </a:r>
            <a:endParaRPr lang="zh-CN" altLang="en-US" sz="2400" dirty="0">
              <a:solidFill>
                <a:srgbClr val="FF0000"/>
              </a:solidFill>
              <a:latin typeface="Times New Roman" panose="02020603050405020304" pitchFamily="18" charset="0"/>
              <a:ea typeface="+mj-ea"/>
              <a:cs typeface="Times New Roman" panose="02020603050405020304" pitchFamily="18" charset="0"/>
            </a:endParaRPr>
          </a:p>
        </p:txBody>
      </p:sp>
      <p:sp>
        <p:nvSpPr>
          <p:cNvPr id="70661" name="Rectangle 6"/>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70662" name="Rectangle 8"/>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Tree>
  </p:cSld>
  <p:clrMapOvr>
    <a:masterClrMapping/>
  </p:clrMapOvr>
  <p:transition>
    <p:random/>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灯片编号占位符 4"/>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0659"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3.3  </a:t>
            </a:r>
            <a:r>
              <a:rPr lang="zh-CN" altLang="en-US" sz="3600" b="0" dirty="0">
                <a:latin typeface="Times New Roman" panose="02020603050405020304" pitchFamily="18" charset="0"/>
                <a:ea typeface="黑体" panose="02010609060101010101" pitchFamily="49" charset="-122"/>
              </a:rPr>
              <a:t>谓词公式化为子句集的方法</a:t>
            </a:r>
            <a:endParaRPr lang="zh-CN" altLang="en-US" sz="3600" b="0" dirty="0">
              <a:latin typeface="Times New Roman" panose="02020603050405020304" pitchFamily="18" charset="0"/>
              <a:ea typeface="黑体" panose="02010609060101010101" pitchFamily="49" charset="-122"/>
            </a:endParaRPr>
          </a:p>
        </p:txBody>
      </p:sp>
      <p:sp>
        <p:nvSpPr>
          <p:cNvPr id="70660" name="Rectangle 3"/>
          <p:cNvSpPr>
            <a:spLocks noGrp="1"/>
          </p:cNvSpPr>
          <p:nvPr>
            <p:ph type="body" sz="half" idx="1"/>
          </p:nvPr>
        </p:nvSpPr>
        <p:spPr>
          <a:xfrm>
            <a:off x="76200" y="838200"/>
            <a:ext cx="8893810" cy="5645150"/>
          </a:xfrm>
        </p:spPr>
        <p:txBody>
          <a:bodyPr vert="horz" wrap="square" lIns="91440" tIns="45720" rIns="91440" bIns="45720" anchor="t" anchorCtr="0"/>
          <a:p>
            <a:pPr marL="0" indent="0" algn="just" rtl="0" eaLnBrk="0">
              <a:lnSpc>
                <a:spcPct val="95000"/>
              </a:lnSpc>
              <a:spcBef>
                <a:spcPts val="610"/>
              </a:spcBef>
              <a:buNone/>
            </a:pPr>
            <a:r>
              <a:rPr lang="en-US" altLang="zh-CN" sz="2400" b="1" dirty="0">
                <a:solidFill>
                  <a:srgbClr val="FF0000"/>
                </a:solidFill>
                <a:latin typeface="Times New Roman" panose="02020603050405020304" pitchFamily="18" charset="0"/>
                <a:ea typeface="+mj-ea"/>
                <a:cs typeface="Times New Roman" panose="02020603050405020304" pitchFamily="18" charset="0"/>
              </a:rPr>
              <a:t>(7)</a:t>
            </a:r>
            <a:r>
              <a:rPr sz="2400" b="1" spc="30" dirty="0">
                <a:solidFill>
                  <a:srgbClr val="F02010">
                    <a:alpha val="100000"/>
                  </a:srgbClr>
                </a:solidFill>
                <a:latin typeface="宋体" panose="02010600030101010101" pitchFamily="2" charset="-122"/>
                <a:ea typeface="宋体" panose="02010600030101010101" pitchFamily="2" charset="-122"/>
                <a:cs typeface="宋体" panose="02010600030101010101" pitchFamily="2" charset="-122"/>
                <a:sym typeface="+mn-ea"/>
              </a:rPr>
              <a:t>消去全称量词</a:t>
            </a:r>
            <a:endParaRPr sz="2400" b="1" dirty="0">
              <a:solidFill>
                <a:srgbClr val="F02010">
                  <a:alpha val="100000"/>
                </a:srgbClr>
              </a:solidFill>
              <a:latin typeface="宋体" panose="02010600030101010101" pitchFamily="2" charset="-122"/>
              <a:ea typeface="宋体" panose="02010600030101010101" pitchFamily="2" charset="-122"/>
              <a:cs typeface="宋体" panose="02010600030101010101" pitchFamily="2" charset="-122"/>
              <a:sym typeface="+mn-ea"/>
            </a:endParaRPr>
          </a:p>
          <a:p>
            <a:pPr marL="342900" indent="-342900" algn="just" rtl="0" eaLnBrk="0">
              <a:lnSpc>
                <a:spcPct val="95000"/>
              </a:lnSpc>
              <a:spcBef>
                <a:spcPts val="610"/>
              </a:spcBef>
              <a:buSzTx/>
              <a:buFont typeface="Arial" panose="020B0604020202020204" pitchFamily="34" charset="0"/>
              <a:buChar char="•"/>
            </a:pPr>
            <a:r>
              <a:rPr lang="zh-CN" altLang="en-US" sz="2400" dirty="0">
                <a:latin typeface="Times New Roman" panose="02020603050405020304" pitchFamily="18" charset="0"/>
                <a:ea typeface="+mj-ea"/>
                <a:cs typeface="Times New Roman" panose="02020603050405020304" pitchFamily="18" charset="0"/>
              </a:rPr>
              <a:t>到了这一步，所有余下的量词均被全称量词量化了。同时，全称量词的次序也不重要了。因此， 我们可以消去前缀，即消去明显出现的全称量词。</a:t>
            </a:r>
            <a:endParaRPr lang="zh-CN" altLang="en-US" sz="2400" dirty="0">
              <a:latin typeface="Times New Roman" panose="02020603050405020304" pitchFamily="18" charset="0"/>
              <a:ea typeface="+mj-ea"/>
              <a:cs typeface="Times New Roman" panose="02020603050405020304" pitchFamily="18" charset="0"/>
            </a:endParaRPr>
          </a:p>
          <a:p>
            <a:pPr marL="0" indent="0" algn="just" rtl="0" eaLnBrk="0">
              <a:lnSpc>
                <a:spcPct val="95000"/>
              </a:lnSpc>
              <a:spcBef>
                <a:spcPts val="610"/>
              </a:spcBef>
              <a:buSzTx/>
              <a:buFont typeface="Arial" panose="020B0604020202020204" pitchFamily="34" charset="0"/>
              <a:buNone/>
            </a:pPr>
            <a:endParaRPr lang="zh-CN" altLang="en-US" sz="2400" dirty="0">
              <a:solidFill>
                <a:srgbClr val="FF0000"/>
              </a:solidFill>
              <a:latin typeface="Times New Roman" panose="02020603050405020304" pitchFamily="18" charset="0"/>
              <a:ea typeface="+mj-ea"/>
              <a:cs typeface="Times New Roman" panose="02020603050405020304" pitchFamily="18" charset="0"/>
            </a:endParaRPr>
          </a:p>
          <a:p>
            <a:pPr marL="0" indent="0" algn="just" rtl="0" eaLnBrk="0">
              <a:lnSpc>
                <a:spcPct val="95000"/>
              </a:lnSpc>
              <a:spcBef>
                <a:spcPts val="610"/>
              </a:spcBef>
              <a:buNone/>
            </a:pPr>
            <a:r>
              <a:rPr lang="en-US" altLang="zh-CN" sz="2400" b="1" dirty="0">
                <a:solidFill>
                  <a:srgbClr val="FF0000"/>
                </a:solidFill>
                <a:latin typeface="Times New Roman" panose="02020603050405020304" pitchFamily="18" charset="0"/>
                <a:ea typeface="+mj-ea"/>
                <a:cs typeface="Times New Roman" panose="02020603050405020304" pitchFamily="18" charset="0"/>
                <a:sym typeface="+mn-ea"/>
              </a:rPr>
              <a:t>(8)</a:t>
            </a:r>
            <a:r>
              <a:rPr sz="2400" b="1" spc="50" dirty="0">
                <a:solidFill>
                  <a:srgbClr val="FF2010">
                    <a:alpha val="100000"/>
                  </a:srgbClr>
                </a:solidFill>
                <a:latin typeface="宋体" panose="02010600030101010101" pitchFamily="2" charset="-122"/>
                <a:ea typeface="宋体" panose="02010600030101010101" pitchFamily="2" charset="-122"/>
                <a:cs typeface="宋体" panose="02010600030101010101" pitchFamily="2" charset="-122"/>
                <a:sym typeface="+mn-ea"/>
              </a:rPr>
              <a:t>消去合取符号</a:t>
            </a:r>
            <a:r>
              <a:rPr lang="en-US" altLang="zh-CN" sz="2400" b="1" dirty="0">
                <a:solidFill>
                  <a:srgbClr val="F02010">
                    <a:alpha val="100000"/>
                  </a:srgbClr>
                </a:solidFill>
                <a:latin typeface="宋体" panose="02010600030101010101" pitchFamily="2" charset="-122"/>
                <a:ea typeface="宋体" panose="02010600030101010101" pitchFamily="2" charset="-122"/>
                <a:cs typeface="宋体" panose="02010600030101010101" pitchFamily="2" charset="-122"/>
                <a:sym typeface="+mn-ea"/>
              </a:rPr>
              <a:t>∧</a:t>
            </a:r>
            <a:endParaRPr lang="en-US" altLang="zh-CN" sz="2400" b="1" dirty="0">
              <a:solidFill>
                <a:srgbClr val="F02010">
                  <a:alpha val="100000"/>
                </a:srgbClr>
              </a:solidFill>
              <a:latin typeface="宋体" panose="02010600030101010101" pitchFamily="2" charset="-122"/>
              <a:ea typeface="宋体" panose="02010600030101010101" pitchFamily="2" charset="-122"/>
              <a:cs typeface="宋体" panose="02010600030101010101" pitchFamily="2" charset="-122"/>
              <a:sym typeface="+mn-ea"/>
            </a:endParaRPr>
          </a:p>
          <a:p>
            <a:pPr marL="342900" indent="-342900" algn="just" rtl="0" eaLnBrk="0">
              <a:lnSpc>
                <a:spcPct val="95000"/>
              </a:lnSpc>
              <a:spcBef>
                <a:spcPts val="610"/>
              </a:spcBef>
              <a:buSzTx/>
              <a:buFont typeface="Arial" panose="020B0604020202020204" pitchFamily="34" charset="0"/>
              <a:buChar char="•"/>
            </a:pPr>
            <a:r>
              <a:rPr lang="zh-CN" altLang="en-US" sz="2400" dirty="0">
                <a:latin typeface="Times New Roman" panose="02020603050405020304" pitchFamily="18" charset="0"/>
                <a:ea typeface="+mj-ea"/>
                <a:cs typeface="Times New Roman" panose="02020603050405020304" pitchFamily="18" charset="0"/>
                <a:sym typeface="+mn-ea"/>
              </a:rPr>
              <a:t>用</a:t>
            </a:r>
            <a:r>
              <a:rPr lang="en-US" altLang="zh-CN" sz="2400" dirty="0">
                <a:latin typeface="Times New Roman" panose="02020603050405020304" pitchFamily="18" charset="0"/>
                <a:ea typeface="+mj-ea"/>
                <a:cs typeface="Times New Roman" panose="02020603050405020304" pitchFamily="18" charset="0"/>
                <a:sym typeface="+mn-ea"/>
              </a:rPr>
              <a:t>{(A∨B),(A∨C)}</a:t>
            </a:r>
            <a:r>
              <a:rPr lang="zh-CN" altLang="en-US" sz="2400" dirty="0">
                <a:latin typeface="Times New Roman" panose="02020603050405020304" pitchFamily="18" charset="0"/>
                <a:ea typeface="+mj-ea"/>
                <a:cs typeface="Times New Roman" panose="02020603050405020304" pitchFamily="18" charset="0"/>
                <a:sym typeface="+mn-ea"/>
              </a:rPr>
              <a:t>代替</a:t>
            </a:r>
            <a:r>
              <a:rPr lang="en-US" altLang="zh-CN" sz="2400" dirty="0">
                <a:latin typeface="Times New Roman" panose="02020603050405020304" pitchFamily="18" charset="0"/>
                <a:ea typeface="+mj-ea"/>
                <a:cs typeface="Times New Roman" panose="02020603050405020304" pitchFamily="18" charset="0"/>
                <a:sym typeface="+mn-ea"/>
              </a:rPr>
              <a:t>(A</a:t>
            </a:r>
            <a:r>
              <a:rPr lang="en-US" altLang="zh-CN" sz="2400" dirty="0">
                <a:latin typeface="Times New Roman" panose="02020603050405020304" pitchFamily="18" charset="0"/>
                <a:ea typeface="+mj-ea"/>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sym typeface="+mn-ea"/>
              </a:rPr>
              <a:t>B)</a:t>
            </a:r>
            <a:r>
              <a:rPr lang="en-US" altLang="zh-CN" sz="2400" dirty="0">
                <a:latin typeface="Times New Roman" panose="02020603050405020304" pitchFamily="18" charset="0"/>
                <a:ea typeface="+mj-ea"/>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sym typeface="+mn-ea"/>
              </a:rPr>
              <a:t>(A</a:t>
            </a:r>
            <a:r>
              <a:rPr lang="en-US" altLang="zh-CN" sz="2400" dirty="0">
                <a:latin typeface="Times New Roman" panose="02020603050405020304" pitchFamily="18" charset="0"/>
                <a:ea typeface="+mj-ea"/>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sym typeface="+mn-ea"/>
              </a:rPr>
              <a:t>C)</a:t>
            </a:r>
            <a:r>
              <a:rPr lang="zh-CN" altLang="en-US" sz="2400" dirty="0">
                <a:latin typeface="Times New Roman" panose="02020603050405020304" pitchFamily="18" charset="0"/>
                <a:ea typeface="+mj-ea"/>
                <a:cs typeface="Times New Roman" panose="02020603050405020304" pitchFamily="18" charset="0"/>
                <a:sym typeface="+mn-ea"/>
              </a:rPr>
              <a:t>，以消去明显的符号</a:t>
            </a:r>
            <a:r>
              <a:rPr lang="en-US" altLang="zh-CN" sz="2400" dirty="0">
                <a:latin typeface="Times New Roman" panose="02020603050405020304" pitchFamily="18" charset="0"/>
                <a:ea typeface="+mj-ea"/>
                <a:cs typeface="Times New Roman" panose="02020603050405020304" pitchFamily="18" charset="0"/>
                <a:sym typeface="+mn-ea"/>
              </a:rPr>
              <a:t>∧</a:t>
            </a:r>
            <a:r>
              <a:rPr lang="zh-CN" altLang="en-US" sz="2400" dirty="0">
                <a:latin typeface="Times New Roman" panose="02020603050405020304" pitchFamily="18" charset="0"/>
                <a:ea typeface="+mj-ea"/>
                <a:cs typeface="Times New Roman" panose="02020603050405020304" pitchFamily="18" charset="0"/>
                <a:sym typeface="+mn-ea"/>
              </a:rPr>
              <a:t>。反复代替的结果，最后得到一个有限集，其中每个公式是文字的析取。</a:t>
            </a:r>
            <a:r>
              <a:rPr lang="zh-CN" altLang="en-US" sz="2400" b="1" dirty="0">
                <a:solidFill>
                  <a:srgbClr val="FF0000"/>
                </a:solidFill>
                <a:latin typeface="Times New Roman" panose="02020603050405020304" pitchFamily="18" charset="0"/>
                <a:ea typeface="+mj-ea"/>
                <a:cs typeface="Times New Roman" panose="02020603050405020304" pitchFamily="18" charset="0"/>
                <a:sym typeface="+mn-ea"/>
              </a:rPr>
              <a:t>任一个只由文字的析取构成的合式公式</a:t>
            </a:r>
            <a:r>
              <a:rPr lang="zh-CN" altLang="en-US" sz="2400" dirty="0">
                <a:latin typeface="Times New Roman" panose="02020603050405020304" pitchFamily="18" charset="0"/>
                <a:ea typeface="+mj-ea"/>
                <a:cs typeface="Times New Roman" panose="02020603050405020304" pitchFamily="18" charset="0"/>
                <a:sym typeface="+mn-ea"/>
              </a:rPr>
              <a:t>叫做一个</a:t>
            </a:r>
            <a:r>
              <a:rPr lang="zh-CN" altLang="en-US" sz="2400" b="1" dirty="0">
                <a:solidFill>
                  <a:srgbClr val="FF0000"/>
                </a:solidFill>
                <a:latin typeface="Times New Roman" panose="02020603050405020304" pitchFamily="18" charset="0"/>
                <a:ea typeface="+mj-ea"/>
                <a:cs typeface="Times New Roman" panose="02020603050405020304" pitchFamily="18" charset="0"/>
                <a:sym typeface="+mn-ea"/>
              </a:rPr>
              <a:t>子</a:t>
            </a:r>
            <a:r>
              <a:rPr lang="en-US" altLang="zh-CN" sz="2400" b="1" dirty="0">
                <a:solidFill>
                  <a:srgbClr val="FF0000"/>
                </a:solidFill>
                <a:latin typeface="Times New Roman" panose="02020603050405020304" pitchFamily="18" charset="0"/>
                <a:ea typeface="+mj-ea"/>
                <a:cs typeface="Times New Roman" panose="02020603050405020304" pitchFamily="18" charset="0"/>
                <a:sym typeface="+mn-ea"/>
              </a:rPr>
              <a:t> </a:t>
            </a:r>
            <a:r>
              <a:rPr lang="zh-CN" altLang="en-US" sz="2400" b="1" dirty="0">
                <a:solidFill>
                  <a:srgbClr val="FF0000"/>
                </a:solidFill>
                <a:latin typeface="Times New Roman" panose="02020603050405020304" pitchFamily="18" charset="0"/>
                <a:ea typeface="+mj-ea"/>
                <a:cs typeface="Times New Roman" panose="02020603050405020304" pitchFamily="18" charset="0"/>
                <a:sym typeface="+mn-ea"/>
              </a:rPr>
              <a:t>句</a:t>
            </a:r>
            <a:r>
              <a:rPr lang="zh-CN" altLang="en-US" sz="2400" dirty="0">
                <a:latin typeface="Times New Roman" panose="02020603050405020304" pitchFamily="18" charset="0"/>
                <a:ea typeface="+mj-ea"/>
                <a:cs typeface="Times New Roman" panose="02020603050405020304" pitchFamily="18" charset="0"/>
                <a:sym typeface="+mn-ea"/>
              </a:rPr>
              <a:t>。</a:t>
            </a:r>
            <a:endParaRPr lang="zh-CN" altLang="en-US" sz="2400" dirty="0">
              <a:latin typeface="Times New Roman" panose="02020603050405020304" pitchFamily="18" charset="0"/>
              <a:ea typeface="+mj-ea"/>
              <a:cs typeface="Times New Roman" panose="02020603050405020304" pitchFamily="18" charset="0"/>
            </a:endParaRPr>
          </a:p>
          <a:p>
            <a:pPr marL="0" indent="0" algn="just" rtl="0" eaLnBrk="0">
              <a:lnSpc>
                <a:spcPct val="95000"/>
              </a:lnSpc>
              <a:spcBef>
                <a:spcPts val="610"/>
              </a:spcBef>
              <a:buSzTx/>
              <a:buFont typeface="Arial" panose="020B0604020202020204" pitchFamily="34" charset="0"/>
              <a:buNone/>
            </a:pPr>
            <a:endParaRPr lang="zh-CN" altLang="en-US" sz="2400" dirty="0">
              <a:solidFill>
                <a:srgbClr val="FF0000"/>
              </a:solidFill>
              <a:latin typeface="Times New Roman" panose="02020603050405020304" pitchFamily="18" charset="0"/>
              <a:ea typeface="+mj-ea"/>
              <a:cs typeface="Times New Roman" panose="02020603050405020304" pitchFamily="18" charset="0"/>
            </a:endParaRPr>
          </a:p>
        </p:txBody>
      </p:sp>
      <p:sp>
        <p:nvSpPr>
          <p:cNvPr id="70661" name="Rectangle 6"/>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70662" name="Rectangle 8"/>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Tree>
  </p:cSld>
  <p:clrMapOvr>
    <a:masterClrMapping/>
  </p:clrMapOvr>
  <p:transition>
    <p:random/>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灯片编号占位符 4"/>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0659"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3.3  </a:t>
            </a:r>
            <a:r>
              <a:rPr lang="zh-CN" altLang="en-US" sz="3600" b="0" dirty="0">
                <a:latin typeface="Times New Roman" panose="02020603050405020304" pitchFamily="18" charset="0"/>
                <a:ea typeface="黑体" panose="02010609060101010101" pitchFamily="49" charset="-122"/>
              </a:rPr>
              <a:t>谓词公式化为子句集的方法</a:t>
            </a:r>
            <a:endParaRPr lang="zh-CN" altLang="en-US" sz="3600" b="0" dirty="0">
              <a:latin typeface="Times New Roman" panose="02020603050405020304" pitchFamily="18" charset="0"/>
              <a:ea typeface="黑体" panose="02010609060101010101" pitchFamily="49" charset="-122"/>
            </a:endParaRPr>
          </a:p>
        </p:txBody>
      </p:sp>
      <p:sp>
        <p:nvSpPr>
          <p:cNvPr id="70660" name="Rectangle 3"/>
          <p:cNvSpPr>
            <a:spLocks noGrp="1"/>
          </p:cNvSpPr>
          <p:nvPr>
            <p:ph type="body" sz="half" idx="1"/>
          </p:nvPr>
        </p:nvSpPr>
        <p:spPr>
          <a:xfrm>
            <a:off x="76200" y="838200"/>
            <a:ext cx="8893810" cy="5645150"/>
          </a:xfrm>
        </p:spPr>
        <p:txBody>
          <a:bodyPr vert="horz" wrap="square" lIns="91440" tIns="45720" rIns="91440" bIns="45720" anchor="t" anchorCtr="0"/>
          <a:p>
            <a:pPr marL="0" indent="0" algn="just" rtl="0" eaLnBrk="0">
              <a:lnSpc>
                <a:spcPct val="95000"/>
              </a:lnSpc>
              <a:spcBef>
                <a:spcPts val="610"/>
              </a:spcBef>
              <a:buNone/>
            </a:pPr>
            <a:r>
              <a:rPr lang="en-US" altLang="zh-CN" sz="2400" b="1" dirty="0">
                <a:solidFill>
                  <a:srgbClr val="FF0000"/>
                </a:solidFill>
                <a:latin typeface="Times New Roman" panose="02020603050405020304" pitchFamily="18" charset="0"/>
                <a:ea typeface="+mj-ea"/>
                <a:cs typeface="Times New Roman" panose="02020603050405020304" pitchFamily="18" charset="0"/>
              </a:rPr>
              <a:t>(9)</a:t>
            </a:r>
            <a:r>
              <a:rPr sz="2400" b="1" dirty="0">
                <a:solidFill>
                  <a:srgbClr val="F02010">
                    <a:alpha val="100000"/>
                  </a:srgbClr>
                </a:solidFill>
                <a:latin typeface="宋体" panose="02010600030101010101" pitchFamily="2" charset="-122"/>
                <a:ea typeface="宋体" panose="02010600030101010101" pitchFamily="2" charset="-122"/>
                <a:cs typeface="宋体" panose="02010600030101010101" pitchFamily="2" charset="-122"/>
                <a:sym typeface="+mn-ea"/>
              </a:rPr>
              <a:t>更换变量名称</a:t>
            </a:r>
            <a:endParaRPr sz="2400" b="1" dirty="0">
              <a:solidFill>
                <a:srgbClr val="F02010">
                  <a:alpha val="100000"/>
                </a:srgbClr>
              </a:solidFill>
              <a:latin typeface="宋体" panose="02010600030101010101" pitchFamily="2" charset="-122"/>
              <a:ea typeface="宋体" panose="02010600030101010101" pitchFamily="2" charset="-122"/>
              <a:cs typeface="宋体" panose="02010600030101010101" pitchFamily="2" charset="-122"/>
              <a:sym typeface="+mn-ea"/>
            </a:endParaRPr>
          </a:p>
          <a:p>
            <a:pPr marL="342900" indent="-342900" algn="just" rtl="0" eaLnBrk="0">
              <a:lnSpc>
                <a:spcPct val="95000"/>
              </a:lnSpc>
              <a:spcBef>
                <a:spcPts val="610"/>
              </a:spcBef>
              <a:buSzTx/>
              <a:buFont typeface="Arial" panose="020B0604020202020204" pitchFamily="34" charset="0"/>
              <a:buChar char="•"/>
            </a:pPr>
            <a:r>
              <a:rPr lang="zh-CN" altLang="en-US" sz="2400" dirty="0">
                <a:latin typeface="Times New Roman" panose="02020603050405020304" pitchFamily="18" charset="0"/>
                <a:ea typeface="+mj-ea"/>
                <a:cs typeface="Times New Roman" panose="02020603050405020304" pitchFamily="18" charset="0"/>
              </a:rPr>
              <a:t>可以更换变量符号的名称，使一个变量符号不出现在一个以上的子句中。</a:t>
            </a:r>
            <a:endParaRPr lang="zh-CN" altLang="en-US" sz="2400" dirty="0">
              <a:latin typeface="Times New Roman" panose="02020603050405020304" pitchFamily="18" charset="0"/>
              <a:ea typeface="+mj-ea"/>
              <a:cs typeface="Times New Roman" panose="02020603050405020304" pitchFamily="18" charset="0"/>
            </a:endParaRPr>
          </a:p>
          <a:p>
            <a:pPr marL="342900" indent="-342900" algn="just" rtl="0" eaLnBrk="0">
              <a:lnSpc>
                <a:spcPct val="95000"/>
              </a:lnSpc>
              <a:spcBef>
                <a:spcPts val="610"/>
              </a:spcBef>
              <a:buSzTx/>
              <a:buFont typeface="Arial" panose="020B0604020202020204" pitchFamily="34" charset="0"/>
              <a:buChar char="•"/>
            </a:pPr>
            <a:r>
              <a:rPr lang="zh-CN" altLang="en-US" sz="2400" dirty="0">
                <a:latin typeface="Times New Roman" panose="02020603050405020304" pitchFamily="18" charset="0"/>
                <a:ea typeface="+mj-ea"/>
                <a:cs typeface="Times New Roman" panose="02020603050405020304" pitchFamily="18" charset="0"/>
              </a:rPr>
              <a:t>例如，对于子句集</a:t>
            </a:r>
            <a:endParaRPr lang="zh-CN" altLang="en-US" sz="2400" dirty="0">
              <a:latin typeface="Times New Roman" panose="02020603050405020304" pitchFamily="18" charset="0"/>
              <a:ea typeface="+mj-ea"/>
              <a:cs typeface="Times New Roman" panose="02020603050405020304" pitchFamily="18" charset="0"/>
            </a:endParaRPr>
          </a:p>
          <a:p>
            <a:pPr marL="342900" indent="-342900" algn="just" rtl="0" eaLnBrk="0">
              <a:lnSpc>
                <a:spcPct val="95000"/>
              </a:lnSpc>
              <a:spcBef>
                <a:spcPts val="610"/>
              </a:spcBef>
              <a:buSzTx/>
              <a:buFont typeface="Arial" panose="020B0604020202020204" pitchFamily="34" charset="0"/>
              <a:buChar char="•"/>
            </a:pPr>
            <a:r>
              <a:rPr lang="en-US" altLang="zh-CN" sz="2400" dirty="0">
                <a:latin typeface="Times New Roman" panose="02020603050405020304" pitchFamily="18" charset="0"/>
                <a:ea typeface="+mj-ea"/>
                <a:cs typeface="Times New Roman" panose="02020603050405020304" pitchFamily="18" charset="0"/>
              </a:rPr>
              <a:t>{</a:t>
            </a:r>
            <a:r>
              <a:rPr lang="en-US" altLang="en-US" sz="2400" dirty="0">
                <a:latin typeface="Times New Roman" panose="02020603050405020304" pitchFamily="18" charset="0"/>
                <a:ea typeface="+mj-ea"/>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rPr>
              <a:t>P(x)</a:t>
            </a:r>
            <a:r>
              <a:rPr lang="en-US" altLang="zh-CN" sz="2400" dirty="0">
                <a:latin typeface="Times New Roman" panose="02020603050405020304" pitchFamily="18" charset="0"/>
                <a:ea typeface="+mj-ea"/>
                <a:cs typeface="Times New Roman" panose="02020603050405020304" pitchFamily="18" charset="0"/>
                <a:sym typeface="+mn-ea"/>
              </a:rPr>
              <a:t>∨</a:t>
            </a:r>
            <a:r>
              <a:rPr lang="en-US" altLang="en-US" sz="2400" dirty="0">
                <a:latin typeface="Times New Roman" panose="02020603050405020304" pitchFamily="18" charset="0"/>
                <a:ea typeface="+mj-ea"/>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rPr>
              <a:t>P(y)</a:t>
            </a:r>
            <a:r>
              <a:rPr lang="en-US" altLang="zh-CN" sz="2400" dirty="0">
                <a:latin typeface="Times New Roman" panose="02020603050405020304" pitchFamily="18" charset="0"/>
                <a:ea typeface="+mj-ea"/>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rPr>
              <a:t>P[f(x,y)]</a:t>
            </a:r>
            <a:r>
              <a:rPr lang="zh-CN" altLang="en-US" sz="2400" dirty="0">
                <a:latin typeface="Times New Roman" panose="02020603050405020304" pitchFamily="18" charset="0"/>
                <a:ea typeface="+mj-ea"/>
                <a:cs typeface="Times New Roman" panose="02020603050405020304" pitchFamily="18" charset="0"/>
              </a:rPr>
              <a:t>，</a:t>
            </a:r>
            <a:r>
              <a:rPr lang="en-US" altLang="en-US" sz="2400" dirty="0">
                <a:latin typeface="Times New Roman" panose="02020603050405020304" pitchFamily="18" charset="0"/>
                <a:ea typeface="+mj-ea"/>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rPr>
              <a:t> P(x)</a:t>
            </a:r>
            <a:r>
              <a:rPr lang="en-US" altLang="zh-CN" sz="2400" dirty="0">
                <a:latin typeface="Times New Roman" panose="02020603050405020304" pitchFamily="18" charset="0"/>
                <a:ea typeface="+mj-ea"/>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rPr>
              <a:t>Q[x,g(x)]</a:t>
            </a:r>
            <a:r>
              <a:rPr lang="zh-CN" altLang="en-US" sz="2400" dirty="0">
                <a:latin typeface="Times New Roman" panose="02020603050405020304" pitchFamily="18" charset="0"/>
                <a:ea typeface="+mj-ea"/>
                <a:cs typeface="Times New Roman" panose="02020603050405020304" pitchFamily="18" charset="0"/>
              </a:rPr>
              <a:t>，</a:t>
            </a:r>
            <a:r>
              <a:rPr lang="en-US" altLang="en-US" sz="2400" dirty="0">
                <a:latin typeface="Times New Roman" panose="02020603050405020304" pitchFamily="18" charset="0"/>
                <a:ea typeface="+mj-ea"/>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rPr>
              <a:t>P(x)</a:t>
            </a:r>
            <a:r>
              <a:rPr lang="en-US" altLang="zh-CN" sz="2400" dirty="0">
                <a:latin typeface="Times New Roman" panose="02020603050405020304" pitchFamily="18" charset="0"/>
                <a:ea typeface="+mj-ea"/>
                <a:cs typeface="Times New Roman" panose="02020603050405020304" pitchFamily="18" charset="0"/>
                <a:sym typeface="+mn-ea"/>
              </a:rPr>
              <a:t>∨</a:t>
            </a:r>
            <a:r>
              <a:rPr lang="en-US" altLang="en-US" sz="2400" dirty="0">
                <a:latin typeface="Times New Roman" panose="02020603050405020304" pitchFamily="18" charset="0"/>
                <a:ea typeface="+mj-ea"/>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rPr>
              <a:t>P[g(x)]},            </a:t>
            </a:r>
            <a:endParaRPr lang="en-US" altLang="zh-CN" sz="2400" dirty="0">
              <a:latin typeface="Times New Roman" panose="02020603050405020304" pitchFamily="18" charset="0"/>
              <a:ea typeface="+mj-ea"/>
              <a:cs typeface="Times New Roman" panose="02020603050405020304" pitchFamily="18" charset="0"/>
            </a:endParaRPr>
          </a:p>
          <a:p>
            <a:pPr marL="342900" indent="-342900" algn="just" rtl="0" eaLnBrk="0">
              <a:lnSpc>
                <a:spcPct val="95000"/>
              </a:lnSpc>
              <a:spcBef>
                <a:spcPts val="610"/>
              </a:spcBef>
              <a:buSzTx/>
              <a:buFont typeface="Arial" panose="020B0604020202020204" pitchFamily="34" charset="0"/>
              <a:buChar char="•"/>
            </a:pPr>
            <a:r>
              <a:rPr lang="zh-CN" altLang="en-US" sz="2400" dirty="0">
                <a:latin typeface="Times New Roman" panose="02020603050405020304" pitchFamily="18" charset="0"/>
                <a:ea typeface="+mj-ea"/>
                <a:cs typeface="Times New Roman" panose="02020603050405020304" pitchFamily="18" charset="0"/>
              </a:rPr>
              <a:t>在更改变量名后，可以得到子句集：</a:t>
            </a:r>
            <a:endParaRPr lang="zh-CN" altLang="en-US" sz="2400" dirty="0">
              <a:latin typeface="Times New Roman" panose="02020603050405020304" pitchFamily="18" charset="0"/>
              <a:ea typeface="+mj-ea"/>
              <a:cs typeface="Times New Roman" panose="02020603050405020304" pitchFamily="18" charset="0"/>
            </a:endParaRPr>
          </a:p>
          <a:p>
            <a:pPr marL="342900" indent="-342900" algn="just" rtl="0" eaLnBrk="0">
              <a:lnSpc>
                <a:spcPct val="95000"/>
              </a:lnSpc>
              <a:spcBef>
                <a:spcPts val="610"/>
              </a:spcBef>
              <a:buSzTx/>
              <a:buFont typeface="Arial" panose="020B0604020202020204" pitchFamily="34" charset="0"/>
              <a:buChar char="•"/>
            </a:pPr>
            <a:r>
              <a:rPr lang="en-US" altLang="zh-CN" sz="2400" dirty="0">
                <a:latin typeface="Times New Roman" panose="02020603050405020304" pitchFamily="18" charset="0"/>
                <a:ea typeface="+mj-ea"/>
                <a:cs typeface="Times New Roman" panose="02020603050405020304" pitchFamily="18" charset="0"/>
                <a:sym typeface="+mn-ea"/>
              </a:rPr>
              <a:t>{</a:t>
            </a:r>
            <a:r>
              <a:rPr lang="en-US" altLang="en-US" sz="2400" dirty="0">
                <a:latin typeface="Times New Roman" panose="02020603050405020304" pitchFamily="18" charset="0"/>
                <a:ea typeface="+mj-ea"/>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sym typeface="+mn-ea"/>
              </a:rPr>
              <a:t>P(</a:t>
            </a:r>
            <a:r>
              <a:rPr lang="en-US" altLang="zh-CN" sz="2400" dirty="0">
                <a:solidFill>
                  <a:srgbClr val="FF0000"/>
                </a:solidFill>
                <a:latin typeface="Times New Roman" panose="02020603050405020304" pitchFamily="18" charset="0"/>
                <a:ea typeface="+mj-ea"/>
                <a:cs typeface="Times New Roman" panose="02020603050405020304" pitchFamily="18" charset="0"/>
                <a:sym typeface="+mn-ea"/>
              </a:rPr>
              <a:t>x</a:t>
            </a:r>
            <a:r>
              <a:rPr lang="en-US" altLang="zh-CN" sz="2400" baseline="-25000" dirty="0">
                <a:solidFill>
                  <a:srgbClr val="FF0000"/>
                </a:solidFill>
                <a:latin typeface="Times New Roman" panose="02020603050405020304" pitchFamily="18" charset="0"/>
                <a:ea typeface="+mj-ea"/>
                <a:cs typeface="Times New Roman" panose="02020603050405020304" pitchFamily="18" charset="0"/>
                <a:sym typeface="+mn-ea"/>
              </a:rPr>
              <a:t>1</a:t>
            </a:r>
            <a:r>
              <a:rPr lang="en-US" altLang="zh-CN" sz="2400" dirty="0">
                <a:latin typeface="Times New Roman" panose="02020603050405020304" pitchFamily="18" charset="0"/>
                <a:ea typeface="+mj-ea"/>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sym typeface="+mn-ea"/>
              </a:rPr>
              <a:t>∨</a:t>
            </a:r>
            <a:r>
              <a:rPr lang="en-US" altLang="en-US" sz="2400" dirty="0">
                <a:latin typeface="Times New Roman" panose="02020603050405020304" pitchFamily="18" charset="0"/>
                <a:ea typeface="+mj-ea"/>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sym typeface="+mn-ea"/>
              </a:rPr>
              <a:t>P(y)</a:t>
            </a:r>
            <a:r>
              <a:rPr lang="en-US" altLang="zh-CN" sz="2400" dirty="0">
                <a:latin typeface="Times New Roman" panose="02020603050405020304" pitchFamily="18" charset="0"/>
                <a:ea typeface="+mj-ea"/>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sym typeface="+mn-ea"/>
              </a:rPr>
              <a:t>P[f(</a:t>
            </a:r>
            <a:r>
              <a:rPr lang="en-US" altLang="zh-CN" sz="2400" dirty="0">
                <a:solidFill>
                  <a:srgbClr val="FF0000"/>
                </a:solidFill>
                <a:latin typeface="Times New Roman" panose="02020603050405020304" pitchFamily="18" charset="0"/>
                <a:ea typeface="+mj-ea"/>
                <a:cs typeface="Times New Roman" panose="02020603050405020304" pitchFamily="18" charset="0"/>
                <a:sym typeface="+mn-ea"/>
              </a:rPr>
              <a:t>x</a:t>
            </a:r>
            <a:r>
              <a:rPr lang="en-US" altLang="zh-CN" sz="2400" baseline="-25000" dirty="0">
                <a:solidFill>
                  <a:srgbClr val="FF0000"/>
                </a:solidFill>
                <a:latin typeface="Times New Roman" panose="02020603050405020304" pitchFamily="18" charset="0"/>
                <a:ea typeface="+mj-ea"/>
                <a:cs typeface="Times New Roman" panose="02020603050405020304" pitchFamily="18" charset="0"/>
                <a:sym typeface="+mn-ea"/>
              </a:rPr>
              <a:t>1</a:t>
            </a:r>
            <a:r>
              <a:rPr lang="en-US" altLang="zh-CN" sz="2400" dirty="0">
                <a:latin typeface="Times New Roman" panose="02020603050405020304" pitchFamily="18" charset="0"/>
                <a:ea typeface="+mj-ea"/>
                <a:cs typeface="Times New Roman" panose="02020603050405020304" pitchFamily="18" charset="0"/>
                <a:sym typeface="+mn-ea"/>
              </a:rPr>
              <a:t>,y)]</a:t>
            </a:r>
            <a:r>
              <a:rPr lang="zh-CN" altLang="en-US" sz="2400" dirty="0">
                <a:latin typeface="Times New Roman" panose="02020603050405020304" pitchFamily="18" charset="0"/>
                <a:ea typeface="+mj-ea"/>
                <a:cs typeface="Times New Roman" panose="02020603050405020304" pitchFamily="18" charset="0"/>
                <a:sym typeface="+mn-ea"/>
              </a:rPr>
              <a:t>，</a:t>
            </a:r>
            <a:r>
              <a:rPr lang="en-US" altLang="en-US" sz="2400" dirty="0">
                <a:latin typeface="Times New Roman" panose="02020603050405020304" pitchFamily="18" charset="0"/>
                <a:ea typeface="+mj-ea"/>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sym typeface="+mn-ea"/>
              </a:rPr>
              <a:t> P(</a:t>
            </a:r>
            <a:r>
              <a:rPr lang="en-US" altLang="zh-CN" sz="2400" dirty="0">
                <a:solidFill>
                  <a:srgbClr val="FF0000"/>
                </a:solidFill>
                <a:latin typeface="Times New Roman" panose="02020603050405020304" pitchFamily="18" charset="0"/>
                <a:ea typeface="+mj-ea"/>
                <a:cs typeface="Times New Roman" panose="02020603050405020304" pitchFamily="18" charset="0"/>
                <a:sym typeface="+mn-ea"/>
              </a:rPr>
              <a:t>x</a:t>
            </a:r>
            <a:r>
              <a:rPr lang="en-US" altLang="zh-CN" sz="2400" baseline="-25000" dirty="0">
                <a:solidFill>
                  <a:srgbClr val="FF0000"/>
                </a:solidFill>
                <a:latin typeface="Times New Roman" panose="02020603050405020304" pitchFamily="18" charset="0"/>
                <a:ea typeface="+mj-ea"/>
                <a:cs typeface="Times New Roman" panose="02020603050405020304" pitchFamily="18" charset="0"/>
                <a:sym typeface="+mn-ea"/>
              </a:rPr>
              <a:t>2</a:t>
            </a:r>
            <a:r>
              <a:rPr lang="en-US" altLang="zh-CN" sz="2400" dirty="0">
                <a:latin typeface="Times New Roman" panose="02020603050405020304" pitchFamily="18" charset="0"/>
                <a:ea typeface="+mj-ea"/>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sym typeface="+mn-ea"/>
              </a:rPr>
              <a:t>Q[</a:t>
            </a:r>
            <a:r>
              <a:rPr lang="en-US" altLang="zh-CN" sz="2400" dirty="0">
                <a:solidFill>
                  <a:srgbClr val="FF0000"/>
                </a:solidFill>
                <a:latin typeface="Times New Roman" panose="02020603050405020304" pitchFamily="18" charset="0"/>
                <a:ea typeface="+mj-ea"/>
                <a:cs typeface="Times New Roman" panose="02020603050405020304" pitchFamily="18" charset="0"/>
                <a:sym typeface="+mn-ea"/>
              </a:rPr>
              <a:t>x</a:t>
            </a:r>
            <a:r>
              <a:rPr lang="en-US" altLang="zh-CN" sz="2400" baseline="-25000" dirty="0">
                <a:solidFill>
                  <a:srgbClr val="FF0000"/>
                </a:solidFill>
                <a:latin typeface="Times New Roman" panose="02020603050405020304" pitchFamily="18" charset="0"/>
                <a:ea typeface="+mj-ea"/>
                <a:cs typeface="Times New Roman" panose="02020603050405020304" pitchFamily="18" charset="0"/>
                <a:sym typeface="+mn-ea"/>
              </a:rPr>
              <a:t>2</a:t>
            </a:r>
            <a:r>
              <a:rPr lang="en-US" altLang="zh-CN" sz="2400" dirty="0">
                <a:latin typeface="Times New Roman" panose="02020603050405020304" pitchFamily="18" charset="0"/>
                <a:ea typeface="+mj-ea"/>
                <a:cs typeface="Times New Roman" panose="02020603050405020304" pitchFamily="18" charset="0"/>
                <a:sym typeface="+mn-ea"/>
              </a:rPr>
              <a:t>,g(</a:t>
            </a:r>
            <a:r>
              <a:rPr lang="en-US" altLang="zh-CN" sz="2400" dirty="0">
                <a:solidFill>
                  <a:srgbClr val="FF0000"/>
                </a:solidFill>
                <a:latin typeface="Times New Roman" panose="02020603050405020304" pitchFamily="18" charset="0"/>
                <a:ea typeface="+mj-ea"/>
                <a:cs typeface="Times New Roman" panose="02020603050405020304" pitchFamily="18" charset="0"/>
                <a:sym typeface="+mn-ea"/>
              </a:rPr>
              <a:t>x</a:t>
            </a:r>
            <a:r>
              <a:rPr lang="en-US" altLang="zh-CN" sz="2400" baseline="-25000" dirty="0">
                <a:solidFill>
                  <a:srgbClr val="FF0000"/>
                </a:solidFill>
                <a:latin typeface="Times New Roman" panose="02020603050405020304" pitchFamily="18" charset="0"/>
                <a:ea typeface="+mj-ea"/>
                <a:cs typeface="Times New Roman" panose="02020603050405020304" pitchFamily="18" charset="0"/>
                <a:sym typeface="+mn-ea"/>
              </a:rPr>
              <a:t>2</a:t>
            </a:r>
            <a:r>
              <a:rPr lang="en-US" altLang="zh-CN" sz="2400" dirty="0">
                <a:latin typeface="Times New Roman" panose="02020603050405020304" pitchFamily="18" charset="0"/>
                <a:ea typeface="+mj-ea"/>
                <a:cs typeface="Times New Roman" panose="02020603050405020304" pitchFamily="18" charset="0"/>
                <a:sym typeface="+mn-ea"/>
              </a:rPr>
              <a:t>)]</a:t>
            </a:r>
            <a:r>
              <a:rPr lang="zh-CN" altLang="en-US" sz="2400" dirty="0">
                <a:latin typeface="Times New Roman" panose="02020603050405020304" pitchFamily="18" charset="0"/>
                <a:ea typeface="+mj-ea"/>
                <a:cs typeface="Times New Roman" panose="02020603050405020304" pitchFamily="18" charset="0"/>
                <a:sym typeface="+mn-ea"/>
              </a:rPr>
              <a:t>，</a:t>
            </a:r>
            <a:r>
              <a:rPr lang="en-US" altLang="en-US" sz="2400" dirty="0">
                <a:latin typeface="Times New Roman" panose="02020603050405020304" pitchFamily="18" charset="0"/>
                <a:ea typeface="+mj-ea"/>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sym typeface="+mn-ea"/>
              </a:rPr>
              <a:t>P(</a:t>
            </a:r>
            <a:r>
              <a:rPr lang="en-US" altLang="zh-CN" sz="2400" dirty="0">
                <a:solidFill>
                  <a:srgbClr val="FF0000"/>
                </a:solidFill>
                <a:latin typeface="Times New Roman" panose="02020603050405020304" pitchFamily="18" charset="0"/>
                <a:ea typeface="+mj-ea"/>
                <a:cs typeface="Times New Roman" panose="02020603050405020304" pitchFamily="18" charset="0"/>
                <a:sym typeface="+mn-ea"/>
              </a:rPr>
              <a:t>x</a:t>
            </a:r>
            <a:r>
              <a:rPr lang="en-US" altLang="zh-CN" sz="2400" baseline="-25000" dirty="0">
                <a:solidFill>
                  <a:srgbClr val="FF0000"/>
                </a:solidFill>
                <a:latin typeface="Times New Roman" panose="02020603050405020304" pitchFamily="18" charset="0"/>
                <a:ea typeface="+mj-ea"/>
                <a:cs typeface="Times New Roman" panose="02020603050405020304" pitchFamily="18" charset="0"/>
                <a:sym typeface="+mn-ea"/>
              </a:rPr>
              <a:t>3</a:t>
            </a:r>
            <a:r>
              <a:rPr lang="en-US" altLang="zh-CN" sz="2400" dirty="0">
                <a:latin typeface="Times New Roman" panose="02020603050405020304" pitchFamily="18" charset="0"/>
                <a:ea typeface="+mj-ea"/>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sym typeface="+mn-ea"/>
              </a:rPr>
              <a:t>∨</a:t>
            </a:r>
            <a:r>
              <a:rPr lang="en-US" altLang="en-US" sz="2400" dirty="0">
                <a:latin typeface="Times New Roman" panose="02020603050405020304" pitchFamily="18" charset="0"/>
                <a:ea typeface="+mj-ea"/>
                <a:cs typeface="Times New Roman" panose="02020603050405020304" pitchFamily="18" charset="0"/>
                <a:sym typeface="+mn-ea"/>
              </a:rPr>
              <a:t>¬</a:t>
            </a:r>
            <a:r>
              <a:rPr lang="en-US" altLang="zh-CN" sz="2400" dirty="0">
                <a:latin typeface="Times New Roman" panose="02020603050405020304" pitchFamily="18" charset="0"/>
                <a:ea typeface="+mj-ea"/>
                <a:cs typeface="Times New Roman" panose="02020603050405020304" pitchFamily="18" charset="0"/>
                <a:sym typeface="+mn-ea"/>
              </a:rPr>
              <a:t>P[g(</a:t>
            </a:r>
            <a:r>
              <a:rPr lang="en-US" altLang="zh-CN" sz="2400" dirty="0">
                <a:solidFill>
                  <a:srgbClr val="FF0000"/>
                </a:solidFill>
                <a:latin typeface="Times New Roman" panose="02020603050405020304" pitchFamily="18" charset="0"/>
                <a:ea typeface="+mj-ea"/>
                <a:cs typeface="Times New Roman" panose="02020603050405020304" pitchFamily="18" charset="0"/>
                <a:sym typeface="+mn-ea"/>
              </a:rPr>
              <a:t>x</a:t>
            </a:r>
            <a:r>
              <a:rPr lang="en-US" altLang="zh-CN" sz="2400" baseline="-25000" dirty="0">
                <a:solidFill>
                  <a:srgbClr val="FF0000"/>
                </a:solidFill>
                <a:latin typeface="Times New Roman" panose="02020603050405020304" pitchFamily="18" charset="0"/>
                <a:ea typeface="+mj-ea"/>
                <a:cs typeface="Times New Roman" panose="02020603050405020304" pitchFamily="18" charset="0"/>
                <a:sym typeface="+mn-ea"/>
              </a:rPr>
              <a:t>3</a:t>
            </a:r>
            <a:r>
              <a:rPr lang="en-US" altLang="zh-CN" sz="2400" dirty="0">
                <a:latin typeface="Times New Roman" panose="02020603050405020304" pitchFamily="18" charset="0"/>
                <a:ea typeface="+mj-ea"/>
                <a:cs typeface="Times New Roman" panose="02020603050405020304" pitchFamily="18" charset="0"/>
                <a:sym typeface="+mn-ea"/>
              </a:rPr>
              <a:t>)]}</a:t>
            </a:r>
            <a:endParaRPr lang="zh-CN" altLang="en-US" sz="2400" dirty="0">
              <a:solidFill>
                <a:srgbClr val="FF0000"/>
              </a:solidFill>
              <a:latin typeface="Times New Roman" panose="02020603050405020304" pitchFamily="18" charset="0"/>
              <a:ea typeface="+mj-ea"/>
              <a:cs typeface="Times New Roman" panose="02020603050405020304" pitchFamily="18" charset="0"/>
            </a:endParaRPr>
          </a:p>
        </p:txBody>
      </p:sp>
      <p:sp>
        <p:nvSpPr>
          <p:cNvPr id="70661" name="Rectangle 6"/>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70662" name="Rectangle 8"/>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Tree>
  </p:cSld>
  <p:clrMapOvr>
    <a:masterClrMapping/>
  </p:clrMapOvr>
  <p:transition>
    <p:random/>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25660" name="Rectangle 60"/>
          <p:cNvSpPr>
            <a:spLocks noChangeArrowheads="1"/>
          </p:cNvSpPr>
          <p:nvPr/>
        </p:nvSpPr>
        <p:spPr bwMode="auto">
          <a:xfrm>
            <a:off x="304800" y="2057400"/>
            <a:ext cx="8534400" cy="4419600"/>
          </a:xfrm>
          <a:prstGeom prst="rect">
            <a:avLst/>
          </a:prstGeom>
          <a:gradFill rotWithShape="0">
            <a:gsLst>
              <a:gs pos="0">
                <a:schemeClr val="bg1"/>
              </a:gs>
              <a:gs pos="50000">
                <a:srgbClr val="E7FFE7"/>
              </a:gs>
              <a:gs pos="100000">
                <a:schemeClr val="bg1"/>
              </a:gs>
            </a:gsLst>
            <a:lin ang="5400000" scaled="1"/>
          </a:gradFill>
          <a:ln w="9525">
            <a:solidFill>
              <a:srgbClr val="008000"/>
            </a:solidFill>
            <a:miter lim="800000"/>
          </a:ln>
          <a:effectLst/>
        </p:spPr>
        <p:txBody>
          <a:bodyPr wrap="none" anchor="ctr"/>
          <a:lstStyle/>
          <a:p>
            <a:pPr marL="0" marR="0" lvl="0" indent="0" algn="l" defTabSz="914400" rtl="0" eaLnBrk="1" fontAlgn="base" latinLnBrk="0" hangingPunct="1">
              <a:lnSpc>
                <a:spcPct val="12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2708" name="Rectangle 2"/>
          <p:cNvSpPr>
            <a:spLocks noGrp="1"/>
          </p:cNvSpPr>
          <p:nvPr>
            <p:ph type="title"/>
          </p:nvPr>
        </p:nvSpPr>
        <p:spPr/>
        <p:txBody>
          <a:bodyPr vert="horz" wrap="square" lIns="91440" tIns="45720" rIns="91440" bIns="45720" anchor="b" anchorCtr="0"/>
          <a:p>
            <a:pPr eaLnBrk="1" hangingPunct="1"/>
            <a:r>
              <a:rPr lang="en-US" altLang="zh-CN" dirty="0"/>
              <a:t>3.3  </a:t>
            </a:r>
            <a:r>
              <a:rPr lang="zh-CN" altLang="en-US" dirty="0"/>
              <a:t>谓词公式化为子句集的方法</a:t>
            </a:r>
            <a:endParaRPr lang="zh-CN" altLang="en-US" dirty="0"/>
          </a:p>
        </p:txBody>
      </p:sp>
      <p:sp>
        <p:nvSpPr>
          <p:cNvPr id="72709" name="Rectangle 3"/>
          <p:cNvSpPr>
            <a:spLocks noGrp="1"/>
          </p:cNvSpPr>
          <p:nvPr>
            <p:ph idx="1"/>
          </p:nvPr>
        </p:nvSpPr>
        <p:spPr>
          <a:xfrm>
            <a:off x="250825" y="908050"/>
            <a:ext cx="8642350" cy="3511550"/>
          </a:xfrm>
        </p:spPr>
        <p:txBody>
          <a:bodyPr vert="horz" wrap="square" lIns="91440" tIns="45720" rIns="91440" bIns="45720" anchor="t" anchorCtr="0"/>
          <a:p>
            <a:pPr marL="0" indent="0" eaLnBrk="1" hangingPunct="1"/>
            <a:r>
              <a:rPr lang="en-US" altLang="zh-CN" sz="2400" b="1" dirty="0"/>
              <a:t>  </a:t>
            </a:r>
            <a:r>
              <a:rPr lang="zh-CN" altLang="en-US" sz="2400" b="1" dirty="0">
                <a:latin typeface="Times New Roman" panose="02020603050405020304" pitchFamily="18" charset="0"/>
              </a:rPr>
              <a:t>例</a:t>
            </a:r>
            <a:r>
              <a:rPr lang="en-US" altLang="zh-CN" sz="2400" b="1" dirty="0">
                <a:latin typeface="Times New Roman" panose="02020603050405020304" pitchFamily="18" charset="0"/>
              </a:rPr>
              <a:t>3.2</a:t>
            </a:r>
            <a:r>
              <a:rPr lang="en-US" altLang="zh-CN" sz="2400" dirty="0">
                <a:latin typeface="Times New Roman" panose="02020603050405020304" pitchFamily="18" charset="0"/>
              </a:rPr>
              <a:t>  </a:t>
            </a:r>
            <a:r>
              <a:rPr lang="zh-CN" altLang="en-US" sz="2400" b="1" dirty="0">
                <a:latin typeface="Times New Roman" panose="02020603050405020304" pitchFamily="18" charset="0"/>
              </a:rPr>
              <a:t>将下列</a:t>
            </a:r>
            <a:r>
              <a:rPr lang="zh-CN" altLang="en-US" sz="2400" b="1" dirty="0"/>
              <a:t>谓词公式化为子句集。</a:t>
            </a:r>
            <a:endParaRPr lang="zh-CN" altLang="en-US" sz="2400" b="1" dirty="0"/>
          </a:p>
          <a:p>
            <a:pPr marL="0" indent="0" eaLnBrk="1" hangingPunct="1">
              <a:buNone/>
            </a:pPr>
            <a:endParaRPr lang="zh-CN" altLang="en-US" sz="2800" dirty="0"/>
          </a:p>
          <a:p>
            <a:pPr marL="0" indent="0" eaLnBrk="1" hangingPunct="1">
              <a:buClr>
                <a:srgbClr val="0000FF"/>
              </a:buClr>
              <a:buFont typeface="Wingdings" panose="05000000000000000000" pitchFamily="2" charset="2"/>
              <a:buChar char="§"/>
            </a:pPr>
            <a:r>
              <a:rPr lang="zh-CN" altLang="en-US" sz="2800" dirty="0"/>
              <a:t> </a:t>
            </a:r>
            <a:r>
              <a:rPr lang="zh-CN" altLang="en-US" sz="2400" b="1" dirty="0"/>
              <a:t>解</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）消</a:t>
            </a:r>
            <a:r>
              <a:rPr lang="zh-CN" altLang="en-US" sz="2400" b="1" dirty="0"/>
              <a:t>去谓词公式中的“</a:t>
            </a:r>
            <a:r>
              <a:rPr lang="zh-CN" altLang="en-US" sz="2400" b="1" dirty="0">
                <a:solidFill>
                  <a:srgbClr val="FF0000"/>
                </a:solidFill>
                <a:latin typeface="Arial" panose="020B0604020202020204" pitchFamily="34" charset="0"/>
                <a:cs typeface="Arial" panose="020B0604020202020204" pitchFamily="34" charset="0"/>
              </a:rPr>
              <a:t>→</a:t>
            </a:r>
            <a:r>
              <a:rPr lang="zh-CN" altLang="en-US" sz="2400" b="1" dirty="0"/>
              <a:t>”和“</a:t>
            </a:r>
            <a:r>
              <a:rPr lang="zh-CN" altLang="en-US" sz="2400" b="1" dirty="0">
                <a:solidFill>
                  <a:srgbClr val="FF0000"/>
                </a:solidFill>
                <a:latin typeface="微软雅黑" panose="020B0503020204020204" charset="-122"/>
                <a:ea typeface="微软雅黑" panose="020B0503020204020204" charset="-122"/>
              </a:rPr>
              <a:t>⇔</a:t>
            </a:r>
            <a:r>
              <a:rPr lang="zh-CN" altLang="en-US" sz="2400" b="1" dirty="0"/>
              <a:t>”符号</a:t>
            </a:r>
            <a:endParaRPr lang="zh-CN" altLang="en-US" sz="2400" b="1" dirty="0"/>
          </a:p>
          <a:p>
            <a:pPr marL="0" indent="0" algn="just" eaLnBrk="1" hangingPunct="1">
              <a:buNone/>
            </a:pPr>
            <a:endParaRPr lang="en-US" altLang="zh-CN" sz="2400" b="1" dirty="0"/>
          </a:p>
        </p:txBody>
      </p:sp>
      <p:sp>
        <p:nvSpPr>
          <p:cNvPr id="72712" name="Rectangle 12"/>
          <p:cNvSpPr/>
          <p:nvPr/>
        </p:nvSpPr>
        <p:spPr>
          <a:xfrm>
            <a:off x="3100388" y="33289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72713" name="Object 11"/>
          <p:cNvGraphicFramePr>
            <a:graphicFrameLocks noChangeAspect="1"/>
          </p:cNvGraphicFramePr>
          <p:nvPr/>
        </p:nvGraphicFramePr>
        <p:xfrm>
          <a:off x="990600" y="1447800"/>
          <a:ext cx="7498715" cy="514350"/>
        </p:xfrm>
        <a:graphic>
          <a:graphicData uri="http://schemas.openxmlformats.org/presentationml/2006/ole">
            <mc:AlternateContent xmlns:mc="http://schemas.openxmlformats.org/markup-compatibility/2006">
              <mc:Choice xmlns:v="urn:schemas-microsoft-com:vml" Requires="v">
                <p:oleObj spid="_x0000_s3110" name="" r:id="rId2" imgW="2920365" imgH="203200" progId="Equation.3">
                  <p:embed/>
                </p:oleObj>
              </mc:Choice>
              <mc:Fallback>
                <p:oleObj name="" r:id="rId2" imgW="2920365" imgH="203200" progId="Equation.3">
                  <p:embed/>
                  <p:pic>
                    <p:nvPicPr>
                      <p:cNvPr id="0" name="图片 3109"/>
                      <p:cNvPicPr/>
                      <p:nvPr/>
                    </p:nvPicPr>
                    <p:blipFill>
                      <a:blip r:embed="rId3"/>
                      <a:stretch>
                        <a:fillRect/>
                      </a:stretch>
                    </p:blipFill>
                    <p:spPr>
                      <a:xfrm>
                        <a:off x="990600" y="1447800"/>
                        <a:ext cx="7498715" cy="514350"/>
                      </a:xfrm>
                      <a:prstGeom prst="rect">
                        <a:avLst/>
                      </a:prstGeom>
                      <a:noFill/>
                      <a:ln w="38100">
                        <a:noFill/>
                        <a:miter/>
                      </a:ln>
                    </p:spPr>
                  </p:pic>
                </p:oleObj>
              </mc:Fallback>
            </mc:AlternateContent>
          </a:graphicData>
        </a:graphic>
      </p:graphicFrame>
      <p:sp>
        <p:nvSpPr>
          <p:cNvPr id="72714" name="Rectangle 14"/>
          <p:cNvSpPr/>
          <p:nvPr/>
        </p:nvSpPr>
        <p:spPr>
          <a:xfrm>
            <a:off x="3062288" y="33289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72715" name="Rectangle 17"/>
          <p:cNvSpPr/>
          <p:nvPr/>
        </p:nvSpPr>
        <p:spPr>
          <a:xfrm>
            <a:off x="0" y="3298825"/>
            <a:ext cx="9144000" cy="26035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0"/>
              </a:spcBef>
              <a:buClrTx/>
              <a:buFontTx/>
              <a:buNone/>
            </a:pPr>
            <a:r>
              <a:rPr lang="en-US" altLang="zh-CN" sz="1000" dirty="0">
                <a:latin typeface="Times New Roman" panose="02020603050405020304" pitchFamily="18" charset="0"/>
                <a:cs typeface="Times New Roman" panose="02020603050405020304" pitchFamily="18" charset="0"/>
              </a:rPr>
              <a:t>           </a:t>
            </a:r>
            <a:r>
              <a:rPr lang="en-US" altLang="zh-CN" sz="1100" dirty="0"/>
              <a:t> </a:t>
            </a:r>
            <a:endParaRPr lang="en-US" altLang="zh-CN" sz="1800" dirty="0"/>
          </a:p>
        </p:txBody>
      </p:sp>
      <p:sp>
        <p:nvSpPr>
          <p:cNvPr id="72716" name="Rectangle 25"/>
          <p:cNvSpPr/>
          <p:nvPr/>
        </p:nvSpPr>
        <p:spPr>
          <a:xfrm>
            <a:off x="0" y="3298825"/>
            <a:ext cx="9144000" cy="26035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0"/>
              </a:spcBef>
              <a:buClrTx/>
              <a:buFontTx/>
              <a:buNone/>
            </a:pPr>
            <a:r>
              <a:rPr lang="en-US" altLang="zh-CN" sz="1000" dirty="0">
                <a:latin typeface="Times New Roman" panose="02020603050405020304" pitchFamily="18" charset="0"/>
                <a:cs typeface="Times New Roman" panose="02020603050405020304" pitchFamily="18" charset="0"/>
              </a:rPr>
              <a:t>                    </a:t>
            </a:r>
            <a:r>
              <a:rPr lang="en-US" altLang="zh-CN" sz="1100" dirty="0"/>
              <a:t> </a:t>
            </a:r>
            <a:endParaRPr lang="en-US" altLang="zh-CN" sz="1800" dirty="0"/>
          </a:p>
        </p:txBody>
      </p:sp>
      <p:grpSp>
        <p:nvGrpSpPr>
          <p:cNvPr id="2" name="Group 28"/>
          <p:cNvGrpSpPr/>
          <p:nvPr/>
        </p:nvGrpSpPr>
        <p:grpSpPr>
          <a:xfrm>
            <a:off x="685800" y="4038600"/>
            <a:ext cx="7620000" cy="1524000"/>
            <a:chOff x="432" y="2976"/>
            <a:chExt cx="4800" cy="960"/>
          </a:xfrm>
        </p:grpSpPr>
        <p:sp>
          <p:nvSpPr>
            <p:cNvPr id="25626" name="Rectangle 26"/>
            <p:cNvSpPr>
              <a:spLocks noChangeArrowheads="1"/>
            </p:cNvSpPr>
            <p:nvPr/>
          </p:nvSpPr>
          <p:spPr bwMode="auto">
            <a:xfrm>
              <a:off x="432" y="2976"/>
              <a:ext cx="4800" cy="960"/>
            </a:xfrm>
            <a:prstGeom prst="rect">
              <a:avLst/>
            </a:prstGeom>
            <a:gradFill rotWithShape="0">
              <a:gsLst>
                <a:gs pos="0">
                  <a:schemeClr val="accent1"/>
                </a:gs>
                <a:gs pos="50000">
                  <a:schemeClr val="bg1"/>
                </a:gs>
                <a:gs pos="100000">
                  <a:schemeClr val="accent1"/>
                </a:gs>
              </a:gsLst>
              <a:lin ang="5400000" scaled="1"/>
            </a:gradFill>
            <a:ln w="9525">
              <a:solidFill>
                <a:schemeClr val="tx1"/>
              </a:solidFill>
              <a:miter lim="800000"/>
            </a:ln>
            <a:effectLst/>
          </p:spPr>
          <p:txBody>
            <a:bodyPr wrap="none" anchor="ctr"/>
            <a:lstStyle/>
            <a:p>
              <a:pPr marL="0" marR="0" lvl="0" indent="0" algn="l" defTabSz="914400" rtl="0" eaLnBrk="1" fontAlgn="base" latinLnBrk="0" hangingPunct="1">
                <a:lnSpc>
                  <a:spcPct val="12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2744" name="Rectangle 22"/>
            <p:cNvSpPr/>
            <p:nvPr/>
          </p:nvSpPr>
          <p:spPr>
            <a:xfrm>
              <a:off x="672" y="2986"/>
              <a:ext cx="960" cy="902"/>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algn="just" eaLnBrk="1" hangingPunct="1">
                <a:lnSpc>
                  <a:spcPct val="120000"/>
                </a:lnSpc>
                <a:buClrTx/>
                <a:buFontTx/>
                <a:buNone/>
              </a:pPr>
              <a:r>
                <a:rPr lang="zh-CN" altLang="en-US" sz="2000" b="1" dirty="0">
                  <a:latin typeface="宋体" panose="02010600030101010101" pitchFamily="2" charset="-122"/>
                </a:rPr>
                <a:t>双重否定律</a:t>
              </a:r>
              <a:r>
                <a:rPr lang="zh-CN" altLang="en-US" sz="2000" b="1" dirty="0">
                  <a:latin typeface="Times New Roman" panose="02020603050405020304" pitchFamily="18" charset="0"/>
                  <a:cs typeface="Times New Roman" panose="02020603050405020304" pitchFamily="18" charset="0"/>
                </a:rPr>
                <a:t>  </a:t>
              </a:r>
              <a:endParaRPr lang="zh-CN" altLang="en-US" sz="2000" b="1" dirty="0">
                <a:latin typeface="Times New Roman" panose="02020603050405020304" pitchFamily="18" charset="0"/>
                <a:cs typeface="Times New Roman" panose="02020603050405020304" pitchFamily="18" charset="0"/>
              </a:endParaRPr>
            </a:p>
            <a:p>
              <a:pPr marL="0" lvl="0" indent="0" algn="just">
                <a:lnSpc>
                  <a:spcPct val="120000"/>
                </a:lnSpc>
                <a:buClrTx/>
                <a:buFontTx/>
                <a:buNone/>
              </a:pPr>
              <a:r>
                <a:rPr lang="zh-CN" altLang="en-US" sz="2000" b="1" dirty="0">
                  <a:latin typeface="宋体" panose="02010600030101010101" pitchFamily="2" charset="-122"/>
                </a:rPr>
                <a:t>德</a:t>
              </a:r>
              <a:r>
                <a:rPr lang="en-US" altLang="zh-CN" sz="2000" b="1" dirty="0">
                  <a:latin typeface="Times New Roman" panose="02020603050405020304" pitchFamily="18" charset="0"/>
                  <a:cs typeface="Times New Roman" panose="02020603050405020304" pitchFamily="18" charset="0"/>
                </a:rPr>
                <a:t>.</a:t>
              </a:r>
              <a:r>
                <a:rPr lang="zh-CN" altLang="en-US" sz="2000" b="1" dirty="0">
                  <a:latin typeface="宋体" panose="02010600030101010101" pitchFamily="2" charset="-122"/>
                </a:rPr>
                <a:t>摩根律</a:t>
              </a:r>
              <a:r>
                <a:rPr lang="zh-CN" altLang="en-US" sz="2000" b="1" dirty="0">
                  <a:latin typeface="Times New Roman" panose="02020603050405020304" pitchFamily="18" charset="0"/>
                  <a:cs typeface="Times New Roman" panose="02020603050405020304" pitchFamily="18" charset="0"/>
                </a:rPr>
                <a:t>   </a:t>
              </a:r>
              <a:endParaRPr lang="zh-CN" altLang="en-US" sz="2000" b="1" dirty="0">
                <a:latin typeface="Times New Roman" panose="02020603050405020304" pitchFamily="18" charset="0"/>
                <a:cs typeface="Times New Roman" panose="02020603050405020304" pitchFamily="18" charset="0"/>
              </a:endParaRPr>
            </a:p>
            <a:p>
              <a:pPr marL="0" lvl="0" indent="0" algn="just">
                <a:lnSpc>
                  <a:spcPct val="120000"/>
                </a:lnSpc>
                <a:buClrTx/>
                <a:buFontTx/>
                <a:buNone/>
              </a:pPr>
              <a:r>
                <a:rPr lang="zh-CN" altLang="en-US" sz="2000" b="1" dirty="0">
                  <a:latin typeface="宋体" panose="02010600030101010101" pitchFamily="2" charset="-122"/>
                </a:rPr>
                <a:t>量词转换律</a:t>
              </a:r>
              <a:r>
                <a:rPr lang="zh-CN" altLang="en-US" sz="2000" dirty="0"/>
                <a:t> </a:t>
              </a:r>
              <a:endParaRPr lang="zh-CN" altLang="en-US" sz="2000" dirty="0"/>
            </a:p>
          </p:txBody>
        </p:sp>
        <p:graphicFrame>
          <p:nvGraphicFramePr>
            <p:cNvPr id="72745" name="Object 21"/>
            <p:cNvGraphicFramePr>
              <a:graphicFrameLocks noChangeAspect="1"/>
            </p:cNvGraphicFramePr>
            <p:nvPr/>
          </p:nvGraphicFramePr>
          <p:xfrm>
            <a:off x="1584" y="3034"/>
            <a:ext cx="960" cy="240"/>
          </p:xfrm>
          <a:graphic>
            <a:graphicData uri="http://schemas.openxmlformats.org/presentationml/2006/ole">
              <mc:AlternateContent xmlns:mc="http://schemas.openxmlformats.org/markup-compatibility/2006">
                <mc:Choice xmlns:v="urn:schemas-microsoft-com:vml" Requires="v">
                  <p:oleObj spid="_x0000_s3114" name="" r:id="rId4" imgW="13820775" imgH="3514725" progId="Equation.3">
                    <p:embed/>
                  </p:oleObj>
                </mc:Choice>
                <mc:Fallback>
                  <p:oleObj name="" r:id="rId4" imgW="13820775" imgH="3514725" progId="Equation.3">
                    <p:embed/>
                    <p:pic>
                      <p:nvPicPr>
                        <p:cNvPr id="0" name="图片 3113"/>
                        <p:cNvPicPr/>
                        <p:nvPr/>
                      </p:nvPicPr>
                      <p:blipFill>
                        <a:blip r:embed="rId5"/>
                        <a:stretch>
                          <a:fillRect/>
                        </a:stretch>
                      </p:blipFill>
                      <p:spPr>
                        <a:xfrm>
                          <a:off x="1584" y="3034"/>
                          <a:ext cx="960" cy="240"/>
                        </a:xfrm>
                        <a:prstGeom prst="rect">
                          <a:avLst/>
                        </a:prstGeom>
                        <a:noFill/>
                        <a:ln w="38100">
                          <a:noFill/>
                          <a:miter/>
                        </a:ln>
                      </p:spPr>
                    </p:pic>
                  </p:oleObj>
                </mc:Fallback>
              </mc:AlternateContent>
            </a:graphicData>
          </a:graphic>
        </p:graphicFrame>
        <p:graphicFrame>
          <p:nvGraphicFramePr>
            <p:cNvPr id="72746" name="Object 20"/>
            <p:cNvGraphicFramePr>
              <a:graphicFrameLocks noChangeAspect="1"/>
            </p:cNvGraphicFramePr>
            <p:nvPr/>
          </p:nvGraphicFramePr>
          <p:xfrm>
            <a:off x="1583" y="3318"/>
            <a:ext cx="1825" cy="252"/>
          </p:xfrm>
          <a:graphic>
            <a:graphicData uri="http://schemas.openxmlformats.org/presentationml/2006/ole">
              <mc:AlternateContent xmlns:mc="http://schemas.openxmlformats.org/markup-compatibility/2006">
                <mc:Choice xmlns:v="urn:schemas-microsoft-com:vml" Requires="v">
                  <p:oleObj spid="_x0000_s3104" name="" r:id="rId6" imgW="25012650" imgH="3514725" progId="Equation.3">
                    <p:embed/>
                  </p:oleObj>
                </mc:Choice>
                <mc:Fallback>
                  <p:oleObj name="" r:id="rId6" imgW="25012650" imgH="3514725" progId="Equation.3">
                    <p:embed/>
                    <p:pic>
                      <p:nvPicPr>
                        <p:cNvPr id="0" name="图片 3103"/>
                        <p:cNvPicPr/>
                        <p:nvPr/>
                      </p:nvPicPr>
                      <p:blipFill>
                        <a:blip r:embed="rId7"/>
                        <a:stretch>
                          <a:fillRect/>
                        </a:stretch>
                      </p:blipFill>
                      <p:spPr>
                        <a:xfrm>
                          <a:off x="1583" y="3318"/>
                          <a:ext cx="1825" cy="252"/>
                        </a:xfrm>
                        <a:prstGeom prst="rect">
                          <a:avLst/>
                        </a:prstGeom>
                        <a:noFill/>
                        <a:ln w="38100">
                          <a:noFill/>
                          <a:miter/>
                        </a:ln>
                      </p:spPr>
                    </p:pic>
                  </p:oleObj>
                </mc:Fallback>
              </mc:AlternateContent>
            </a:graphicData>
          </a:graphic>
        </p:graphicFrame>
        <p:graphicFrame>
          <p:nvGraphicFramePr>
            <p:cNvPr id="72747" name="Object 19"/>
            <p:cNvGraphicFramePr>
              <a:graphicFrameLocks noChangeAspect="1"/>
            </p:cNvGraphicFramePr>
            <p:nvPr/>
          </p:nvGraphicFramePr>
          <p:xfrm>
            <a:off x="3360" y="3337"/>
            <a:ext cx="1680" cy="233"/>
          </p:xfrm>
          <a:graphic>
            <a:graphicData uri="http://schemas.openxmlformats.org/presentationml/2006/ole">
              <mc:AlternateContent xmlns:mc="http://schemas.openxmlformats.org/markup-compatibility/2006">
                <mc:Choice xmlns:v="urn:schemas-microsoft-com:vml" Requires="v">
                  <p:oleObj spid="_x0000_s3111" name="" r:id="rId8" imgW="24793575" imgH="3514725" progId="Equation.3">
                    <p:embed/>
                  </p:oleObj>
                </mc:Choice>
                <mc:Fallback>
                  <p:oleObj name="" r:id="rId8" imgW="24793575" imgH="3514725" progId="Equation.3">
                    <p:embed/>
                    <p:pic>
                      <p:nvPicPr>
                        <p:cNvPr id="0" name="图片 3110"/>
                        <p:cNvPicPr/>
                        <p:nvPr/>
                      </p:nvPicPr>
                      <p:blipFill>
                        <a:blip r:embed="rId9"/>
                        <a:stretch>
                          <a:fillRect/>
                        </a:stretch>
                      </p:blipFill>
                      <p:spPr>
                        <a:xfrm>
                          <a:off x="3360" y="3337"/>
                          <a:ext cx="1680" cy="233"/>
                        </a:xfrm>
                        <a:prstGeom prst="rect">
                          <a:avLst/>
                        </a:prstGeom>
                        <a:noFill/>
                        <a:ln w="38100">
                          <a:noFill/>
                          <a:miter/>
                        </a:ln>
                      </p:spPr>
                    </p:pic>
                  </p:oleObj>
                </mc:Fallback>
              </mc:AlternateContent>
            </a:graphicData>
          </a:graphic>
        </p:graphicFrame>
        <p:graphicFrame>
          <p:nvGraphicFramePr>
            <p:cNvPr id="72748" name="Object 24"/>
            <p:cNvGraphicFramePr>
              <a:graphicFrameLocks noChangeAspect="1"/>
            </p:cNvGraphicFramePr>
            <p:nvPr/>
          </p:nvGraphicFramePr>
          <p:xfrm>
            <a:off x="3264" y="3658"/>
            <a:ext cx="1392" cy="224"/>
          </p:xfrm>
          <a:graphic>
            <a:graphicData uri="http://schemas.openxmlformats.org/presentationml/2006/ole">
              <mc:AlternateContent xmlns:mc="http://schemas.openxmlformats.org/markup-compatibility/2006">
                <mc:Choice xmlns:v="urn:schemas-microsoft-com:vml" Requires="v">
                  <p:oleObj spid="_x0000_s3109" name="" r:id="rId10" imgW="21507450" imgH="3514725" progId="Equation.3">
                    <p:embed/>
                  </p:oleObj>
                </mc:Choice>
                <mc:Fallback>
                  <p:oleObj name="" r:id="rId10" imgW="21507450" imgH="3514725" progId="Equation.3">
                    <p:embed/>
                    <p:pic>
                      <p:nvPicPr>
                        <p:cNvPr id="0" name="图片 3108"/>
                        <p:cNvPicPr/>
                        <p:nvPr/>
                      </p:nvPicPr>
                      <p:blipFill>
                        <a:blip r:embed="rId11"/>
                        <a:stretch>
                          <a:fillRect/>
                        </a:stretch>
                      </p:blipFill>
                      <p:spPr>
                        <a:xfrm>
                          <a:off x="3264" y="3658"/>
                          <a:ext cx="1392" cy="224"/>
                        </a:xfrm>
                        <a:prstGeom prst="rect">
                          <a:avLst/>
                        </a:prstGeom>
                        <a:noFill/>
                        <a:ln w="38100">
                          <a:noFill/>
                          <a:miter/>
                        </a:ln>
                      </p:spPr>
                    </p:pic>
                  </p:oleObj>
                </mc:Fallback>
              </mc:AlternateContent>
            </a:graphicData>
          </a:graphic>
        </p:graphicFrame>
        <p:graphicFrame>
          <p:nvGraphicFramePr>
            <p:cNvPr id="72749" name="Object 23"/>
            <p:cNvGraphicFramePr>
              <a:graphicFrameLocks noChangeAspect="1"/>
            </p:cNvGraphicFramePr>
            <p:nvPr/>
          </p:nvGraphicFramePr>
          <p:xfrm>
            <a:off x="1618" y="3658"/>
            <a:ext cx="1421" cy="224"/>
          </p:xfrm>
          <a:graphic>
            <a:graphicData uri="http://schemas.openxmlformats.org/presentationml/2006/ole">
              <mc:AlternateContent xmlns:mc="http://schemas.openxmlformats.org/markup-compatibility/2006">
                <mc:Choice xmlns:v="urn:schemas-microsoft-com:vml" Requires="v">
                  <p:oleObj spid="_x0000_s3112" name="" r:id="rId12" imgW="21945600" imgH="3514725" progId="Equation.3">
                    <p:embed/>
                  </p:oleObj>
                </mc:Choice>
                <mc:Fallback>
                  <p:oleObj name="" r:id="rId12" imgW="21945600" imgH="3514725" progId="Equation.3">
                    <p:embed/>
                    <p:pic>
                      <p:nvPicPr>
                        <p:cNvPr id="0" name="图片 3111"/>
                        <p:cNvPicPr/>
                        <p:nvPr/>
                      </p:nvPicPr>
                      <p:blipFill>
                        <a:blip r:embed="rId13"/>
                        <a:stretch>
                          <a:fillRect/>
                        </a:stretch>
                      </p:blipFill>
                      <p:spPr>
                        <a:xfrm>
                          <a:off x="1618" y="3658"/>
                          <a:ext cx="1421" cy="224"/>
                        </a:xfrm>
                        <a:prstGeom prst="rect">
                          <a:avLst/>
                        </a:prstGeom>
                        <a:noFill/>
                        <a:ln w="38100">
                          <a:noFill/>
                          <a:miter/>
                        </a:ln>
                      </p:spPr>
                    </p:pic>
                  </p:oleObj>
                </mc:Fallback>
              </mc:AlternateContent>
            </a:graphicData>
          </a:graphic>
        </p:graphicFrame>
      </p:grpSp>
      <p:grpSp>
        <p:nvGrpSpPr>
          <p:cNvPr id="3" name="Group 40"/>
          <p:cNvGrpSpPr/>
          <p:nvPr/>
        </p:nvGrpSpPr>
        <p:grpSpPr>
          <a:xfrm>
            <a:off x="990600" y="3505200"/>
            <a:ext cx="6553200" cy="457200"/>
            <a:chOff x="624" y="2256"/>
            <a:chExt cx="4068" cy="288"/>
          </a:xfrm>
        </p:grpSpPr>
        <p:sp>
          <p:nvSpPr>
            <p:cNvPr id="72741" name="Rectangle 39"/>
            <p:cNvSpPr/>
            <p:nvPr/>
          </p:nvSpPr>
          <p:spPr>
            <a:xfrm>
              <a:off x="624" y="2256"/>
              <a:ext cx="4068" cy="288"/>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0"/>
                </a:spcBef>
                <a:buClrTx/>
                <a:buFontTx/>
                <a:buNone/>
              </a:pPr>
              <a:r>
                <a:rPr lang="en-US" altLang="zh-CN" sz="2400" dirty="0">
                  <a:latin typeface="Times New Roman" panose="02020603050405020304" pitchFamily="18" charset="0"/>
                </a:rPr>
                <a:t> </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2</a:t>
              </a:r>
              <a:r>
                <a:rPr lang="zh-CN" altLang="en-US" sz="2400" b="1" dirty="0">
                  <a:latin typeface="Times New Roman" panose="02020603050405020304" pitchFamily="18" charset="0"/>
                </a:rPr>
                <a:t>）把否定符号</a:t>
              </a:r>
              <a:r>
                <a:rPr lang="zh-CN" altLang="en-US" sz="2400" b="1" dirty="0"/>
                <a:t>     移到紧靠谓词的位置上</a:t>
              </a:r>
              <a:endParaRPr lang="zh-CN" altLang="en-US" sz="2400" b="1" dirty="0"/>
            </a:p>
          </p:txBody>
        </p:sp>
        <p:graphicFrame>
          <p:nvGraphicFramePr>
            <p:cNvPr id="72742" name="Object 31"/>
            <p:cNvGraphicFramePr>
              <a:graphicFrameLocks noChangeAspect="1"/>
            </p:cNvGraphicFramePr>
            <p:nvPr/>
          </p:nvGraphicFramePr>
          <p:xfrm>
            <a:off x="2208" y="2352"/>
            <a:ext cx="240" cy="160"/>
          </p:xfrm>
          <a:graphic>
            <a:graphicData uri="http://schemas.openxmlformats.org/presentationml/2006/ole">
              <mc:AlternateContent xmlns:mc="http://schemas.openxmlformats.org/markup-compatibility/2006">
                <mc:Choice xmlns:v="urn:schemas-microsoft-com:vml" Requires="v">
                  <p:oleObj spid="_x0000_s3105" name="" r:id="rId14" imgW="63500" imgH="43815" progId="Equation.3">
                    <p:embed/>
                  </p:oleObj>
                </mc:Choice>
                <mc:Fallback>
                  <p:oleObj name="" r:id="rId14" imgW="63500" imgH="43815" progId="Equation.3">
                    <p:embed/>
                    <p:pic>
                      <p:nvPicPr>
                        <p:cNvPr id="0" name="图片 3104"/>
                        <p:cNvPicPr/>
                        <p:nvPr/>
                      </p:nvPicPr>
                      <p:blipFill>
                        <a:blip r:embed="rId15">
                          <a:clrChange>
                            <a:clrFrom>
                              <a:srgbClr val="000000"/>
                            </a:clrFrom>
                            <a:clrTo>
                              <a:srgbClr val="CC0000"/>
                            </a:clrTo>
                          </a:clrChange>
                        </a:blip>
                        <a:stretch>
                          <a:fillRect/>
                        </a:stretch>
                      </p:blipFill>
                      <p:spPr>
                        <a:xfrm>
                          <a:off x="2208" y="2352"/>
                          <a:ext cx="240" cy="160"/>
                        </a:xfrm>
                        <a:prstGeom prst="rect">
                          <a:avLst/>
                        </a:prstGeom>
                        <a:noFill/>
                        <a:ln w="38100">
                          <a:noFill/>
                          <a:miter/>
                        </a:ln>
                      </p:spPr>
                    </p:pic>
                  </p:oleObj>
                </mc:Fallback>
              </mc:AlternateContent>
            </a:graphicData>
          </a:graphic>
        </p:graphicFrame>
      </p:grpSp>
      <p:grpSp>
        <p:nvGrpSpPr>
          <p:cNvPr id="4" name="Group 27"/>
          <p:cNvGrpSpPr/>
          <p:nvPr/>
        </p:nvGrpSpPr>
        <p:grpSpPr>
          <a:xfrm>
            <a:off x="1219200" y="2819400"/>
            <a:ext cx="6400800" cy="533400"/>
            <a:chOff x="720" y="1824"/>
            <a:chExt cx="4032" cy="336"/>
          </a:xfrm>
        </p:grpSpPr>
        <p:sp>
          <p:nvSpPr>
            <p:cNvPr id="72738" name="Rectangle 18"/>
            <p:cNvSpPr/>
            <p:nvPr/>
          </p:nvSpPr>
          <p:spPr>
            <a:xfrm>
              <a:off x="720" y="1824"/>
              <a:ext cx="4032" cy="336"/>
            </a:xfrm>
            <a:prstGeom prst="rect">
              <a:avLst/>
            </a:prstGeom>
            <a:gradFill rotWithShape="0">
              <a:gsLst>
                <a:gs pos="0">
                  <a:schemeClr val="bg1"/>
                </a:gs>
                <a:gs pos="100000">
                  <a:schemeClr val="accent1"/>
                </a:gs>
              </a:gsLst>
              <a:lin ang="5400000" scaled="1"/>
              <a:tileRect/>
            </a:gra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72739" name="Object 16"/>
            <p:cNvGraphicFramePr>
              <a:graphicFrameLocks noChangeAspect="1"/>
            </p:cNvGraphicFramePr>
            <p:nvPr/>
          </p:nvGraphicFramePr>
          <p:xfrm>
            <a:off x="816" y="1864"/>
            <a:ext cx="1392" cy="234"/>
          </p:xfrm>
          <a:graphic>
            <a:graphicData uri="http://schemas.openxmlformats.org/presentationml/2006/ole">
              <mc:AlternateContent xmlns:mc="http://schemas.openxmlformats.org/markup-compatibility/2006">
                <mc:Choice xmlns:v="urn:schemas-microsoft-com:vml" Requires="v">
                  <p:oleObj spid="_x0000_s3106" name="" r:id="rId16" imgW="535305" imgH="87630" progId="Equation.3">
                    <p:embed/>
                  </p:oleObj>
                </mc:Choice>
                <mc:Fallback>
                  <p:oleObj name="" r:id="rId16" imgW="535305" imgH="87630" progId="Equation.3">
                    <p:embed/>
                    <p:pic>
                      <p:nvPicPr>
                        <p:cNvPr id="0" name="图片 3105"/>
                        <p:cNvPicPr/>
                        <p:nvPr/>
                      </p:nvPicPr>
                      <p:blipFill>
                        <a:blip r:embed="rId17">
                          <a:clrChange>
                            <a:clrFrom>
                              <a:srgbClr val="000000"/>
                            </a:clrFrom>
                            <a:clrTo>
                              <a:srgbClr val="0000FF"/>
                            </a:clrTo>
                          </a:clrChange>
                        </a:blip>
                        <a:stretch>
                          <a:fillRect/>
                        </a:stretch>
                      </p:blipFill>
                      <p:spPr>
                        <a:xfrm>
                          <a:off x="816" y="1864"/>
                          <a:ext cx="1392" cy="234"/>
                        </a:xfrm>
                        <a:prstGeom prst="rect">
                          <a:avLst/>
                        </a:prstGeom>
                        <a:noFill/>
                        <a:ln w="38100">
                          <a:noFill/>
                          <a:miter/>
                        </a:ln>
                      </p:spPr>
                    </p:pic>
                  </p:oleObj>
                </mc:Fallback>
              </mc:AlternateContent>
            </a:graphicData>
          </a:graphic>
        </p:graphicFrame>
        <p:graphicFrame>
          <p:nvGraphicFramePr>
            <p:cNvPr id="72740" name="Object 15"/>
            <p:cNvGraphicFramePr>
              <a:graphicFrameLocks noChangeAspect="1"/>
            </p:cNvGraphicFramePr>
            <p:nvPr/>
          </p:nvGraphicFramePr>
          <p:xfrm>
            <a:off x="2400" y="1872"/>
            <a:ext cx="2304" cy="224"/>
          </p:xfrm>
          <a:graphic>
            <a:graphicData uri="http://schemas.openxmlformats.org/presentationml/2006/ole">
              <mc:AlternateContent xmlns:mc="http://schemas.openxmlformats.org/markup-compatibility/2006">
                <mc:Choice xmlns:v="urn:schemas-microsoft-com:vml" Requires="v">
                  <p:oleObj spid="_x0000_s3107" name="" r:id="rId18" imgW="923925" imgH="87630" progId="Equation.3">
                    <p:embed/>
                  </p:oleObj>
                </mc:Choice>
                <mc:Fallback>
                  <p:oleObj name="" r:id="rId18" imgW="923925" imgH="87630" progId="Equation.3">
                    <p:embed/>
                    <p:pic>
                      <p:nvPicPr>
                        <p:cNvPr id="0" name="图片 3106"/>
                        <p:cNvPicPr/>
                        <p:nvPr/>
                      </p:nvPicPr>
                      <p:blipFill>
                        <a:blip r:embed="rId19">
                          <a:clrChange>
                            <a:clrFrom>
                              <a:srgbClr val="000000"/>
                            </a:clrFrom>
                            <a:clrTo>
                              <a:srgbClr val="0000FF"/>
                            </a:clrTo>
                          </a:clrChange>
                        </a:blip>
                        <a:stretch>
                          <a:fillRect/>
                        </a:stretch>
                      </p:blipFill>
                      <p:spPr>
                        <a:xfrm>
                          <a:off x="2400" y="1872"/>
                          <a:ext cx="2304" cy="224"/>
                        </a:xfrm>
                        <a:prstGeom prst="rect">
                          <a:avLst/>
                        </a:prstGeom>
                        <a:noFill/>
                        <a:ln w="38100">
                          <a:noFill/>
                          <a:miter/>
                        </a:ln>
                      </p:spPr>
                    </p:pic>
                  </p:oleObj>
                </mc:Fallback>
              </mc:AlternateContent>
            </a:graphicData>
          </a:graphic>
        </p:graphicFrame>
      </p:grpSp>
      <p:sp>
        <p:nvSpPr>
          <p:cNvPr id="72720" name="Rectangle 34"/>
          <p:cNvSpPr/>
          <p:nvPr/>
        </p:nvSpPr>
        <p:spPr>
          <a:xfrm>
            <a:off x="3143250" y="33289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nvGrpSpPr>
          <p:cNvPr id="5" name="Group 48"/>
          <p:cNvGrpSpPr/>
          <p:nvPr/>
        </p:nvGrpSpPr>
        <p:grpSpPr>
          <a:xfrm>
            <a:off x="1230313" y="2895600"/>
            <a:ext cx="6694487" cy="457200"/>
            <a:chOff x="864" y="3445"/>
            <a:chExt cx="4114" cy="357"/>
          </a:xfrm>
        </p:grpSpPr>
        <p:graphicFrame>
          <p:nvGraphicFramePr>
            <p:cNvPr id="72736" name="Object 13"/>
            <p:cNvGraphicFramePr>
              <a:graphicFrameLocks noChangeAspect="1"/>
            </p:cNvGraphicFramePr>
            <p:nvPr/>
          </p:nvGraphicFramePr>
          <p:xfrm>
            <a:off x="1356" y="3445"/>
            <a:ext cx="3622" cy="357"/>
          </p:xfrm>
          <a:graphic>
            <a:graphicData uri="http://schemas.openxmlformats.org/presentationml/2006/ole">
              <mc:AlternateContent xmlns:mc="http://schemas.openxmlformats.org/markup-compatibility/2006">
                <mc:Choice xmlns:v="urn:schemas-microsoft-com:vml" Requires="v">
                  <p:oleObj spid="_x0000_s3108" name="" r:id="rId20" imgW="51787425" imgH="3514725" progId="Equation.3">
                    <p:embed/>
                  </p:oleObj>
                </mc:Choice>
                <mc:Fallback>
                  <p:oleObj name="" r:id="rId20" imgW="51787425" imgH="3514725" progId="Equation.3">
                    <p:embed/>
                    <p:pic>
                      <p:nvPicPr>
                        <p:cNvPr id="0" name="图片 3107"/>
                        <p:cNvPicPr/>
                        <p:nvPr/>
                      </p:nvPicPr>
                      <p:blipFill>
                        <a:blip r:embed="rId21"/>
                        <a:stretch>
                          <a:fillRect/>
                        </a:stretch>
                      </p:blipFill>
                      <p:spPr>
                        <a:xfrm>
                          <a:off x="1356" y="3445"/>
                          <a:ext cx="3622" cy="357"/>
                        </a:xfrm>
                        <a:prstGeom prst="rect">
                          <a:avLst/>
                        </a:prstGeom>
                        <a:noFill/>
                        <a:ln w="38100">
                          <a:noFill/>
                          <a:miter/>
                        </a:ln>
                      </p:spPr>
                    </p:pic>
                  </p:oleObj>
                </mc:Fallback>
              </mc:AlternateContent>
            </a:graphicData>
          </a:graphic>
        </p:graphicFrame>
        <p:sp>
          <p:nvSpPr>
            <p:cNvPr id="72737" name="AutoShape 46"/>
            <p:cNvSpPr/>
            <p:nvPr/>
          </p:nvSpPr>
          <p:spPr>
            <a:xfrm>
              <a:off x="864" y="3552"/>
              <a:ext cx="432" cy="144"/>
            </a:xfrm>
            <a:prstGeom prst="leftRightArrow">
              <a:avLst>
                <a:gd name="adj1" fmla="val 50000"/>
                <a:gd name="adj2" fmla="val 60000"/>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grpSp>
        <p:nvGrpSpPr>
          <p:cNvPr id="6" name="Group 49"/>
          <p:cNvGrpSpPr/>
          <p:nvPr/>
        </p:nvGrpSpPr>
        <p:grpSpPr>
          <a:xfrm>
            <a:off x="1219200" y="4191000"/>
            <a:ext cx="6934200" cy="431800"/>
            <a:chOff x="1008" y="3888"/>
            <a:chExt cx="4368" cy="272"/>
          </a:xfrm>
        </p:grpSpPr>
        <p:graphicFrame>
          <p:nvGraphicFramePr>
            <p:cNvPr id="72734" name="Object 33"/>
            <p:cNvGraphicFramePr>
              <a:graphicFrameLocks noChangeAspect="1"/>
            </p:cNvGraphicFramePr>
            <p:nvPr/>
          </p:nvGraphicFramePr>
          <p:xfrm>
            <a:off x="1488" y="3888"/>
            <a:ext cx="3888" cy="272"/>
          </p:xfrm>
          <a:graphic>
            <a:graphicData uri="http://schemas.openxmlformats.org/presentationml/2006/ole">
              <mc:AlternateContent xmlns:mc="http://schemas.openxmlformats.org/markup-compatibility/2006">
                <mc:Choice xmlns:v="urn:schemas-microsoft-com:vml" Requires="v">
                  <p:oleObj spid="_x0000_s3102" name="" r:id="rId22" imgW="49368075" imgH="3514725" progId="Equation.3">
                    <p:embed/>
                  </p:oleObj>
                </mc:Choice>
                <mc:Fallback>
                  <p:oleObj name="" r:id="rId22" imgW="49368075" imgH="3514725" progId="Equation.3">
                    <p:embed/>
                    <p:pic>
                      <p:nvPicPr>
                        <p:cNvPr id="0" name="图片 3101"/>
                        <p:cNvPicPr/>
                        <p:nvPr/>
                      </p:nvPicPr>
                      <p:blipFill>
                        <a:blip r:embed="rId23"/>
                        <a:stretch>
                          <a:fillRect/>
                        </a:stretch>
                      </p:blipFill>
                      <p:spPr>
                        <a:xfrm>
                          <a:off x="1488" y="3888"/>
                          <a:ext cx="3888" cy="272"/>
                        </a:xfrm>
                        <a:prstGeom prst="rect">
                          <a:avLst/>
                        </a:prstGeom>
                        <a:noFill/>
                        <a:ln w="38100">
                          <a:noFill/>
                          <a:miter/>
                        </a:ln>
                      </p:spPr>
                    </p:pic>
                  </p:oleObj>
                </mc:Fallback>
              </mc:AlternateContent>
            </a:graphicData>
          </a:graphic>
        </p:graphicFrame>
        <p:sp>
          <p:nvSpPr>
            <p:cNvPr id="72735" name="AutoShape 47"/>
            <p:cNvSpPr/>
            <p:nvPr/>
          </p:nvSpPr>
          <p:spPr>
            <a:xfrm>
              <a:off x="1008" y="3936"/>
              <a:ext cx="432" cy="144"/>
            </a:xfrm>
            <a:prstGeom prst="leftRightArrow">
              <a:avLst>
                <a:gd name="adj1" fmla="val 50000"/>
                <a:gd name="adj2" fmla="val 60000"/>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sp>
        <p:nvSpPr>
          <p:cNvPr id="25650" name="Rectangle 50"/>
          <p:cNvSpPr/>
          <p:nvPr/>
        </p:nvSpPr>
        <p:spPr>
          <a:xfrm>
            <a:off x="1066800" y="4953000"/>
            <a:ext cx="3124200" cy="45720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0"/>
              </a:spcBef>
              <a:buClrTx/>
              <a:buFontTx/>
              <a:buNone/>
            </a:pPr>
            <a:r>
              <a:rPr lang="zh-CN" altLang="en-US" sz="2400" b="1" dirty="0">
                <a:latin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3</a:t>
            </a:r>
            <a:r>
              <a:rPr lang="zh-CN" altLang="en-US" sz="2400" b="1" dirty="0">
                <a:latin typeface="Times New Roman" panose="02020603050405020304" pitchFamily="18" charset="0"/>
              </a:rPr>
              <a:t>）变量标准化</a:t>
            </a:r>
            <a:r>
              <a:rPr lang="zh-CN" altLang="en-US" sz="2400" dirty="0"/>
              <a:t> </a:t>
            </a:r>
            <a:endParaRPr lang="zh-CN" altLang="en-US" sz="2400" dirty="0"/>
          </a:p>
        </p:txBody>
      </p:sp>
      <p:sp>
        <p:nvSpPr>
          <p:cNvPr id="72724" name="Rectangle 53"/>
          <p:cNvSpPr/>
          <p:nvPr/>
        </p:nvSpPr>
        <p:spPr>
          <a:xfrm>
            <a:off x="3890963" y="33289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nvGrpSpPr>
          <p:cNvPr id="7" name="Group 55"/>
          <p:cNvGrpSpPr/>
          <p:nvPr/>
        </p:nvGrpSpPr>
        <p:grpSpPr>
          <a:xfrm>
            <a:off x="1981200" y="5629275"/>
            <a:ext cx="4572000" cy="390525"/>
            <a:chOff x="1248" y="3552"/>
            <a:chExt cx="2880" cy="246"/>
          </a:xfrm>
        </p:grpSpPr>
        <p:sp>
          <p:nvSpPr>
            <p:cNvPr id="72731" name="Rectangle 54"/>
            <p:cNvSpPr/>
            <p:nvPr/>
          </p:nvSpPr>
          <p:spPr>
            <a:xfrm>
              <a:off x="1248" y="3552"/>
              <a:ext cx="2880" cy="240"/>
            </a:xfrm>
            <a:prstGeom prst="rect">
              <a:avLst/>
            </a:prstGeom>
            <a:gradFill rotWithShape="0">
              <a:gsLst>
                <a:gs pos="0">
                  <a:schemeClr val="bg1"/>
                </a:gs>
                <a:gs pos="100000">
                  <a:schemeClr val="accent1"/>
                </a:gs>
              </a:gsLst>
              <a:lin ang="5400000" scaled="1"/>
              <a:tileRect/>
            </a:gra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72732" name="Object 52"/>
            <p:cNvGraphicFramePr>
              <a:graphicFrameLocks noChangeAspect="1"/>
            </p:cNvGraphicFramePr>
            <p:nvPr/>
          </p:nvGraphicFramePr>
          <p:xfrm>
            <a:off x="2784" y="3600"/>
            <a:ext cx="1344" cy="198"/>
          </p:xfrm>
          <a:graphic>
            <a:graphicData uri="http://schemas.openxmlformats.org/presentationml/2006/ole">
              <mc:AlternateContent xmlns:mc="http://schemas.openxmlformats.org/markup-compatibility/2006">
                <mc:Choice xmlns:v="urn:schemas-microsoft-com:vml" Requires="v">
                  <p:oleObj spid="_x0000_s3098" name="" r:id="rId24" imgW="23479125" imgH="3514725" progId="Equation.3">
                    <p:embed/>
                  </p:oleObj>
                </mc:Choice>
                <mc:Fallback>
                  <p:oleObj name="" r:id="rId24" imgW="23479125" imgH="3514725" progId="Equation.3">
                    <p:embed/>
                    <p:pic>
                      <p:nvPicPr>
                        <p:cNvPr id="0" name="图片 3097"/>
                        <p:cNvPicPr/>
                        <p:nvPr/>
                      </p:nvPicPr>
                      <p:blipFill>
                        <a:blip r:embed="rId25"/>
                        <a:stretch>
                          <a:fillRect/>
                        </a:stretch>
                      </p:blipFill>
                      <p:spPr>
                        <a:xfrm>
                          <a:off x="2784" y="3600"/>
                          <a:ext cx="1344" cy="198"/>
                        </a:xfrm>
                        <a:prstGeom prst="rect">
                          <a:avLst/>
                        </a:prstGeom>
                        <a:noFill/>
                        <a:ln w="38100">
                          <a:noFill/>
                          <a:miter/>
                        </a:ln>
                      </p:spPr>
                    </p:pic>
                  </p:oleObj>
                </mc:Fallback>
              </mc:AlternateContent>
            </a:graphicData>
          </a:graphic>
        </p:graphicFrame>
        <p:graphicFrame>
          <p:nvGraphicFramePr>
            <p:cNvPr id="72733" name="Object 51"/>
            <p:cNvGraphicFramePr>
              <a:graphicFrameLocks noChangeAspect="1"/>
            </p:cNvGraphicFramePr>
            <p:nvPr/>
          </p:nvGraphicFramePr>
          <p:xfrm>
            <a:off x="1332" y="3600"/>
            <a:ext cx="1321" cy="195"/>
          </p:xfrm>
          <a:graphic>
            <a:graphicData uri="http://schemas.openxmlformats.org/presentationml/2006/ole">
              <mc:AlternateContent xmlns:mc="http://schemas.openxmlformats.org/markup-compatibility/2006">
                <mc:Choice xmlns:v="urn:schemas-microsoft-com:vml" Requires="v">
                  <p:oleObj spid="_x0000_s3124" name="" r:id="rId26" imgW="23260050" imgH="3514725" progId="Equation.3">
                    <p:embed/>
                  </p:oleObj>
                </mc:Choice>
                <mc:Fallback>
                  <p:oleObj name="" r:id="rId26" imgW="23260050" imgH="3514725" progId="Equation.3">
                    <p:embed/>
                    <p:pic>
                      <p:nvPicPr>
                        <p:cNvPr id="0" name="图片 3123"/>
                        <p:cNvPicPr/>
                        <p:nvPr/>
                      </p:nvPicPr>
                      <p:blipFill>
                        <a:blip r:embed="rId27"/>
                        <a:stretch>
                          <a:fillRect/>
                        </a:stretch>
                      </p:blipFill>
                      <p:spPr>
                        <a:xfrm>
                          <a:off x="1332" y="3600"/>
                          <a:ext cx="1321" cy="195"/>
                        </a:xfrm>
                        <a:prstGeom prst="rect">
                          <a:avLst/>
                        </a:prstGeom>
                        <a:noFill/>
                        <a:ln w="38100">
                          <a:noFill/>
                          <a:miter/>
                        </a:ln>
                      </p:spPr>
                    </p:pic>
                  </p:oleObj>
                </mc:Fallback>
              </mc:AlternateContent>
            </a:graphicData>
          </a:graphic>
        </p:graphicFrame>
      </p:grpSp>
      <p:sp>
        <p:nvSpPr>
          <p:cNvPr id="72726" name="Rectangle 57"/>
          <p:cNvSpPr/>
          <p:nvPr/>
        </p:nvSpPr>
        <p:spPr>
          <a:xfrm>
            <a:off x="3162300" y="33289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nvGrpSpPr>
          <p:cNvPr id="8" name="Group 59"/>
          <p:cNvGrpSpPr/>
          <p:nvPr/>
        </p:nvGrpSpPr>
        <p:grpSpPr>
          <a:xfrm>
            <a:off x="1219200" y="5715000"/>
            <a:ext cx="6705600" cy="381000"/>
            <a:chOff x="1008" y="3817"/>
            <a:chExt cx="3552" cy="215"/>
          </a:xfrm>
        </p:grpSpPr>
        <p:graphicFrame>
          <p:nvGraphicFramePr>
            <p:cNvPr id="72729" name="Object 56"/>
            <p:cNvGraphicFramePr>
              <a:graphicFrameLocks noChangeAspect="1"/>
            </p:cNvGraphicFramePr>
            <p:nvPr/>
          </p:nvGraphicFramePr>
          <p:xfrm>
            <a:off x="1536" y="3817"/>
            <a:ext cx="3024" cy="215"/>
          </p:xfrm>
          <a:graphic>
            <a:graphicData uri="http://schemas.openxmlformats.org/presentationml/2006/ole">
              <mc:AlternateContent xmlns:mc="http://schemas.openxmlformats.org/markup-compatibility/2006">
                <mc:Choice xmlns:v="urn:schemas-microsoft-com:vml" Requires="v">
                  <p:oleObj spid="_x0000_s3122" name="" r:id="rId28" imgW="48710850" imgH="3514725" progId="Equation.3">
                    <p:embed/>
                  </p:oleObj>
                </mc:Choice>
                <mc:Fallback>
                  <p:oleObj name="" r:id="rId28" imgW="48710850" imgH="3514725" progId="Equation.3">
                    <p:embed/>
                    <p:pic>
                      <p:nvPicPr>
                        <p:cNvPr id="0" name="图片 3121"/>
                        <p:cNvPicPr/>
                        <p:nvPr/>
                      </p:nvPicPr>
                      <p:blipFill>
                        <a:blip r:embed="rId29"/>
                        <a:stretch>
                          <a:fillRect/>
                        </a:stretch>
                      </p:blipFill>
                      <p:spPr>
                        <a:xfrm>
                          <a:off x="1536" y="3817"/>
                          <a:ext cx="3024" cy="215"/>
                        </a:xfrm>
                        <a:prstGeom prst="rect">
                          <a:avLst/>
                        </a:prstGeom>
                        <a:noFill/>
                        <a:ln w="38100">
                          <a:noFill/>
                          <a:miter/>
                        </a:ln>
                      </p:spPr>
                    </p:pic>
                  </p:oleObj>
                </mc:Fallback>
              </mc:AlternateContent>
            </a:graphicData>
          </a:graphic>
        </p:graphicFrame>
        <p:sp>
          <p:nvSpPr>
            <p:cNvPr id="72730" name="AutoShape 58"/>
            <p:cNvSpPr/>
            <p:nvPr/>
          </p:nvSpPr>
          <p:spPr>
            <a:xfrm>
              <a:off x="1008" y="3840"/>
              <a:ext cx="432" cy="144"/>
            </a:xfrm>
            <a:prstGeom prst="leftRightArrow">
              <a:avLst>
                <a:gd name="adj1" fmla="val 50000"/>
                <a:gd name="adj2" fmla="val 60000"/>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sp>
        <p:nvSpPr>
          <p:cNvPr id="72728" name="Rectangle 61"/>
          <p:cNvSpPr/>
          <p:nvPr/>
        </p:nvSpPr>
        <p:spPr>
          <a:xfrm>
            <a:off x="0" y="0"/>
            <a:ext cx="9144000" cy="765175"/>
          </a:xfrm>
          <a:prstGeom prst="rect">
            <a:avLst/>
          </a:prstGeom>
          <a:solidFill>
            <a:srgbClr val="A50021"/>
          </a:solidFill>
          <a:ln w="9525">
            <a:noFill/>
          </a:ln>
        </p:spPr>
        <p:txBody>
          <a:bodyPr anchor="b"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176530" eaLnBrk="1" hangingPunct="1">
              <a:spcBef>
                <a:spcPct val="0"/>
              </a:spcBef>
              <a:buClrTx/>
              <a:buFontTx/>
              <a:buNone/>
            </a:pPr>
            <a:r>
              <a:rPr lang="en-US" altLang="zh-CN" sz="3600" dirty="0">
                <a:solidFill>
                  <a:schemeClr val="bg1"/>
                </a:solidFill>
                <a:latin typeface="Times New Roman" panose="02020603050405020304" pitchFamily="18" charset="0"/>
                <a:ea typeface="黑体" panose="02010609060101010101" pitchFamily="49" charset="-122"/>
              </a:rPr>
              <a:t>3.3  </a:t>
            </a:r>
            <a:r>
              <a:rPr lang="zh-CN" altLang="en-US" sz="3600" dirty="0">
                <a:solidFill>
                  <a:schemeClr val="bg1"/>
                </a:solidFill>
                <a:latin typeface="Times New Roman" panose="02020603050405020304" pitchFamily="18" charset="0"/>
                <a:ea typeface="黑体" panose="02010609060101010101" pitchFamily="49" charset="-122"/>
              </a:rPr>
              <a:t>谓词公式化为子句集的方法</a:t>
            </a:r>
            <a:endParaRPr lang="zh-CN" altLang="en-US" sz="3600" dirty="0">
              <a:solidFill>
                <a:schemeClr val="bg1"/>
              </a:solidFill>
              <a:latin typeface="Times New Roman" panose="02020603050405020304" pitchFamily="18" charset="0"/>
              <a:ea typeface="黑体" panose="02010609060101010101"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0-#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2" presetClass="entr" presetSubtype="8" fill="hold" nodeType="after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additive="base">
                                        <p:cTn id="24" dur="500" fill="hold"/>
                                        <p:tgtEl>
                                          <p:spTgt spid="2"/>
                                        </p:tgtEl>
                                        <p:attrNameLst>
                                          <p:attrName>ppt_x</p:attrName>
                                        </p:attrNameLst>
                                      </p:cBhvr>
                                      <p:tavLst>
                                        <p:tav tm="0">
                                          <p:val>
                                            <p:strVal val="0-#ppt_w/2"/>
                                          </p:val>
                                        </p:tav>
                                        <p:tav tm="100000">
                                          <p:val>
                                            <p:strVal val="#ppt_x"/>
                                          </p:val>
                                        </p:tav>
                                      </p:tavLst>
                                    </p:anim>
                                    <p:anim calcmode="lin" valueType="num">
                                      <p:cBhvr additive="base">
                                        <p:cTn id="25" dur="500" fill="hold"/>
                                        <p:tgtEl>
                                          <p:spTgt spid="2"/>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additive="base">
                                        <p:cTn id="30" dur="500" fill="hold"/>
                                        <p:tgtEl>
                                          <p:spTgt spid="6"/>
                                        </p:tgtEl>
                                        <p:attrNameLst>
                                          <p:attrName>ppt_x</p:attrName>
                                        </p:attrNameLst>
                                      </p:cBhvr>
                                      <p:tavLst>
                                        <p:tav tm="0">
                                          <p:val>
                                            <p:strVal val="0-#ppt_w/2"/>
                                          </p:val>
                                        </p:tav>
                                        <p:tav tm="100000">
                                          <p:val>
                                            <p:strVal val="#ppt_x"/>
                                          </p:val>
                                        </p:tav>
                                      </p:tavLst>
                                    </p:anim>
                                    <p:anim calcmode="lin" valueType="num">
                                      <p:cBhvr additive="base">
                                        <p:cTn id="31"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25650"/>
                                        </p:tgtEl>
                                        <p:attrNameLst>
                                          <p:attrName>style.visibility</p:attrName>
                                        </p:attrNameLst>
                                      </p:cBhvr>
                                      <p:to>
                                        <p:strVal val="visible"/>
                                      </p:to>
                                    </p:set>
                                    <p:anim calcmode="lin" valueType="num">
                                      <p:cBhvr additive="base">
                                        <p:cTn id="36" dur="500" fill="hold"/>
                                        <p:tgtEl>
                                          <p:spTgt spid="25650"/>
                                        </p:tgtEl>
                                        <p:attrNameLst>
                                          <p:attrName>ppt_x</p:attrName>
                                        </p:attrNameLst>
                                      </p:cBhvr>
                                      <p:tavLst>
                                        <p:tav tm="0">
                                          <p:val>
                                            <p:strVal val="0-#ppt_w/2"/>
                                          </p:val>
                                        </p:tav>
                                        <p:tav tm="100000">
                                          <p:val>
                                            <p:strVal val="#ppt_x"/>
                                          </p:val>
                                        </p:tav>
                                      </p:tavLst>
                                    </p:anim>
                                    <p:anim calcmode="lin" valueType="num">
                                      <p:cBhvr additive="base">
                                        <p:cTn id="37" dur="500" fill="hold"/>
                                        <p:tgtEl>
                                          <p:spTgt spid="25650"/>
                                        </p:tgtEl>
                                        <p:attrNameLst>
                                          <p:attrName>ppt_y</p:attrName>
                                        </p:attrNameLst>
                                      </p:cBhvr>
                                      <p:tavLst>
                                        <p:tav tm="0">
                                          <p:val>
                                            <p:strVal val="#ppt_y"/>
                                          </p:val>
                                        </p:tav>
                                        <p:tav tm="100000">
                                          <p:val>
                                            <p:strVal val="#ppt_y"/>
                                          </p:val>
                                        </p:tav>
                                      </p:tavLst>
                                    </p:anim>
                                  </p:childTnLst>
                                </p:cTn>
                              </p:par>
                            </p:childTnLst>
                          </p:cTn>
                        </p:par>
                        <p:par>
                          <p:cTn id="38" fill="hold">
                            <p:stCondLst>
                              <p:cond delay="500"/>
                            </p:stCondLst>
                            <p:childTnLst>
                              <p:par>
                                <p:cTn id="39" presetID="2" presetClass="entr" presetSubtype="8" fill="hold" nodeType="afterEffect">
                                  <p:stCondLst>
                                    <p:cond delay="0"/>
                                  </p:stCondLst>
                                  <p:childTnLst>
                                    <p:set>
                                      <p:cBhvr>
                                        <p:cTn id="40" dur="1" fill="hold">
                                          <p:stCondLst>
                                            <p:cond delay="0"/>
                                          </p:stCondLst>
                                        </p:cTn>
                                        <p:tgtEl>
                                          <p:spTgt spid="7"/>
                                        </p:tgtEl>
                                        <p:attrNameLst>
                                          <p:attrName>style.visibility</p:attrName>
                                        </p:attrNameLst>
                                      </p:cBhvr>
                                      <p:to>
                                        <p:strVal val="visible"/>
                                      </p:to>
                                    </p:set>
                                    <p:anim calcmode="lin" valueType="num">
                                      <p:cBhvr additive="base">
                                        <p:cTn id="41" dur="500" fill="hold"/>
                                        <p:tgtEl>
                                          <p:spTgt spid="7"/>
                                        </p:tgtEl>
                                        <p:attrNameLst>
                                          <p:attrName>ppt_x</p:attrName>
                                        </p:attrNameLst>
                                      </p:cBhvr>
                                      <p:tavLst>
                                        <p:tav tm="0">
                                          <p:val>
                                            <p:strVal val="0-#ppt_w/2"/>
                                          </p:val>
                                        </p:tav>
                                        <p:tav tm="100000">
                                          <p:val>
                                            <p:strVal val="#ppt_x"/>
                                          </p:val>
                                        </p:tav>
                                      </p:tavLst>
                                    </p:anim>
                                    <p:anim calcmode="lin" valueType="num">
                                      <p:cBhvr additive="base">
                                        <p:cTn id="42" dur="500" fill="hold"/>
                                        <p:tgtEl>
                                          <p:spTgt spid="7"/>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8"/>
                                        </p:tgtEl>
                                        <p:attrNameLst>
                                          <p:attrName>style.visibility</p:attrName>
                                        </p:attrNameLst>
                                      </p:cBhvr>
                                      <p:to>
                                        <p:strVal val="visible"/>
                                      </p:to>
                                    </p:set>
                                    <p:anim calcmode="lin" valueType="num">
                                      <p:cBhvr additive="base">
                                        <p:cTn id="47" dur="500" fill="hold"/>
                                        <p:tgtEl>
                                          <p:spTgt spid="8"/>
                                        </p:tgtEl>
                                        <p:attrNameLst>
                                          <p:attrName>ppt_x</p:attrName>
                                        </p:attrNameLst>
                                      </p:cBhvr>
                                      <p:tavLst>
                                        <p:tav tm="0">
                                          <p:val>
                                            <p:strVal val="0-#ppt_w/2"/>
                                          </p:val>
                                        </p:tav>
                                        <p:tav tm="100000">
                                          <p:val>
                                            <p:strVal val="#ppt_x"/>
                                          </p:val>
                                        </p:tav>
                                      </p:tavLst>
                                    </p:anim>
                                    <p:anim calcmode="lin" valueType="num">
                                      <p:cBhvr additive="base">
                                        <p:cTn id="4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5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26631" name="Rectangle 7"/>
          <p:cNvSpPr>
            <a:spLocks noChangeArrowheads="1"/>
          </p:cNvSpPr>
          <p:nvPr/>
        </p:nvSpPr>
        <p:spPr bwMode="auto">
          <a:xfrm>
            <a:off x="381000" y="990600"/>
            <a:ext cx="8382000" cy="5562600"/>
          </a:xfrm>
          <a:prstGeom prst="rect">
            <a:avLst/>
          </a:prstGeom>
          <a:gradFill rotWithShape="0">
            <a:gsLst>
              <a:gs pos="0">
                <a:schemeClr val="bg1"/>
              </a:gs>
              <a:gs pos="50000">
                <a:srgbClr val="E7FFE7"/>
              </a:gs>
              <a:gs pos="100000">
                <a:schemeClr val="bg1"/>
              </a:gs>
            </a:gsLst>
            <a:lin ang="5400000" scaled="1"/>
          </a:gradFill>
          <a:ln w="9525">
            <a:solidFill>
              <a:srgbClr val="008000"/>
            </a:solidFill>
            <a:miter lim="800000"/>
          </a:ln>
          <a:effectLst/>
        </p:spPr>
        <p:txBody>
          <a:bodyPr wrap="none" anchor="ctr"/>
          <a:lstStyle/>
          <a:p>
            <a:pPr marL="0" marR="0" lvl="0" indent="0" algn="l" defTabSz="914400" rtl="0" eaLnBrk="1" fontAlgn="base" latinLnBrk="0" hangingPunct="1">
              <a:lnSpc>
                <a:spcPct val="12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4756" name="Rectangle 3"/>
          <p:cNvSpPr>
            <a:spLocks noGrp="1"/>
          </p:cNvSpPr>
          <p:nvPr>
            <p:ph idx="1"/>
          </p:nvPr>
        </p:nvSpPr>
        <p:spPr>
          <a:xfrm>
            <a:off x="457200" y="1600200"/>
            <a:ext cx="7804150" cy="4937125"/>
          </a:xfrm>
        </p:spPr>
        <p:txBody>
          <a:bodyPr vert="horz" wrap="square" lIns="91440" tIns="45720" rIns="91440" bIns="45720" anchor="t" anchorCtr="0"/>
          <a:p>
            <a:pPr marL="571500" indent="-571500" algn="just" eaLnBrk="1" hangingPunct="1">
              <a:buNone/>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4</a:t>
            </a:r>
            <a:r>
              <a:rPr lang="zh-CN" altLang="en-US" sz="2400" b="1" dirty="0">
                <a:latin typeface="Times New Roman" panose="02020603050405020304" pitchFamily="18" charset="0"/>
              </a:rPr>
              <a:t>）消去存在量词</a:t>
            </a:r>
            <a:endParaRPr lang="zh-CN" altLang="en-US" sz="2400" b="1" dirty="0">
              <a:latin typeface="Times New Roman" panose="02020603050405020304" pitchFamily="18" charset="0"/>
            </a:endParaRPr>
          </a:p>
          <a:p>
            <a:pPr marL="571500" indent="-571500" eaLnBrk="1" hangingPunct="1">
              <a:buNone/>
            </a:pPr>
            <a:r>
              <a:rPr lang="zh-CN" altLang="en-US" sz="2400" dirty="0"/>
              <a:t>    </a:t>
            </a:r>
            <a:r>
              <a:rPr lang="en-US" altLang="zh-CN" sz="2400" dirty="0">
                <a:latin typeface="Times New Roman" panose="02020603050405020304" pitchFamily="18" charset="0"/>
              </a:rPr>
              <a:t>a. </a:t>
            </a:r>
            <a:r>
              <a:rPr lang="zh-CN" altLang="en-US" sz="2400" dirty="0">
                <a:latin typeface="Times New Roman" panose="02020603050405020304" pitchFamily="18" charset="0"/>
              </a:rPr>
              <a:t>存在量词不出现在全称量词的辖域内。</a:t>
            </a:r>
            <a:endParaRPr lang="zh-CN" altLang="en-US" sz="2400" dirty="0">
              <a:latin typeface="Times New Roman" panose="02020603050405020304" pitchFamily="18" charset="0"/>
            </a:endParaRPr>
          </a:p>
          <a:p>
            <a:pPr marL="571500" indent="-571500" eaLnBrk="1" hangingPunct="1">
              <a:buNone/>
            </a:pPr>
            <a:r>
              <a:rPr lang="zh-CN" altLang="en-US" sz="2400" dirty="0">
                <a:latin typeface="Times New Roman" panose="02020603050405020304" pitchFamily="18" charset="0"/>
              </a:rPr>
              <a:t>    </a:t>
            </a:r>
            <a:r>
              <a:rPr lang="en-US" altLang="zh-CN" sz="2400" dirty="0">
                <a:latin typeface="Times New Roman" panose="02020603050405020304" pitchFamily="18" charset="0"/>
              </a:rPr>
              <a:t>b. </a:t>
            </a:r>
            <a:r>
              <a:rPr lang="zh-CN" altLang="en-US" sz="2400" dirty="0">
                <a:latin typeface="Times New Roman" panose="02020603050405020304" pitchFamily="18" charset="0"/>
              </a:rPr>
              <a:t>存在量词出现</a:t>
            </a:r>
            <a:r>
              <a:rPr lang="zh-CN" altLang="en-US" sz="2400" dirty="0"/>
              <a:t>在一个或者多个全称量词的辖域内。</a:t>
            </a:r>
            <a:endParaRPr lang="zh-CN" altLang="en-US" sz="2400" dirty="0"/>
          </a:p>
        </p:txBody>
      </p:sp>
      <p:grpSp>
        <p:nvGrpSpPr>
          <p:cNvPr id="2" name="Group 23"/>
          <p:cNvGrpSpPr/>
          <p:nvPr/>
        </p:nvGrpSpPr>
        <p:grpSpPr>
          <a:xfrm>
            <a:off x="838200" y="3182938"/>
            <a:ext cx="6632575" cy="931862"/>
            <a:chOff x="615" y="3253"/>
            <a:chExt cx="4178" cy="587"/>
          </a:xfrm>
        </p:grpSpPr>
        <p:grpSp>
          <p:nvGrpSpPr>
            <p:cNvPr id="74773" name="Group 21"/>
            <p:cNvGrpSpPr/>
            <p:nvPr/>
          </p:nvGrpSpPr>
          <p:grpSpPr>
            <a:xfrm>
              <a:off x="615" y="3596"/>
              <a:ext cx="4178" cy="244"/>
              <a:chOff x="1008" y="3548"/>
              <a:chExt cx="4178" cy="244"/>
            </a:xfrm>
          </p:grpSpPr>
          <p:graphicFrame>
            <p:nvGraphicFramePr>
              <p:cNvPr id="74775" name="Object 17"/>
              <p:cNvGraphicFramePr>
                <a:graphicFrameLocks noChangeAspect="1"/>
              </p:cNvGraphicFramePr>
              <p:nvPr/>
            </p:nvGraphicFramePr>
            <p:xfrm>
              <a:off x="1639" y="3548"/>
              <a:ext cx="3547" cy="244"/>
            </p:xfrm>
            <a:graphic>
              <a:graphicData uri="http://schemas.openxmlformats.org/presentationml/2006/ole">
                <mc:AlternateContent xmlns:mc="http://schemas.openxmlformats.org/markup-compatibility/2006">
                  <mc:Choice xmlns:v="urn:schemas-microsoft-com:vml" Requires="v">
                    <p:oleObj spid="_x0000_s3123" name="" r:id="rId1" imgW="50253900" imgH="3514725" progId="Equation.3">
                      <p:embed/>
                    </p:oleObj>
                  </mc:Choice>
                  <mc:Fallback>
                    <p:oleObj name="" r:id="rId1" imgW="50253900" imgH="3514725" progId="Equation.3">
                      <p:embed/>
                      <p:pic>
                        <p:nvPicPr>
                          <p:cNvPr id="0" name="图片 3122"/>
                          <p:cNvPicPr/>
                          <p:nvPr/>
                        </p:nvPicPr>
                        <p:blipFill>
                          <a:blip r:embed="rId2"/>
                          <a:stretch>
                            <a:fillRect/>
                          </a:stretch>
                        </p:blipFill>
                        <p:spPr>
                          <a:xfrm>
                            <a:off x="1639" y="3548"/>
                            <a:ext cx="3547" cy="244"/>
                          </a:xfrm>
                          <a:prstGeom prst="rect">
                            <a:avLst/>
                          </a:prstGeom>
                          <a:noFill/>
                          <a:ln w="38100">
                            <a:noFill/>
                            <a:miter/>
                          </a:ln>
                        </p:spPr>
                      </p:pic>
                    </p:oleObj>
                  </mc:Fallback>
                </mc:AlternateContent>
              </a:graphicData>
            </a:graphic>
          </p:graphicFrame>
          <p:sp>
            <p:nvSpPr>
              <p:cNvPr id="74776" name="AutoShape 19"/>
              <p:cNvSpPr/>
              <p:nvPr/>
            </p:nvSpPr>
            <p:spPr>
              <a:xfrm>
                <a:off x="1008" y="3600"/>
                <a:ext cx="576" cy="144"/>
              </a:xfrm>
              <a:prstGeom prst="leftRightArrow">
                <a:avLst>
                  <a:gd name="adj1" fmla="val 50000"/>
                  <a:gd name="adj2" fmla="val 80000"/>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3"/>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graphicFrame>
          <p:nvGraphicFramePr>
            <p:cNvPr id="74774" name="Object 22"/>
            <p:cNvGraphicFramePr>
              <a:graphicFrameLocks noChangeAspect="1"/>
            </p:cNvGraphicFramePr>
            <p:nvPr/>
          </p:nvGraphicFramePr>
          <p:xfrm>
            <a:off x="672" y="3253"/>
            <a:ext cx="615" cy="428"/>
          </p:xfrm>
          <a:graphic>
            <a:graphicData uri="http://schemas.openxmlformats.org/presentationml/2006/ole">
              <mc:AlternateContent xmlns:mc="http://schemas.openxmlformats.org/markup-compatibility/2006">
                <mc:Choice xmlns:v="urn:schemas-microsoft-com:vml" Requires="v">
                  <p:oleObj spid="_x0000_s3125" name="" r:id="rId4" imgW="10753725" imgH="7458075" progId="Equation.3">
                    <p:embed/>
                  </p:oleObj>
                </mc:Choice>
                <mc:Fallback>
                  <p:oleObj name="" r:id="rId4" imgW="10753725" imgH="7458075" progId="Equation.3">
                    <p:embed/>
                    <p:pic>
                      <p:nvPicPr>
                        <p:cNvPr id="0" name="图片 3124"/>
                        <p:cNvPicPr/>
                        <p:nvPr/>
                      </p:nvPicPr>
                      <p:blipFill>
                        <a:blip r:embed="rId5"/>
                        <a:stretch>
                          <a:fillRect/>
                        </a:stretch>
                      </p:blipFill>
                      <p:spPr>
                        <a:xfrm>
                          <a:off x="672" y="3253"/>
                          <a:ext cx="615" cy="428"/>
                        </a:xfrm>
                        <a:prstGeom prst="rect">
                          <a:avLst/>
                        </a:prstGeom>
                        <a:noFill/>
                        <a:ln w="38100">
                          <a:noFill/>
                          <a:miter/>
                        </a:ln>
                      </p:spPr>
                    </p:pic>
                  </p:oleObj>
                </mc:Fallback>
              </mc:AlternateContent>
            </a:graphicData>
          </a:graphic>
        </p:graphicFrame>
      </p:grpSp>
      <p:sp>
        <p:nvSpPr>
          <p:cNvPr id="74758" name="Rectangle 9"/>
          <p:cNvSpPr/>
          <p:nvPr/>
        </p:nvSpPr>
        <p:spPr>
          <a:xfrm>
            <a:off x="3276600" y="3314700"/>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3"/>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74759" name="Rectangle 11"/>
          <p:cNvSpPr/>
          <p:nvPr/>
        </p:nvSpPr>
        <p:spPr>
          <a:xfrm>
            <a:off x="3948113" y="3314700"/>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3"/>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nvGrpSpPr>
          <p:cNvPr id="4" name="Group 32"/>
          <p:cNvGrpSpPr/>
          <p:nvPr/>
        </p:nvGrpSpPr>
        <p:grpSpPr>
          <a:xfrm>
            <a:off x="914400" y="3124200"/>
            <a:ext cx="7426325" cy="2286000"/>
            <a:chOff x="576" y="1776"/>
            <a:chExt cx="4678" cy="1440"/>
          </a:xfrm>
        </p:grpSpPr>
        <p:grpSp>
          <p:nvGrpSpPr>
            <p:cNvPr id="74768" name="Group 30"/>
            <p:cNvGrpSpPr/>
            <p:nvPr/>
          </p:nvGrpSpPr>
          <p:grpSpPr>
            <a:xfrm>
              <a:off x="576" y="1776"/>
              <a:ext cx="4630" cy="1440"/>
              <a:chOff x="842" y="1728"/>
              <a:chExt cx="4630" cy="1440"/>
            </a:xfrm>
          </p:grpSpPr>
          <p:sp>
            <p:nvSpPr>
              <p:cNvPr id="74770" name="Rectangle 15"/>
              <p:cNvSpPr/>
              <p:nvPr/>
            </p:nvSpPr>
            <p:spPr>
              <a:xfrm>
                <a:off x="842" y="1728"/>
                <a:ext cx="4630" cy="1440"/>
              </a:xfrm>
              <a:prstGeom prst="rect">
                <a:avLst/>
              </a:prstGeom>
              <a:gradFill rotWithShape="0">
                <a:gsLst>
                  <a:gs pos="0">
                    <a:schemeClr val="bg1"/>
                  </a:gs>
                  <a:gs pos="100000">
                    <a:schemeClr val="accent1"/>
                  </a:gs>
                </a:gsLst>
                <a:lin ang="5400000" scaled="1"/>
                <a:tileRect/>
              </a:gra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3"/>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74771" name="Object 8"/>
              <p:cNvGraphicFramePr>
                <a:graphicFrameLocks noChangeAspect="1"/>
              </p:cNvGraphicFramePr>
              <p:nvPr/>
            </p:nvGraphicFramePr>
            <p:xfrm>
              <a:off x="890" y="1755"/>
              <a:ext cx="4246" cy="837"/>
            </p:xfrm>
            <a:graphic>
              <a:graphicData uri="http://schemas.openxmlformats.org/presentationml/2006/ole">
                <mc:AlternateContent xmlns:mc="http://schemas.openxmlformats.org/markup-compatibility/2006">
                  <mc:Choice xmlns:v="urn:schemas-microsoft-com:vml" Requires="v">
                    <p:oleObj spid="_x0000_s3126" name="" r:id="rId6" imgW="55949850" imgH="11849100" progId="Equation.3">
                      <p:embed/>
                    </p:oleObj>
                  </mc:Choice>
                  <mc:Fallback>
                    <p:oleObj name="" r:id="rId6" imgW="55949850" imgH="11849100" progId="Equation.3">
                      <p:embed/>
                      <p:pic>
                        <p:nvPicPr>
                          <p:cNvPr id="0" name="图片 3125"/>
                          <p:cNvPicPr/>
                          <p:nvPr/>
                        </p:nvPicPr>
                        <p:blipFill>
                          <a:blip r:embed="rId7"/>
                          <a:stretch>
                            <a:fillRect/>
                          </a:stretch>
                        </p:blipFill>
                        <p:spPr>
                          <a:xfrm>
                            <a:off x="890" y="1755"/>
                            <a:ext cx="4246" cy="837"/>
                          </a:xfrm>
                          <a:prstGeom prst="rect">
                            <a:avLst/>
                          </a:prstGeom>
                          <a:noFill/>
                          <a:ln w="38100">
                            <a:noFill/>
                            <a:miter/>
                          </a:ln>
                        </p:spPr>
                      </p:pic>
                    </p:oleObj>
                  </mc:Fallback>
                </mc:AlternateContent>
              </a:graphicData>
            </a:graphic>
          </p:graphicFrame>
          <p:graphicFrame>
            <p:nvGraphicFramePr>
              <p:cNvPr id="74772" name="Object 10"/>
              <p:cNvGraphicFramePr>
                <a:graphicFrameLocks noChangeAspect="1"/>
              </p:cNvGraphicFramePr>
              <p:nvPr/>
            </p:nvGraphicFramePr>
            <p:xfrm>
              <a:off x="3228" y="2309"/>
              <a:ext cx="1505" cy="283"/>
            </p:xfrm>
            <a:graphic>
              <a:graphicData uri="http://schemas.openxmlformats.org/presentationml/2006/ole">
                <mc:AlternateContent xmlns:mc="http://schemas.openxmlformats.org/markup-compatibility/2006">
                  <mc:Choice xmlns:v="urn:schemas-microsoft-com:vml" Requires="v">
                    <p:oleObj spid="_x0000_s3127" name="" r:id="rId8" imgW="20850225" imgH="3952875" progId="Equation.3">
                      <p:embed/>
                    </p:oleObj>
                  </mc:Choice>
                  <mc:Fallback>
                    <p:oleObj name="" r:id="rId8" imgW="20850225" imgH="3952875" progId="Equation.3">
                      <p:embed/>
                      <p:pic>
                        <p:nvPicPr>
                          <p:cNvPr id="0" name="图片 3126"/>
                          <p:cNvPicPr/>
                          <p:nvPr/>
                        </p:nvPicPr>
                        <p:blipFill>
                          <a:blip r:embed="rId9"/>
                          <a:stretch>
                            <a:fillRect/>
                          </a:stretch>
                        </p:blipFill>
                        <p:spPr>
                          <a:xfrm>
                            <a:off x="3228" y="2309"/>
                            <a:ext cx="1505" cy="283"/>
                          </a:xfrm>
                          <a:prstGeom prst="rect">
                            <a:avLst/>
                          </a:prstGeom>
                          <a:noFill/>
                          <a:ln w="38100">
                            <a:noFill/>
                            <a:miter/>
                          </a:ln>
                        </p:spPr>
                      </p:pic>
                    </p:oleObj>
                  </mc:Fallback>
                </mc:AlternateContent>
              </a:graphicData>
            </a:graphic>
          </p:graphicFrame>
        </p:grpSp>
        <p:sp>
          <p:nvSpPr>
            <p:cNvPr id="74769" name="Rectangle 14"/>
            <p:cNvSpPr/>
            <p:nvPr/>
          </p:nvSpPr>
          <p:spPr>
            <a:xfrm>
              <a:off x="624" y="2688"/>
              <a:ext cx="4630" cy="518"/>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3"/>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0"/>
                </a:spcBef>
                <a:buClrTx/>
                <a:buFontTx/>
                <a:buNone/>
              </a:pPr>
              <a:r>
                <a:rPr lang="en-US" altLang="zh-CN" sz="2400" dirty="0">
                  <a:latin typeface="Times New Roman" panose="02020603050405020304" pitchFamily="18" charset="0"/>
                </a:rPr>
                <a:t>Skolem</a:t>
              </a:r>
              <a:r>
                <a:rPr lang="zh-CN" altLang="en-US" sz="2400" dirty="0">
                  <a:latin typeface="Times New Roman" panose="02020603050405020304" pitchFamily="18" charset="0"/>
                </a:rPr>
                <a:t>化：用</a:t>
              </a:r>
              <a:r>
                <a:rPr lang="en-US" altLang="zh-CN" sz="2400" dirty="0">
                  <a:latin typeface="Times New Roman" panose="02020603050405020304" pitchFamily="18" charset="0"/>
                </a:rPr>
                <a:t>Skolem</a:t>
              </a:r>
              <a:r>
                <a:rPr lang="zh-CN" altLang="en-US" sz="2400" dirty="0">
                  <a:latin typeface="Times New Roman" panose="02020603050405020304" pitchFamily="18" charset="0"/>
                </a:rPr>
                <a:t>函数代替每个存在量词量化的变量的过程。</a:t>
              </a:r>
              <a:r>
                <a:rPr lang="zh-CN" altLang="en-US" sz="1100" dirty="0">
                  <a:latin typeface="Times New Roman" panose="02020603050405020304" pitchFamily="18" charset="0"/>
                </a:rPr>
                <a:t> </a:t>
              </a:r>
              <a:endParaRPr lang="zh-CN" altLang="en-US" sz="1100" dirty="0">
                <a:latin typeface="Times New Roman" panose="02020603050405020304" pitchFamily="18" charset="0"/>
              </a:endParaRPr>
            </a:p>
          </p:txBody>
        </p:sp>
      </p:grpSp>
      <p:sp>
        <p:nvSpPr>
          <p:cNvPr id="74761" name="Rectangle 18"/>
          <p:cNvSpPr/>
          <p:nvPr/>
        </p:nvSpPr>
        <p:spPr>
          <a:xfrm>
            <a:off x="3109913" y="33289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3"/>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26648" name="Rectangle 24"/>
          <p:cNvSpPr/>
          <p:nvPr/>
        </p:nvSpPr>
        <p:spPr>
          <a:xfrm>
            <a:off x="603250" y="4213225"/>
            <a:ext cx="3476625" cy="968375"/>
          </a:xfrm>
          <a:prstGeom prst="rect">
            <a:avLst/>
          </a:prstGeom>
          <a:noFill/>
          <a:ln w="9525">
            <a:noFill/>
          </a:ln>
        </p:spPr>
        <p:txBody>
          <a:bodyPr wrap="none">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3"/>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buNone/>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5</a:t>
            </a:r>
            <a:r>
              <a:rPr lang="zh-CN" altLang="en-US" sz="2400" b="1" dirty="0">
                <a:latin typeface="Times New Roman" panose="02020603050405020304" pitchFamily="18" charset="0"/>
              </a:rPr>
              <a:t>）化为前束形</a:t>
            </a:r>
            <a:endParaRPr lang="zh-CN" altLang="en-US" sz="2400" b="1" dirty="0">
              <a:latin typeface="Times New Roman" panose="02020603050405020304" pitchFamily="18" charset="0"/>
            </a:endParaRPr>
          </a:p>
          <a:p>
            <a:pPr marL="0" lvl="0" indent="0" eaLnBrk="1" hangingPunct="1">
              <a:buNone/>
            </a:pPr>
            <a:r>
              <a:rPr lang="zh-CN" altLang="en-US" sz="2400" dirty="0"/>
              <a:t>  前束形</a:t>
            </a:r>
            <a:r>
              <a:rPr lang="en-US" altLang="zh-CN" sz="2400" dirty="0"/>
              <a:t>=</a:t>
            </a:r>
            <a:r>
              <a:rPr lang="zh-CN" altLang="en-US" sz="2400" dirty="0"/>
              <a:t>（前缀）</a:t>
            </a:r>
            <a:r>
              <a:rPr lang="en-US" altLang="zh-CN" sz="2400" dirty="0"/>
              <a:t>{</a:t>
            </a:r>
            <a:r>
              <a:rPr lang="zh-CN" altLang="en-US" sz="2400" dirty="0"/>
              <a:t>母式</a:t>
            </a:r>
            <a:r>
              <a:rPr lang="en-US" altLang="zh-CN" sz="2400" dirty="0"/>
              <a:t>}</a:t>
            </a:r>
            <a:endParaRPr lang="en-US" altLang="zh-CN" sz="2400" dirty="0"/>
          </a:p>
        </p:txBody>
      </p:sp>
      <p:sp>
        <p:nvSpPr>
          <p:cNvPr id="26650" name="AutoShape 26"/>
          <p:cNvSpPr/>
          <p:nvPr/>
        </p:nvSpPr>
        <p:spPr>
          <a:xfrm>
            <a:off x="1803400" y="5449888"/>
            <a:ext cx="4673600" cy="909637"/>
          </a:xfrm>
          <a:prstGeom prst="accentCallout2">
            <a:avLst>
              <a:gd name="adj1" fmla="val 12565"/>
              <a:gd name="adj2" fmla="val -1630"/>
              <a:gd name="adj3" fmla="val 12565"/>
              <a:gd name="adj4" fmla="val -6352"/>
              <a:gd name="adj5" fmla="val -33681"/>
              <a:gd name="adj6" fmla="val -11245"/>
            </a:avLst>
          </a:prstGeom>
          <a:gradFill rotWithShape="1">
            <a:gsLst>
              <a:gs pos="0">
                <a:schemeClr val="bg1"/>
              </a:gs>
              <a:gs pos="100000">
                <a:schemeClr val="accent1"/>
              </a:gs>
            </a:gsLst>
            <a:path path="shape">
              <a:fillToRect l="50000" t="50000" r="50000" b="50000"/>
            </a:path>
            <a:tileRect/>
          </a:gradFill>
          <a:ln w="9525" cap="flat" cmpd="sng">
            <a:solidFill>
              <a:schemeClr val="tx1"/>
            </a:solidFill>
            <a:prstDash val="solid"/>
            <a:miter/>
            <a:headEnd type="none" w="med" len="med"/>
            <a:tailEnd type="none" w="med" len="med"/>
          </a:ln>
        </p:spPr>
        <p:txBody>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3"/>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algn="just" eaLnBrk="1" hangingPunct="1">
              <a:spcBef>
                <a:spcPct val="0"/>
              </a:spcBef>
              <a:buClrTx/>
              <a:buFontTx/>
              <a:buNone/>
            </a:pPr>
            <a:r>
              <a:rPr lang="zh-CN" altLang="en-US" sz="2400" dirty="0">
                <a:latin typeface="宋体" panose="02010600030101010101" pitchFamily="2" charset="-122"/>
              </a:rPr>
              <a:t>（前缀）：全称量词串。</a:t>
            </a:r>
            <a:endParaRPr lang="zh-CN" altLang="en-US" sz="2400" dirty="0">
              <a:latin typeface="宋体" panose="02010600030101010101" pitchFamily="2" charset="-122"/>
            </a:endParaRPr>
          </a:p>
          <a:p>
            <a:pPr marL="0" lvl="0" indent="0" algn="just" eaLnBrk="1" hangingPunct="1">
              <a:spcBef>
                <a:spcPct val="0"/>
              </a:spcBef>
              <a:buClrTx/>
              <a:buFontTx/>
              <a:buNone/>
            </a:pP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t>
            </a:r>
            <a:r>
              <a:rPr lang="zh-CN" altLang="en-US" sz="2400" dirty="0">
                <a:latin typeface="宋体" panose="02010600030101010101" pitchFamily="2" charset="-122"/>
              </a:rPr>
              <a:t>母式</a:t>
            </a:r>
            <a:r>
              <a:rPr lang="en-US" altLang="zh-CN" sz="2400" dirty="0">
                <a:latin typeface="Times New Roman" panose="02020603050405020304" pitchFamily="18" charset="0"/>
                <a:cs typeface="Times New Roman" panose="02020603050405020304" pitchFamily="18" charset="0"/>
              </a:rPr>
              <a:t>}</a:t>
            </a:r>
            <a:r>
              <a:rPr lang="zh-CN" altLang="en-US" sz="2400" dirty="0">
                <a:latin typeface="宋体" panose="02010600030101010101" pitchFamily="2" charset="-122"/>
              </a:rPr>
              <a:t>：不含量词的谓词公式。</a:t>
            </a:r>
            <a:r>
              <a:rPr lang="zh-CN" altLang="en-US" sz="1800" dirty="0"/>
              <a:t> </a:t>
            </a:r>
            <a:endParaRPr lang="zh-CN" altLang="en-US" sz="1800" dirty="0"/>
          </a:p>
        </p:txBody>
      </p:sp>
      <p:sp>
        <p:nvSpPr>
          <p:cNvPr id="74764" name="Rectangle 28"/>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3.3  </a:t>
            </a:r>
            <a:r>
              <a:rPr lang="zh-CN" altLang="en-US" sz="3600" b="0" dirty="0">
                <a:latin typeface="Times New Roman" panose="02020603050405020304" pitchFamily="18" charset="0"/>
                <a:ea typeface="黑体" panose="02010609060101010101" pitchFamily="49" charset="-122"/>
              </a:rPr>
              <a:t>谓词公式化为子句集的方法</a:t>
            </a:r>
            <a:endParaRPr lang="zh-CN" altLang="en-US" sz="3600" b="0" dirty="0">
              <a:latin typeface="Times New Roman" panose="02020603050405020304" pitchFamily="18" charset="0"/>
              <a:ea typeface="黑体" panose="02010609060101010101" pitchFamily="49" charset="-122"/>
            </a:endParaRPr>
          </a:p>
        </p:txBody>
      </p:sp>
      <p:grpSp>
        <p:nvGrpSpPr>
          <p:cNvPr id="74765" name="Group 33"/>
          <p:cNvGrpSpPr/>
          <p:nvPr/>
        </p:nvGrpSpPr>
        <p:grpSpPr>
          <a:xfrm>
            <a:off x="838200" y="1143000"/>
            <a:ext cx="6705600" cy="381000"/>
            <a:chOff x="1008" y="3817"/>
            <a:chExt cx="3552" cy="215"/>
          </a:xfrm>
        </p:grpSpPr>
        <p:graphicFrame>
          <p:nvGraphicFramePr>
            <p:cNvPr id="74766" name="Object 34"/>
            <p:cNvGraphicFramePr>
              <a:graphicFrameLocks noChangeAspect="1"/>
            </p:cNvGraphicFramePr>
            <p:nvPr/>
          </p:nvGraphicFramePr>
          <p:xfrm>
            <a:off x="1536" y="3817"/>
            <a:ext cx="3024" cy="215"/>
          </p:xfrm>
          <a:graphic>
            <a:graphicData uri="http://schemas.openxmlformats.org/presentationml/2006/ole">
              <mc:AlternateContent xmlns:mc="http://schemas.openxmlformats.org/markup-compatibility/2006">
                <mc:Choice xmlns:v="urn:schemas-microsoft-com:vml" Requires="v">
                  <p:oleObj spid="_x0000_s3115" name="" r:id="rId10" imgW="48710850" imgH="3514725" progId="Equation.3">
                    <p:embed/>
                  </p:oleObj>
                </mc:Choice>
                <mc:Fallback>
                  <p:oleObj name="" r:id="rId10" imgW="48710850" imgH="3514725" progId="Equation.3">
                    <p:embed/>
                    <p:pic>
                      <p:nvPicPr>
                        <p:cNvPr id="0" name="图片 3114"/>
                        <p:cNvPicPr/>
                        <p:nvPr/>
                      </p:nvPicPr>
                      <p:blipFill>
                        <a:blip r:embed="rId11"/>
                        <a:stretch>
                          <a:fillRect/>
                        </a:stretch>
                      </p:blipFill>
                      <p:spPr>
                        <a:xfrm>
                          <a:off x="1536" y="3817"/>
                          <a:ext cx="3024" cy="215"/>
                        </a:xfrm>
                        <a:prstGeom prst="rect">
                          <a:avLst/>
                        </a:prstGeom>
                        <a:noFill/>
                        <a:ln w="38100">
                          <a:noFill/>
                          <a:miter/>
                        </a:ln>
                      </p:spPr>
                    </p:pic>
                  </p:oleObj>
                </mc:Fallback>
              </mc:AlternateContent>
            </a:graphicData>
          </a:graphic>
        </p:graphicFrame>
        <p:sp>
          <p:nvSpPr>
            <p:cNvPr id="74767" name="AutoShape 35"/>
            <p:cNvSpPr/>
            <p:nvPr/>
          </p:nvSpPr>
          <p:spPr>
            <a:xfrm>
              <a:off x="1008" y="3840"/>
              <a:ext cx="432" cy="144"/>
            </a:xfrm>
            <a:prstGeom prst="leftRightArrow">
              <a:avLst>
                <a:gd name="adj1" fmla="val 50000"/>
                <a:gd name="adj2" fmla="val 60000"/>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3"/>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0-#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26648"/>
                                        </p:tgtEl>
                                        <p:attrNameLst>
                                          <p:attrName>style.visibility</p:attrName>
                                        </p:attrNameLst>
                                      </p:cBhvr>
                                      <p:to>
                                        <p:strVal val="visible"/>
                                      </p:to>
                                    </p:set>
                                    <p:anim calcmode="lin" valueType="num">
                                      <p:cBhvr additive="base">
                                        <p:cTn id="18" dur="500" fill="hold"/>
                                        <p:tgtEl>
                                          <p:spTgt spid="26648"/>
                                        </p:tgtEl>
                                        <p:attrNameLst>
                                          <p:attrName>ppt_x</p:attrName>
                                        </p:attrNameLst>
                                      </p:cBhvr>
                                      <p:tavLst>
                                        <p:tav tm="0">
                                          <p:val>
                                            <p:strVal val="0-#ppt_w/2"/>
                                          </p:val>
                                        </p:tav>
                                        <p:tav tm="100000">
                                          <p:val>
                                            <p:strVal val="#ppt_x"/>
                                          </p:val>
                                        </p:tav>
                                      </p:tavLst>
                                    </p:anim>
                                    <p:anim calcmode="lin" valueType="num">
                                      <p:cBhvr additive="base">
                                        <p:cTn id="19" dur="500" fill="hold"/>
                                        <p:tgtEl>
                                          <p:spTgt spid="26648"/>
                                        </p:tgtEl>
                                        <p:attrNameLst>
                                          <p:attrName>ppt_y</p:attrName>
                                        </p:attrNameLst>
                                      </p:cBhvr>
                                      <p:tavLst>
                                        <p:tav tm="0">
                                          <p:val>
                                            <p:strVal val="#ppt_y"/>
                                          </p:val>
                                        </p:tav>
                                        <p:tav tm="100000">
                                          <p:val>
                                            <p:strVal val="#ppt_y"/>
                                          </p:val>
                                        </p:tav>
                                      </p:tavLst>
                                    </p:anim>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499"/>
                                          </p:stCondLst>
                                        </p:cTn>
                                        <p:tgtEl>
                                          <p:spTgt spid="266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48" grpId="0"/>
      <p:bldP spid="26650"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82983" name="Rectangle 39"/>
          <p:cNvSpPr>
            <a:spLocks noChangeArrowheads="1"/>
          </p:cNvSpPr>
          <p:nvPr/>
        </p:nvSpPr>
        <p:spPr bwMode="auto">
          <a:xfrm>
            <a:off x="304800" y="914400"/>
            <a:ext cx="8534400" cy="5334000"/>
          </a:xfrm>
          <a:prstGeom prst="rect">
            <a:avLst/>
          </a:prstGeom>
          <a:gradFill rotWithShape="0">
            <a:gsLst>
              <a:gs pos="0">
                <a:schemeClr val="bg1"/>
              </a:gs>
              <a:gs pos="50000">
                <a:srgbClr val="E7FFE7"/>
              </a:gs>
              <a:gs pos="100000">
                <a:schemeClr val="bg1"/>
              </a:gs>
            </a:gsLst>
            <a:lin ang="5400000" scaled="1"/>
          </a:gradFill>
          <a:ln w="9525">
            <a:solidFill>
              <a:srgbClr val="008000"/>
            </a:solidFill>
            <a:miter lim="800000"/>
          </a:ln>
          <a:effectLst/>
        </p:spPr>
        <p:txBody>
          <a:bodyPr wrap="none" anchor="ctr"/>
          <a:lstStyle/>
          <a:p>
            <a:pPr marL="0" marR="0" lvl="0" indent="0" algn="l" defTabSz="914400" rtl="0" eaLnBrk="1" fontAlgn="base" latinLnBrk="0" hangingPunct="1">
              <a:lnSpc>
                <a:spcPct val="12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5780" name="Rectangle 3"/>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3.3  </a:t>
            </a:r>
            <a:r>
              <a:rPr lang="zh-CN" altLang="en-US" sz="3600" b="0" dirty="0">
                <a:latin typeface="Times New Roman" panose="02020603050405020304" pitchFamily="18" charset="0"/>
                <a:ea typeface="黑体" panose="02010609060101010101" pitchFamily="49" charset="-122"/>
              </a:rPr>
              <a:t>谓词公式化为子句集的方法</a:t>
            </a:r>
            <a:endParaRPr lang="zh-CN" altLang="en-US" sz="3600" b="0" dirty="0">
              <a:latin typeface="Times New Roman" panose="02020603050405020304" pitchFamily="18" charset="0"/>
              <a:ea typeface="黑体" panose="02010609060101010101" pitchFamily="49" charset="-122"/>
            </a:endParaRPr>
          </a:p>
        </p:txBody>
      </p:sp>
      <p:sp>
        <p:nvSpPr>
          <p:cNvPr id="75781" name="Rectangle 4"/>
          <p:cNvSpPr>
            <a:spLocks noGrp="1"/>
          </p:cNvSpPr>
          <p:nvPr>
            <p:ph idx="1"/>
          </p:nvPr>
        </p:nvSpPr>
        <p:spPr>
          <a:xfrm>
            <a:off x="152400" y="984250"/>
            <a:ext cx="8642350" cy="1606550"/>
          </a:xfrm>
        </p:spPr>
        <p:txBody>
          <a:bodyPr vert="horz" wrap="square" lIns="91440" tIns="45720" rIns="91440" bIns="45720" anchor="t" anchorCtr="0"/>
          <a:p>
            <a:pPr eaLnBrk="1" hangingPunct="1">
              <a:buNone/>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6</a:t>
            </a:r>
            <a:r>
              <a:rPr lang="zh-CN" altLang="en-US" sz="2400" b="1" dirty="0">
                <a:latin typeface="Times New Roman" panose="02020603050405020304" pitchFamily="18" charset="0"/>
              </a:rPr>
              <a:t>）化为 </a:t>
            </a:r>
            <a:r>
              <a:rPr lang="en-US" altLang="zh-CN" sz="2400" b="1" dirty="0">
                <a:solidFill>
                  <a:schemeClr val="accent2"/>
                </a:solidFill>
                <a:latin typeface="Times New Roman" panose="02020603050405020304" pitchFamily="18" charset="0"/>
              </a:rPr>
              <a:t>Skolem </a:t>
            </a:r>
            <a:r>
              <a:rPr lang="zh-CN" altLang="en-US" sz="2400" b="1" dirty="0">
                <a:solidFill>
                  <a:schemeClr val="accent2"/>
                </a:solidFill>
                <a:latin typeface="Times New Roman" panose="02020603050405020304" pitchFamily="18" charset="0"/>
              </a:rPr>
              <a:t>标准形</a:t>
            </a:r>
            <a:r>
              <a:rPr lang="zh-CN" altLang="en-US" sz="2400" b="1" dirty="0"/>
              <a:t> </a:t>
            </a:r>
            <a:endParaRPr lang="zh-CN" altLang="en-US" sz="2400" b="1" dirty="0"/>
          </a:p>
        </p:txBody>
      </p:sp>
      <p:sp>
        <p:nvSpPr>
          <p:cNvPr id="75782" name="Rectangle 7"/>
          <p:cNvSpPr/>
          <p:nvPr/>
        </p:nvSpPr>
        <p:spPr>
          <a:xfrm>
            <a:off x="3871913" y="3314700"/>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nvGrpSpPr>
          <p:cNvPr id="2" name="Group 12"/>
          <p:cNvGrpSpPr/>
          <p:nvPr/>
        </p:nvGrpSpPr>
        <p:grpSpPr>
          <a:xfrm>
            <a:off x="3225800" y="1524000"/>
            <a:ext cx="5461000" cy="1235075"/>
            <a:chOff x="2032" y="960"/>
            <a:chExt cx="3440" cy="778"/>
          </a:xfrm>
        </p:grpSpPr>
        <p:sp>
          <p:nvSpPr>
            <p:cNvPr id="82955" name="AutoShape 11"/>
            <p:cNvSpPr/>
            <p:nvPr/>
          </p:nvSpPr>
          <p:spPr bwMode="auto">
            <a:xfrm>
              <a:off x="2032" y="960"/>
              <a:ext cx="3440" cy="768"/>
            </a:xfrm>
            <a:prstGeom prst="borderCallout2">
              <a:avLst>
                <a:gd name="adj1" fmla="val 9375"/>
                <a:gd name="adj2" fmla="val -1394"/>
                <a:gd name="adj3" fmla="val 9375"/>
                <a:gd name="adj4" fmla="val -6745"/>
                <a:gd name="adj5" fmla="val -11847"/>
                <a:gd name="adj6" fmla="val -12296"/>
              </a:avLst>
            </a:prstGeom>
            <a:gradFill rotWithShape="0">
              <a:gsLst>
                <a:gs pos="0">
                  <a:schemeClr val="bg1"/>
                </a:gs>
                <a:gs pos="50000">
                  <a:schemeClr val="accent1"/>
                </a:gs>
                <a:gs pos="100000">
                  <a:schemeClr val="bg1"/>
                </a:gs>
              </a:gsLst>
              <a:lin ang="5400000" scaled="1"/>
            </a:gradFill>
            <a:ln w="9525">
              <a:solidFill>
                <a:schemeClr val="tx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75809" name="Group 10"/>
            <p:cNvGrpSpPr/>
            <p:nvPr/>
          </p:nvGrpSpPr>
          <p:grpSpPr>
            <a:xfrm>
              <a:off x="2256" y="980"/>
              <a:ext cx="3120" cy="758"/>
              <a:chOff x="2448" y="576"/>
              <a:chExt cx="3120" cy="758"/>
            </a:xfrm>
          </p:grpSpPr>
          <p:sp>
            <p:nvSpPr>
              <p:cNvPr id="75810" name="Rectangle 9"/>
              <p:cNvSpPr/>
              <p:nvPr/>
            </p:nvSpPr>
            <p:spPr>
              <a:xfrm>
                <a:off x="2448" y="576"/>
                <a:ext cx="3120" cy="758"/>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0"/>
                  </a:spcBef>
                  <a:buClrTx/>
                  <a:buFontTx/>
                  <a:buNone/>
                </a:pPr>
                <a:r>
                  <a:rPr lang="en-US" altLang="zh-CN" sz="2400" dirty="0">
                    <a:latin typeface="Times New Roman" panose="02020603050405020304" pitchFamily="18" charset="0"/>
                  </a:rPr>
                  <a:t>Skolem </a:t>
                </a:r>
                <a:r>
                  <a:rPr lang="zh-CN" altLang="en-US" sz="2400" dirty="0">
                    <a:latin typeface="Times New Roman" panose="02020603050405020304" pitchFamily="18" charset="0"/>
                  </a:rPr>
                  <a:t>标准形：</a:t>
                </a:r>
                <a:endParaRPr lang="zh-CN" altLang="en-US" sz="2400" i="1" dirty="0">
                  <a:latin typeface="Times New Roman" panose="02020603050405020304" pitchFamily="18" charset="0"/>
                </a:endParaRPr>
              </a:p>
              <a:p>
                <a:pPr marL="0" lvl="0" indent="0" eaLnBrk="1" hangingPunct="1">
                  <a:spcBef>
                    <a:spcPct val="0"/>
                  </a:spcBef>
                  <a:buClrTx/>
                  <a:buFontTx/>
                  <a:buNone/>
                </a:pPr>
                <a:r>
                  <a:rPr lang="en-US" altLang="zh-CN" sz="2500" i="1" dirty="0">
                    <a:latin typeface="Times New Roman" panose="02020603050405020304" pitchFamily="18" charset="0"/>
                  </a:rPr>
                  <a:t>M</a:t>
                </a:r>
                <a:r>
                  <a:rPr lang="zh-CN" altLang="en-US" sz="2400" dirty="0">
                    <a:latin typeface="Times New Roman" panose="02020603050405020304" pitchFamily="18" charset="0"/>
                  </a:rPr>
                  <a:t>：子句的合取式，称为</a:t>
                </a:r>
                <a:r>
                  <a:rPr lang="en-US" altLang="zh-CN" sz="2400" dirty="0">
                    <a:latin typeface="Times New Roman" panose="02020603050405020304" pitchFamily="18" charset="0"/>
                  </a:rPr>
                  <a:t>Skolem</a:t>
                </a:r>
                <a:r>
                  <a:rPr lang="zh-CN" altLang="en-US" sz="2400" dirty="0">
                    <a:latin typeface="Times New Roman" panose="02020603050405020304" pitchFamily="18" charset="0"/>
                  </a:rPr>
                  <a:t>标准</a:t>
                </a:r>
                <a:r>
                  <a:rPr lang="zh-CN" altLang="en-US" sz="2400" dirty="0">
                    <a:latin typeface="宋体" panose="02010600030101010101" pitchFamily="2" charset="-122"/>
                  </a:rPr>
                  <a:t>形的母式。</a:t>
                </a:r>
                <a:r>
                  <a:rPr lang="zh-CN" altLang="en-US" sz="1100" dirty="0"/>
                  <a:t> </a:t>
                </a:r>
                <a:endParaRPr lang="zh-CN" altLang="en-US" sz="1100" dirty="0"/>
              </a:p>
            </p:txBody>
          </p:sp>
          <p:graphicFrame>
            <p:nvGraphicFramePr>
              <p:cNvPr id="75811" name="Object 6"/>
              <p:cNvGraphicFramePr>
                <a:graphicFrameLocks noChangeAspect="1"/>
              </p:cNvGraphicFramePr>
              <p:nvPr/>
            </p:nvGraphicFramePr>
            <p:xfrm>
              <a:off x="3888" y="576"/>
              <a:ext cx="1536" cy="251"/>
            </p:xfrm>
            <a:graphic>
              <a:graphicData uri="http://schemas.openxmlformats.org/presentationml/2006/ole">
                <mc:AlternateContent xmlns:mc="http://schemas.openxmlformats.org/markup-compatibility/2006">
                  <mc:Choice xmlns:v="urn:schemas-microsoft-com:vml" Requires="v">
                    <p:oleObj spid="_x0000_s3117" name="" r:id="rId2" imgW="24136350" imgH="3952875" progId="Equation.3">
                      <p:embed/>
                    </p:oleObj>
                  </mc:Choice>
                  <mc:Fallback>
                    <p:oleObj name="" r:id="rId2" imgW="24136350" imgH="3952875" progId="Equation.3">
                      <p:embed/>
                      <p:pic>
                        <p:nvPicPr>
                          <p:cNvPr id="0" name="图片 3116"/>
                          <p:cNvPicPr/>
                          <p:nvPr/>
                        </p:nvPicPr>
                        <p:blipFill>
                          <a:blip r:embed="rId3"/>
                          <a:stretch>
                            <a:fillRect/>
                          </a:stretch>
                        </p:blipFill>
                        <p:spPr>
                          <a:xfrm>
                            <a:off x="3888" y="576"/>
                            <a:ext cx="1536" cy="251"/>
                          </a:xfrm>
                          <a:prstGeom prst="rect">
                            <a:avLst/>
                          </a:prstGeom>
                          <a:noFill/>
                          <a:ln w="38100">
                            <a:noFill/>
                            <a:miter/>
                          </a:ln>
                        </p:spPr>
                      </p:pic>
                    </p:oleObj>
                  </mc:Fallback>
                </mc:AlternateContent>
              </a:graphicData>
            </a:graphic>
          </p:graphicFrame>
        </p:grpSp>
      </p:grpSp>
      <p:sp>
        <p:nvSpPr>
          <p:cNvPr id="75784" name="Rectangle 15"/>
          <p:cNvSpPr/>
          <p:nvPr/>
        </p:nvSpPr>
        <p:spPr>
          <a:xfrm>
            <a:off x="3524250" y="33289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75785" name="Rectangle 17"/>
          <p:cNvSpPr/>
          <p:nvPr/>
        </p:nvSpPr>
        <p:spPr>
          <a:xfrm>
            <a:off x="3524250" y="33289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nvGrpSpPr>
          <p:cNvPr id="4" name="Group 18"/>
          <p:cNvGrpSpPr/>
          <p:nvPr/>
        </p:nvGrpSpPr>
        <p:grpSpPr>
          <a:xfrm>
            <a:off x="1371600" y="1600200"/>
            <a:ext cx="4724400" cy="908050"/>
            <a:chOff x="624" y="1104"/>
            <a:chExt cx="2976" cy="572"/>
          </a:xfrm>
        </p:grpSpPr>
        <p:graphicFrame>
          <p:nvGraphicFramePr>
            <p:cNvPr id="75806" name="Object 14"/>
            <p:cNvGraphicFramePr>
              <a:graphicFrameLocks noChangeAspect="1"/>
            </p:cNvGraphicFramePr>
            <p:nvPr/>
          </p:nvGraphicFramePr>
          <p:xfrm>
            <a:off x="624" y="1104"/>
            <a:ext cx="2964" cy="283"/>
          </p:xfrm>
          <a:graphic>
            <a:graphicData uri="http://schemas.openxmlformats.org/presentationml/2006/ole">
              <mc:AlternateContent xmlns:mc="http://schemas.openxmlformats.org/markup-compatibility/2006">
                <mc:Choice xmlns:v="urn:schemas-microsoft-com:vml" Requires="v">
                  <p:oleObj spid="_x0000_s3116" name="" r:id="rId4" imgW="36204525" imgH="3514725" progId="Equation.3">
                    <p:embed/>
                  </p:oleObj>
                </mc:Choice>
                <mc:Fallback>
                  <p:oleObj name="" r:id="rId4" imgW="36204525" imgH="3514725" progId="Equation.3">
                    <p:embed/>
                    <p:pic>
                      <p:nvPicPr>
                        <p:cNvPr id="0" name="图片 3115"/>
                        <p:cNvPicPr/>
                        <p:nvPr/>
                      </p:nvPicPr>
                      <p:blipFill>
                        <a:blip r:embed="rId5"/>
                        <a:stretch>
                          <a:fillRect/>
                        </a:stretch>
                      </p:blipFill>
                      <p:spPr>
                        <a:xfrm>
                          <a:off x="624" y="1104"/>
                          <a:ext cx="2964" cy="283"/>
                        </a:xfrm>
                        <a:prstGeom prst="rect">
                          <a:avLst/>
                        </a:prstGeom>
                        <a:solidFill>
                          <a:schemeClr val="bg2"/>
                        </a:solidFill>
                        <a:ln w="38100">
                          <a:noFill/>
                          <a:miter/>
                        </a:ln>
                      </p:spPr>
                    </p:pic>
                  </p:oleObj>
                </mc:Fallback>
              </mc:AlternateContent>
            </a:graphicData>
          </a:graphic>
        </p:graphicFrame>
        <p:graphicFrame>
          <p:nvGraphicFramePr>
            <p:cNvPr id="75807" name="Object 16"/>
            <p:cNvGraphicFramePr>
              <a:graphicFrameLocks noChangeAspect="1"/>
            </p:cNvGraphicFramePr>
            <p:nvPr/>
          </p:nvGraphicFramePr>
          <p:xfrm>
            <a:off x="624" y="1392"/>
            <a:ext cx="2976" cy="284"/>
          </p:xfrm>
          <a:graphic>
            <a:graphicData uri="http://schemas.openxmlformats.org/presentationml/2006/ole">
              <mc:AlternateContent xmlns:mc="http://schemas.openxmlformats.org/markup-compatibility/2006">
                <mc:Choice xmlns:v="urn:schemas-microsoft-com:vml" Requires="v">
                  <p:oleObj spid="_x0000_s3119" name="" r:id="rId6" imgW="36204525" imgH="3514725" progId="Equation.3">
                    <p:embed/>
                  </p:oleObj>
                </mc:Choice>
                <mc:Fallback>
                  <p:oleObj name="" r:id="rId6" imgW="36204525" imgH="3514725" progId="Equation.3">
                    <p:embed/>
                    <p:pic>
                      <p:nvPicPr>
                        <p:cNvPr id="0" name="图片 3118"/>
                        <p:cNvPicPr/>
                        <p:nvPr/>
                      </p:nvPicPr>
                      <p:blipFill>
                        <a:blip r:embed="rId7"/>
                        <a:stretch>
                          <a:fillRect/>
                        </a:stretch>
                      </p:blipFill>
                      <p:spPr>
                        <a:xfrm>
                          <a:off x="624" y="1392"/>
                          <a:ext cx="2976" cy="284"/>
                        </a:xfrm>
                        <a:prstGeom prst="rect">
                          <a:avLst/>
                        </a:prstGeom>
                        <a:solidFill>
                          <a:schemeClr val="bg2"/>
                        </a:solidFill>
                        <a:ln w="38100">
                          <a:noFill/>
                          <a:miter/>
                        </a:ln>
                      </p:spPr>
                    </p:pic>
                  </p:oleObj>
                </mc:Fallback>
              </mc:AlternateContent>
            </a:graphicData>
          </a:graphic>
        </p:graphicFrame>
      </p:grpSp>
      <p:sp>
        <p:nvSpPr>
          <p:cNvPr id="75787" name="Rectangle 20"/>
          <p:cNvSpPr/>
          <p:nvPr/>
        </p:nvSpPr>
        <p:spPr>
          <a:xfrm>
            <a:off x="2614613" y="33289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nvGrpSpPr>
          <p:cNvPr id="5" name="Group 23"/>
          <p:cNvGrpSpPr/>
          <p:nvPr/>
        </p:nvGrpSpPr>
        <p:grpSpPr>
          <a:xfrm>
            <a:off x="457200" y="1752600"/>
            <a:ext cx="8382000" cy="384175"/>
            <a:chOff x="288" y="1728"/>
            <a:chExt cx="5280" cy="242"/>
          </a:xfrm>
        </p:grpSpPr>
        <p:sp>
          <p:nvSpPr>
            <p:cNvPr id="75804" name="AutoShape 5"/>
            <p:cNvSpPr/>
            <p:nvPr/>
          </p:nvSpPr>
          <p:spPr>
            <a:xfrm>
              <a:off x="288" y="1776"/>
              <a:ext cx="384" cy="144"/>
            </a:xfrm>
            <a:prstGeom prst="leftRightArrow">
              <a:avLst>
                <a:gd name="adj1" fmla="val 50000"/>
                <a:gd name="adj2" fmla="val 53333"/>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75805" name="Object 19"/>
            <p:cNvGraphicFramePr>
              <a:graphicFrameLocks noChangeAspect="1"/>
            </p:cNvGraphicFramePr>
            <p:nvPr/>
          </p:nvGraphicFramePr>
          <p:xfrm>
            <a:off x="672" y="1728"/>
            <a:ext cx="4896" cy="242"/>
          </p:xfrm>
          <a:graphic>
            <a:graphicData uri="http://schemas.openxmlformats.org/presentationml/2006/ole">
              <mc:AlternateContent xmlns:mc="http://schemas.openxmlformats.org/markup-compatibility/2006">
                <mc:Choice xmlns:v="urn:schemas-microsoft-com:vml" Requires="v">
                  <p:oleObj spid="_x0000_s3118" name="" r:id="rId8" imgW="67579875" imgH="3514725" progId="Equation.3">
                    <p:embed/>
                  </p:oleObj>
                </mc:Choice>
                <mc:Fallback>
                  <p:oleObj name="" r:id="rId8" imgW="67579875" imgH="3514725" progId="Equation.3">
                    <p:embed/>
                    <p:pic>
                      <p:nvPicPr>
                        <p:cNvPr id="0" name="图片 3117"/>
                        <p:cNvPicPr/>
                        <p:nvPr/>
                      </p:nvPicPr>
                      <p:blipFill>
                        <a:blip r:embed="rId9"/>
                        <a:stretch>
                          <a:fillRect/>
                        </a:stretch>
                      </p:blipFill>
                      <p:spPr>
                        <a:xfrm>
                          <a:off x="672" y="1728"/>
                          <a:ext cx="4896" cy="242"/>
                        </a:xfrm>
                        <a:prstGeom prst="rect">
                          <a:avLst/>
                        </a:prstGeom>
                        <a:noFill/>
                        <a:ln w="38100">
                          <a:noFill/>
                          <a:miter/>
                        </a:ln>
                      </p:spPr>
                    </p:pic>
                  </p:oleObj>
                </mc:Fallback>
              </mc:AlternateContent>
            </a:graphicData>
          </a:graphic>
        </p:graphicFrame>
      </p:grpSp>
      <p:sp>
        <p:nvSpPr>
          <p:cNvPr id="75789" name="Rectangle 24"/>
          <p:cNvSpPr/>
          <p:nvPr/>
        </p:nvSpPr>
        <p:spPr>
          <a:xfrm>
            <a:off x="228600" y="2438400"/>
            <a:ext cx="6934200" cy="45720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0"/>
              </a:spcBef>
              <a:buClrTx/>
              <a:buFontTx/>
              <a:buNone/>
            </a:pPr>
            <a:r>
              <a:rPr lang="zh-CN" altLang="en-US" sz="2400" b="1" dirty="0">
                <a:latin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7</a:t>
            </a:r>
            <a:r>
              <a:rPr lang="zh-CN" altLang="en-US" sz="2400" b="1" dirty="0">
                <a:latin typeface="Times New Roman" panose="02020603050405020304" pitchFamily="18" charset="0"/>
              </a:rPr>
              <a:t>）略去全称量词</a:t>
            </a:r>
            <a:r>
              <a:rPr lang="zh-CN" altLang="en-US" sz="2400" dirty="0"/>
              <a:t> </a:t>
            </a:r>
            <a:endParaRPr lang="zh-CN" altLang="en-US" sz="2400" dirty="0"/>
          </a:p>
        </p:txBody>
      </p:sp>
      <p:sp>
        <p:nvSpPr>
          <p:cNvPr id="75790" name="Rectangle 26"/>
          <p:cNvSpPr/>
          <p:nvPr/>
        </p:nvSpPr>
        <p:spPr>
          <a:xfrm>
            <a:off x="2805113" y="33289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nvGrpSpPr>
          <p:cNvPr id="6" name="Group 27"/>
          <p:cNvGrpSpPr/>
          <p:nvPr/>
        </p:nvGrpSpPr>
        <p:grpSpPr>
          <a:xfrm>
            <a:off x="457200" y="3048000"/>
            <a:ext cx="7543800" cy="388938"/>
            <a:chOff x="240" y="2400"/>
            <a:chExt cx="4752" cy="245"/>
          </a:xfrm>
        </p:grpSpPr>
        <p:sp>
          <p:nvSpPr>
            <p:cNvPr id="75802" name="AutoShape 21"/>
            <p:cNvSpPr/>
            <p:nvPr/>
          </p:nvSpPr>
          <p:spPr>
            <a:xfrm>
              <a:off x="240" y="2448"/>
              <a:ext cx="384" cy="144"/>
            </a:xfrm>
            <a:prstGeom prst="leftRightArrow">
              <a:avLst>
                <a:gd name="adj1" fmla="val 50000"/>
                <a:gd name="adj2" fmla="val 53333"/>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75803" name="Object 25"/>
            <p:cNvGraphicFramePr>
              <a:graphicFrameLocks noChangeAspect="1"/>
            </p:cNvGraphicFramePr>
            <p:nvPr/>
          </p:nvGraphicFramePr>
          <p:xfrm>
            <a:off x="672" y="2400"/>
            <a:ext cx="4320" cy="245"/>
          </p:xfrm>
          <a:graphic>
            <a:graphicData uri="http://schemas.openxmlformats.org/presentationml/2006/ole">
              <mc:AlternateContent xmlns:mc="http://schemas.openxmlformats.org/markup-compatibility/2006">
                <mc:Choice xmlns:v="urn:schemas-microsoft-com:vml" Requires="v">
                  <p:oleObj spid="_x0000_s3120" name="" r:id="rId10" imgW="60998100" imgH="3514725" progId="Equation.3">
                    <p:embed/>
                  </p:oleObj>
                </mc:Choice>
                <mc:Fallback>
                  <p:oleObj name="" r:id="rId10" imgW="60998100" imgH="3514725" progId="Equation.3">
                    <p:embed/>
                    <p:pic>
                      <p:nvPicPr>
                        <p:cNvPr id="0" name="图片 3119"/>
                        <p:cNvPicPr/>
                        <p:nvPr/>
                      </p:nvPicPr>
                      <p:blipFill>
                        <a:blip r:embed="rId11"/>
                        <a:stretch>
                          <a:fillRect/>
                        </a:stretch>
                      </p:blipFill>
                      <p:spPr>
                        <a:xfrm>
                          <a:off x="672" y="2400"/>
                          <a:ext cx="4320" cy="245"/>
                        </a:xfrm>
                        <a:prstGeom prst="rect">
                          <a:avLst/>
                        </a:prstGeom>
                        <a:noFill/>
                        <a:ln w="38100">
                          <a:noFill/>
                          <a:miter/>
                        </a:ln>
                      </p:spPr>
                    </p:pic>
                  </p:oleObj>
                </mc:Fallback>
              </mc:AlternateContent>
            </a:graphicData>
          </a:graphic>
        </p:graphicFrame>
      </p:grpSp>
      <p:sp>
        <p:nvSpPr>
          <p:cNvPr id="75792" name="Rectangle 28"/>
          <p:cNvSpPr/>
          <p:nvPr/>
        </p:nvSpPr>
        <p:spPr>
          <a:xfrm>
            <a:off x="304800" y="3733800"/>
            <a:ext cx="4114800" cy="45720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0"/>
              </a:spcBef>
              <a:buClrTx/>
              <a:buFontTx/>
              <a:buNone/>
            </a:pPr>
            <a:r>
              <a:rPr lang="zh-CN" altLang="en-US" sz="2400" b="1" dirty="0">
                <a:latin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8</a:t>
            </a:r>
            <a:r>
              <a:rPr lang="zh-CN" altLang="en-US" sz="2400" b="1" dirty="0">
                <a:latin typeface="Times New Roman" panose="02020603050405020304" pitchFamily="18" charset="0"/>
              </a:rPr>
              <a:t>）消去合取词</a:t>
            </a:r>
            <a:r>
              <a:rPr lang="zh-CN" altLang="en-US" sz="2400" dirty="0"/>
              <a:t> </a:t>
            </a:r>
            <a:endParaRPr lang="zh-CN" altLang="en-US" sz="2400" dirty="0"/>
          </a:p>
        </p:txBody>
      </p:sp>
      <p:sp>
        <p:nvSpPr>
          <p:cNvPr id="75793" name="Rectangle 30"/>
          <p:cNvSpPr/>
          <p:nvPr/>
        </p:nvSpPr>
        <p:spPr>
          <a:xfrm>
            <a:off x="3790950" y="33289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nvGrpSpPr>
          <p:cNvPr id="7" name="Group 37"/>
          <p:cNvGrpSpPr/>
          <p:nvPr/>
        </p:nvGrpSpPr>
        <p:grpSpPr>
          <a:xfrm>
            <a:off x="457200" y="4419600"/>
            <a:ext cx="7581900" cy="422275"/>
            <a:chOff x="288" y="3072"/>
            <a:chExt cx="4776" cy="266"/>
          </a:xfrm>
        </p:grpSpPr>
        <p:graphicFrame>
          <p:nvGraphicFramePr>
            <p:cNvPr id="75800" name="Object 29"/>
            <p:cNvGraphicFramePr>
              <a:graphicFrameLocks noChangeAspect="1"/>
            </p:cNvGraphicFramePr>
            <p:nvPr/>
          </p:nvGraphicFramePr>
          <p:xfrm>
            <a:off x="743" y="3072"/>
            <a:ext cx="4321" cy="266"/>
          </p:xfrm>
          <a:graphic>
            <a:graphicData uri="http://schemas.openxmlformats.org/presentationml/2006/ole">
              <mc:AlternateContent xmlns:mc="http://schemas.openxmlformats.org/markup-compatibility/2006">
                <mc:Choice xmlns:v="urn:schemas-microsoft-com:vml" Requires="v">
                  <p:oleObj spid="_x0000_s3121" name="" r:id="rId12" imgW="59902725" imgH="3733800" progId="Equation.3">
                    <p:embed/>
                  </p:oleObj>
                </mc:Choice>
                <mc:Fallback>
                  <p:oleObj name="" r:id="rId12" imgW="59902725" imgH="3733800" progId="Equation.3">
                    <p:embed/>
                    <p:pic>
                      <p:nvPicPr>
                        <p:cNvPr id="0" name="图片 3120"/>
                        <p:cNvPicPr/>
                        <p:nvPr/>
                      </p:nvPicPr>
                      <p:blipFill>
                        <a:blip r:embed="rId13"/>
                        <a:stretch>
                          <a:fillRect/>
                        </a:stretch>
                      </p:blipFill>
                      <p:spPr>
                        <a:xfrm>
                          <a:off x="743" y="3072"/>
                          <a:ext cx="4321" cy="266"/>
                        </a:xfrm>
                        <a:prstGeom prst="rect">
                          <a:avLst/>
                        </a:prstGeom>
                        <a:noFill/>
                        <a:ln w="38100">
                          <a:noFill/>
                          <a:miter/>
                        </a:ln>
                      </p:spPr>
                    </p:pic>
                  </p:oleObj>
                </mc:Fallback>
              </mc:AlternateContent>
            </a:graphicData>
          </a:graphic>
        </p:graphicFrame>
        <p:sp>
          <p:nvSpPr>
            <p:cNvPr id="75801" name="AutoShape 31"/>
            <p:cNvSpPr/>
            <p:nvPr/>
          </p:nvSpPr>
          <p:spPr>
            <a:xfrm>
              <a:off x="288" y="3120"/>
              <a:ext cx="384" cy="144"/>
            </a:xfrm>
            <a:prstGeom prst="leftRightArrow">
              <a:avLst>
                <a:gd name="adj1" fmla="val 50000"/>
                <a:gd name="adj2" fmla="val 53333"/>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sp>
        <p:nvSpPr>
          <p:cNvPr id="75795" name="Text Box 33"/>
          <p:cNvSpPr txBox="1"/>
          <p:nvPr/>
        </p:nvSpPr>
        <p:spPr>
          <a:xfrm>
            <a:off x="304800" y="5029200"/>
            <a:ext cx="3276600" cy="45720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ClrTx/>
              <a:buFontTx/>
              <a:buNone/>
            </a:pPr>
            <a:r>
              <a:rPr lang="zh-CN" altLang="en-US" sz="2400" b="1" dirty="0">
                <a:latin typeface="宋体" panose="02010600030101010101" pitchFamily="2" charset="-122"/>
              </a:rPr>
              <a:t>（</a:t>
            </a:r>
            <a:r>
              <a:rPr lang="en-US" altLang="zh-CN" sz="2400" b="1" dirty="0">
                <a:latin typeface="Times New Roman" panose="02020603050405020304" pitchFamily="18" charset="0"/>
                <a:cs typeface="Times New Roman" panose="02020603050405020304" pitchFamily="18" charset="0"/>
              </a:rPr>
              <a:t>9</a:t>
            </a:r>
            <a:r>
              <a:rPr lang="zh-CN" altLang="en-US" sz="2400" b="1" dirty="0">
                <a:latin typeface="宋体" panose="02010600030101010101" pitchFamily="2" charset="-122"/>
              </a:rPr>
              <a:t>）子句变量标准化</a:t>
            </a:r>
            <a:r>
              <a:rPr lang="zh-CN" altLang="en-US" sz="2400" dirty="0"/>
              <a:t> </a:t>
            </a:r>
            <a:endParaRPr lang="zh-CN" altLang="en-US" sz="2400" dirty="0"/>
          </a:p>
        </p:txBody>
      </p:sp>
      <p:sp>
        <p:nvSpPr>
          <p:cNvPr id="75796" name="Rectangle 35"/>
          <p:cNvSpPr/>
          <p:nvPr/>
        </p:nvSpPr>
        <p:spPr>
          <a:xfrm>
            <a:off x="3790950" y="33289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nvGrpSpPr>
          <p:cNvPr id="8" name="Group 38"/>
          <p:cNvGrpSpPr/>
          <p:nvPr/>
        </p:nvGrpSpPr>
        <p:grpSpPr>
          <a:xfrm>
            <a:off x="533400" y="5715000"/>
            <a:ext cx="6750050" cy="366713"/>
            <a:chOff x="336" y="3744"/>
            <a:chExt cx="4252" cy="231"/>
          </a:xfrm>
        </p:grpSpPr>
        <p:graphicFrame>
          <p:nvGraphicFramePr>
            <p:cNvPr id="75798" name="Object 34"/>
            <p:cNvGraphicFramePr>
              <a:graphicFrameLocks noChangeAspect="1"/>
            </p:cNvGraphicFramePr>
            <p:nvPr/>
          </p:nvGraphicFramePr>
          <p:xfrm>
            <a:off x="789" y="3744"/>
            <a:ext cx="3799" cy="231"/>
          </p:xfrm>
          <a:graphic>
            <a:graphicData uri="http://schemas.openxmlformats.org/presentationml/2006/ole">
              <mc:AlternateContent xmlns:mc="http://schemas.openxmlformats.org/markup-compatibility/2006">
                <mc:Choice xmlns:v="urn:schemas-microsoft-com:vml" Requires="v">
                  <p:oleObj spid="_x0000_s3143" name="" r:id="rId14" imgW="60559950" imgH="3733800" progId="Equation.3">
                    <p:embed/>
                  </p:oleObj>
                </mc:Choice>
                <mc:Fallback>
                  <p:oleObj name="" r:id="rId14" imgW="60559950" imgH="3733800" progId="Equation.3">
                    <p:embed/>
                    <p:pic>
                      <p:nvPicPr>
                        <p:cNvPr id="0" name="图片 3142"/>
                        <p:cNvPicPr/>
                        <p:nvPr/>
                      </p:nvPicPr>
                      <p:blipFill>
                        <a:blip r:embed="rId15"/>
                        <a:stretch>
                          <a:fillRect/>
                        </a:stretch>
                      </p:blipFill>
                      <p:spPr>
                        <a:xfrm>
                          <a:off x="789" y="3744"/>
                          <a:ext cx="3799" cy="231"/>
                        </a:xfrm>
                        <a:prstGeom prst="rect">
                          <a:avLst/>
                        </a:prstGeom>
                        <a:noFill/>
                        <a:ln w="38100">
                          <a:noFill/>
                          <a:miter/>
                        </a:ln>
                      </p:spPr>
                    </p:pic>
                  </p:oleObj>
                </mc:Fallback>
              </mc:AlternateContent>
            </a:graphicData>
          </a:graphic>
        </p:graphicFrame>
        <p:sp>
          <p:nvSpPr>
            <p:cNvPr id="75799" name="AutoShape 36"/>
            <p:cNvSpPr/>
            <p:nvPr/>
          </p:nvSpPr>
          <p:spPr>
            <a:xfrm>
              <a:off x="336" y="3792"/>
              <a:ext cx="384" cy="144"/>
            </a:xfrm>
            <a:prstGeom prst="leftRightArrow">
              <a:avLst>
                <a:gd name="adj1" fmla="val 50000"/>
                <a:gd name="adj2" fmla="val 53333"/>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ppt_y-#ppt_h/2"/>
                                          </p:val>
                                        </p:tav>
                                        <p:tav tm="100000">
                                          <p:val>
                                            <p:strVal val="#ppt_y"/>
                                          </p:val>
                                        </p:tav>
                                      </p:tavLst>
                                    </p:anim>
                                    <p:anim calcmode="lin" valueType="num">
                                      <p:cBhvr>
                                        <p:cTn id="9" dur="500" fill="hold"/>
                                        <p:tgtEl>
                                          <p:spTgt spid="2"/>
                                        </p:tgtEl>
                                        <p:attrNameLst>
                                          <p:attrName>ppt_w</p:attrName>
                                        </p:attrNameLst>
                                      </p:cBhvr>
                                      <p:tavLst>
                                        <p:tav tm="0">
                                          <p:val>
                                            <p:strVal val="#ppt_w"/>
                                          </p:val>
                                        </p:tav>
                                        <p:tav tm="100000">
                                          <p:val>
                                            <p:strVal val="#ppt_w"/>
                                          </p:val>
                                        </p:tav>
                                      </p:tavLst>
                                    </p:anim>
                                    <p:anim calcmode="lin" valueType="num">
                                      <p:cBhvr>
                                        <p:cTn id="10" dur="500" fill="hold"/>
                                        <p:tgtEl>
                                          <p:spTgt spid="2"/>
                                        </p:tgtEl>
                                        <p:attrNameLst>
                                          <p:attrName>ppt_h</p:attrName>
                                        </p:attrNameLst>
                                      </p:cBhvr>
                                      <p:tavLst>
                                        <p:tav tm="0">
                                          <p:val>
                                            <p:fltVal val="0.000000"/>
                                          </p:val>
                                        </p:tav>
                                        <p:tav tm="100000">
                                          <p:val>
                                            <p:strVal val="#ppt_h"/>
                                          </p:val>
                                        </p:tav>
                                      </p:tavLst>
                                    </p:anim>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2" presetClass="entr" presetSubtype="8"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0-#ppt_w/2"/>
                                          </p:val>
                                        </p:tav>
                                        <p:tav tm="100000">
                                          <p:val>
                                            <p:strVal val="#ppt_x"/>
                                          </p:val>
                                        </p:tav>
                                      </p:tavLst>
                                    </p:anim>
                                    <p:anim calcmode="lin" valueType="num">
                                      <p:cBhvr additive="base">
                                        <p:cTn id="16" dur="500" fill="hold"/>
                                        <p:tgtEl>
                                          <p:spTgt spid="4"/>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2" presetClass="entr" presetSubtype="8"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0-#ppt_w/2"/>
                                          </p:val>
                                        </p:tav>
                                        <p:tav tm="100000">
                                          <p:val>
                                            <p:strVal val="#ppt_x"/>
                                          </p:val>
                                        </p:tav>
                                      </p:tavLst>
                                    </p:anim>
                                    <p:anim calcmode="lin" valueType="num">
                                      <p:cBhvr additive="base">
                                        <p:cTn id="22"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0-#ppt_w/2"/>
                                          </p:val>
                                        </p:tav>
                                        <p:tav tm="100000">
                                          <p:val>
                                            <p:strVal val="#ppt_x"/>
                                          </p:val>
                                        </p:tav>
                                      </p:tavLst>
                                    </p:anim>
                                    <p:anim calcmode="lin" valueType="num">
                                      <p:cBhvr additive="base">
                                        <p:cTn id="2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ppt_x</p:attrName>
                                        </p:attrNameLst>
                                      </p:cBhvr>
                                      <p:tavLst>
                                        <p:tav tm="0">
                                          <p:val>
                                            <p:strVal val="0-#ppt_w/2"/>
                                          </p:val>
                                        </p:tav>
                                        <p:tav tm="100000">
                                          <p:val>
                                            <p:strVal val="#ppt_x"/>
                                          </p:val>
                                        </p:tav>
                                      </p:tavLst>
                                    </p:anim>
                                    <p:anim calcmode="lin" valueType="num">
                                      <p:cBhvr additive="base">
                                        <p:cTn id="34"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nodeType="click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500" fill="hold"/>
                                        <p:tgtEl>
                                          <p:spTgt spid="8"/>
                                        </p:tgtEl>
                                        <p:attrNameLst>
                                          <p:attrName>ppt_x</p:attrName>
                                        </p:attrNameLst>
                                      </p:cBhvr>
                                      <p:tavLst>
                                        <p:tav tm="0">
                                          <p:val>
                                            <p:strVal val="0-#ppt_w/2"/>
                                          </p:val>
                                        </p:tav>
                                        <p:tav tm="100000">
                                          <p:val>
                                            <p:strVal val="#ppt_x"/>
                                          </p:val>
                                        </p:tav>
                                      </p:tavLst>
                                    </p:anim>
                                    <p:anim calcmode="lin" valueType="num">
                                      <p:cBhvr additive="base">
                                        <p:cTn id="40"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灯片编号占位符 1"/>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6803" name="Rectangle 2"/>
          <p:cNvSpPr/>
          <p:nvPr/>
        </p:nvSpPr>
        <p:spPr>
          <a:xfrm>
            <a:off x="0" y="0"/>
            <a:ext cx="9144000" cy="765175"/>
          </a:xfrm>
          <a:prstGeom prst="rect">
            <a:avLst/>
          </a:prstGeom>
          <a:solidFill>
            <a:srgbClr val="A50021"/>
          </a:solidFill>
          <a:ln w="9525">
            <a:noFill/>
          </a:ln>
        </p:spPr>
        <p:txBody>
          <a:bodyPr anchor="b"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176530" eaLnBrk="1" hangingPunct="1">
              <a:spcBef>
                <a:spcPct val="0"/>
              </a:spcBef>
              <a:buClrTx/>
              <a:buFontTx/>
              <a:buNone/>
            </a:pPr>
            <a:r>
              <a:rPr lang="en-US" altLang="zh-CN" sz="3600" dirty="0">
                <a:solidFill>
                  <a:schemeClr val="bg1"/>
                </a:solidFill>
                <a:latin typeface="Times New Roman" panose="02020603050405020304" pitchFamily="18" charset="0"/>
                <a:ea typeface="黑体" panose="02010609060101010101" pitchFamily="49" charset="-122"/>
              </a:rPr>
              <a:t>3.3  </a:t>
            </a:r>
            <a:r>
              <a:rPr lang="zh-CN" altLang="en-US" sz="3600" dirty="0">
                <a:solidFill>
                  <a:schemeClr val="bg1"/>
                </a:solidFill>
                <a:latin typeface="Times New Roman" panose="02020603050405020304" pitchFamily="18" charset="0"/>
                <a:ea typeface="黑体" panose="02010609060101010101" pitchFamily="49" charset="-122"/>
              </a:rPr>
              <a:t>谓词公式化为子句集的方法</a:t>
            </a:r>
            <a:endParaRPr lang="zh-CN" altLang="en-US" sz="3600" dirty="0">
              <a:solidFill>
                <a:schemeClr val="bg1"/>
              </a:solidFill>
              <a:latin typeface="Times New Roman" panose="02020603050405020304" pitchFamily="18" charset="0"/>
              <a:ea typeface="黑体" panose="02010609060101010101" pitchFamily="49" charset="-122"/>
            </a:endParaRPr>
          </a:p>
        </p:txBody>
      </p:sp>
      <p:sp>
        <p:nvSpPr>
          <p:cNvPr id="76804" name="Rectangle 3"/>
          <p:cNvSpPr/>
          <p:nvPr/>
        </p:nvSpPr>
        <p:spPr>
          <a:xfrm>
            <a:off x="250825" y="984250"/>
            <a:ext cx="8642350" cy="5492750"/>
          </a:xfrm>
          <a:prstGeom prst="rect">
            <a:avLst/>
          </a:prstGeom>
          <a:gradFill rotWithShape="1">
            <a:gsLst>
              <a:gs pos="0">
                <a:schemeClr val="bg1"/>
              </a:gs>
              <a:gs pos="100000">
                <a:srgbClr val="CCFFFF"/>
              </a:gs>
            </a:gsLst>
            <a:path path="shape">
              <a:fillToRect l="50000" t="50000" r="50000" b="50000"/>
            </a:path>
            <a:tileRect/>
          </a:gradFill>
          <a:ln w="9525" cap="flat" cmpd="sng">
            <a:solidFill>
              <a:srgbClr val="808080"/>
            </a:solidFill>
            <a:prstDash val="solid"/>
            <a:miter/>
            <a:headEnd type="none" w="med" len="med"/>
            <a:tailEnd type="none" w="med" len="med"/>
          </a:ln>
        </p:spPr>
        <p:txBody>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r>
              <a:rPr lang="en-US" altLang="zh-CN" sz="2400" b="1" dirty="0">
                <a:latin typeface="Times New Roman" panose="02020603050405020304" pitchFamily="18" charset="0"/>
              </a:rPr>
              <a:t>  </a:t>
            </a:r>
            <a:r>
              <a:rPr lang="zh-CN" altLang="en-US" sz="2400" b="1" dirty="0">
                <a:latin typeface="Times New Roman" panose="02020603050405020304" pitchFamily="18" charset="0"/>
              </a:rPr>
              <a:t>例</a:t>
            </a:r>
            <a:r>
              <a:rPr lang="en-US" altLang="zh-CN" sz="2400" b="1" dirty="0">
                <a:latin typeface="Times New Roman" panose="02020603050405020304" pitchFamily="18" charset="0"/>
              </a:rPr>
              <a:t>3.3</a:t>
            </a:r>
            <a:r>
              <a:rPr lang="en-US" altLang="zh-CN" sz="2400" dirty="0">
                <a:latin typeface="Times New Roman" panose="02020603050405020304" pitchFamily="18" charset="0"/>
              </a:rPr>
              <a:t>  </a:t>
            </a:r>
            <a:r>
              <a:rPr lang="zh-CN" altLang="en-US" sz="2400" b="1" dirty="0">
                <a:latin typeface="Times New Roman" panose="02020603050405020304" pitchFamily="18" charset="0"/>
              </a:rPr>
              <a:t>将下列谓词公式化为子句集。</a:t>
            </a:r>
            <a:endParaRPr lang="zh-CN" altLang="en-US" sz="2400" b="1" dirty="0">
              <a:latin typeface="Times New Roman" panose="02020603050405020304" pitchFamily="18" charset="0"/>
            </a:endParaRPr>
          </a:p>
          <a:p>
            <a:pPr marL="0" lvl="0" indent="0" eaLnBrk="1" hangingPunct="1">
              <a:buNone/>
            </a:pPr>
            <a:endParaRPr lang="zh-CN" altLang="en-US" sz="2800" b="1" dirty="0">
              <a:latin typeface="Times New Roman" panose="02020603050405020304" pitchFamily="18" charset="0"/>
            </a:endParaRPr>
          </a:p>
          <a:p>
            <a:pPr marL="0" lvl="0" indent="0" eaLnBrk="1" hangingPunct="1">
              <a:buClr>
                <a:srgbClr val="0000FF"/>
              </a:buClr>
              <a:buFont typeface="Wingdings" panose="05000000000000000000" pitchFamily="2" charset="2"/>
              <a:buChar char="§"/>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）消去蕴含符号</a:t>
            </a:r>
            <a:endParaRPr lang="zh-CN" altLang="en-US" sz="2400" b="1" dirty="0">
              <a:latin typeface="Times New Roman" panose="02020603050405020304" pitchFamily="18" charset="0"/>
            </a:endParaRPr>
          </a:p>
          <a:p>
            <a:pPr marL="0" lvl="0" indent="0" eaLnBrk="1" hangingPunct="1">
              <a:buClr>
                <a:srgbClr val="0000FF"/>
              </a:buClr>
              <a:buFont typeface="Wingdings" panose="05000000000000000000" pitchFamily="2" charset="2"/>
              <a:buChar char="§"/>
            </a:pPr>
            <a:endParaRPr lang="zh-CN" altLang="en-US" sz="2400" b="1" dirty="0">
              <a:latin typeface="Times New Roman" panose="02020603050405020304" pitchFamily="18" charset="0"/>
            </a:endParaRPr>
          </a:p>
          <a:p>
            <a:pPr marL="0" lvl="0" indent="0" eaLnBrk="1" hangingPunct="1">
              <a:buClr>
                <a:srgbClr val="0000FF"/>
              </a:buClr>
              <a:buFont typeface="Wingdings" panose="05000000000000000000" pitchFamily="2" charset="2"/>
              <a:buChar char="§"/>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2</a:t>
            </a:r>
            <a:r>
              <a:rPr lang="zh-CN" altLang="en-US" sz="2400" b="1" dirty="0">
                <a:latin typeface="Times New Roman" panose="02020603050405020304" pitchFamily="18" charset="0"/>
              </a:rPr>
              <a:t>）把否定符号移到每个谓词前面 </a:t>
            </a:r>
            <a:endParaRPr lang="zh-CN" altLang="en-US" sz="2400" b="1" dirty="0">
              <a:latin typeface="Times New Roman" panose="02020603050405020304" pitchFamily="18" charset="0"/>
            </a:endParaRPr>
          </a:p>
          <a:p>
            <a:pPr marL="0" lvl="0" indent="0" eaLnBrk="1" hangingPunct="1">
              <a:buClr>
                <a:srgbClr val="0000FF"/>
              </a:buClr>
              <a:buFont typeface="Wingdings" panose="05000000000000000000" pitchFamily="2" charset="2"/>
              <a:buChar char="§"/>
            </a:pPr>
            <a:endParaRPr lang="zh-CN" altLang="en-US" sz="2400" b="1" dirty="0">
              <a:latin typeface="Times New Roman" panose="02020603050405020304" pitchFamily="18" charset="0"/>
            </a:endParaRPr>
          </a:p>
          <a:p>
            <a:pPr marL="0" lvl="0" indent="0" eaLnBrk="1" hangingPunct="1">
              <a:buClr>
                <a:srgbClr val="0000FF"/>
              </a:buClr>
              <a:buFont typeface="Wingdings" panose="05000000000000000000" pitchFamily="2" charset="2"/>
              <a:buChar char="§"/>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3</a:t>
            </a:r>
            <a:r>
              <a:rPr lang="zh-CN" altLang="en-US" sz="2400" b="1" dirty="0">
                <a:latin typeface="Times New Roman" panose="02020603050405020304" pitchFamily="18" charset="0"/>
              </a:rPr>
              <a:t>）变量标准化 </a:t>
            </a:r>
            <a:endParaRPr lang="zh-CN" altLang="en-US" sz="2400" b="1" dirty="0">
              <a:latin typeface="Times New Roman" panose="02020603050405020304" pitchFamily="18" charset="0"/>
            </a:endParaRPr>
          </a:p>
          <a:p>
            <a:pPr marL="0" lvl="0" indent="0" eaLnBrk="1" hangingPunct="1">
              <a:buClr>
                <a:srgbClr val="0000FF"/>
              </a:buClr>
              <a:buFont typeface="Wingdings" panose="05000000000000000000" pitchFamily="2" charset="2"/>
              <a:buChar char="§"/>
            </a:pPr>
            <a:endParaRPr lang="zh-CN" altLang="en-US" sz="2400" b="1" dirty="0">
              <a:latin typeface="Times New Roman" panose="02020603050405020304" pitchFamily="18" charset="0"/>
            </a:endParaRPr>
          </a:p>
          <a:p>
            <a:pPr marL="0" lvl="0" indent="0" eaLnBrk="1" hangingPunct="1">
              <a:buClr>
                <a:srgbClr val="0000FF"/>
              </a:buClr>
              <a:buFont typeface="Wingdings" panose="05000000000000000000" pitchFamily="2" charset="2"/>
              <a:buChar char="§"/>
            </a:pPr>
            <a:r>
              <a:rPr lang="zh-CN" altLang="en-US" sz="2400" b="1" dirty="0">
                <a:latin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4</a:t>
            </a:r>
            <a:r>
              <a:rPr lang="zh-CN" altLang="en-US" sz="2400" b="1" dirty="0">
                <a:latin typeface="Times New Roman" panose="02020603050405020304" pitchFamily="18" charset="0"/>
              </a:rPr>
              <a:t>）消去存在量词，设</a:t>
            </a:r>
            <a:r>
              <a:rPr lang="en-US" altLang="zh-CN" sz="2400" b="1" i="1" dirty="0">
                <a:latin typeface="Times New Roman" panose="02020603050405020304" pitchFamily="18" charset="0"/>
              </a:rPr>
              <a:t>y</a:t>
            </a:r>
            <a:r>
              <a:rPr lang="zh-CN" altLang="en-US" sz="2400" b="1" dirty="0">
                <a:latin typeface="Times New Roman" panose="02020603050405020304" pitchFamily="18" charset="0"/>
              </a:rPr>
              <a:t>的函数是</a:t>
            </a:r>
            <a:r>
              <a:rPr lang="en-US" altLang="zh-CN" sz="2400" b="1" i="1" dirty="0">
                <a:latin typeface="Times New Roman" panose="02020603050405020304" pitchFamily="18" charset="0"/>
              </a:rPr>
              <a:t>f(x)</a:t>
            </a:r>
            <a:r>
              <a:rPr lang="zh-CN" altLang="en-US" sz="2400" b="1" dirty="0">
                <a:latin typeface="Times New Roman" panose="02020603050405020304" pitchFamily="18" charset="0"/>
              </a:rPr>
              <a:t>，则 </a:t>
            </a:r>
            <a:endParaRPr lang="zh-CN" altLang="en-US" sz="2400" b="1" dirty="0">
              <a:latin typeface="Times New Roman" panose="02020603050405020304" pitchFamily="18" charset="0"/>
            </a:endParaRPr>
          </a:p>
          <a:p>
            <a:pPr marL="0" lvl="0" indent="0" algn="just" eaLnBrk="1" hangingPunct="1">
              <a:buNone/>
            </a:pPr>
            <a:endParaRPr lang="en-US" altLang="zh-CN" sz="2400" b="1" dirty="0">
              <a:latin typeface="Times New Roman" panose="02020603050405020304" pitchFamily="18" charset="0"/>
            </a:endParaRPr>
          </a:p>
        </p:txBody>
      </p:sp>
      <p:sp>
        <p:nvSpPr>
          <p:cNvPr id="76805" name="Rectangle 5"/>
          <p:cNvSpPr/>
          <p:nvPr/>
        </p:nvSpPr>
        <p:spPr>
          <a:xfrm>
            <a:off x="2462213" y="34051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76806" name="Object 4"/>
          <p:cNvGraphicFramePr>
            <a:graphicFrameLocks noChangeAspect="1"/>
          </p:cNvGraphicFramePr>
          <p:nvPr/>
        </p:nvGraphicFramePr>
        <p:xfrm>
          <a:off x="228600" y="1600200"/>
          <a:ext cx="8610600" cy="407988"/>
        </p:xfrm>
        <a:graphic>
          <a:graphicData uri="http://schemas.openxmlformats.org/presentationml/2006/ole">
            <mc:AlternateContent xmlns:mc="http://schemas.openxmlformats.org/markup-compatibility/2006">
              <mc:Choice xmlns:v="urn:schemas-microsoft-com:vml" Requires="v">
                <p:oleObj spid="_x0000_s3145" name="" r:id="rId2" imgW="72847200" imgH="3514725" progId="Equation.3">
                  <p:embed/>
                </p:oleObj>
              </mc:Choice>
              <mc:Fallback>
                <p:oleObj name="" r:id="rId2" imgW="72847200" imgH="3514725" progId="Equation.3">
                  <p:embed/>
                  <p:pic>
                    <p:nvPicPr>
                      <p:cNvPr id="0" name="图片 3144"/>
                      <p:cNvPicPr/>
                      <p:nvPr/>
                    </p:nvPicPr>
                    <p:blipFill>
                      <a:blip r:embed="rId3"/>
                      <a:stretch>
                        <a:fillRect/>
                      </a:stretch>
                    </p:blipFill>
                    <p:spPr>
                      <a:xfrm>
                        <a:off x="228600" y="1600200"/>
                        <a:ext cx="8610600" cy="407988"/>
                      </a:xfrm>
                      <a:prstGeom prst="rect">
                        <a:avLst/>
                      </a:prstGeom>
                      <a:noFill/>
                      <a:ln w="38100">
                        <a:noFill/>
                        <a:miter/>
                      </a:ln>
                    </p:spPr>
                  </p:pic>
                </p:oleObj>
              </mc:Fallback>
            </mc:AlternateContent>
          </a:graphicData>
        </a:graphic>
      </p:graphicFrame>
      <p:sp>
        <p:nvSpPr>
          <p:cNvPr id="76807" name="Rectangle 7"/>
          <p:cNvSpPr/>
          <p:nvPr/>
        </p:nvSpPr>
        <p:spPr>
          <a:xfrm>
            <a:off x="2457450" y="34051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76808" name="Object 6"/>
          <p:cNvGraphicFramePr>
            <a:graphicFrameLocks noChangeAspect="1"/>
          </p:cNvGraphicFramePr>
          <p:nvPr/>
        </p:nvGraphicFramePr>
        <p:xfrm>
          <a:off x="457200" y="2667000"/>
          <a:ext cx="8077200" cy="382588"/>
        </p:xfrm>
        <a:graphic>
          <a:graphicData uri="http://schemas.openxmlformats.org/presentationml/2006/ole">
            <mc:AlternateContent xmlns:mc="http://schemas.openxmlformats.org/markup-compatibility/2006">
              <mc:Choice xmlns:v="urn:schemas-microsoft-com:vml" Requires="v">
                <p:oleObj spid="_x0000_s3147" name="" r:id="rId4" imgW="73066275" imgH="3514725" progId="Equation.3">
                  <p:embed/>
                </p:oleObj>
              </mc:Choice>
              <mc:Fallback>
                <p:oleObj name="" r:id="rId4" imgW="73066275" imgH="3514725" progId="Equation.3">
                  <p:embed/>
                  <p:pic>
                    <p:nvPicPr>
                      <p:cNvPr id="0" name="图片 3146"/>
                      <p:cNvPicPr/>
                      <p:nvPr/>
                    </p:nvPicPr>
                    <p:blipFill>
                      <a:blip r:embed="rId5"/>
                      <a:stretch>
                        <a:fillRect/>
                      </a:stretch>
                    </p:blipFill>
                    <p:spPr>
                      <a:xfrm>
                        <a:off x="457200" y="2667000"/>
                        <a:ext cx="8077200" cy="382588"/>
                      </a:xfrm>
                      <a:prstGeom prst="rect">
                        <a:avLst/>
                      </a:prstGeom>
                      <a:noFill/>
                      <a:ln w="38100">
                        <a:noFill/>
                        <a:miter/>
                      </a:ln>
                    </p:spPr>
                  </p:pic>
                </p:oleObj>
              </mc:Fallback>
            </mc:AlternateContent>
          </a:graphicData>
        </a:graphic>
      </p:graphicFrame>
      <p:sp>
        <p:nvSpPr>
          <p:cNvPr id="76809" name="Rectangle 9"/>
          <p:cNvSpPr/>
          <p:nvPr/>
        </p:nvSpPr>
        <p:spPr>
          <a:xfrm>
            <a:off x="2609850" y="34051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76810" name="Object 8"/>
          <p:cNvGraphicFramePr>
            <a:graphicFrameLocks noChangeAspect="1"/>
          </p:cNvGraphicFramePr>
          <p:nvPr/>
        </p:nvGraphicFramePr>
        <p:xfrm>
          <a:off x="685800" y="3657600"/>
          <a:ext cx="7696200" cy="392113"/>
        </p:xfrm>
        <a:graphic>
          <a:graphicData uri="http://schemas.openxmlformats.org/presentationml/2006/ole">
            <mc:AlternateContent xmlns:mc="http://schemas.openxmlformats.org/markup-compatibility/2006">
              <mc:Choice xmlns:v="urn:schemas-microsoft-com:vml" Requires="v">
                <p:oleObj spid="_x0000_s3148" name="" r:id="rId6" imgW="67798950" imgH="3514725" progId="Equation.3">
                  <p:embed/>
                </p:oleObj>
              </mc:Choice>
              <mc:Fallback>
                <p:oleObj name="" r:id="rId6" imgW="67798950" imgH="3514725" progId="Equation.3">
                  <p:embed/>
                  <p:pic>
                    <p:nvPicPr>
                      <p:cNvPr id="0" name="图片 3147"/>
                      <p:cNvPicPr/>
                      <p:nvPr/>
                    </p:nvPicPr>
                    <p:blipFill>
                      <a:blip r:embed="rId7"/>
                      <a:stretch>
                        <a:fillRect/>
                      </a:stretch>
                    </p:blipFill>
                    <p:spPr>
                      <a:xfrm>
                        <a:off x="685800" y="3657600"/>
                        <a:ext cx="7696200" cy="392113"/>
                      </a:xfrm>
                      <a:prstGeom prst="rect">
                        <a:avLst/>
                      </a:prstGeom>
                      <a:noFill/>
                      <a:ln w="38100">
                        <a:noFill/>
                        <a:miter/>
                      </a:ln>
                    </p:spPr>
                  </p:pic>
                </p:oleObj>
              </mc:Fallback>
            </mc:AlternateContent>
          </a:graphicData>
        </a:graphic>
      </p:graphicFrame>
      <p:sp>
        <p:nvSpPr>
          <p:cNvPr id="76811" name="Rectangle 11"/>
          <p:cNvSpPr/>
          <p:nvPr/>
        </p:nvSpPr>
        <p:spPr>
          <a:xfrm>
            <a:off x="2571750" y="34051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76812" name="Object 10"/>
          <p:cNvGraphicFramePr>
            <a:graphicFrameLocks noChangeAspect="1"/>
          </p:cNvGraphicFramePr>
          <p:nvPr/>
        </p:nvGraphicFramePr>
        <p:xfrm>
          <a:off x="609600" y="4724400"/>
          <a:ext cx="7924800" cy="396875"/>
        </p:xfrm>
        <a:graphic>
          <a:graphicData uri="http://schemas.openxmlformats.org/presentationml/2006/ole">
            <mc:AlternateContent xmlns:mc="http://schemas.openxmlformats.org/markup-compatibility/2006">
              <mc:Choice xmlns:v="urn:schemas-microsoft-com:vml" Requires="v">
                <p:oleObj spid="_x0000_s3144" name="" r:id="rId8" imgW="69122925" imgH="3514725" progId="Equation.3">
                  <p:embed/>
                </p:oleObj>
              </mc:Choice>
              <mc:Fallback>
                <p:oleObj name="" r:id="rId8" imgW="69122925" imgH="3514725" progId="Equation.3">
                  <p:embed/>
                  <p:pic>
                    <p:nvPicPr>
                      <p:cNvPr id="0" name="图片 3143"/>
                      <p:cNvPicPr/>
                      <p:nvPr/>
                    </p:nvPicPr>
                    <p:blipFill>
                      <a:blip r:embed="rId9"/>
                      <a:stretch>
                        <a:fillRect/>
                      </a:stretch>
                    </p:blipFill>
                    <p:spPr>
                      <a:xfrm>
                        <a:off x="609600" y="4724400"/>
                        <a:ext cx="7924800" cy="396875"/>
                      </a:xfrm>
                      <a:prstGeom prst="rect">
                        <a:avLst/>
                      </a:prstGeom>
                      <a:noFill/>
                      <a:ln w="38100">
                        <a:noFill/>
                        <a:miter/>
                      </a:ln>
                    </p:spPr>
                  </p:pic>
                </p:oleObj>
              </mc:Fallback>
            </mc:AlternateContent>
          </a:graphicData>
        </a:graphic>
      </p:graphicFrame>
      <p:sp>
        <p:nvSpPr>
          <p:cNvPr id="76813" name="Rectangle 13"/>
          <p:cNvSpPr/>
          <p:nvPr/>
        </p:nvSpPr>
        <p:spPr>
          <a:xfrm>
            <a:off x="2605088" y="34051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76814" name="Object 12"/>
          <p:cNvGraphicFramePr>
            <a:graphicFrameLocks noChangeAspect="1"/>
          </p:cNvGraphicFramePr>
          <p:nvPr/>
        </p:nvGraphicFramePr>
        <p:xfrm>
          <a:off x="609600" y="5791200"/>
          <a:ext cx="7924800" cy="403225"/>
        </p:xfrm>
        <a:graphic>
          <a:graphicData uri="http://schemas.openxmlformats.org/presentationml/2006/ole">
            <mc:AlternateContent xmlns:mc="http://schemas.openxmlformats.org/markup-compatibility/2006">
              <mc:Choice xmlns:v="urn:schemas-microsoft-com:vml" Requires="v">
                <p:oleObj spid="_x0000_s3146" name="" r:id="rId10" imgW="68027550" imgH="3514725" progId="Equation.3">
                  <p:embed/>
                </p:oleObj>
              </mc:Choice>
              <mc:Fallback>
                <p:oleObj name="" r:id="rId10" imgW="68027550" imgH="3514725" progId="Equation.3">
                  <p:embed/>
                  <p:pic>
                    <p:nvPicPr>
                      <p:cNvPr id="0" name="图片 3145"/>
                      <p:cNvPicPr/>
                      <p:nvPr/>
                    </p:nvPicPr>
                    <p:blipFill>
                      <a:blip r:embed="rId11"/>
                      <a:stretch>
                        <a:fillRect/>
                      </a:stretch>
                    </p:blipFill>
                    <p:spPr>
                      <a:xfrm>
                        <a:off x="609600" y="5791200"/>
                        <a:ext cx="7924800" cy="403225"/>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灯片编号占位符 1"/>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7827" name="Rectangle 2"/>
          <p:cNvSpPr/>
          <p:nvPr/>
        </p:nvSpPr>
        <p:spPr>
          <a:xfrm>
            <a:off x="0" y="0"/>
            <a:ext cx="9144000" cy="765175"/>
          </a:xfrm>
          <a:prstGeom prst="rect">
            <a:avLst/>
          </a:prstGeom>
          <a:solidFill>
            <a:srgbClr val="A50021"/>
          </a:solidFill>
          <a:ln w="9525">
            <a:noFill/>
          </a:ln>
        </p:spPr>
        <p:txBody>
          <a:bodyPr anchor="b"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176530" eaLnBrk="1" hangingPunct="1">
              <a:spcBef>
                <a:spcPct val="0"/>
              </a:spcBef>
              <a:buClrTx/>
              <a:buFontTx/>
              <a:buNone/>
            </a:pPr>
            <a:r>
              <a:rPr lang="en-US" altLang="zh-CN" sz="3600" dirty="0">
                <a:solidFill>
                  <a:schemeClr val="bg1"/>
                </a:solidFill>
                <a:latin typeface="Times New Roman" panose="02020603050405020304" pitchFamily="18" charset="0"/>
                <a:ea typeface="黑体" panose="02010609060101010101" pitchFamily="49" charset="-122"/>
              </a:rPr>
              <a:t>3.3  </a:t>
            </a:r>
            <a:r>
              <a:rPr lang="zh-CN" altLang="en-US" sz="3600" dirty="0">
                <a:solidFill>
                  <a:schemeClr val="bg1"/>
                </a:solidFill>
                <a:latin typeface="Times New Roman" panose="02020603050405020304" pitchFamily="18" charset="0"/>
                <a:ea typeface="黑体" panose="02010609060101010101" pitchFamily="49" charset="-122"/>
              </a:rPr>
              <a:t>谓词公式化为子句集的方法</a:t>
            </a:r>
            <a:endParaRPr lang="zh-CN" altLang="en-US" sz="3600" dirty="0">
              <a:solidFill>
                <a:schemeClr val="bg1"/>
              </a:solidFill>
              <a:latin typeface="Times New Roman" panose="02020603050405020304" pitchFamily="18" charset="0"/>
              <a:ea typeface="黑体" panose="02010609060101010101" pitchFamily="49" charset="-122"/>
            </a:endParaRPr>
          </a:p>
        </p:txBody>
      </p:sp>
      <p:sp>
        <p:nvSpPr>
          <p:cNvPr id="77828" name="Rectangle 3"/>
          <p:cNvSpPr/>
          <p:nvPr/>
        </p:nvSpPr>
        <p:spPr>
          <a:xfrm>
            <a:off x="250825" y="984250"/>
            <a:ext cx="8642350" cy="5568950"/>
          </a:xfrm>
          <a:prstGeom prst="rect">
            <a:avLst/>
          </a:prstGeom>
          <a:gradFill rotWithShape="1">
            <a:gsLst>
              <a:gs pos="0">
                <a:schemeClr val="bg1"/>
              </a:gs>
              <a:gs pos="100000">
                <a:srgbClr val="CCFFFF"/>
              </a:gs>
            </a:gsLst>
            <a:path path="shape">
              <a:fillToRect l="50000" t="50000" r="50000" b="50000"/>
            </a:path>
            <a:tileRect/>
          </a:gradFill>
          <a:ln w="9525" cap="flat" cmpd="sng">
            <a:solidFill>
              <a:srgbClr val="808080"/>
            </a:solidFill>
            <a:prstDash val="solid"/>
            <a:miter/>
            <a:headEnd type="none" w="med" len="med"/>
            <a:tailEnd type="none" w="med" len="med"/>
          </a:ln>
        </p:spPr>
        <p:txBody>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r>
              <a:rPr lang="en-US" altLang="zh-CN" sz="2400" b="1" dirty="0">
                <a:latin typeface="Times New Roman" panose="02020603050405020304" pitchFamily="18" charset="0"/>
              </a:rPr>
              <a:t>  </a:t>
            </a:r>
            <a:r>
              <a:rPr lang="zh-CN" altLang="en-US" sz="2400" b="1" dirty="0">
                <a:latin typeface="Times New Roman" panose="02020603050405020304" pitchFamily="18" charset="0"/>
              </a:rPr>
              <a:t>例</a:t>
            </a:r>
            <a:r>
              <a:rPr lang="en-US" altLang="zh-CN" sz="2400" b="1" dirty="0">
                <a:latin typeface="Times New Roman" panose="02020603050405020304" pitchFamily="18" charset="0"/>
              </a:rPr>
              <a:t>3</a:t>
            </a:r>
            <a:r>
              <a:rPr lang="en-US" altLang="zh-CN" sz="2400" dirty="0">
                <a:latin typeface="Times New Roman" panose="02020603050405020304" pitchFamily="18" charset="0"/>
              </a:rPr>
              <a:t>.3 </a:t>
            </a:r>
            <a:r>
              <a:rPr lang="zh-CN" altLang="en-US" sz="2400" b="1" dirty="0">
                <a:latin typeface="Times New Roman" panose="02020603050405020304" pitchFamily="18" charset="0"/>
              </a:rPr>
              <a:t>将下列</a:t>
            </a:r>
            <a:r>
              <a:rPr lang="zh-CN" altLang="en-US" sz="2400" b="1" dirty="0"/>
              <a:t>谓词公式化为子句集。（续）</a:t>
            </a:r>
            <a:endParaRPr lang="zh-CN" altLang="en-US" sz="2400" b="1" dirty="0"/>
          </a:p>
          <a:p>
            <a:pPr marL="0" lvl="0" indent="0" eaLnBrk="1" hangingPunct="1">
              <a:buNone/>
            </a:pPr>
            <a:r>
              <a:rPr lang="zh-CN" altLang="en-US" sz="2400" b="1" dirty="0">
                <a:latin typeface="宋体" panose="02010600030101010101" pitchFamily="2" charset="-122"/>
              </a:rPr>
              <a:t>（</a:t>
            </a:r>
            <a:r>
              <a:rPr lang="en-US" altLang="zh-CN" sz="2400" b="1" dirty="0">
                <a:latin typeface="Times New Roman" panose="02020603050405020304" pitchFamily="18" charset="0"/>
                <a:cs typeface="Times New Roman" panose="02020603050405020304" pitchFamily="18" charset="0"/>
              </a:rPr>
              <a:t>5</a:t>
            </a:r>
            <a:r>
              <a:rPr lang="zh-CN" altLang="en-US" sz="2400" b="1" dirty="0">
                <a:latin typeface="宋体" panose="02010600030101010101" pitchFamily="2" charset="-122"/>
              </a:rPr>
              <a:t>）化为前束形</a:t>
            </a:r>
            <a:r>
              <a:rPr lang="zh-CN" altLang="en-US" sz="2400" b="1" dirty="0"/>
              <a:t> </a:t>
            </a:r>
            <a:endParaRPr lang="zh-CN" altLang="en-US" sz="2400" b="1" dirty="0"/>
          </a:p>
          <a:p>
            <a:pPr marL="0" lvl="0" indent="0" eaLnBrk="1" hangingPunct="1">
              <a:buNone/>
            </a:pPr>
            <a:endParaRPr lang="zh-CN" altLang="en-US" sz="2400" b="1" dirty="0"/>
          </a:p>
          <a:p>
            <a:pPr marL="0" lvl="0" indent="0" eaLnBrk="1" hangingPunct="1">
              <a:buNone/>
            </a:pPr>
            <a:r>
              <a:rPr lang="zh-CN" altLang="en-US" sz="2400" b="1" dirty="0">
                <a:latin typeface="宋体" panose="02010600030101010101" pitchFamily="2" charset="-122"/>
              </a:rPr>
              <a:t>（</a:t>
            </a:r>
            <a:r>
              <a:rPr lang="en-US" altLang="zh-CN" sz="2400" b="1" dirty="0">
                <a:latin typeface="Times New Roman" panose="02020603050405020304" pitchFamily="18" charset="0"/>
                <a:cs typeface="Times New Roman" panose="02020603050405020304" pitchFamily="18" charset="0"/>
              </a:rPr>
              <a:t>6</a:t>
            </a:r>
            <a:r>
              <a:rPr lang="zh-CN" altLang="en-US" sz="2400" b="1" dirty="0">
                <a:latin typeface="宋体" panose="02010600030101010101" pitchFamily="2" charset="-122"/>
              </a:rPr>
              <a:t>）化为标准形</a:t>
            </a:r>
            <a:r>
              <a:rPr lang="zh-CN" altLang="en-US" sz="2400" b="1" dirty="0"/>
              <a:t> </a:t>
            </a:r>
            <a:endParaRPr lang="zh-CN" altLang="en-US" sz="2400" b="1" dirty="0"/>
          </a:p>
          <a:p>
            <a:pPr marL="0" lvl="0" indent="0" eaLnBrk="1" hangingPunct="1">
              <a:buNone/>
            </a:pPr>
            <a:endParaRPr lang="zh-CN" altLang="en-US" sz="2400" b="1" dirty="0"/>
          </a:p>
          <a:p>
            <a:pPr marL="0" lvl="0" indent="0" eaLnBrk="1" hangingPunct="1">
              <a:buNone/>
            </a:pPr>
            <a:endParaRPr lang="zh-CN" altLang="en-US" sz="2400" b="1" dirty="0"/>
          </a:p>
          <a:p>
            <a:pPr marL="0" lvl="0" indent="0" eaLnBrk="1" hangingPunct="1">
              <a:buNone/>
            </a:pPr>
            <a:r>
              <a:rPr lang="zh-CN" altLang="en-US" sz="2400" b="1" dirty="0">
                <a:latin typeface="宋体" panose="02010600030101010101" pitchFamily="2" charset="-122"/>
              </a:rPr>
              <a:t>（</a:t>
            </a:r>
            <a:r>
              <a:rPr lang="en-US" altLang="zh-CN" sz="2400" b="1" dirty="0">
                <a:latin typeface="Times New Roman" panose="02020603050405020304" pitchFamily="18" charset="0"/>
                <a:cs typeface="Times New Roman" panose="02020603050405020304" pitchFamily="18" charset="0"/>
              </a:rPr>
              <a:t>7</a:t>
            </a:r>
            <a:r>
              <a:rPr lang="zh-CN" altLang="en-US" sz="2400" b="1" dirty="0">
                <a:latin typeface="宋体" panose="02010600030101010101" pitchFamily="2" charset="-122"/>
              </a:rPr>
              <a:t>）略去全称量词</a:t>
            </a:r>
            <a:r>
              <a:rPr lang="zh-CN" altLang="en-US" sz="2400" b="1" dirty="0"/>
              <a:t> </a:t>
            </a:r>
            <a:endParaRPr lang="zh-CN" altLang="en-US" sz="2400" b="1" dirty="0"/>
          </a:p>
          <a:p>
            <a:pPr marL="0" lvl="0" indent="0" eaLnBrk="1" hangingPunct="1">
              <a:buNone/>
            </a:pPr>
            <a:endParaRPr lang="zh-CN" altLang="en-US" sz="2400" b="1" dirty="0"/>
          </a:p>
          <a:p>
            <a:pPr marL="0" lvl="0" indent="0" algn="just" eaLnBrk="1" hangingPunct="1">
              <a:buNone/>
            </a:pPr>
            <a:r>
              <a:rPr lang="zh-CN" altLang="en-US" sz="2400" b="1" dirty="0">
                <a:latin typeface="宋体" panose="02010600030101010101" pitchFamily="2" charset="-122"/>
              </a:rPr>
              <a:t>（</a:t>
            </a:r>
            <a:r>
              <a:rPr lang="en-US" altLang="zh-CN" sz="2400" b="1" dirty="0">
                <a:latin typeface="Times New Roman" panose="02020603050405020304" pitchFamily="18" charset="0"/>
                <a:cs typeface="Times New Roman" panose="02020603050405020304" pitchFamily="18" charset="0"/>
              </a:rPr>
              <a:t>8</a:t>
            </a:r>
            <a:r>
              <a:rPr lang="zh-CN" altLang="en-US" sz="2400" b="1" dirty="0">
                <a:latin typeface="宋体" panose="02010600030101010101" pitchFamily="2" charset="-122"/>
              </a:rPr>
              <a:t>）消去合取词，把母式用子句集表示</a:t>
            </a:r>
            <a:r>
              <a:rPr lang="zh-CN" altLang="en-US" sz="2400" b="1" dirty="0"/>
              <a:t> </a:t>
            </a:r>
            <a:endParaRPr lang="zh-CN" altLang="en-US" sz="2400" b="1" dirty="0"/>
          </a:p>
          <a:p>
            <a:pPr marL="0" lvl="0" indent="0" algn="just" eaLnBrk="1" hangingPunct="1">
              <a:buNone/>
            </a:pPr>
            <a:endParaRPr lang="zh-CN" altLang="en-US" sz="2400" b="1" dirty="0"/>
          </a:p>
          <a:p>
            <a:pPr marL="0" lvl="0" indent="0" algn="just" eaLnBrk="1" hangingPunct="1">
              <a:buNone/>
            </a:pPr>
            <a:r>
              <a:rPr lang="zh-CN" altLang="en-US" sz="2400" b="1" dirty="0">
                <a:latin typeface="宋体" panose="02010600030101010101" pitchFamily="2" charset="-122"/>
              </a:rPr>
              <a:t>（</a:t>
            </a:r>
            <a:r>
              <a:rPr lang="en-US" altLang="zh-CN" sz="2400" b="1" dirty="0">
                <a:latin typeface="Times New Roman" panose="02020603050405020304" pitchFamily="18" charset="0"/>
                <a:cs typeface="Times New Roman" panose="02020603050405020304" pitchFamily="18" charset="0"/>
              </a:rPr>
              <a:t>9</a:t>
            </a:r>
            <a:r>
              <a:rPr lang="zh-CN" altLang="en-US" sz="2400" b="1" dirty="0">
                <a:latin typeface="宋体" panose="02010600030101010101" pitchFamily="2" charset="-122"/>
              </a:rPr>
              <a:t>）子句变量标准化</a:t>
            </a:r>
            <a:r>
              <a:rPr lang="zh-CN" altLang="en-US" sz="2400" b="1" dirty="0"/>
              <a:t> </a:t>
            </a:r>
            <a:endParaRPr lang="zh-CN" altLang="en-US" sz="2400" b="1" dirty="0"/>
          </a:p>
        </p:txBody>
      </p:sp>
      <p:sp>
        <p:nvSpPr>
          <p:cNvPr id="77829" name="Rectangle 5"/>
          <p:cNvSpPr/>
          <p:nvPr/>
        </p:nvSpPr>
        <p:spPr>
          <a:xfrm>
            <a:off x="2605088" y="34051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77830" name="Rectangle 7"/>
          <p:cNvSpPr/>
          <p:nvPr/>
        </p:nvSpPr>
        <p:spPr>
          <a:xfrm>
            <a:off x="2533650" y="34051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77831" name="Object 6"/>
          <p:cNvGraphicFramePr>
            <a:graphicFrameLocks noChangeAspect="1"/>
          </p:cNvGraphicFramePr>
          <p:nvPr/>
        </p:nvGraphicFramePr>
        <p:xfrm>
          <a:off x="838200" y="1981200"/>
          <a:ext cx="8001000" cy="392113"/>
        </p:xfrm>
        <a:graphic>
          <a:graphicData uri="http://schemas.openxmlformats.org/presentationml/2006/ole">
            <mc:AlternateContent xmlns:mc="http://schemas.openxmlformats.org/markup-compatibility/2006">
              <mc:Choice xmlns:v="urn:schemas-microsoft-com:vml" Requires="v">
                <p:oleObj spid="_x0000_s3141" name="" r:id="rId2" imgW="70437375" imgH="3514725" progId="Equation.3">
                  <p:embed/>
                </p:oleObj>
              </mc:Choice>
              <mc:Fallback>
                <p:oleObj name="" r:id="rId2" imgW="70437375" imgH="3514725" progId="Equation.3">
                  <p:embed/>
                  <p:pic>
                    <p:nvPicPr>
                      <p:cNvPr id="0" name="图片 3140"/>
                      <p:cNvPicPr/>
                      <p:nvPr/>
                    </p:nvPicPr>
                    <p:blipFill>
                      <a:blip r:embed="rId3"/>
                      <a:stretch>
                        <a:fillRect/>
                      </a:stretch>
                    </p:blipFill>
                    <p:spPr>
                      <a:xfrm>
                        <a:off x="838200" y="1981200"/>
                        <a:ext cx="8001000" cy="392113"/>
                      </a:xfrm>
                      <a:prstGeom prst="rect">
                        <a:avLst/>
                      </a:prstGeom>
                      <a:noFill/>
                      <a:ln w="38100">
                        <a:noFill/>
                        <a:miter/>
                      </a:ln>
                    </p:spPr>
                  </p:pic>
                </p:oleObj>
              </mc:Fallback>
            </mc:AlternateContent>
          </a:graphicData>
        </a:graphic>
      </p:graphicFrame>
      <p:sp>
        <p:nvSpPr>
          <p:cNvPr id="77832" name="Rectangle 11"/>
          <p:cNvSpPr/>
          <p:nvPr/>
        </p:nvSpPr>
        <p:spPr>
          <a:xfrm>
            <a:off x="2533650" y="34051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77833" name="Object 10"/>
          <p:cNvGraphicFramePr>
            <a:graphicFrameLocks noChangeAspect="1"/>
          </p:cNvGraphicFramePr>
          <p:nvPr/>
        </p:nvGraphicFramePr>
        <p:xfrm>
          <a:off x="838200" y="2971800"/>
          <a:ext cx="7924800" cy="388938"/>
        </p:xfrm>
        <a:graphic>
          <a:graphicData uri="http://schemas.openxmlformats.org/presentationml/2006/ole">
            <mc:AlternateContent xmlns:mc="http://schemas.openxmlformats.org/markup-compatibility/2006">
              <mc:Choice xmlns:v="urn:schemas-microsoft-com:vml" Requires="v">
                <p:oleObj spid="_x0000_s3133" name="" r:id="rId4" imgW="70437375" imgH="3514725" progId="Equation.3">
                  <p:embed/>
                </p:oleObj>
              </mc:Choice>
              <mc:Fallback>
                <p:oleObj name="" r:id="rId4" imgW="70437375" imgH="3514725" progId="Equation.3">
                  <p:embed/>
                  <p:pic>
                    <p:nvPicPr>
                      <p:cNvPr id="0" name="图片 3132"/>
                      <p:cNvPicPr/>
                      <p:nvPr/>
                    </p:nvPicPr>
                    <p:blipFill>
                      <a:blip r:embed="rId5"/>
                      <a:stretch>
                        <a:fillRect/>
                      </a:stretch>
                    </p:blipFill>
                    <p:spPr>
                      <a:xfrm>
                        <a:off x="838200" y="2971800"/>
                        <a:ext cx="7924800" cy="388938"/>
                      </a:xfrm>
                      <a:prstGeom prst="rect">
                        <a:avLst/>
                      </a:prstGeom>
                      <a:noFill/>
                      <a:ln w="38100">
                        <a:noFill/>
                        <a:miter/>
                      </a:ln>
                    </p:spPr>
                  </p:pic>
                </p:oleObj>
              </mc:Fallback>
            </mc:AlternateContent>
          </a:graphicData>
        </a:graphic>
      </p:graphicFrame>
      <p:sp>
        <p:nvSpPr>
          <p:cNvPr id="77834" name="Rectangle 13"/>
          <p:cNvSpPr/>
          <p:nvPr/>
        </p:nvSpPr>
        <p:spPr>
          <a:xfrm>
            <a:off x="2909888" y="34051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77835" name="Object 12"/>
          <p:cNvGraphicFramePr>
            <a:graphicFrameLocks noChangeAspect="1"/>
          </p:cNvGraphicFramePr>
          <p:nvPr/>
        </p:nvGraphicFramePr>
        <p:xfrm>
          <a:off x="838200" y="3505200"/>
          <a:ext cx="7115175" cy="425450"/>
        </p:xfrm>
        <a:graphic>
          <a:graphicData uri="http://schemas.openxmlformats.org/presentationml/2006/ole">
            <mc:AlternateContent xmlns:mc="http://schemas.openxmlformats.org/markup-compatibility/2006">
              <mc:Choice xmlns:v="urn:schemas-microsoft-com:vml" Requires="v">
                <p:oleObj spid="_x0000_s3135" name="" r:id="rId6" imgW="57711975" imgH="3514725" progId="Equation.3">
                  <p:embed/>
                </p:oleObj>
              </mc:Choice>
              <mc:Fallback>
                <p:oleObj name="" r:id="rId6" imgW="57711975" imgH="3514725" progId="Equation.3">
                  <p:embed/>
                  <p:pic>
                    <p:nvPicPr>
                      <p:cNvPr id="0" name="图片 3134"/>
                      <p:cNvPicPr/>
                      <p:nvPr/>
                    </p:nvPicPr>
                    <p:blipFill>
                      <a:blip r:embed="rId7"/>
                      <a:stretch>
                        <a:fillRect/>
                      </a:stretch>
                    </p:blipFill>
                    <p:spPr>
                      <a:xfrm>
                        <a:off x="838200" y="3505200"/>
                        <a:ext cx="7115175" cy="425450"/>
                      </a:xfrm>
                      <a:prstGeom prst="rect">
                        <a:avLst/>
                      </a:prstGeom>
                      <a:noFill/>
                      <a:ln w="38100">
                        <a:noFill/>
                        <a:miter/>
                      </a:ln>
                    </p:spPr>
                  </p:pic>
                </p:oleObj>
              </mc:Fallback>
            </mc:AlternateContent>
          </a:graphicData>
        </a:graphic>
      </p:graphicFrame>
      <p:sp>
        <p:nvSpPr>
          <p:cNvPr id="77836" name="Rectangle 15"/>
          <p:cNvSpPr/>
          <p:nvPr/>
        </p:nvSpPr>
        <p:spPr>
          <a:xfrm>
            <a:off x="3271838" y="34051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77837" name="Object 14"/>
          <p:cNvGraphicFramePr>
            <a:graphicFrameLocks noChangeAspect="1"/>
          </p:cNvGraphicFramePr>
          <p:nvPr/>
        </p:nvGraphicFramePr>
        <p:xfrm>
          <a:off x="889000" y="4572000"/>
          <a:ext cx="5283200" cy="404813"/>
        </p:xfrm>
        <a:graphic>
          <a:graphicData uri="http://schemas.openxmlformats.org/presentationml/2006/ole">
            <mc:AlternateContent xmlns:mc="http://schemas.openxmlformats.org/markup-compatibility/2006">
              <mc:Choice xmlns:v="urn:schemas-microsoft-com:vml" Requires="v">
                <p:oleObj spid="_x0000_s3142" name="" r:id="rId8" imgW="45205650" imgH="3514725" progId="Equation.3">
                  <p:embed/>
                </p:oleObj>
              </mc:Choice>
              <mc:Fallback>
                <p:oleObj name="" r:id="rId8" imgW="45205650" imgH="3514725" progId="Equation.3">
                  <p:embed/>
                  <p:pic>
                    <p:nvPicPr>
                      <p:cNvPr id="0" name="图片 3141"/>
                      <p:cNvPicPr/>
                      <p:nvPr/>
                    </p:nvPicPr>
                    <p:blipFill>
                      <a:blip r:embed="rId9"/>
                      <a:stretch>
                        <a:fillRect/>
                      </a:stretch>
                    </p:blipFill>
                    <p:spPr>
                      <a:xfrm>
                        <a:off x="889000" y="4572000"/>
                        <a:ext cx="5283200" cy="404813"/>
                      </a:xfrm>
                      <a:prstGeom prst="rect">
                        <a:avLst/>
                      </a:prstGeom>
                      <a:noFill/>
                      <a:ln w="38100">
                        <a:noFill/>
                        <a:miter/>
                      </a:ln>
                    </p:spPr>
                  </p:pic>
                </p:oleObj>
              </mc:Fallback>
            </mc:AlternateContent>
          </a:graphicData>
        </a:graphic>
      </p:graphicFrame>
      <p:graphicFrame>
        <p:nvGraphicFramePr>
          <p:cNvPr id="77838" name="Object 18"/>
          <p:cNvGraphicFramePr>
            <a:graphicFrameLocks noChangeAspect="1"/>
          </p:cNvGraphicFramePr>
          <p:nvPr/>
        </p:nvGraphicFramePr>
        <p:xfrm>
          <a:off x="1054100" y="5619750"/>
          <a:ext cx="863600" cy="400050"/>
        </p:xfrm>
        <a:graphic>
          <a:graphicData uri="http://schemas.openxmlformats.org/presentationml/2006/ole">
            <mc:AlternateContent xmlns:mc="http://schemas.openxmlformats.org/markup-compatibility/2006">
              <mc:Choice xmlns:v="urn:schemas-microsoft-com:vml" Requires="v">
                <p:oleObj spid="_x0000_s3134" name="" r:id="rId10" imgW="7458075" imgH="3514725" progId="Equation.3">
                  <p:embed/>
                </p:oleObj>
              </mc:Choice>
              <mc:Fallback>
                <p:oleObj name="" r:id="rId10" imgW="7458075" imgH="3514725" progId="Equation.3">
                  <p:embed/>
                  <p:pic>
                    <p:nvPicPr>
                      <p:cNvPr id="0" name="图片 3133"/>
                      <p:cNvPicPr/>
                      <p:nvPr/>
                    </p:nvPicPr>
                    <p:blipFill>
                      <a:blip r:embed="rId11"/>
                      <a:stretch>
                        <a:fillRect/>
                      </a:stretch>
                    </p:blipFill>
                    <p:spPr>
                      <a:xfrm>
                        <a:off x="1054100" y="5619750"/>
                        <a:ext cx="863600" cy="400050"/>
                      </a:xfrm>
                      <a:prstGeom prst="rect">
                        <a:avLst/>
                      </a:prstGeom>
                      <a:noFill/>
                      <a:ln w="38100">
                        <a:noFill/>
                        <a:miter/>
                      </a:ln>
                    </p:spPr>
                  </p:pic>
                </p:oleObj>
              </mc:Fallback>
            </mc:AlternateContent>
          </a:graphicData>
        </a:graphic>
      </p:graphicFrame>
      <p:graphicFrame>
        <p:nvGraphicFramePr>
          <p:cNvPr id="77839" name="Object 17"/>
          <p:cNvGraphicFramePr>
            <a:graphicFrameLocks noChangeAspect="1"/>
          </p:cNvGraphicFramePr>
          <p:nvPr/>
        </p:nvGraphicFramePr>
        <p:xfrm>
          <a:off x="2209483" y="5583873"/>
          <a:ext cx="2259012" cy="471487"/>
        </p:xfrm>
        <a:graphic>
          <a:graphicData uri="http://schemas.openxmlformats.org/presentationml/2006/ole">
            <mc:AlternateContent xmlns:mc="http://schemas.openxmlformats.org/markup-compatibility/2006">
              <mc:Choice xmlns:v="urn:schemas-microsoft-com:vml" Requires="v">
                <p:oleObj spid="_x0000_s3130" name="" r:id="rId12" imgW="19745325" imgH="3514725" progId="Equation.3">
                  <p:embed/>
                </p:oleObj>
              </mc:Choice>
              <mc:Fallback>
                <p:oleObj name="" r:id="rId12" imgW="19745325" imgH="3514725" progId="Equation.3">
                  <p:embed/>
                  <p:pic>
                    <p:nvPicPr>
                      <p:cNvPr id="0" name="图片 3129"/>
                      <p:cNvPicPr/>
                      <p:nvPr/>
                    </p:nvPicPr>
                    <p:blipFill>
                      <a:blip r:embed="rId13"/>
                      <a:stretch>
                        <a:fillRect/>
                      </a:stretch>
                    </p:blipFill>
                    <p:spPr>
                      <a:xfrm>
                        <a:off x="2209483" y="5583873"/>
                        <a:ext cx="2259012" cy="471487"/>
                      </a:xfrm>
                      <a:prstGeom prst="rect">
                        <a:avLst/>
                      </a:prstGeom>
                      <a:noFill/>
                      <a:ln w="38100">
                        <a:noFill/>
                        <a:miter/>
                      </a:ln>
                    </p:spPr>
                  </p:pic>
                </p:oleObj>
              </mc:Fallback>
            </mc:AlternateContent>
          </a:graphicData>
        </a:graphic>
      </p:graphicFrame>
      <p:graphicFrame>
        <p:nvGraphicFramePr>
          <p:cNvPr id="77840" name="Object 16"/>
          <p:cNvGraphicFramePr>
            <a:graphicFrameLocks noChangeAspect="1"/>
          </p:cNvGraphicFramePr>
          <p:nvPr/>
        </p:nvGraphicFramePr>
        <p:xfrm>
          <a:off x="4648200" y="5595938"/>
          <a:ext cx="1860550" cy="423862"/>
        </p:xfrm>
        <a:graphic>
          <a:graphicData uri="http://schemas.openxmlformats.org/presentationml/2006/ole">
            <mc:AlternateContent xmlns:mc="http://schemas.openxmlformats.org/markup-compatibility/2006">
              <mc:Choice xmlns:v="urn:schemas-microsoft-com:vml" Requires="v">
                <p:oleObj spid="_x0000_s3138" name="" r:id="rId14" imgW="15144750" imgH="3514725" progId="Equation.3">
                  <p:embed/>
                </p:oleObj>
              </mc:Choice>
              <mc:Fallback>
                <p:oleObj name="" r:id="rId14" imgW="15144750" imgH="3514725" progId="Equation.3">
                  <p:embed/>
                  <p:pic>
                    <p:nvPicPr>
                      <p:cNvPr id="0" name="图片 3137"/>
                      <p:cNvPicPr/>
                      <p:nvPr/>
                    </p:nvPicPr>
                    <p:blipFill>
                      <a:blip r:embed="rId15"/>
                      <a:stretch>
                        <a:fillRect/>
                      </a:stretch>
                    </p:blipFill>
                    <p:spPr>
                      <a:xfrm>
                        <a:off x="4648200" y="5595938"/>
                        <a:ext cx="1860550" cy="423862"/>
                      </a:xfrm>
                      <a:prstGeom prst="rect">
                        <a:avLst/>
                      </a:prstGeom>
                      <a:noFill/>
                      <a:ln w="38100">
                        <a:noFill/>
                        <a:miter/>
                      </a:ln>
                    </p:spPr>
                  </p:pic>
                </p:oleObj>
              </mc:Fallback>
            </mc:AlternateContent>
          </a:graphicData>
        </a:graphic>
      </p:graphicFrame>
      <p:sp>
        <p:nvSpPr>
          <p:cNvPr id="77841" name="Rectangle 21"/>
          <p:cNvSpPr/>
          <p:nvPr/>
        </p:nvSpPr>
        <p:spPr>
          <a:xfrm>
            <a:off x="4400550" y="34051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77842" name="Object 20"/>
          <p:cNvGraphicFramePr>
            <a:graphicFrameLocks noChangeAspect="1"/>
          </p:cNvGraphicFramePr>
          <p:nvPr/>
        </p:nvGraphicFramePr>
        <p:xfrm>
          <a:off x="3340100" y="6121400"/>
          <a:ext cx="863600" cy="400050"/>
        </p:xfrm>
        <a:graphic>
          <a:graphicData uri="http://schemas.openxmlformats.org/presentationml/2006/ole">
            <mc:AlternateContent xmlns:mc="http://schemas.openxmlformats.org/markup-compatibility/2006">
              <mc:Choice xmlns:v="urn:schemas-microsoft-com:vml" Requires="v">
                <p:oleObj spid="_x0000_s3137" name="" r:id="rId16" imgW="7458075" imgH="3514725" progId="Equation.3">
                  <p:embed/>
                </p:oleObj>
              </mc:Choice>
              <mc:Fallback>
                <p:oleObj name="" r:id="rId16" imgW="7458075" imgH="3514725" progId="Equation.3">
                  <p:embed/>
                  <p:pic>
                    <p:nvPicPr>
                      <p:cNvPr id="0" name="图片 3136"/>
                      <p:cNvPicPr/>
                      <p:nvPr/>
                    </p:nvPicPr>
                    <p:blipFill>
                      <a:blip r:embed="rId17"/>
                      <a:stretch>
                        <a:fillRect/>
                      </a:stretch>
                    </p:blipFill>
                    <p:spPr>
                      <a:xfrm>
                        <a:off x="3340100" y="6121400"/>
                        <a:ext cx="863600" cy="400050"/>
                      </a:xfrm>
                      <a:prstGeom prst="rect">
                        <a:avLst/>
                      </a:prstGeom>
                      <a:noFill/>
                      <a:ln w="38100">
                        <a:noFill/>
                        <a:miter/>
                      </a:ln>
                    </p:spPr>
                  </p:pic>
                </p:oleObj>
              </mc:Fallback>
            </mc:AlternateContent>
          </a:graphicData>
        </a:graphic>
      </p:graphicFrame>
      <p:sp>
        <p:nvSpPr>
          <p:cNvPr id="77843" name="Rectangle 23"/>
          <p:cNvSpPr/>
          <p:nvPr/>
        </p:nvSpPr>
        <p:spPr>
          <a:xfrm>
            <a:off x="4000500" y="34051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77844" name="Object 22"/>
          <p:cNvGraphicFramePr>
            <a:graphicFrameLocks noChangeAspect="1"/>
          </p:cNvGraphicFramePr>
          <p:nvPr/>
        </p:nvGraphicFramePr>
        <p:xfrm>
          <a:off x="4222750" y="6127750"/>
          <a:ext cx="2101850" cy="425450"/>
        </p:xfrm>
        <a:graphic>
          <a:graphicData uri="http://schemas.openxmlformats.org/presentationml/2006/ole">
            <mc:AlternateContent xmlns:mc="http://schemas.openxmlformats.org/markup-compatibility/2006">
              <mc:Choice xmlns:v="urn:schemas-microsoft-com:vml" Requires="v">
                <p:oleObj spid="_x0000_s3139" name="" r:id="rId18" imgW="20183475" imgH="3514725" progId="Equation.3">
                  <p:embed/>
                </p:oleObj>
              </mc:Choice>
              <mc:Fallback>
                <p:oleObj name="" r:id="rId18" imgW="20183475" imgH="3514725" progId="Equation.3">
                  <p:embed/>
                  <p:pic>
                    <p:nvPicPr>
                      <p:cNvPr id="0" name="图片 3138"/>
                      <p:cNvPicPr/>
                      <p:nvPr/>
                    </p:nvPicPr>
                    <p:blipFill>
                      <a:blip r:embed="rId19"/>
                      <a:stretch>
                        <a:fillRect/>
                      </a:stretch>
                    </p:blipFill>
                    <p:spPr>
                      <a:xfrm>
                        <a:off x="4222750" y="6127750"/>
                        <a:ext cx="2101850" cy="425450"/>
                      </a:xfrm>
                      <a:prstGeom prst="rect">
                        <a:avLst/>
                      </a:prstGeom>
                      <a:noFill/>
                      <a:ln w="38100">
                        <a:noFill/>
                        <a:miter/>
                      </a:ln>
                    </p:spPr>
                  </p:pic>
                </p:oleObj>
              </mc:Fallback>
            </mc:AlternateContent>
          </a:graphicData>
        </a:graphic>
      </p:graphicFrame>
      <p:sp>
        <p:nvSpPr>
          <p:cNvPr id="77845" name="Rectangle 25"/>
          <p:cNvSpPr/>
          <p:nvPr/>
        </p:nvSpPr>
        <p:spPr>
          <a:xfrm>
            <a:off x="4157663" y="34051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77846" name="Object 24"/>
          <p:cNvGraphicFramePr>
            <a:graphicFrameLocks noChangeAspect="1"/>
          </p:cNvGraphicFramePr>
          <p:nvPr/>
        </p:nvGraphicFramePr>
        <p:xfrm>
          <a:off x="6426200" y="6148388"/>
          <a:ext cx="1779588" cy="404812"/>
        </p:xfrm>
        <a:graphic>
          <a:graphicData uri="http://schemas.openxmlformats.org/presentationml/2006/ole">
            <mc:AlternateContent xmlns:mc="http://schemas.openxmlformats.org/markup-compatibility/2006">
              <mc:Choice xmlns:v="urn:schemas-microsoft-com:vml" Requires="v">
                <p:oleObj spid="_x0000_s3140" name="" r:id="rId20" imgW="15144750" imgH="3514725" progId="Equation.3">
                  <p:embed/>
                </p:oleObj>
              </mc:Choice>
              <mc:Fallback>
                <p:oleObj name="" r:id="rId20" imgW="15144750" imgH="3514725" progId="Equation.3">
                  <p:embed/>
                  <p:pic>
                    <p:nvPicPr>
                      <p:cNvPr id="0" name="图片 3139"/>
                      <p:cNvPicPr/>
                      <p:nvPr/>
                    </p:nvPicPr>
                    <p:blipFill>
                      <a:blip r:embed="rId21"/>
                      <a:stretch>
                        <a:fillRect/>
                      </a:stretch>
                    </p:blipFill>
                    <p:spPr>
                      <a:xfrm>
                        <a:off x="6426200" y="6148388"/>
                        <a:ext cx="1779588" cy="404812"/>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灯片编号占位符 1"/>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8851" name="Rectangle 2"/>
          <p:cNvSpPr/>
          <p:nvPr/>
        </p:nvSpPr>
        <p:spPr>
          <a:xfrm>
            <a:off x="0" y="0"/>
            <a:ext cx="9144000" cy="765175"/>
          </a:xfrm>
          <a:prstGeom prst="rect">
            <a:avLst/>
          </a:prstGeom>
          <a:solidFill>
            <a:srgbClr val="A50021"/>
          </a:solidFill>
          <a:ln w="9525">
            <a:noFill/>
          </a:ln>
        </p:spPr>
        <p:txBody>
          <a:bodyPr anchor="b"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176530" eaLnBrk="1" hangingPunct="1">
              <a:spcBef>
                <a:spcPct val="0"/>
              </a:spcBef>
              <a:buClrTx/>
              <a:buFontTx/>
              <a:buNone/>
            </a:pPr>
            <a:r>
              <a:rPr lang="en-US" altLang="zh-CN" sz="3600" dirty="0">
                <a:solidFill>
                  <a:schemeClr val="bg1"/>
                </a:solidFill>
                <a:latin typeface="Times New Roman" panose="02020603050405020304" pitchFamily="18" charset="0"/>
                <a:ea typeface="黑体" panose="02010609060101010101" pitchFamily="49" charset="-122"/>
              </a:rPr>
              <a:t>3.3  </a:t>
            </a:r>
            <a:r>
              <a:rPr lang="zh-CN" altLang="en-US" sz="3600" dirty="0">
                <a:solidFill>
                  <a:schemeClr val="bg1"/>
                </a:solidFill>
                <a:latin typeface="Times New Roman" panose="02020603050405020304" pitchFamily="18" charset="0"/>
                <a:ea typeface="黑体" panose="02010609060101010101" pitchFamily="49" charset="-122"/>
              </a:rPr>
              <a:t>谓词公式化为子句集的方法</a:t>
            </a:r>
            <a:endParaRPr lang="zh-CN" altLang="en-US" sz="3600" dirty="0">
              <a:solidFill>
                <a:schemeClr val="bg1"/>
              </a:solidFill>
              <a:latin typeface="Times New Roman" panose="02020603050405020304" pitchFamily="18" charset="0"/>
              <a:ea typeface="黑体" panose="02010609060101010101" pitchFamily="49" charset="-122"/>
            </a:endParaRPr>
          </a:p>
        </p:txBody>
      </p:sp>
      <p:sp>
        <p:nvSpPr>
          <p:cNvPr id="78852" name="Rectangle 3"/>
          <p:cNvSpPr/>
          <p:nvPr/>
        </p:nvSpPr>
        <p:spPr>
          <a:xfrm>
            <a:off x="250825" y="1066800"/>
            <a:ext cx="8512175" cy="4806950"/>
          </a:xfrm>
          <a:prstGeom prst="rect">
            <a:avLst/>
          </a:prstGeom>
          <a:gradFill rotWithShape="1">
            <a:gsLst>
              <a:gs pos="0">
                <a:srgbClr val="FFFF99"/>
              </a:gs>
              <a:gs pos="100000">
                <a:schemeClr val="bg1"/>
              </a:gs>
            </a:gsLst>
            <a:path path="shape">
              <a:fillToRect l="50000" t="50000" r="50000" b="50000"/>
            </a:path>
            <a:tileRect/>
          </a:gradFill>
          <a:ln w="9525" cap="flat" cmpd="sng">
            <a:solidFill>
              <a:srgbClr val="808080"/>
            </a:solidFill>
            <a:prstDash val="solid"/>
            <a:miter/>
            <a:headEnd type="none" w="med" len="med"/>
            <a:tailEnd type="none" w="med" len="med"/>
          </a:ln>
        </p:spPr>
        <p:txBody>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r>
              <a:rPr lang="en-US" altLang="zh-CN" sz="2400" b="1" dirty="0">
                <a:latin typeface="Times New Roman" panose="02020603050405020304" pitchFamily="18" charset="0"/>
              </a:rPr>
              <a:t>  </a:t>
            </a:r>
            <a:r>
              <a:rPr lang="zh-CN" altLang="en-US" sz="2400" b="1" dirty="0">
                <a:latin typeface="Times New Roman" panose="02020603050405020304" pitchFamily="18" charset="0"/>
              </a:rPr>
              <a:t>例</a:t>
            </a:r>
            <a:r>
              <a:rPr lang="en-US" altLang="zh-CN" sz="2400" b="1" dirty="0">
                <a:latin typeface="Times New Roman" panose="02020603050405020304" pitchFamily="18" charset="0"/>
              </a:rPr>
              <a:t>3.5</a:t>
            </a:r>
            <a:r>
              <a:rPr lang="en-US" altLang="zh-CN" sz="2400" dirty="0">
                <a:latin typeface="Times New Roman" panose="02020603050405020304" pitchFamily="18" charset="0"/>
              </a:rPr>
              <a:t>  </a:t>
            </a:r>
            <a:r>
              <a:rPr lang="zh-CN" altLang="en-US" sz="2400" dirty="0">
                <a:latin typeface="Times New Roman" panose="02020603050405020304" pitchFamily="18" charset="0"/>
              </a:rPr>
              <a:t>将下列</a:t>
            </a:r>
            <a:r>
              <a:rPr lang="zh-CN" altLang="en-US" sz="2400" dirty="0"/>
              <a:t>谓词公式化为不含存在量词的前束形。</a:t>
            </a:r>
            <a:endParaRPr lang="zh-CN" altLang="en-US" sz="2400" dirty="0"/>
          </a:p>
          <a:p>
            <a:pPr marL="0" lvl="0" indent="0" eaLnBrk="1" hangingPunct="1">
              <a:buNone/>
            </a:pPr>
            <a:endParaRPr lang="zh-CN" altLang="en-US" sz="2800" dirty="0"/>
          </a:p>
          <a:p>
            <a:pPr marL="0" lvl="0" indent="0" eaLnBrk="1" hangingPunct="1">
              <a:buClr>
                <a:srgbClr val="0000FF"/>
              </a:buClr>
              <a:buFont typeface="Wingdings" panose="05000000000000000000" pitchFamily="2" charset="2"/>
              <a:buChar char="§"/>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）消去存在量词</a:t>
            </a:r>
            <a:r>
              <a:rPr lang="zh-CN" altLang="en-US" sz="2400" b="1" dirty="0">
                <a:latin typeface="宋体" panose="02010600030101010101" pitchFamily="2" charset="-122"/>
              </a:rPr>
              <a:t> </a:t>
            </a:r>
            <a:endParaRPr lang="zh-CN" altLang="en-US" sz="2400" b="1" dirty="0">
              <a:latin typeface="宋体" panose="02010600030101010101" pitchFamily="2" charset="-122"/>
            </a:endParaRPr>
          </a:p>
          <a:p>
            <a:pPr marL="0" lvl="0" indent="0" eaLnBrk="1" hangingPunct="1">
              <a:buClr>
                <a:srgbClr val="0000FF"/>
              </a:buClr>
              <a:buFont typeface="Wingdings" panose="05000000000000000000" pitchFamily="2" charset="2"/>
              <a:buChar char="§"/>
            </a:pPr>
            <a:endParaRPr lang="zh-CN" altLang="en-US" sz="2400" b="1" dirty="0">
              <a:latin typeface="宋体" panose="02010600030101010101" pitchFamily="2" charset="-122"/>
            </a:endParaRPr>
          </a:p>
          <a:p>
            <a:pPr marL="0" lvl="0" indent="0" eaLnBrk="1" hangingPunct="1">
              <a:buClr>
                <a:srgbClr val="0000FF"/>
              </a:buClr>
              <a:buFont typeface="Wingdings" panose="05000000000000000000" pitchFamily="2" charset="2"/>
              <a:buChar char="§"/>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2</a:t>
            </a:r>
            <a:r>
              <a:rPr lang="zh-CN" altLang="en-US" sz="2400" b="1" dirty="0">
                <a:latin typeface="Times New Roman" panose="02020603050405020304" pitchFamily="18" charset="0"/>
              </a:rPr>
              <a:t>）消去蕴含符号 </a:t>
            </a:r>
            <a:endParaRPr lang="zh-CN" altLang="en-US" sz="2400" b="1" dirty="0">
              <a:latin typeface="Times New Roman" panose="02020603050405020304" pitchFamily="18" charset="0"/>
            </a:endParaRPr>
          </a:p>
          <a:p>
            <a:pPr marL="0" lvl="0" indent="0" eaLnBrk="1" hangingPunct="1">
              <a:buClr>
                <a:srgbClr val="0000FF"/>
              </a:buClr>
              <a:buFont typeface="Wingdings" panose="05000000000000000000" pitchFamily="2" charset="2"/>
              <a:buChar char="§"/>
            </a:pPr>
            <a:endParaRPr lang="zh-CN" altLang="en-US" sz="2400" b="1" dirty="0">
              <a:latin typeface="Times New Roman" panose="02020603050405020304" pitchFamily="18" charset="0"/>
            </a:endParaRPr>
          </a:p>
          <a:p>
            <a:pPr marL="0" lvl="0" indent="0" eaLnBrk="1" hangingPunct="1">
              <a:buClr>
                <a:srgbClr val="0000FF"/>
              </a:buClr>
              <a:buFont typeface="Wingdings" panose="05000000000000000000" pitchFamily="2" charset="2"/>
              <a:buChar char="§"/>
            </a:pPr>
            <a:endParaRPr lang="zh-CN" altLang="en-US" sz="2400" b="1" dirty="0">
              <a:latin typeface="Times New Roman" panose="02020603050405020304" pitchFamily="18" charset="0"/>
            </a:endParaRPr>
          </a:p>
          <a:p>
            <a:pPr marL="0" lvl="0" indent="0" eaLnBrk="1" hangingPunct="1">
              <a:buClr>
                <a:srgbClr val="0000FF"/>
              </a:buClr>
              <a:buFont typeface="Wingdings" panose="05000000000000000000" pitchFamily="2" charset="2"/>
              <a:buChar char="§"/>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3</a:t>
            </a:r>
            <a:r>
              <a:rPr lang="zh-CN" altLang="en-US" sz="2400" b="1" dirty="0">
                <a:latin typeface="Times New Roman" panose="02020603050405020304" pitchFamily="18" charset="0"/>
              </a:rPr>
              <a:t>）设</a:t>
            </a:r>
            <a:r>
              <a:rPr lang="en-US" altLang="zh-CN" sz="2400" b="1" i="1" dirty="0">
                <a:latin typeface="Times New Roman" panose="02020603050405020304" pitchFamily="18" charset="0"/>
              </a:rPr>
              <a:t>z</a:t>
            </a:r>
            <a:r>
              <a:rPr lang="zh-CN" altLang="en-US" sz="2400" b="1" dirty="0">
                <a:latin typeface="Times New Roman" panose="02020603050405020304" pitchFamily="18" charset="0"/>
              </a:rPr>
              <a:t>的函数是</a:t>
            </a:r>
            <a:r>
              <a:rPr lang="en-US" altLang="zh-CN" sz="2400" b="1" i="1" dirty="0">
                <a:latin typeface="Times New Roman" panose="02020603050405020304" pitchFamily="18" charset="0"/>
              </a:rPr>
              <a:t>g</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y</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，则 </a:t>
            </a:r>
            <a:endParaRPr lang="zh-CN" altLang="en-US" sz="2400" b="1" dirty="0">
              <a:latin typeface="Times New Roman" panose="02020603050405020304" pitchFamily="18" charset="0"/>
            </a:endParaRPr>
          </a:p>
          <a:p>
            <a:pPr marL="0" lvl="0" indent="0" eaLnBrk="1" hangingPunct="1">
              <a:spcBef>
                <a:spcPct val="100000"/>
              </a:spcBef>
              <a:buClr>
                <a:srgbClr val="0000FF"/>
              </a:buClr>
              <a:buFont typeface="Wingdings" panose="05000000000000000000" pitchFamily="2" charset="2"/>
              <a:buChar char="§"/>
            </a:pPr>
            <a:endParaRPr lang="en-US" altLang="zh-CN" sz="2400" b="1" dirty="0">
              <a:latin typeface="Times New Roman" panose="02020603050405020304" pitchFamily="18" charset="0"/>
            </a:endParaRPr>
          </a:p>
        </p:txBody>
      </p:sp>
      <p:sp>
        <p:nvSpPr>
          <p:cNvPr id="78853" name="Rectangle 10"/>
          <p:cNvSpPr/>
          <p:nvPr/>
        </p:nvSpPr>
        <p:spPr>
          <a:xfrm>
            <a:off x="3052763" y="348773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78854" name="Object 9"/>
          <p:cNvGraphicFramePr>
            <a:graphicFrameLocks noChangeAspect="1"/>
          </p:cNvGraphicFramePr>
          <p:nvPr/>
        </p:nvGraphicFramePr>
        <p:xfrm>
          <a:off x="914400" y="1606550"/>
          <a:ext cx="6629400" cy="436563"/>
        </p:xfrm>
        <a:graphic>
          <a:graphicData uri="http://schemas.openxmlformats.org/presentationml/2006/ole">
            <mc:AlternateContent xmlns:mc="http://schemas.openxmlformats.org/markup-compatibility/2006">
              <mc:Choice xmlns:v="urn:schemas-microsoft-com:vml" Requires="v">
                <p:oleObj spid="_x0000_s3131" name="" r:id="rId2" imgW="52444650" imgH="3514725" progId="Equation.3">
                  <p:embed/>
                </p:oleObj>
              </mc:Choice>
              <mc:Fallback>
                <p:oleObj name="" r:id="rId2" imgW="52444650" imgH="3514725" progId="Equation.3">
                  <p:embed/>
                  <p:pic>
                    <p:nvPicPr>
                      <p:cNvPr id="0" name="图片 3130"/>
                      <p:cNvPicPr/>
                      <p:nvPr/>
                    </p:nvPicPr>
                    <p:blipFill>
                      <a:blip r:embed="rId3"/>
                      <a:stretch>
                        <a:fillRect/>
                      </a:stretch>
                    </p:blipFill>
                    <p:spPr>
                      <a:xfrm>
                        <a:off x="914400" y="1606550"/>
                        <a:ext cx="6629400" cy="436563"/>
                      </a:xfrm>
                      <a:prstGeom prst="rect">
                        <a:avLst/>
                      </a:prstGeom>
                      <a:noFill/>
                      <a:ln w="38100">
                        <a:noFill/>
                        <a:miter/>
                      </a:ln>
                    </p:spPr>
                  </p:pic>
                </p:oleObj>
              </mc:Fallback>
            </mc:AlternateContent>
          </a:graphicData>
        </a:graphic>
      </p:graphicFrame>
      <p:sp>
        <p:nvSpPr>
          <p:cNvPr id="78855" name="Rectangle 12"/>
          <p:cNvSpPr/>
          <p:nvPr/>
        </p:nvSpPr>
        <p:spPr>
          <a:xfrm>
            <a:off x="3186113" y="348773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78856" name="Object 11"/>
          <p:cNvGraphicFramePr>
            <a:graphicFrameLocks noChangeAspect="1"/>
          </p:cNvGraphicFramePr>
          <p:nvPr/>
        </p:nvGraphicFramePr>
        <p:xfrm>
          <a:off x="1066800" y="2673350"/>
          <a:ext cx="5867400" cy="423863"/>
        </p:xfrm>
        <a:graphic>
          <a:graphicData uri="http://schemas.openxmlformats.org/presentationml/2006/ole">
            <mc:AlternateContent xmlns:mc="http://schemas.openxmlformats.org/markup-compatibility/2006">
              <mc:Choice xmlns:v="urn:schemas-microsoft-com:vml" Requires="v">
                <p:oleObj spid="_x0000_s3132" name="" r:id="rId4" imgW="47834550" imgH="3514725" progId="Equation.3">
                  <p:embed/>
                </p:oleObj>
              </mc:Choice>
              <mc:Fallback>
                <p:oleObj name="" r:id="rId4" imgW="47834550" imgH="3514725" progId="Equation.3">
                  <p:embed/>
                  <p:pic>
                    <p:nvPicPr>
                      <p:cNvPr id="0" name="图片 3131"/>
                      <p:cNvPicPr/>
                      <p:nvPr/>
                    </p:nvPicPr>
                    <p:blipFill>
                      <a:blip r:embed="rId5"/>
                      <a:stretch>
                        <a:fillRect/>
                      </a:stretch>
                    </p:blipFill>
                    <p:spPr>
                      <a:xfrm>
                        <a:off x="1066800" y="2673350"/>
                        <a:ext cx="5867400" cy="423863"/>
                      </a:xfrm>
                      <a:prstGeom prst="rect">
                        <a:avLst/>
                      </a:prstGeom>
                      <a:noFill/>
                      <a:ln w="38100">
                        <a:noFill/>
                        <a:miter/>
                      </a:ln>
                    </p:spPr>
                  </p:pic>
                </p:oleObj>
              </mc:Fallback>
            </mc:AlternateContent>
          </a:graphicData>
        </a:graphic>
      </p:graphicFrame>
      <p:sp>
        <p:nvSpPr>
          <p:cNvPr id="78857" name="Rectangle 14"/>
          <p:cNvSpPr/>
          <p:nvPr/>
        </p:nvSpPr>
        <p:spPr>
          <a:xfrm>
            <a:off x="3167063" y="348773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78858" name="Object 13"/>
          <p:cNvGraphicFramePr>
            <a:graphicFrameLocks noChangeAspect="1"/>
          </p:cNvGraphicFramePr>
          <p:nvPr/>
        </p:nvGraphicFramePr>
        <p:xfrm>
          <a:off x="1143000" y="3740150"/>
          <a:ext cx="5410200" cy="385763"/>
        </p:xfrm>
        <a:graphic>
          <a:graphicData uri="http://schemas.openxmlformats.org/presentationml/2006/ole">
            <mc:AlternateContent xmlns:mc="http://schemas.openxmlformats.org/markup-compatibility/2006">
              <mc:Choice xmlns:v="urn:schemas-microsoft-com:vml" Requires="v">
                <p:oleObj spid="_x0000_s3136" name="" r:id="rId6" imgW="48491775" imgH="3514725" progId="Equation.3">
                  <p:embed/>
                </p:oleObj>
              </mc:Choice>
              <mc:Fallback>
                <p:oleObj name="" r:id="rId6" imgW="48491775" imgH="3514725" progId="Equation.3">
                  <p:embed/>
                  <p:pic>
                    <p:nvPicPr>
                      <p:cNvPr id="0" name="图片 3135"/>
                      <p:cNvPicPr/>
                      <p:nvPr/>
                    </p:nvPicPr>
                    <p:blipFill>
                      <a:blip r:embed="rId7"/>
                      <a:stretch>
                        <a:fillRect/>
                      </a:stretch>
                    </p:blipFill>
                    <p:spPr>
                      <a:xfrm>
                        <a:off x="1143000" y="3740150"/>
                        <a:ext cx="5410200" cy="385763"/>
                      </a:xfrm>
                      <a:prstGeom prst="rect">
                        <a:avLst/>
                      </a:prstGeom>
                      <a:noFill/>
                      <a:ln w="38100">
                        <a:noFill/>
                        <a:miter/>
                      </a:ln>
                    </p:spPr>
                  </p:pic>
                </p:oleObj>
              </mc:Fallback>
            </mc:AlternateContent>
          </a:graphicData>
        </a:graphic>
      </p:graphicFrame>
      <p:sp>
        <p:nvSpPr>
          <p:cNvPr id="78859" name="Rectangle 16"/>
          <p:cNvSpPr/>
          <p:nvPr/>
        </p:nvSpPr>
        <p:spPr>
          <a:xfrm>
            <a:off x="3133725" y="34686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78860" name="Object 15"/>
          <p:cNvGraphicFramePr>
            <a:graphicFrameLocks noChangeAspect="1"/>
          </p:cNvGraphicFramePr>
          <p:nvPr/>
        </p:nvGraphicFramePr>
        <p:xfrm>
          <a:off x="1219200" y="4273550"/>
          <a:ext cx="5257800" cy="434975"/>
        </p:xfrm>
        <a:graphic>
          <a:graphicData uri="http://schemas.openxmlformats.org/presentationml/2006/ole">
            <mc:AlternateContent xmlns:mc="http://schemas.openxmlformats.org/markup-compatibility/2006">
              <mc:Choice xmlns:v="urn:schemas-microsoft-com:vml" Requires="v">
                <p:oleObj spid="_x0000_s3128" name="" r:id="rId8" imgW="34890075" imgH="2847975" progId="Equation.3">
                  <p:embed/>
                </p:oleObj>
              </mc:Choice>
              <mc:Fallback>
                <p:oleObj name="" r:id="rId8" imgW="34890075" imgH="2847975" progId="Equation.3">
                  <p:embed/>
                  <p:pic>
                    <p:nvPicPr>
                      <p:cNvPr id="0" name="图片 3127"/>
                      <p:cNvPicPr/>
                      <p:nvPr/>
                    </p:nvPicPr>
                    <p:blipFill>
                      <a:blip r:embed="rId9"/>
                      <a:stretch>
                        <a:fillRect/>
                      </a:stretch>
                    </p:blipFill>
                    <p:spPr>
                      <a:xfrm>
                        <a:off x="1219200" y="4273550"/>
                        <a:ext cx="5257800" cy="434975"/>
                      </a:xfrm>
                      <a:prstGeom prst="rect">
                        <a:avLst/>
                      </a:prstGeom>
                      <a:noFill/>
                      <a:ln w="38100">
                        <a:noFill/>
                        <a:miter/>
                      </a:ln>
                    </p:spPr>
                  </p:pic>
                </p:oleObj>
              </mc:Fallback>
            </mc:AlternateContent>
          </a:graphicData>
        </a:graphic>
      </p:graphicFrame>
      <p:sp>
        <p:nvSpPr>
          <p:cNvPr id="78861" name="Rectangle 18"/>
          <p:cNvSpPr/>
          <p:nvPr/>
        </p:nvSpPr>
        <p:spPr>
          <a:xfrm>
            <a:off x="3133725" y="3473450"/>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78862" name="Object 17"/>
          <p:cNvGraphicFramePr>
            <a:graphicFrameLocks noChangeAspect="1"/>
          </p:cNvGraphicFramePr>
          <p:nvPr/>
        </p:nvGraphicFramePr>
        <p:xfrm>
          <a:off x="1143000" y="5340350"/>
          <a:ext cx="5486400" cy="434975"/>
        </p:xfrm>
        <a:graphic>
          <a:graphicData uri="http://schemas.openxmlformats.org/presentationml/2006/ole">
            <mc:AlternateContent xmlns:mc="http://schemas.openxmlformats.org/markup-compatibility/2006">
              <mc:Choice xmlns:v="urn:schemas-microsoft-com:vml" Requires="v">
                <p:oleObj spid="_x0000_s3129" name="" r:id="rId10" imgW="35766375" imgH="2847975" progId="Equation.3">
                  <p:embed/>
                </p:oleObj>
              </mc:Choice>
              <mc:Fallback>
                <p:oleObj name="" r:id="rId10" imgW="35766375" imgH="2847975" progId="Equation.3">
                  <p:embed/>
                  <p:pic>
                    <p:nvPicPr>
                      <p:cNvPr id="0" name="图片 3128"/>
                      <p:cNvPicPr/>
                      <p:nvPr/>
                    </p:nvPicPr>
                    <p:blipFill>
                      <a:blip r:embed="rId11"/>
                      <a:stretch>
                        <a:fillRect/>
                      </a:stretch>
                    </p:blipFill>
                    <p:spPr>
                      <a:xfrm>
                        <a:off x="1143000" y="5340350"/>
                        <a:ext cx="5486400" cy="434975"/>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灯片编号占位符 1"/>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9875" name="Rectangle 2"/>
          <p:cNvSpPr/>
          <p:nvPr/>
        </p:nvSpPr>
        <p:spPr>
          <a:xfrm>
            <a:off x="0" y="0"/>
            <a:ext cx="9144000" cy="765175"/>
          </a:xfrm>
          <a:prstGeom prst="rect">
            <a:avLst/>
          </a:prstGeom>
          <a:solidFill>
            <a:srgbClr val="A50021"/>
          </a:solidFill>
          <a:ln w="9525">
            <a:noFill/>
          </a:ln>
        </p:spPr>
        <p:txBody>
          <a:bodyPr anchor="b"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176530" eaLnBrk="1" hangingPunct="1">
              <a:spcBef>
                <a:spcPct val="0"/>
              </a:spcBef>
              <a:buClrTx/>
              <a:buFontTx/>
              <a:buNone/>
            </a:pPr>
            <a:r>
              <a:rPr lang="en-US" altLang="zh-CN" sz="3600" dirty="0">
                <a:solidFill>
                  <a:schemeClr val="bg1"/>
                </a:solidFill>
                <a:latin typeface="Times New Roman" panose="02020603050405020304" pitchFamily="18" charset="0"/>
                <a:ea typeface="黑体" panose="02010609060101010101" pitchFamily="49" charset="-122"/>
              </a:rPr>
              <a:t>3.3  </a:t>
            </a:r>
            <a:r>
              <a:rPr lang="zh-CN" altLang="en-US" sz="3600" dirty="0">
                <a:solidFill>
                  <a:schemeClr val="bg1"/>
                </a:solidFill>
                <a:latin typeface="Times New Roman" panose="02020603050405020304" pitchFamily="18" charset="0"/>
                <a:ea typeface="黑体" panose="02010609060101010101" pitchFamily="49" charset="-122"/>
              </a:rPr>
              <a:t>谓词公式化为子句集的方法</a:t>
            </a:r>
            <a:endParaRPr lang="zh-CN" altLang="en-US" sz="3600" dirty="0">
              <a:solidFill>
                <a:schemeClr val="bg1"/>
              </a:solidFill>
              <a:latin typeface="Times New Roman" panose="02020603050405020304" pitchFamily="18" charset="0"/>
              <a:ea typeface="黑体" panose="02010609060101010101" pitchFamily="49" charset="-122"/>
            </a:endParaRPr>
          </a:p>
        </p:txBody>
      </p:sp>
      <p:sp>
        <p:nvSpPr>
          <p:cNvPr id="92163" name="Text Box 3"/>
          <p:cNvSpPr txBox="1"/>
          <p:nvPr/>
        </p:nvSpPr>
        <p:spPr>
          <a:xfrm>
            <a:off x="304800" y="2895600"/>
            <a:ext cx="8610600" cy="1336675"/>
          </a:xfrm>
          <a:prstGeom prst="rect">
            <a:avLst/>
          </a:prstGeom>
          <a:gradFill rotWithShape="1">
            <a:gsLst>
              <a:gs pos="0">
                <a:srgbClr val="00FFFF"/>
              </a:gs>
              <a:gs pos="100000">
                <a:schemeClr val="bg1"/>
              </a:gs>
            </a:gsLst>
            <a:path path="rect">
              <a:fillToRect l="100000" b="100000"/>
            </a:path>
            <a:tileRect/>
          </a:gradFill>
          <a:ln w="9525" cap="flat" cmpd="sng">
            <a:solidFill>
              <a:srgbClr val="808080"/>
            </a:solidFill>
            <a:prstDash val="solid"/>
            <a:miter/>
            <a:headEnd type="none" w="med" len="med"/>
            <a:tailEnd type="none" w="med" len="med"/>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50000"/>
              </a:lnSpc>
              <a:spcBef>
                <a:spcPct val="0"/>
              </a:spcBef>
              <a:buClrTx/>
              <a:buFontTx/>
              <a:buNone/>
            </a:pPr>
            <a:r>
              <a:rPr lang="zh-CN" altLang="en-US" sz="2700" b="1" dirty="0">
                <a:latin typeface="宋体" panose="02010600030101010101" pitchFamily="2" charset="-122"/>
              </a:rPr>
              <a:t>定理 </a:t>
            </a:r>
            <a:r>
              <a:rPr lang="en-US" altLang="zh-CN" sz="2700" b="1" dirty="0">
                <a:latin typeface="Times New Roman" panose="02020603050405020304" pitchFamily="18" charset="0"/>
                <a:cs typeface="Times New Roman" panose="02020603050405020304" pitchFamily="18" charset="0"/>
              </a:rPr>
              <a:t>3.1:   </a:t>
            </a:r>
            <a:endParaRPr lang="en-US" altLang="zh-CN" sz="2700" b="1" dirty="0">
              <a:latin typeface="Times New Roman" panose="02020603050405020304" pitchFamily="18" charset="0"/>
              <a:cs typeface="Times New Roman" panose="02020603050405020304" pitchFamily="18" charset="0"/>
            </a:endParaRPr>
          </a:p>
          <a:p>
            <a:pPr marL="0" lvl="0" indent="0" eaLnBrk="1" hangingPunct="1">
              <a:lnSpc>
                <a:spcPct val="150000"/>
              </a:lnSpc>
              <a:spcBef>
                <a:spcPct val="0"/>
              </a:spcBef>
              <a:spcAft>
                <a:spcPct val="30000"/>
              </a:spcAft>
              <a:buClrTx/>
              <a:buFontTx/>
              <a:buNone/>
            </a:pPr>
            <a:r>
              <a:rPr lang="en-US" altLang="zh-CN" sz="2700" b="1" dirty="0">
                <a:latin typeface="Times New Roman" panose="02020603050405020304" pitchFamily="18" charset="0"/>
                <a:cs typeface="Times New Roman" panose="02020603050405020304" pitchFamily="18" charset="0"/>
              </a:rPr>
              <a:t>     </a:t>
            </a:r>
            <a:r>
              <a:rPr lang="zh-CN" altLang="en-US" sz="2700" b="1" dirty="0">
                <a:latin typeface="宋体" panose="02010600030101010101" pitchFamily="2" charset="-122"/>
              </a:rPr>
              <a:t>谓词公式不可满足的充要条件是其子句集不可满足。</a:t>
            </a:r>
            <a:endParaRPr lang="zh-CN" altLang="en-US" sz="2700" b="1" dirty="0">
              <a:latin typeface="宋体" panose="02010600030101010101" pitchFamily="2" charset="-122"/>
            </a:endParaRPr>
          </a:p>
        </p:txBody>
      </p:sp>
      <p:grpSp>
        <p:nvGrpSpPr>
          <p:cNvPr id="2" name="Group 9"/>
          <p:cNvGrpSpPr/>
          <p:nvPr/>
        </p:nvGrpSpPr>
        <p:grpSpPr>
          <a:xfrm>
            <a:off x="1828800" y="1371600"/>
            <a:ext cx="5915025" cy="977900"/>
            <a:chOff x="422" y="1612"/>
            <a:chExt cx="3726" cy="616"/>
          </a:xfrm>
        </p:grpSpPr>
        <p:sp>
          <p:nvSpPr>
            <p:cNvPr id="79878" name="Text Box 5"/>
            <p:cNvSpPr txBox="1"/>
            <p:nvPr/>
          </p:nvSpPr>
          <p:spPr>
            <a:xfrm>
              <a:off x="422" y="1612"/>
              <a:ext cx="1258" cy="596"/>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algn="ctr" eaLnBrk="1" hangingPunct="1">
                <a:spcBef>
                  <a:spcPct val="0"/>
                </a:spcBef>
                <a:buClrTx/>
                <a:buFontTx/>
                <a:buNone/>
              </a:pPr>
              <a:r>
                <a:rPr lang="zh-CN" altLang="en-US" sz="2800" b="1" dirty="0">
                  <a:latin typeface="宋体" panose="02010600030101010101" pitchFamily="2" charset="-122"/>
                </a:rPr>
                <a:t>谓词公式</a:t>
              </a:r>
              <a:endParaRPr lang="zh-CN" altLang="en-US" sz="2800" b="1" dirty="0">
                <a:latin typeface="宋体" panose="02010600030101010101" pitchFamily="2" charset="-122"/>
              </a:endParaRPr>
            </a:p>
            <a:p>
              <a:pPr marL="0" lvl="0" indent="0" algn="ctr" eaLnBrk="1" hangingPunct="1">
                <a:spcBef>
                  <a:spcPct val="0"/>
                </a:spcBef>
                <a:buClrTx/>
                <a:buFontTx/>
                <a:buNone/>
              </a:pPr>
              <a:r>
                <a:rPr lang="zh-CN" altLang="en-US" sz="2800" b="1" dirty="0">
                  <a:latin typeface="宋体" panose="02010600030101010101" pitchFamily="2" charset="-122"/>
                </a:rPr>
                <a:t>不可满足性</a:t>
              </a:r>
              <a:endParaRPr lang="zh-CN" altLang="en-US" sz="2800" b="1" dirty="0">
                <a:latin typeface="宋体" panose="02010600030101010101" pitchFamily="2" charset="-122"/>
              </a:endParaRPr>
            </a:p>
          </p:txBody>
        </p:sp>
        <p:sp>
          <p:nvSpPr>
            <p:cNvPr id="79879" name="Text Box 6"/>
            <p:cNvSpPr txBox="1"/>
            <p:nvPr/>
          </p:nvSpPr>
          <p:spPr>
            <a:xfrm>
              <a:off x="2304" y="1632"/>
              <a:ext cx="1344" cy="596"/>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algn="ctr" eaLnBrk="1" hangingPunct="1">
                <a:spcBef>
                  <a:spcPct val="0"/>
                </a:spcBef>
                <a:buClrTx/>
                <a:buFontTx/>
                <a:buNone/>
              </a:pPr>
              <a:r>
                <a:rPr lang="zh-CN" altLang="en-US" sz="2800" b="1" dirty="0">
                  <a:latin typeface="宋体" panose="02010600030101010101" pitchFamily="2" charset="-122"/>
                </a:rPr>
                <a:t>子句集</a:t>
              </a:r>
              <a:endParaRPr lang="zh-CN" altLang="en-US" sz="2800" b="1" dirty="0">
                <a:latin typeface="宋体" panose="02010600030101010101" pitchFamily="2" charset="-122"/>
              </a:endParaRPr>
            </a:p>
            <a:p>
              <a:pPr marL="0" lvl="0" indent="0" algn="ctr" eaLnBrk="1" hangingPunct="1">
                <a:spcBef>
                  <a:spcPct val="0"/>
                </a:spcBef>
                <a:buClrTx/>
                <a:buFontTx/>
                <a:buNone/>
              </a:pPr>
              <a:r>
                <a:rPr lang="zh-CN" altLang="en-US" sz="2800" b="1" dirty="0">
                  <a:latin typeface="宋体" panose="02010600030101010101" pitchFamily="2" charset="-122"/>
                </a:rPr>
                <a:t>不可满足性</a:t>
              </a:r>
              <a:endParaRPr lang="zh-CN" altLang="en-US" sz="2800" b="1" dirty="0">
                <a:latin typeface="宋体" panose="02010600030101010101" pitchFamily="2" charset="-122"/>
              </a:endParaRPr>
            </a:p>
          </p:txBody>
        </p:sp>
        <p:sp>
          <p:nvSpPr>
            <p:cNvPr id="79880" name="Line 7"/>
            <p:cNvSpPr/>
            <p:nvPr/>
          </p:nvSpPr>
          <p:spPr>
            <a:xfrm>
              <a:off x="1728" y="1968"/>
              <a:ext cx="528" cy="0"/>
            </a:xfrm>
            <a:prstGeom prst="line">
              <a:avLst/>
            </a:prstGeom>
            <a:ln w="38100" cap="flat" cmpd="sng">
              <a:solidFill>
                <a:schemeClr val="accent2"/>
              </a:solidFill>
              <a:prstDash val="solid"/>
              <a:headEnd type="triangle" w="med" len="med"/>
              <a:tailEnd type="triangle" w="med" len="med"/>
            </a:ln>
          </p:spPr>
        </p:sp>
        <p:sp>
          <p:nvSpPr>
            <p:cNvPr id="79881" name="Text Box 8"/>
            <p:cNvSpPr txBox="1"/>
            <p:nvPr/>
          </p:nvSpPr>
          <p:spPr>
            <a:xfrm>
              <a:off x="3648" y="1680"/>
              <a:ext cx="500" cy="519"/>
            </a:xfrm>
            <a:prstGeom prst="rect">
              <a:avLst/>
            </a:prstGeom>
            <a:noFill/>
            <a:ln w="9525">
              <a:noFill/>
            </a:ln>
          </p:spPr>
          <p:txBody>
            <a:bodyPr wrap="none">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0"/>
                </a:spcBef>
                <a:buClrTx/>
                <a:buFontTx/>
                <a:buNone/>
              </a:pPr>
              <a:r>
                <a:rPr lang="zh-CN" altLang="en-US" sz="4800" dirty="0">
                  <a:solidFill>
                    <a:schemeClr val="accent2"/>
                  </a:solidFill>
                </a:rPr>
                <a:t>？</a:t>
              </a:r>
              <a:endParaRPr lang="zh-CN" altLang="en-US" sz="4800" dirty="0">
                <a:solidFill>
                  <a:schemeClr val="accent2"/>
                </a:solidFill>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2"/>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2"/>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92163"/>
                                        </p:tgtEl>
                                        <p:attrNameLst>
                                          <p:attrName>style.visibility</p:attrName>
                                        </p:attrNameLst>
                                      </p:cBhvr>
                                      <p:to>
                                        <p:strVal val="visible"/>
                                      </p:to>
                                    </p:set>
                                    <p:animEffect transition="in" filter="wipe(down)">
                                      <p:cBhvr>
                                        <p:cTn id="15" dur="500"/>
                                        <p:tgtEl>
                                          <p:spTgt spid="92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3"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grpSp>
        <p:nvGrpSpPr>
          <p:cNvPr id="80899" name="Group 1026"/>
          <p:cNvGrpSpPr/>
          <p:nvPr/>
        </p:nvGrpSpPr>
        <p:grpSpPr>
          <a:xfrm>
            <a:off x="457200" y="2362200"/>
            <a:ext cx="8001000" cy="3429000"/>
            <a:chOff x="576" y="1488"/>
            <a:chExt cx="4512" cy="2160"/>
          </a:xfrm>
        </p:grpSpPr>
        <p:sp>
          <p:nvSpPr>
            <p:cNvPr id="80902" name="AutoShape 1027"/>
            <p:cNvSpPr/>
            <p:nvPr/>
          </p:nvSpPr>
          <p:spPr>
            <a:xfrm>
              <a:off x="576" y="1488"/>
              <a:ext cx="3888" cy="2064"/>
            </a:xfrm>
            <a:prstGeom prst="rightArrowCallout">
              <a:avLst>
                <a:gd name="adj1" fmla="val 18796"/>
                <a:gd name="adj2" fmla="val 24564"/>
                <a:gd name="adj3" fmla="val 19238"/>
                <a:gd name="adj4" fmla="val 84130"/>
              </a:avLst>
            </a:prstGeom>
            <a:solidFill>
              <a:srgbClr val="CCFFCC"/>
            </a:soli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0903" name="Text Box 1028"/>
            <p:cNvSpPr txBox="1"/>
            <p:nvPr/>
          </p:nvSpPr>
          <p:spPr>
            <a:xfrm>
              <a:off x="4560" y="1501"/>
              <a:ext cx="528" cy="2147"/>
            </a:xfrm>
            <a:prstGeom prst="rect">
              <a:avLst/>
            </a:prstGeom>
            <a:solidFill>
              <a:srgbClr val="FFFF99"/>
            </a:solidFill>
            <a:ln w="9525" cap="flat" cmpd="sng">
              <a:solidFill>
                <a:srgbClr val="808080"/>
              </a:solidFill>
              <a:prstDash val="solid"/>
              <a:miter/>
              <a:headEnd type="none" w="med" len="med"/>
              <a:tailEnd type="none" w="med" len="med"/>
            </a:ln>
          </p:spPr>
          <p:txBody>
            <a:bodyPr anchor="ctr" anchorCtr="1">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30000"/>
                </a:spcBef>
                <a:buClrTx/>
                <a:buFontTx/>
                <a:buNone/>
              </a:pPr>
              <a:r>
                <a:rPr lang="zh-CN" altLang="en-US" sz="2900" b="1" dirty="0"/>
                <a:t>归</a:t>
              </a:r>
              <a:endParaRPr lang="zh-CN" altLang="en-US" sz="2900" b="1" dirty="0"/>
            </a:p>
            <a:p>
              <a:pPr marL="0" lvl="0" indent="0" eaLnBrk="1" hangingPunct="1">
                <a:spcBef>
                  <a:spcPct val="30000"/>
                </a:spcBef>
                <a:buClrTx/>
                <a:buFontTx/>
                <a:buNone/>
              </a:pPr>
              <a:r>
                <a:rPr lang="zh-CN" altLang="en-US" sz="2900" b="1" dirty="0"/>
                <a:t>结</a:t>
              </a:r>
              <a:endParaRPr lang="zh-CN" altLang="en-US" sz="2900" b="1" dirty="0"/>
            </a:p>
            <a:p>
              <a:pPr marL="0" lvl="0" indent="0" eaLnBrk="1" hangingPunct="1">
                <a:spcBef>
                  <a:spcPct val="30000"/>
                </a:spcBef>
                <a:buClrTx/>
                <a:buFontTx/>
                <a:buNone/>
              </a:pPr>
              <a:r>
                <a:rPr lang="zh-CN" altLang="en-US" sz="2900" b="1" dirty="0"/>
                <a:t>演</a:t>
              </a:r>
              <a:endParaRPr lang="zh-CN" altLang="en-US" sz="2900" b="1" dirty="0"/>
            </a:p>
            <a:p>
              <a:pPr marL="0" lvl="0" indent="0" eaLnBrk="1" hangingPunct="1">
                <a:spcBef>
                  <a:spcPct val="30000"/>
                </a:spcBef>
                <a:buClrTx/>
                <a:buFontTx/>
                <a:buNone/>
              </a:pPr>
              <a:r>
                <a:rPr lang="zh-CN" altLang="en-US" sz="2900" b="1" dirty="0"/>
                <a:t>绎</a:t>
              </a:r>
              <a:endParaRPr lang="zh-CN" altLang="en-US" sz="2900" b="1" dirty="0"/>
            </a:p>
            <a:p>
              <a:pPr marL="0" lvl="0" indent="0" eaLnBrk="1" hangingPunct="1">
                <a:spcBef>
                  <a:spcPct val="30000"/>
                </a:spcBef>
                <a:buClrTx/>
                <a:buFontTx/>
                <a:buNone/>
              </a:pPr>
              <a:r>
                <a:rPr lang="zh-CN" altLang="en-US" sz="2900" b="1" dirty="0"/>
                <a:t>推</a:t>
              </a:r>
              <a:endParaRPr lang="zh-CN" altLang="en-US" sz="2900" b="1" dirty="0"/>
            </a:p>
            <a:p>
              <a:pPr marL="0" lvl="0" indent="0" eaLnBrk="1" hangingPunct="1">
                <a:spcBef>
                  <a:spcPct val="30000"/>
                </a:spcBef>
                <a:buClrTx/>
                <a:buFontTx/>
                <a:buNone/>
              </a:pPr>
              <a:r>
                <a:rPr lang="zh-CN" altLang="en-US" sz="2900" b="1" dirty="0"/>
                <a:t>理</a:t>
              </a:r>
              <a:endParaRPr lang="zh-CN" altLang="en-US" sz="2900" b="1" dirty="0"/>
            </a:p>
          </p:txBody>
        </p:sp>
      </p:grpSp>
      <p:sp>
        <p:nvSpPr>
          <p:cNvPr id="80900" name="Rectangle 1029"/>
          <p:cNvSpPr>
            <a:spLocks noGrp="1"/>
          </p:cNvSpPr>
          <p:nvPr>
            <p:ph type="title"/>
          </p:nvPr>
        </p:nvSpPr>
        <p:spPr/>
        <p:txBody>
          <a:bodyPr vert="horz" wrap="square" lIns="91440" tIns="45720" rIns="91440" bIns="45720" anchor="b" anchorCtr="0"/>
          <a:p>
            <a:pPr eaLnBrk="1" hangingPunct="1"/>
            <a:r>
              <a:rPr lang="zh-CN" altLang="en-US" sz="3600" b="0" dirty="0">
                <a:latin typeface="Times New Roman" panose="02020603050405020304" pitchFamily="18" charset="0"/>
                <a:ea typeface="黑体" panose="02010609060101010101" pitchFamily="49" charset="-122"/>
              </a:rPr>
              <a:t>第</a:t>
            </a:r>
            <a:r>
              <a:rPr lang="en-US" altLang="zh-CN" sz="3600" b="0" dirty="0">
                <a:latin typeface="Times New Roman" panose="02020603050405020304" pitchFamily="18" charset="0"/>
                <a:ea typeface="黑体" panose="02010609060101010101" pitchFamily="49" charset="-122"/>
              </a:rPr>
              <a:t>3</a:t>
            </a:r>
            <a:r>
              <a:rPr lang="zh-CN" altLang="en-US" sz="3600" b="0" dirty="0">
                <a:latin typeface="Times New Roman" panose="02020603050405020304" pitchFamily="18" charset="0"/>
                <a:ea typeface="黑体" panose="02010609060101010101" pitchFamily="49" charset="-122"/>
              </a:rPr>
              <a:t>章  确定性推理方法</a:t>
            </a:r>
            <a:endParaRPr lang="zh-CN" altLang="en-US" sz="3600" b="0" dirty="0">
              <a:latin typeface="Times New Roman" panose="02020603050405020304" pitchFamily="18" charset="0"/>
              <a:ea typeface="黑体" panose="02010609060101010101" pitchFamily="49" charset="-122"/>
            </a:endParaRPr>
          </a:p>
        </p:txBody>
      </p:sp>
      <p:sp>
        <p:nvSpPr>
          <p:cNvPr id="80901" name="Rectangle 1030"/>
          <p:cNvSpPr>
            <a:spLocks noGrp="1"/>
          </p:cNvSpPr>
          <p:nvPr>
            <p:ph idx="1"/>
          </p:nvPr>
        </p:nvSpPr>
        <p:spPr>
          <a:xfrm>
            <a:off x="425450" y="908050"/>
            <a:ext cx="8642350" cy="5400675"/>
          </a:xfrm>
        </p:spPr>
        <p:txBody>
          <a:bodyPr vert="horz" wrap="square" lIns="91440" tIns="45720" rIns="91440" bIns="45720" anchor="t" anchorCtr="0"/>
          <a:p>
            <a:pPr eaLnBrk="1" hangingPunct="1">
              <a:lnSpc>
                <a:spcPct val="120000"/>
              </a:lnSpc>
            </a:pPr>
            <a:r>
              <a:rPr lang="en-US" altLang="zh-CN" sz="2800" b="1" dirty="0">
                <a:latin typeface="Times New Roman" panose="02020603050405020304" pitchFamily="18" charset="0"/>
              </a:rPr>
              <a:t>3.1  </a:t>
            </a:r>
            <a:r>
              <a:rPr lang="zh-CN" altLang="en-US" sz="2800" b="1" dirty="0">
                <a:latin typeface="Times New Roman" panose="02020603050405020304" pitchFamily="18" charset="0"/>
              </a:rPr>
              <a:t>推理的基本概念 </a:t>
            </a:r>
            <a:endParaRPr lang="zh-CN" altLang="en-US" sz="2800" b="1" dirty="0">
              <a:latin typeface="Times New Roman" panose="02020603050405020304" pitchFamily="18" charset="0"/>
            </a:endParaRPr>
          </a:p>
          <a:p>
            <a:pPr eaLnBrk="1" hangingPunct="1">
              <a:lnSpc>
                <a:spcPct val="120000"/>
              </a:lnSpc>
            </a:pPr>
            <a:r>
              <a:rPr lang="en-US" altLang="zh-CN" sz="2800" b="1" dirty="0">
                <a:latin typeface="Times New Roman" panose="02020603050405020304" pitchFamily="18" charset="0"/>
              </a:rPr>
              <a:t>3.2  </a:t>
            </a:r>
            <a:r>
              <a:rPr lang="zh-CN" altLang="en-US" sz="2800" b="1" dirty="0">
                <a:latin typeface="Times New Roman" panose="02020603050405020304" pitchFamily="18" charset="0"/>
              </a:rPr>
              <a:t>自然演绎推理</a:t>
            </a:r>
            <a:endParaRPr lang="zh-CN" altLang="en-US" sz="2800" b="1" dirty="0">
              <a:latin typeface="Times New Roman" panose="02020603050405020304" pitchFamily="18" charset="0"/>
            </a:endParaRPr>
          </a:p>
          <a:p>
            <a:pPr eaLnBrk="1" hangingPunct="1">
              <a:lnSpc>
                <a:spcPct val="120000"/>
              </a:lnSpc>
            </a:pPr>
            <a:r>
              <a:rPr lang="en-US" altLang="zh-CN" sz="2800" b="1" dirty="0">
                <a:latin typeface="Times New Roman" panose="02020603050405020304" pitchFamily="18" charset="0"/>
              </a:rPr>
              <a:t>3.3  </a:t>
            </a:r>
            <a:r>
              <a:rPr lang="zh-CN" altLang="en-US" sz="2800" b="1" dirty="0">
                <a:latin typeface="Times New Roman" panose="02020603050405020304" pitchFamily="18" charset="0"/>
              </a:rPr>
              <a:t>谓词公式化为子句集的方法</a:t>
            </a:r>
            <a:endParaRPr lang="zh-CN" altLang="en-US" sz="2800" b="1" dirty="0">
              <a:latin typeface="Times New Roman" panose="02020603050405020304" pitchFamily="18" charset="0"/>
            </a:endParaRPr>
          </a:p>
          <a:p>
            <a:pPr eaLnBrk="1" hangingPunct="1">
              <a:lnSpc>
                <a:spcPct val="120000"/>
              </a:lnSpc>
            </a:pPr>
            <a:r>
              <a:rPr lang="en-US" altLang="zh-CN" sz="2800" b="1" dirty="0">
                <a:solidFill>
                  <a:srgbClr val="0000FF"/>
                </a:solidFill>
                <a:latin typeface="Times New Roman" panose="02020603050405020304" pitchFamily="18" charset="0"/>
              </a:rPr>
              <a:t>3.4  </a:t>
            </a:r>
            <a:r>
              <a:rPr lang="zh-CN" altLang="en-US" sz="2800" b="1" dirty="0">
                <a:solidFill>
                  <a:srgbClr val="0000FF"/>
                </a:solidFill>
                <a:latin typeface="Times New Roman" panose="02020603050405020304" pitchFamily="18" charset="0"/>
              </a:rPr>
              <a:t>鲁宾逊归结原理</a:t>
            </a:r>
            <a:endParaRPr lang="zh-CN" altLang="en-US" sz="2800" b="1" dirty="0">
              <a:solidFill>
                <a:srgbClr val="0000FF"/>
              </a:solidFill>
              <a:latin typeface="Times New Roman" panose="02020603050405020304" pitchFamily="18" charset="0"/>
            </a:endParaRPr>
          </a:p>
          <a:p>
            <a:pPr eaLnBrk="1" hangingPunct="1">
              <a:lnSpc>
                <a:spcPct val="120000"/>
              </a:lnSpc>
            </a:pPr>
            <a:r>
              <a:rPr lang="en-US" altLang="zh-CN" sz="2800" b="1" dirty="0">
                <a:latin typeface="Times New Roman" panose="02020603050405020304" pitchFamily="18" charset="0"/>
              </a:rPr>
              <a:t>3.5  </a:t>
            </a:r>
            <a:r>
              <a:rPr lang="zh-CN" altLang="en-US" sz="2800" b="1" dirty="0">
                <a:latin typeface="Times New Roman" panose="02020603050405020304" pitchFamily="18" charset="0"/>
              </a:rPr>
              <a:t>归结反演</a:t>
            </a:r>
            <a:endParaRPr lang="zh-CN" altLang="en-US" sz="2800" b="1" dirty="0">
              <a:latin typeface="Times New Roman" panose="02020603050405020304" pitchFamily="18" charset="0"/>
            </a:endParaRPr>
          </a:p>
          <a:p>
            <a:pPr eaLnBrk="1" hangingPunct="1">
              <a:lnSpc>
                <a:spcPct val="120000"/>
              </a:lnSpc>
            </a:pPr>
            <a:r>
              <a:rPr lang="en-US" altLang="zh-CN" sz="2800" b="1" dirty="0">
                <a:latin typeface="Times New Roman" panose="02020603050405020304" pitchFamily="18" charset="0"/>
              </a:rPr>
              <a:t>3.6  </a:t>
            </a:r>
            <a:r>
              <a:rPr lang="zh-CN" altLang="en-US" sz="2800" b="1" dirty="0">
                <a:latin typeface="Times New Roman" panose="02020603050405020304" pitchFamily="18" charset="0"/>
              </a:rPr>
              <a:t>应用归结反演求解问题</a:t>
            </a:r>
            <a:r>
              <a:rPr lang="zh-CN" altLang="en-US" sz="2800" b="1" dirty="0"/>
              <a:t> </a:t>
            </a:r>
            <a:endParaRPr lang="zh-CN" altLang="en-US" sz="2800" b="1" dirty="0"/>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82947"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3.4  </a:t>
            </a:r>
            <a:r>
              <a:rPr lang="zh-CN" altLang="en-US" sz="3600" b="0" dirty="0">
                <a:latin typeface="Times New Roman" panose="02020603050405020304" pitchFamily="18" charset="0"/>
                <a:ea typeface="黑体" panose="02010609060101010101" pitchFamily="49" charset="-122"/>
              </a:rPr>
              <a:t>鲁宾逊归结原理</a:t>
            </a:r>
            <a:endParaRPr lang="zh-CN" altLang="en-US" sz="3600" b="0" dirty="0">
              <a:latin typeface="Times New Roman" panose="02020603050405020304" pitchFamily="18" charset="0"/>
              <a:ea typeface="黑体" panose="02010609060101010101" pitchFamily="49" charset="-122"/>
            </a:endParaRPr>
          </a:p>
        </p:txBody>
      </p:sp>
      <p:sp>
        <p:nvSpPr>
          <p:cNvPr id="82948" name="Rectangle 3"/>
          <p:cNvSpPr>
            <a:spLocks noGrp="1"/>
          </p:cNvSpPr>
          <p:nvPr>
            <p:ph idx="1"/>
          </p:nvPr>
        </p:nvSpPr>
        <p:spPr>
          <a:xfrm>
            <a:off x="327025" y="2819400"/>
            <a:ext cx="8588375" cy="2362200"/>
          </a:xfrm>
          <a:gradFill rotWithShape="1">
            <a:gsLst>
              <a:gs pos="0">
                <a:srgbClr val="00FFFF">
                  <a:alpha val="100000"/>
                </a:srgbClr>
              </a:gs>
              <a:gs pos="100000">
                <a:schemeClr val="bg1">
                  <a:alpha val="100000"/>
                </a:schemeClr>
              </a:gs>
            </a:gsLst>
            <a:path path="shape">
              <a:fillToRect l="50000" t="50000" r="50000" b="50000"/>
            </a:path>
            <a:tileRect/>
          </a:gradFill>
          <a:ln>
            <a:solidFill>
              <a:srgbClr val="808080">
                <a:alpha val="100000"/>
              </a:srgbClr>
            </a:solidFill>
            <a:miter lim="800000"/>
          </a:ln>
        </p:spPr>
        <p:txBody>
          <a:bodyPr vert="horz" wrap="square" lIns="91440" tIns="45720" rIns="91440" bIns="45720" anchor="t" anchorCtr="0"/>
          <a:p>
            <a:pPr marL="292100" indent="-292100" algn="just" eaLnBrk="1" hangingPunct="1">
              <a:lnSpc>
                <a:spcPct val="120000"/>
              </a:lnSpc>
              <a:buFont typeface="Wingdings" panose="05000000000000000000" pitchFamily="2" charset="2"/>
              <a:buChar char="u"/>
            </a:pPr>
            <a:r>
              <a:rPr lang="en-US" altLang="zh-CN" sz="2400" b="1" dirty="0"/>
              <a:t> </a:t>
            </a:r>
            <a:r>
              <a:rPr lang="zh-CN" altLang="en-US" sz="2400" b="1" dirty="0"/>
              <a:t>鲁宾逊归结原理（消解原理）</a:t>
            </a:r>
            <a:r>
              <a:rPr lang="zh-CN" altLang="en-US" sz="2400" dirty="0"/>
              <a:t>的</a:t>
            </a:r>
            <a:r>
              <a:rPr lang="zh-CN" altLang="en-US" sz="2400" b="1" dirty="0">
                <a:latin typeface="Times New Roman" panose="02020603050405020304" pitchFamily="18" charset="0"/>
              </a:rPr>
              <a:t>基本思想：</a:t>
            </a:r>
            <a:endParaRPr lang="zh-CN" altLang="en-US" sz="2400" b="1" dirty="0">
              <a:latin typeface="Times New Roman" panose="02020603050405020304" pitchFamily="18" charset="0"/>
            </a:endParaRPr>
          </a:p>
          <a:p>
            <a:pPr marL="292100" indent="-292100" algn="just" eaLnBrk="1" hangingPunct="1">
              <a:lnSpc>
                <a:spcPct val="120000"/>
              </a:lnSpc>
              <a:buSzPct val="60000"/>
              <a:buFont typeface="Wingdings" panose="05000000000000000000" pitchFamily="2" charset="2"/>
              <a:buChar char="p"/>
            </a:pPr>
            <a:r>
              <a:rPr lang="zh-CN" altLang="en-US" sz="2400" b="1" dirty="0">
                <a:latin typeface="Times New Roman" panose="02020603050405020304" pitchFamily="18" charset="0"/>
              </a:rPr>
              <a:t>检查子句集</a:t>
            </a:r>
            <a:r>
              <a:rPr lang="zh-CN" altLang="en-US" sz="2400" b="1" i="1" dirty="0">
                <a:latin typeface="Times New Roman" panose="02020603050405020304" pitchFamily="18" charset="0"/>
              </a:rPr>
              <a:t> </a:t>
            </a:r>
            <a:r>
              <a:rPr lang="en-US" altLang="zh-CN" sz="2400" b="1" i="1" dirty="0">
                <a:latin typeface="Times New Roman" panose="02020603050405020304" pitchFamily="18" charset="0"/>
              </a:rPr>
              <a:t>S</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中是否包含空子句，若包含，则 </a:t>
            </a:r>
            <a:r>
              <a:rPr lang="en-US" altLang="zh-CN" sz="2400" b="1" i="1" dirty="0">
                <a:latin typeface="Times New Roman" panose="02020603050405020304" pitchFamily="18" charset="0"/>
              </a:rPr>
              <a:t>S</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不可满足。</a:t>
            </a:r>
            <a:endParaRPr lang="zh-CN" altLang="en-US" sz="2400" b="1" dirty="0">
              <a:latin typeface="Times New Roman" panose="02020603050405020304" pitchFamily="18" charset="0"/>
            </a:endParaRPr>
          </a:p>
          <a:p>
            <a:pPr marL="292100" indent="-292100" algn="just" eaLnBrk="1" hangingPunct="1">
              <a:lnSpc>
                <a:spcPct val="120000"/>
              </a:lnSpc>
              <a:buSzPct val="60000"/>
              <a:buFont typeface="Wingdings" panose="05000000000000000000" pitchFamily="2" charset="2"/>
              <a:buChar char="p"/>
            </a:pPr>
            <a:r>
              <a:rPr lang="zh-CN" altLang="en-US" sz="2400" b="1" dirty="0">
                <a:latin typeface="Times New Roman" panose="02020603050405020304" pitchFamily="18" charset="0"/>
              </a:rPr>
              <a:t>若不包含，在 </a:t>
            </a:r>
            <a:r>
              <a:rPr lang="en-US" altLang="zh-CN" sz="2400" b="1" i="1" dirty="0">
                <a:latin typeface="Times New Roman" panose="02020603050405020304" pitchFamily="18" charset="0"/>
              </a:rPr>
              <a:t>S</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中选择合适的子句进行归结，一旦归结出空子句，就说明 </a:t>
            </a:r>
            <a:r>
              <a:rPr lang="en-US" altLang="zh-CN" sz="2400" b="1" i="1" dirty="0">
                <a:latin typeface="Times New Roman" panose="02020603050405020304" pitchFamily="18" charset="0"/>
              </a:rPr>
              <a:t>S</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是不可满足的。</a:t>
            </a:r>
            <a:endParaRPr lang="zh-CN" altLang="en-US" sz="2400" b="1" dirty="0">
              <a:latin typeface="Times New Roman" panose="02020603050405020304" pitchFamily="18" charset="0"/>
            </a:endParaRPr>
          </a:p>
        </p:txBody>
      </p:sp>
      <p:sp>
        <p:nvSpPr>
          <p:cNvPr id="82949" name="Rectangle 5"/>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2950" name="Rectangle 7"/>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2951" name="Rectangle 11"/>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2952" name="Rectangle 13"/>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2953" name="Rectangle 15"/>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2954" name="Rectangle 17"/>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2955" name="Rectangle 19"/>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2956" name="Rectangle 21"/>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2957" name="Rectangle 23"/>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2958" name="Rectangle 25"/>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2959" name="Rectangle 27"/>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2960" name="Rectangle 29"/>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2961" name="Rectangle 31"/>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2962" name="Rectangle 33"/>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2963" name="Rectangle 37"/>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2964" name="Rectangle 39"/>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2965" name="Rectangle 43"/>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2966" name="Rectangle 45"/>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2967" name="Rectangle 47"/>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2968" name="Rectangle 49"/>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2969" name="Rectangle 51"/>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2970" name="Rectangle 53"/>
          <p:cNvSpPr/>
          <p:nvPr/>
        </p:nvSpPr>
        <p:spPr>
          <a:xfrm>
            <a:off x="0" y="320040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2971" name="Rectangle 81"/>
          <p:cNvSpPr/>
          <p:nvPr/>
        </p:nvSpPr>
        <p:spPr>
          <a:xfrm>
            <a:off x="304800" y="1219200"/>
            <a:ext cx="8610600" cy="1220788"/>
          </a:xfrm>
          <a:prstGeom prst="rect">
            <a:avLst/>
          </a:prstGeom>
          <a:solidFill>
            <a:srgbClr val="FFFFFF"/>
          </a:solidFill>
          <a:ln w="9525" cap="flat" cmpd="sng">
            <a:solidFill>
              <a:srgbClr val="808080"/>
            </a:solidFill>
            <a:prstDash val="solid"/>
            <a:miter/>
            <a:headEnd type="none" w="med" len="med"/>
            <a:tailEnd type="none" w="med" len="med"/>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363855" lvl="0" indent="-363855" algn="just" eaLnBrk="1" hangingPunct="1">
              <a:lnSpc>
                <a:spcPct val="150000"/>
              </a:lnSpc>
              <a:buFont typeface="Wingdings" panose="05000000000000000000" pitchFamily="2" charset="2"/>
              <a:buChar char="u"/>
            </a:pPr>
            <a:r>
              <a:rPr lang="zh-CN" altLang="en-US" sz="2400" b="1" dirty="0"/>
              <a:t>子句集中子句之间是合取关系，只要有一个子句不可满足，  则子句集就不可满足。</a:t>
            </a:r>
            <a:r>
              <a:rPr lang="zh-CN" altLang="en-US" sz="2500" b="1" dirty="0"/>
              <a:t> </a:t>
            </a:r>
            <a:endParaRPr lang="zh-CN" altLang="en-US" sz="2500" b="1" dirty="0"/>
          </a:p>
        </p:txBody>
      </p:sp>
    </p:spTree>
  </p:cSld>
  <p:clrMapOvr>
    <a:masterClrMapping/>
  </p:clrMapOvr>
  <p:transition>
    <p:rand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灯片编号占位符 4"/>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84995" name="Rectangle 1026"/>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3.4  </a:t>
            </a:r>
            <a:r>
              <a:rPr lang="zh-CN" altLang="en-US" sz="3600" b="0" dirty="0">
                <a:latin typeface="Times New Roman" panose="02020603050405020304" pitchFamily="18" charset="0"/>
                <a:ea typeface="黑体" panose="02010609060101010101" pitchFamily="49" charset="-122"/>
              </a:rPr>
              <a:t>鲁宾逊归结原理</a:t>
            </a:r>
            <a:endParaRPr lang="zh-CN" altLang="en-US" sz="3600" b="0" dirty="0">
              <a:latin typeface="Times New Roman" panose="02020603050405020304" pitchFamily="18" charset="0"/>
              <a:ea typeface="黑体" panose="02010609060101010101" pitchFamily="49" charset="-122"/>
            </a:endParaRPr>
          </a:p>
        </p:txBody>
      </p:sp>
      <p:sp>
        <p:nvSpPr>
          <p:cNvPr id="84996" name="Rectangle 1027"/>
          <p:cNvSpPr>
            <a:spLocks noGrp="1"/>
          </p:cNvSpPr>
          <p:nvPr>
            <p:ph type="body" sz="half" idx="1"/>
          </p:nvPr>
        </p:nvSpPr>
        <p:spPr>
          <a:xfrm>
            <a:off x="250825" y="908050"/>
            <a:ext cx="8588375" cy="2444750"/>
          </a:xfrm>
          <a:ln>
            <a:solidFill>
              <a:schemeClr val="accent2">
                <a:alpha val="100000"/>
              </a:schemeClr>
            </a:solidFill>
            <a:miter lim="800000"/>
          </a:ln>
        </p:spPr>
        <p:txBody>
          <a:bodyPr vert="horz" wrap="square" lIns="91440" tIns="45720" rIns="91440" bIns="45720" anchor="t" anchorCtr="0"/>
          <a:p>
            <a:pPr marL="292100" indent="-292100" algn="just" eaLnBrk="1" hangingPunct="1">
              <a:lnSpc>
                <a:spcPct val="120000"/>
              </a:lnSpc>
              <a:buClr>
                <a:schemeClr val="accent2"/>
              </a:buClr>
              <a:buSzTx/>
              <a:buFont typeface="Wingdings" panose="05000000000000000000" pitchFamily="2" charset="2"/>
              <a:buNone/>
            </a:pPr>
            <a:r>
              <a:rPr lang="en-US" altLang="zh-CN" sz="2400" b="1" dirty="0">
                <a:latin typeface="Times New Roman" panose="02020603050405020304" pitchFamily="18" charset="0"/>
              </a:rPr>
              <a:t>1. </a:t>
            </a:r>
            <a:r>
              <a:rPr lang="zh-CN" altLang="en-US" sz="2400" b="1" dirty="0">
                <a:latin typeface="Times New Roman" panose="02020603050405020304" pitchFamily="18" charset="0"/>
              </a:rPr>
              <a:t>命题逻辑中的归结原理（基子句的归结）</a:t>
            </a:r>
            <a:endParaRPr lang="zh-CN" altLang="en-US" sz="2400" dirty="0">
              <a:latin typeface="Times New Roman" panose="02020603050405020304" pitchFamily="18" charset="0"/>
            </a:endParaRPr>
          </a:p>
          <a:p>
            <a:pPr marL="292100" indent="-292100" algn="just" eaLnBrk="1" hangingPunct="1">
              <a:lnSpc>
                <a:spcPct val="120000"/>
              </a:lnSpc>
              <a:buClr>
                <a:schemeClr val="accent2"/>
              </a:buClr>
              <a:buSzTx/>
              <a:buFont typeface="Wingdings" panose="05000000000000000000" pitchFamily="2" charset="2"/>
              <a:buNone/>
            </a:pPr>
            <a:r>
              <a:rPr lang="zh-CN" altLang="en-US" sz="2400" dirty="0">
                <a:latin typeface="Times New Roman" panose="02020603050405020304" pitchFamily="18" charset="0"/>
              </a:rPr>
              <a:t>   </a:t>
            </a:r>
            <a:r>
              <a:rPr lang="zh-CN" altLang="en-US" sz="2400" b="1" dirty="0">
                <a:latin typeface="Times New Roman" panose="02020603050405020304" pitchFamily="18" charset="0"/>
              </a:rPr>
              <a:t>定义</a:t>
            </a:r>
            <a:r>
              <a:rPr lang="en-US" altLang="zh-CN" sz="2400" b="1" dirty="0">
                <a:latin typeface="Times New Roman" panose="02020603050405020304" pitchFamily="18" charset="0"/>
              </a:rPr>
              <a:t>3.1</a:t>
            </a:r>
            <a:r>
              <a:rPr lang="zh-CN" altLang="en-US" sz="2400" b="1" dirty="0">
                <a:latin typeface="Times New Roman" panose="02020603050405020304" pitchFamily="18" charset="0"/>
              </a:rPr>
              <a:t>（</a:t>
            </a:r>
            <a:r>
              <a:rPr lang="zh-CN" altLang="en-US" sz="2400" b="1" dirty="0">
                <a:solidFill>
                  <a:schemeClr val="accent2"/>
                </a:solidFill>
                <a:latin typeface="Times New Roman" panose="02020603050405020304" pitchFamily="18" charset="0"/>
              </a:rPr>
              <a:t>归结</a:t>
            </a:r>
            <a:r>
              <a:rPr lang="zh-CN" altLang="en-US" sz="2400" b="1" dirty="0">
                <a:latin typeface="Times New Roman" panose="02020603050405020304" pitchFamily="18" charset="0"/>
              </a:rPr>
              <a:t>）</a:t>
            </a:r>
            <a:r>
              <a:rPr lang="zh-CN" altLang="en-US" sz="2400" dirty="0">
                <a:latin typeface="Times New Roman" panose="02020603050405020304" pitchFamily="18" charset="0"/>
              </a:rPr>
              <a:t>：设</a:t>
            </a:r>
            <a:r>
              <a:rPr lang="en-US" altLang="zh-CN" sz="2400" i="1" dirty="0">
                <a:latin typeface="Times New Roman" panose="02020603050405020304" pitchFamily="18" charset="0"/>
              </a:rPr>
              <a:t>C</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与</a:t>
            </a:r>
            <a:r>
              <a:rPr lang="en-US" altLang="zh-CN" sz="2400" i="1" dirty="0">
                <a:latin typeface="Times New Roman" panose="02020603050405020304" pitchFamily="18" charset="0"/>
              </a:rPr>
              <a:t>C</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是子句集中的任意两个子句，如果 </a:t>
            </a:r>
            <a:r>
              <a:rPr lang="en-US" altLang="zh-CN" sz="2400" i="1" dirty="0">
                <a:latin typeface="Times New Roman" panose="02020603050405020304" pitchFamily="18" charset="0"/>
              </a:rPr>
              <a:t>C</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中的文字</a:t>
            </a:r>
            <a:r>
              <a:rPr lang="en-US" altLang="zh-CN" sz="2400" i="1" dirty="0">
                <a:latin typeface="Times New Roman" panose="02020603050405020304" pitchFamily="18" charset="0"/>
              </a:rPr>
              <a:t>L</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与 </a:t>
            </a:r>
            <a:r>
              <a:rPr lang="en-US" altLang="zh-CN" sz="2400" i="1" dirty="0">
                <a:latin typeface="Times New Roman" panose="02020603050405020304" pitchFamily="18" charset="0"/>
              </a:rPr>
              <a:t>C</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中的文字</a:t>
            </a:r>
            <a:r>
              <a:rPr lang="en-US" altLang="zh-CN" sz="2400" i="1" dirty="0">
                <a:latin typeface="Times New Roman" panose="02020603050405020304" pitchFamily="18" charset="0"/>
              </a:rPr>
              <a:t>L</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互补，那么从</a:t>
            </a:r>
            <a:r>
              <a:rPr lang="en-US" altLang="zh-CN" sz="2400" i="1" dirty="0">
                <a:latin typeface="Times New Roman" panose="02020603050405020304" pitchFamily="18" charset="0"/>
              </a:rPr>
              <a:t>C</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和 </a:t>
            </a:r>
            <a:r>
              <a:rPr lang="en-US" altLang="zh-CN" sz="2400" i="1" dirty="0">
                <a:latin typeface="Times New Roman" panose="02020603050405020304" pitchFamily="18" charset="0"/>
              </a:rPr>
              <a:t>C</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中分别消去</a:t>
            </a:r>
            <a:r>
              <a:rPr lang="en-US" altLang="zh-CN" sz="2400" i="1" dirty="0">
                <a:latin typeface="Times New Roman" panose="02020603050405020304" pitchFamily="18" charset="0"/>
              </a:rPr>
              <a:t>L</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和</a:t>
            </a:r>
            <a:r>
              <a:rPr lang="en-US" altLang="zh-CN" sz="2400" i="1" dirty="0">
                <a:latin typeface="Times New Roman" panose="02020603050405020304" pitchFamily="18" charset="0"/>
              </a:rPr>
              <a:t>L</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，并将二个子句中余下的部分</a:t>
            </a:r>
            <a:r>
              <a:rPr lang="zh-CN" altLang="en-US" sz="2400" dirty="0">
                <a:solidFill>
                  <a:srgbClr val="0000FF"/>
                </a:solidFill>
                <a:latin typeface="Times New Roman" panose="02020603050405020304" pitchFamily="18" charset="0"/>
              </a:rPr>
              <a:t>析取</a:t>
            </a:r>
            <a:r>
              <a:rPr lang="zh-CN" altLang="en-US" sz="2400" dirty="0">
                <a:latin typeface="Times New Roman" panose="02020603050405020304" pitchFamily="18" charset="0"/>
              </a:rPr>
              <a:t>，构成一个新子句</a:t>
            </a:r>
            <a:r>
              <a:rPr lang="en-US" altLang="zh-CN" sz="2400" i="1" dirty="0">
                <a:latin typeface="Times New Roman" panose="02020603050405020304" pitchFamily="18" charset="0"/>
              </a:rPr>
              <a:t>C</a:t>
            </a:r>
            <a:r>
              <a:rPr lang="en-US" altLang="zh-CN" sz="2400" baseline="-25000" dirty="0">
                <a:latin typeface="Times New Roman" panose="02020603050405020304" pitchFamily="18" charset="0"/>
              </a:rPr>
              <a:t>12</a:t>
            </a:r>
            <a:r>
              <a:rPr lang="en-US" altLang="zh-CN" sz="2400" dirty="0">
                <a:latin typeface="Times New Roman" panose="02020603050405020304" pitchFamily="18" charset="0"/>
              </a:rPr>
              <a:t> </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p:txBody>
      </p:sp>
      <p:pic>
        <p:nvPicPr>
          <p:cNvPr id="84997" name="Picture 1080"/>
          <p:cNvPicPr>
            <a:picLocks noChangeAspect="1"/>
          </p:cNvPicPr>
          <p:nvPr/>
        </p:nvPicPr>
        <p:blipFill>
          <a:blip r:embed="rId1"/>
          <a:srcRect l="-1482" t="-6026" r="4002" b="23300"/>
          <a:stretch>
            <a:fillRect/>
          </a:stretch>
        </p:blipFill>
        <p:spPr>
          <a:xfrm>
            <a:off x="3887788" y="3506788"/>
            <a:ext cx="4951412" cy="3122612"/>
          </a:xfrm>
          <a:prstGeom prst="rect">
            <a:avLst/>
          </a:prstGeom>
          <a:solidFill>
            <a:schemeClr val="bg2"/>
          </a:solidFill>
          <a:ln w="9525" cap="flat" cmpd="sng">
            <a:solidFill>
              <a:srgbClr val="808080"/>
            </a:solidFill>
            <a:prstDash val="dash"/>
            <a:miter/>
            <a:headEnd type="none" w="med" len="med"/>
            <a:tailEnd type="none" w="med" len="med"/>
          </a:ln>
        </p:spPr>
      </p:pic>
      <p:graphicFrame>
        <p:nvGraphicFramePr>
          <p:cNvPr id="84998" name="Object 1024"/>
          <p:cNvGraphicFramePr>
            <a:graphicFrameLocks noChangeAspect="1"/>
          </p:cNvGraphicFramePr>
          <p:nvPr/>
        </p:nvGraphicFramePr>
        <p:xfrm>
          <a:off x="5411788" y="3962400"/>
          <a:ext cx="312737" cy="360363"/>
        </p:xfrm>
        <a:graphic>
          <a:graphicData uri="http://schemas.openxmlformats.org/presentationml/2006/ole">
            <mc:AlternateContent xmlns:mc="http://schemas.openxmlformats.org/markup-compatibility/2006">
              <mc:Choice xmlns:v="urn:schemas-microsoft-com:vml" Requires="v">
                <p:oleObj spid="_x0000_s3151" name="" r:id="rId2" imgW="3076575" imgH="3733800" progId="Equation.3">
                  <p:embed/>
                </p:oleObj>
              </mc:Choice>
              <mc:Fallback>
                <p:oleObj name="" r:id="rId2" imgW="3076575" imgH="3733800" progId="Equation.3">
                  <p:embed/>
                  <p:pic>
                    <p:nvPicPr>
                      <p:cNvPr id="0" name="图片 3150"/>
                      <p:cNvPicPr/>
                      <p:nvPr/>
                    </p:nvPicPr>
                    <p:blipFill>
                      <a:blip r:embed="rId3"/>
                      <a:stretch>
                        <a:fillRect/>
                      </a:stretch>
                    </p:blipFill>
                    <p:spPr>
                      <a:xfrm>
                        <a:off x="5411788" y="3962400"/>
                        <a:ext cx="312737" cy="360363"/>
                      </a:xfrm>
                      <a:prstGeom prst="rect">
                        <a:avLst/>
                      </a:prstGeom>
                      <a:solidFill>
                        <a:schemeClr val="bg1"/>
                      </a:solidFill>
                      <a:ln w="38100">
                        <a:noFill/>
                        <a:miter/>
                      </a:ln>
                    </p:spPr>
                  </p:pic>
                </p:oleObj>
              </mc:Fallback>
            </mc:AlternateContent>
          </a:graphicData>
        </a:graphic>
      </p:graphicFrame>
      <p:graphicFrame>
        <p:nvGraphicFramePr>
          <p:cNvPr id="84999" name="Object 1025"/>
          <p:cNvGraphicFramePr>
            <a:graphicFrameLocks noChangeAspect="1"/>
          </p:cNvGraphicFramePr>
          <p:nvPr/>
        </p:nvGraphicFramePr>
        <p:xfrm>
          <a:off x="7608888" y="3962400"/>
          <a:ext cx="336550" cy="360363"/>
        </p:xfrm>
        <a:graphic>
          <a:graphicData uri="http://schemas.openxmlformats.org/presentationml/2006/ole">
            <mc:AlternateContent xmlns:mc="http://schemas.openxmlformats.org/markup-compatibility/2006">
              <mc:Choice xmlns:v="urn:schemas-microsoft-com:vml" Requires="v">
                <p:oleObj spid="_x0000_s3152" name="" r:id="rId4" imgW="3295650" imgH="3733800" progId="Equation.3">
                  <p:embed/>
                </p:oleObj>
              </mc:Choice>
              <mc:Fallback>
                <p:oleObj name="" r:id="rId4" imgW="3295650" imgH="3733800" progId="Equation.3">
                  <p:embed/>
                  <p:pic>
                    <p:nvPicPr>
                      <p:cNvPr id="0" name="图片 3151"/>
                      <p:cNvPicPr/>
                      <p:nvPr/>
                    </p:nvPicPr>
                    <p:blipFill>
                      <a:blip r:embed="rId5"/>
                      <a:stretch>
                        <a:fillRect/>
                      </a:stretch>
                    </p:blipFill>
                    <p:spPr>
                      <a:xfrm>
                        <a:off x="7608888" y="3962400"/>
                        <a:ext cx="336550" cy="360363"/>
                      </a:xfrm>
                      <a:prstGeom prst="rect">
                        <a:avLst/>
                      </a:prstGeom>
                      <a:solidFill>
                        <a:schemeClr val="bg1"/>
                      </a:solidFill>
                      <a:ln w="38100">
                        <a:noFill/>
                        <a:miter/>
                      </a:ln>
                    </p:spPr>
                  </p:pic>
                </p:oleObj>
              </mc:Fallback>
            </mc:AlternateContent>
          </a:graphicData>
        </a:graphic>
      </p:graphicFrame>
      <p:graphicFrame>
        <p:nvGraphicFramePr>
          <p:cNvPr id="85000" name="Object 1026"/>
          <p:cNvGraphicFramePr>
            <a:graphicFrameLocks noChangeAspect="1"/>
          </p:cNvGraphicFramePr>
          <p:nvPr/>
        </p:nvGraphicFramePr>
        <p:xfrm>
          <a:off x="8316913" y="5322888"/>
          <a:ext cx="325437" cy="403225"/>
        </p:xfrm>
        <a:graphic>
          <a:graphicData uri="http://schemas.openxmlformats.org/presentationml/2006/ole">
            <mc:AlternateContent xmlns:mc="http://schemas.openxmlformats.org/markup-compatibility/2006">
              <mc:Choice xmlns:v="urn:schemas-microsoft-com:vml" Requires="v">
                <p:oleObj spid="_x0000_s3150" name="" r:id="rId6" imgW="3295650" imgH="3952875" progId="Equation.3">
                  <p:embed/>
                </p:oleObj>
              </mc:Choice>
              <mc:Fallback>
                <p:oleObj name="" r:id="rId6" imgW="3295650" imgH="3952875" progId="Equation.3">
                  <p:embed/>
                  <p:pic>
                    <p:nvPicPr>
                      <p:cNvPr id="0" name="图片 3149"/>
                      <p:cNvPicPr/>
                      <p:nvPr/>
                    </p:nvPicPr>
                    <p:blipFill>
                      <a:blip r:embed="rId7"/>
                      <a:stretch>
                        <a:fillRect/>
                      </a:stretch>
                    </p:blipFill>
                    <p:spPr>
                      <a:xfrm>
                        <a:off x="8316913" y="5322888"/>
                        <a:ext cx="325437" cy="403225"/>
                      </a:xfrm>
                      <a:prstGeom prst="rect">
                        <a:avLst/>
                      </a:prstGeom>
                      <a:solidFill>
                        <a:srgbClr val="FFFFFF"/>
                      </a:solidFill>
                      <a:ln w="38100">
                        <a:noFill/>
                        <a:miter/>
                      </a:ln>
                    </p:spPr>
                  </p:pic>
                </p:oleObj>
              </mc:Fallback>
            </mc:AlternateContent>
          </a:graphicData>
        </a:graphic>
      </p:graphicFrame>
      <p:sp>
        <p:nvSpPr>
          <p:cNvPr id="85001" name="Rectangle 1028"/>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8"/>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5002" name="Rectangle 1030"/>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8"/>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5003" name="Rectangle 1032"/>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8"/>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5004" name="Rectangle 1034"/>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8"/>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5005" name="Rectangle 1036"/>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8"/>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5006" name="Rectangle 1038"/>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8"/>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5007" name="Rectangle 1040"/>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8"/>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5008" name="Rectangle 1042"/>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8"/>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5009" name="Rectangle 1044"/>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8"/>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5010" name="Rectangle 1046"/>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8"/>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5011" name="Rectangle 1048"/>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8"/>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5012" name="Rectangle 1050"/>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8"/>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5013" name="Rectangle 1051"/>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8"/>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85014" name="Object 1027"/>
          <p:cNvGraphicFramePr>
            <a:graphicFrameLocks noChangeAspect="1"/>
          </p:cNvGraphicFramePr>
          <p:nvPr/>
        </p:nvGraphicFramePr>
        <p:xfrm>
          <a:off x="228600" y="3886200"/>
          <a:ext cx="2895600" cy="454025"/>
        </p:xfrm>
        <a:graphic>
          <a:graphicData uri="http://schemas.openxmlformats.org/presentationml/2006/ole">
            <mc:AlternateContent xmlns:mc="http://schemas.openxmlformats.org/markup-compatibility/2006">
              <mc:Choice xmlns:v="urn:schemas-microsoft-com:vml" Requires="v">
                <p:oleObj spid="_x0000_s3149" name="" r:id="rId9" imgW="24136350" imgH="3733800" progId="Equation.3">
                  <p:embed/>
                </p:oleObj>
              </mc:Choice>
              <mc:Fallback>
                <p:oleObj name="" r:id="rId9" imgW="24136350" imgH="3733800" progId="Equation.3">
                  <p:embed/>
                  <p:pic>
                    <p:nvPicPr>
                      <p:cNvPr id="0" name="图片 3148"/>
                      <p:cNvPicPr/>
                      <p:nvPr/>
                    </p:nvPicPr>
                    <p:blipFill>
                      <a:blip r:embed="rId10"/>
                      <a:stretch>
                        <a:fillRect/>
                      </a:stretch>
                    </p:blipFill>
                    <p:spPr>
                      <a:xfrm>
                        <a:off x="228600" y="3886200"/>
                        <a:ext cx="2895600" cy="454025"/>
                      </a:xfrm>
                      <a:prstGeom prst="rect">
                        <a:avLst/>
                      </a:prstGeom>
                      <a:solidFill>
                        <a:srgbClr val="CCFFFF"/>
                      </a:solidFill>
                      <a:ln w="38100">
                        <a:noFill/>
                        <a:miter/>
                      </a:ln>
                    </p:spPr>
                  </p:pic>
                </p:oleObj>
              </mc:Fallback>
            </mc:AlternateContent>
          </a:graphicData>
        </a:graphic>
      </p:graphicFrame>
      <p:sp>
        <p:nvSpPr>
          <p:cNvPr id="85015" name="Rectangle 1053"/>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8"/>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5016" name="Rectangle 1054"/>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8"/>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5017" name="Rectangle 1055"/>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8"/>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5018" name="Rectangle 1056"/>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8"/>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5019" name="Rectangle 1057"/>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8"/>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5020" name="Rectangle 1058"/>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8"/>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5021" name="Rectangle 1059"/>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8"/>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5022" name="Rectangle 1060"/>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8"/>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5023" name="Rectangle 1061"/>
          <p:cNvSpPr/>
          <p:nvPr/>
        </p:nvSpPr>
        <p:spPr>
          <a:xfrm>
            <a:off x="0" y="320040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8"/>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85024" name="Object 1028"/>
          <p:cNvGraphicFramePr>
            <a:graphicFrameLocks noChangeAspect="1"/>
          </p:cNvGraphicFramePr>
          <p:nvPr/>
        </p:nvGraphicFramePr>
        <p:xfrm>
          <a:off x="228600" y="4572000"/>
          <a:ext cx="3276600" cy="454025"/>
        </p:xfrm>
        <a:graphic>
          <a:graphicData uri="http://schemas.openxmlformats.org/presentationml/2006/ole">
            <mc:AlternateContent xmlns:mc="http://schemas.openxmlformats.org/markup-compatibility/2006">
              <mc:Choice xmlns:v="urn:schemas-microsoft-com:vml" Requires="v">
                <p:oleObj spid="_x0000_s3155" name="" r:id="rId11" imgW="26546175" imgH="3733800" progId="Equation.3">
                  <p:embed/>
                </p:oleObj>
              </mc:Choice>
              <mc:Fallback>
                <p:oleObj name="" r:id="rId11" imgW="26546175" imgH="3733800" progId="Equation.3">
                  <p:embed/>
                  <p:pic>
                    <p:nvPicPr>
                      <p:cNvPr id="0" name="图片 3154"/>
                      <p:cNvPicPr/>
                      <p:nvPr/>
                    </p:nvPicPr>
                    <p:blipFill>
                      <a:blip r:embed="rId12"/>
                      <a:stretch>
                        <a:fillRect/>
                      </a:stretch>
                    </p:blipFill>
                    <p:spPr>
                      <a:xfrm>
                        <a:off x="228600" y="4572000"/>
                        <a:ext cx="3276600" cy="454025"/>
                      </a:xfrm>
                      <a:prstGeom prst="rect">
                        <a:avLst/>
                      </a:prstGeom>
                      <a:solidFill>
                        <a:srgbClr val="CCFFCC"/>
                      </a:solidFill>
                      <a:ln w="38100">
                        <a:noFill/>
                        <a:miter/>
                      </a:ln>
                    </p:spPr>
                  </p:pic>
                </p:oleObj>
              </mc:Fallback>
            </mc:AlternateContent>
          </a:graphicData>
        </a:graphic>
      </p:graphicFrame>
      <p:sp>
        <p:nvSpPr>
          <p:cNvPr id="85025" name="Rectangle 1064"/>
          <p:cNvSpPr/>
          <p:nvPr/>
        </p:nvSpPr>
        <p:spPr>
          <a:xfrm>
            <a:off x="3533775" y="2543175"/>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8"/>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nvGrpSpPr>
          <p:cNvPr id="2" name="Group 1134"/>
          <p:cNvGrpSpPr/>
          <p:nvPr/>
        </p:nvGrpSpPr>
        <p:grpSpPr>
          <a:xfrm>
            <a:off x="4495800" y="4227513"/>
            <a:ext cx="3276600" cy="1106487"/>
            <a:chOff x="2832" y="2663"/>
            <a:chExt cx="2064" cy="697"/>
          </a:xfrm>
        </p:grpSpPr>
        <p:sp>
          <p:nvSpPr>
            <p:cNvPr id="85033" name="Line 1082"/>
            <p:cNvSpPr/>
            <p:nvPr/>
          </p:nvSpPr>
          <p:spPr>
            <a:xfrm>
              <a:off x="2832" y="2678"/>
              <a:ext cx="720" cy="409"/>
            </a:xfrm>
            <a:prstGeom prst="line">
              <a:avLst/>
            </a:prstGeom>
            <a:ln w="38100" cap="flat" cmpd="sng">
              <a:solidFill>
                <a:srgbClr val="FF0000"/>
              </a:solidFill>
              <a:prstDash val="solid"/>
              <a:headEnd type="none" w="med" len="med"/>
              <a:tailEnd type="none" w="med" len="med"/>
            </a:ln>
          </p:spPr>
        </p:sp>
        <p:sp>
          <p:nvSpPr>
            <p:cNvPr id="85034" name="Line 1083"/>
            <p:cNvSpPr/>
            <p:nvPr/>
          </p:nvSpPr>
          <p:spPr>
            <a:xfrm flipH="1">
              <a:off x="3504" y="2663"/>
              <a:ext cx="816" cy="409"/>
            </a:xfrm>
            <a:prstGeom prst="line">
              <a:avLst/>
            </a:prstGeom>
            <a:ln w="38100" cap="flat" cmpd="sng">
              <a:solidFill>
                <a:srgbClr val="FF0000"/>
              </a:solidFill>
              <a:prstDash val="solid"/>
              <a:headEnd type="none" w="med" len="med"/>
              <a:tailEnd type="none" w="med" len="med"/>
            </a:ln>
          </p:spPr>
        </p:sp>
        <p:sp>
          <p:nvSpPr>
            <p:cNvPr id="85035" name="Text Box 1084"/>
            <p:cNvSpPr txBox="1"/>
            <p:nvPr/>
          </p:nvSpPr>
          <p:spPr>
            <a:xfrm>
              <a:off x="4176" y="2769"/>
              <a:ext cx="720" cy="231"/>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8"/>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ClrTx/>
                <a:buFontTx/>
                <a:buNone/>
              </a:pPr>
              <a:r>
                <a:rPr lang="zh-CN" altLang="en-US" sz="1800" b="1" dirty="0">
                  <a:solidFill>
                    <a:schemeClr val="accent2"/>
                  </a:solidFill>
                </a:rPr>
                <a:t>（归结）</a:t>
              </a:r>
              <a:endParaRPr lang="zh-CN" altLang="en-US" sz="1800" b="1" dirty="0">
                <a:solidFill>
                  <a:schemeClr val="accent2"/>
                </a:solidFill>
              </a:endParaRPr>
            </a:p>
          </p:txBody>
        </p:sp>
        <p:graphicFrame>
          <p:nvGraphicFramePr>
            <p:cNvPr id="85036" name="Object 1031"/>
            <p:cNvGraphicFramePr>
              <a:graphicFrameLocks noChangeAspect="1"/>
            </p:cNvGraphicFramePr>
            <p:nvPr/>
          </p:nvGraphicFramePr>
          <p:xfrm>
            <a:off x="4031" y="3133"/>
            <a:ext cx="254" cy="227"/>
          </p:xfrm>
          <a:graphic>
            <a:graphicData uri="http://schemas.openxmlformats.org/presentationml/2006/ole">
              <mc:AlternateContent xmlns:mc="http://schemas.openxmlformats.org/markup-compatibility/2006">
                <mc:Choice xmlns:v="urn:schemas-microsoft-com:vml" Requires="v">
                  <p:oleObj spid="_x0000_s3154" name="" r:id="rId13" imgW="3952875" imgH="3733800" progId="Equation.3">
                    <p:embed/>
                  </p:oleObj>
                </mc:Choice>
                <mc:Fallback>
                  <p:oleObj name="" r:id="rId13" imgW="3952875" imgH="3733800" progId="Equation.3">
                    <p:embed/>
                    <p:pic>
                      <p:nvPicPr>
                        <p:cNvPr id="0" name="图片 3153"/>
                        <p:cNvPicPr/>
                        <p:nvPr/>
                      </p:nvPicPr>
                      <p:blipFill>
                        <a:blip r:embed="rId14"/>
                        <a:stretch>
                          <a:fillRect/>
                        </a:stretch>
                      </p:blipFill>
                      <p:spPr>
                        <a:xfrm>
                          <a:off x="4031" y="3133"/>
                          <a:ext cx="254" cy="227"/>
                        </a:xfrm>
                        <a:prstGeom prst="rect">
                          <a:avLst/>
                        </a:prstGeom>
                        <a:solidFill>
                          <a:schemeClr val="bg1"/>
                        </a:solidFill>
                        <a:ln w="38100">
                          <a:noFill/>
                          <a:miter/>
                        </a:ln>
                      </p:spPr>
                    </p:pic>
                  </p:oleObj>
                </mc:Fallback>
              </mc:AlternateContent>
            </a:graphicData>
          </a:graphic>
        </p:graphicFrame>
      </p:grpSp>
      <p:grpSp>
        <p:nvGrpSpPr>
          <p:cNvPr id="3" name="Group 1096"/>
          <p:cNvGrpSpPr/>
          <p:nvPr/>
        </p:nvGrpSpPr>
        <p:grpSpPr>
          <a:xfrm>
            <a:off x="5562600" y="5348288"/>
            <a:ext cx="2743200" cy="1154112"/>
            <a:chOff x="3504" y="3360"/>
            <a:chExt cx="1728" cy="727"/>
          </a:xfrm>
        </p:grpSpPr>
        <p:sp>
          <p:nvSpPr>
            <p:cNvPr id="85029" name="Text Box 1089"/>
            <p:cNvSpPr txBox="1"/>
            <p:nvPr/>
          </p:nvSpPr>
          <p:spPr>
            <a:xfrm>
              <a:off x="4512" y="3600"/>
              <a:ext cx="720" cy="231"/>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8"/>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ClrTx/>
                <a:buFontTx/>
                <a:buNone/>
              </a:pPr>
              <a:r>
                <a:rPr lang="zh-CN" altLang="en-US" sz="1800" b="1" dirty="0">
                  <a:solidFill>
                    <a:schemeClr val="accent2"/>
                  </a:solidFill>
                </a:rPr>
                <a:t>（归结）</a:t>
              </a:r>
              <a:endParaRPr lang="zh-CN" altLang="en-US" sz="1800" b="1" dirty="0">
                <a:solidFill>
                  <a:schemeClr val="accent2"/>
                </a:solidFill>
              </a:endParaRPr>
            </a:p>
          </p:txBody>
        </p:sp>
        <p:sp>
          <p:nvSpPr>
            <p:cNvPr id="85030" name="Line 1090"/>
            <p:cNvSpPr/>
            <p:nvPr/>
          </p:nvSpPr>
          <p:spPr>
            <a:xfrm flipH="1">
              <a:off x="4320" y="3360"/>
              <a:ext cx="816" cy="408"/>
            </a:xfrm>
            <a:prstGeom prst="line">
              <a:avLst/>
            </a:prstGeom>
            <a:ln w="38100" cap="flat" cmpd="sng">
              <a:solidFill>
                <a:srgbClr val="FF0000"/>
              </a:solidFill>
              <a:prstDash val="solid"/>
              <a:headEnd type="none" w="med" len="med"/>
              <a:tailEnd type="none" w="med" len="med"/>
            </a:ln>
          </p:spPr>
        </p:sp>
        <p:sp>
          <p:nvSpPr>
            <p:cNvPr id="85031" name="Line 1091"/>
            <p:cNvSpPr/>
            <p:nvPr/>
          </p:nvSpPr>
          <p:spPr>
            <a:xfrm>
              <a:off x="3504" y="3360"/>
              <a:ext cx="816" cy="408"/>
            </a:xfrm>
            <a:prstGeom prst="line">
              <a:avLst/>
            </a:prstGeom>
            <a:ln w="38100" cap="flat" cmpd="sng">
              <a:solidFill>
                <a:schemeClr val="accent2"/>
              </a:solidFill>
              <a:prstDash val="solid"/>
              <a:headEnd type="none" w="med" len="med"/>
              <a:tailEnd type="none" w="med" len="med"/>
            </a:ln>
          </p:spPr>
        </p:sp>
        <p:graphicFrame>
          <p:nvGraphicFramePr>
            <p:cNvPr id="85032" name="Object 1030"/>
            <p:cNvGraphicFramePr>
              <a:graphicFrameLocks noChangeAspect="1"/>
            </p:cNvGraphicFramePr>
            <p:nvPr/>
          </p:nvGraphicFramePr>
          <p:xfrm>
            <a:off x="4623" y="3833"/>
            <a:ext cx="287" cy="254"/>
          </p:xfrm>
          <a:graphic>
            <a:graphicData uri="http://schemas.openxmlformats.org/presentationml/2006/ole">
              <mc:AlternateContent xmlns:mc="http://schemas.openxmlformats.org/markup-compatibility/2006">
                <mc:Choice xmlns:v="urn:schemas-microsoft-com:vml" Requires="v">
                  <p:oleObj spid="_x0000_s3156" name="" r:id="rId15" imgW="4610100" imgH="3952875" progId="Equation.3">
                    <p:embed/>
                  </p:oleObj>
                </mc:Choice>
                <mc:Fallback>
                  <p:oleObj name="" r:id="rId15" imgW="4610100" imgH="3952875" progId="Equation.3">
                    <p:embed/>
                    <p:pic>
                      <p:nvPicPr>
                        <p:cNvPr id="0" name="图片 3155"/>
                        <p:cNvPicPr/>
                        <p:nvPr/>
                      </p:nvPicPr>
                      <p:blipFill>
                        <a:blip r:embed="rId16"/>
                        <a:stretch>
                          <a:fillRect/>
                        </a:stretch>
                      </p:blipFill>
                      <p:spPr>
                        <a:xfrm>
                          <a:off x="4623" y="3833"/>
                          <a:ext cx="287" cy="254"/>
                        </a:xfrm>
                        <a:prstGeom prst="rect">
                          <a:avLst/>
                        </a:prstGeom>
                        <a:solidFill>
                          <a:srgbClr val="FFFFFF"/>
                        </a:solidFill>
                        <a:ln w="38100">
                          <a:noFill/>
                          <a:miter/>
                        </a:ln>
                      </p:spPr>
                    </p:pic>
                  </p:oleObj>
                </mc:Fallback>
              </mc:AlternateContent>
            </a:graphicData>
          </a:graphic>
        </p:graphicFrame>
      </p:grpSp>
      <p:graphicFrame>
        <p:nvGraphicFramePr>
          <p:cNvPr id="85028" name="Object 1029"/>
          <p:cNvGraphicFramePr>
            <a:graphicFrameLocks noChangeAspect="1"/>
          </p:cNvGraphicFramePr>
          <p:nvPr>
            <p:ph sz="half" idx="2"/>
          </p:nvPr>
        </p:nvGraphicFramePr>
        <p:xfrm>
          <a:off x="228600" y="5238750"/>
          <a:ext cx="3267075" cy="933450"/>
        </p:xfrm>
        <a:graphic>
          <a:graphicData uri="http://schemas.openxmlformats.org/presentationml/2006/ole">
            <mc:AlternateContent xmlns:mc="http://schemas.openxmlformats.org/markup-compatibility/2006">
              <mc:Choice xmlns:v="urn:schemas-microsoft-com:vml" Requires="v">
                <p:oleObj spid="_x0000_s3153" name="" r:id="rId17" imgW="27651075" imgH="7896225" progId="Equation.3">
                  <p:embed/>
                </p:oleObj>
              </mc:Choice>
              <mc:Fallback>
                <p:oleObj name="" r:id="rId17" imgW="27651075" imgH="7896225" progId="Equation.3">
                  <p:embed/>
                  <p:pic>
                    <p:nvPicPr>
                      <p:cNvPr id="0" name="图片 3152"/>
                      <p:cNvPicPr/>
                      <p:nvPr/>
                    </p:nvPicPr>
                    <p:blipFill>
                      <a:blip r:embed="rId18"/>
                      <a:srcRect/>
                      <a:stretch>
                        <a:fillRect/>
                      </a:stretch>
                    </p:blipFill>
                    <p:spPr>
                      <a:xfrm>
                        <a:off x="228600" y="5238750"/>
                        <a:ext cx="3267075" cy="933450"/>
                      </a:xfrm>
                      <a:prstGeom prst="rect">
                        <a:avLst/>
                      </a:prstGeom>
                      <a:solidFill>
                        <a:schemeClr val="bg2">
                          <a:alpha val="100000"/>
                        </a:schemeClr>
                      </a:solidFill>
                      <a:ln>
                        <a:solidFill>
                          <a:srgbClr val="808080">
                            <a:alpha val="100000"/>
                          </a:srgbClr>
                        </a:solidFill>
                        <a:prstDash val="dash"/>
                        <a:miter lim="800000"/>
                        <a:headEnd/>
                        <a:tailEnd/>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86019" name="Rectangle 1093"/>
          <p:cNvSpPr/>
          <p:nvPr/>
        </p:nvSpPr>
        <p:spPr>
          <a:xfrm>
            <a:off x="228600" y="2371725"/>
            <a:ext cx="8686800" cy="1819275"/>
          </a:xfrm>
          <a:prstGeom prst="rect">
            <a:avLst/>
          </a:prstGeom>
          <a:gradFill rotWithShape="1">
            <a:gsLst>
              <a:gs pos="0">
                <a:srgbClr val="FFFF99"/>
              </a:gs>
              <a:gs pos="100000">
                <a:schemeClr val="bg1"/>
              </a:gs>
            </a:gsLst>
            <a:path path="shape">
              <a:fillToRect l="50000" t="50000" r="50000" b="50000"/>
            </a:path>
            <a:tileRect/>
          </a:gradFill>
          <a:ln w="9525" cap="flat" cmpd="sng">
            <a:solidFill>
              <a:srgbClr val="808080"/>
            </a:solidFill>
            <a:prstDash val="solid"/>
            <a:miter/>
            <a:headEnd type="none" w="med" len="med"/>
            <a:tailEnd type="none" w="med" len="med"/>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algn="just" eaLnBrk="1" hangingPunct="1">
              <a:lnSpc>
                <a:spcPct val="120000"/>
              </a:lnSpc>
              <a:spcBef>
                <a:spcPct val="0"/>
              </a:spcBef>
              <a:buSzPct val="80000"/>
              <a:buFont typeface="Wingdings" panose="05000000000000000000" pitchFamily="2" charset="2"/>
              <a:buChar char="u"/>
            </a:pPr>
            <a:r>
              <a:rPr lang="en-US" altLang="zh-CN" sz="2300" b="1" dirty="0">
                <a:latin typeface="Times New Roman" panose="02020603050405020304" pitchFamily="18" charset="0"/>
              </a:rPr>
              <a:t> </a:t>
            </a:r>
            <a:r>
              <a:rPr lang="zh-CN" altLang="en-US" sz="2300" b="1" dirty="0">
                <a:latin typeface="Times New Roman" panose="02020603050405020304" pitchFamily="18" charset="0"/>
              </a:rPr>
              <a:t>推论</a:t>
            </a:r>
            <a:r>
              <a:rPr lang="en-US" altLang="zh-CN" sz="2300" b="1" dirty="0">
                <a:latin typeface="Times New Roman" panose="02020603050405020304" pitchFamily="18" charset="0"/>
              </a:rPr>
              <a:t>1</a:t>
            </a:r>
            <a:r>
              <a:rPr lang="zh-CN" altLang="en-US" sz="2300" b="1" dirty="0">
                <a:latin typeface="Times New Roman" panose="02020603050405020304" pitchFamily="18" charset="0"/>
              </a:rPr>
              <a:t>：</a:t>
            </a:r>
            <a:r>
              <a:rPr lang="zh-CN" altLang="en-US" sz="2300" dirty="0">
                <a:latin typeface="Times New Roman" panose="02020603050405020304" pitchFamily="18" charset="0"/>
              </a:rPr>
              <a:t>设</a:t>
            </a:r>
            <a:r>
              <a:rPr lang="en-US" altLang="zh-CN" sz="2300" i="1" dirty="0">
                <a:latin typeface="Times New Roman" panose="02020603050405020304" pitchFamily="18" charset="0"/>
              </a:rPr>
              <a:t>C</a:t>
            </a:r>
            <a:r>
              <a:rPr lang="en-US" altLang="zh-CN" sz="2300" baseline="-25000" dirty="0">
                <a:latin typeface="Times New Roman" panose="02020603050405020304" pitchFamily="18" charset="0"/>
              </a:rPr>
              <a:t>1</a:t>
            </a:r>
            <a:r>
              <a:rPr lang="zh-CN" altLang="en-US" sz="2300" dirty="0">
                <a:latin typeface="Times New Roman" panose="02020603050405020304" pitchFamily="18" charset="0"/>
              </a:rPr>
              <a:t>与</a:t>
            </a:r>
            <a:r>
              <a:rPr lang="en-US" altLang="zh-CN" sz="2300" i="1" dirty="0">
                <a:latin typeface="Times New Roman" panose="02020603050405020304" pitchFamily="18" charset="0"/>
              </a:rPr>
              <a:t>C</a:t>
            </a:r>
            <a:r>
              <a:rPr lang="en-US" altLang="zh-CN" sz="2300" baseline="-25000" dirty="0">
                <a:latin typeface="Times New Roman" panose="02020603050405020304" pitchFamily="18" charset="0"/>
              </a:rPr>
              <a:t>2</a:t>
            </a:r>
            <a:r>
              <a:rPr lang="zh-CN" altLang="en-US" sz="2300" dirty="0">
                <a:latin typeface="Times New Roman" panose="02020603050405020304" pitchFamily="18" charset="0"/>
              </a:rPr>
              <a:t>是子句集</a:t>
            </a:r>
            <a:r>
              <a:rPr lang="en-US" altLang="zh-CN" sz="2300" i="1" dirty="0">
                <a:latin typeface="Times New Roman" panose="02020603050405020304" pitchFamily="18" charset="0"/>
              </a:rPr>
              <a:t>S</a:t>
            </a:r>
            <a:r>
              <a:rPr lang="zh-CN" altLang="en-US" sz="2300" dirty="0">
                <a:latin typeface="Times New Roman" panose="02020603050405020304" pitchFamily="18" charset="0"/>
              </a:rPr>
              <a:t>中的两个子句，</a:t>
            </a:r>
            <a:r>
              <a:rPr lang="en-US" altLang="zh-CN" sz="2300" i="1" dirty="0">
                <a:latin typeface="Times New Roman" panose="02020603050405020304" pitchFamily="18" charset="0"/>
              </a:rPr>
              <a:t>C</a:t>
            </a:r>
            <a:r>
              <a:rPr lang="en-US" altLang="zh-CN" sz="2300" baseline="-25000" dirty="0">
                <a:latin typeface="Times New Roman" panose="02020603050405020304" pitchFamily="18" charset="0"/>
              </a:rPr>
              <a:t>12</a:t>
            </a:r>
            <a:r>
              <a:rPr lang="zh-CN" altLang="en-US" sz="2300" dirty="0">
                <a:latin typeface="Times New Roman" panose="02020603050405020304" pitchFamily="18" charset="0"/>
              </a:rPr>
              <a:t>是它们的归结式，若用</a:t>
            </a:r>
            <a:r>
              <a:rPr lang="en-US" altLang="zh-CN" sz="2300" i="1" dirty="0">
                <a:latin typeface="Times New Roman" panose="02020603050405020304" pitchFamily="18" charset="0"/>
              </a:rPr>
              <a:t>C</a:t>
            </a:r>
            <a:r>
              <a:rPr lang="en-US" altLang="zh-CN" sz="2300" baseline="-25000" dirty="0">
                <a:latin typeface="Times New Roman" panose="02020603050405020304" pitchFamily="18" charset="0"/>
              </a:rPr>
              <a:t>12</a:t>
            </a:r>
            <a:r>
              <a:rPr lang="zh-CN" altLang="en-US" sz="2300" dirty="0">
                <a:latin typeface="Times New Roman" panose="02020603050405020304" pitchFamily="18" charset="0"/>
              </a:rPr>
              <a:t>代替</a:t>
            </a:r>
            <a:r>
              <a:rPr lang="en-US" altLang="zh-CN" sz="2300" i="1" dirty="0">
                <a:latin typeface="Times New Roman" panose="02020603050405020304" pitchFamily="18" charset="0"/>
              </a:rPr>
              <a:t>C</a:t>
            </a:r>
            <a:r>
              <a:rPr lang="en-US" altLang="zh-CN" sz="2300" baseline="-25000" dirty="0">
                <a:latin typeface="Times New Roman" panose="02020603050405020304" pitchFamily="18" charset="0"/>
              </a:rPr>
              <a:t>1</a:t>
            </a:r>
            <a:r>
              <a:rPr lang="zh-CN" altLang="en-US" sz="2300" dirty="0">
                <a:latin typeface="Times New Roman" panose="02020603050405020304" pitchFamily="18" charset="0"/>
              </a:rPr>
              <a:t>与</a:t>
            </a:r>
            <a:r>
              <a:rPr lang="en-US" altLang="zh-CN" sz="2300" i="1" dirty="0">
                <a:latin typeface="Times New Roman" panose="02020603050405020304" pitchFamily="18" charset="0"/>
              </a:rPr>
              <a:t>C</a:t>
            </a:r>
            <a:r>
              <a:rPr lang="en-US" altLang="zh-CN" sz="2300" baseline="-25000" dirty="0">
                <a:latin typeface="Times New Roman" panose="02020603050405020304" pitchFamily="18" charset="0"/>
              </a:rPr>
              <a:t>2</a:t>
            </a:r>
            <a:r>
              <a:rPr lang="zh-CN" altLang="en-US" sz="2300" dirty="0">
                <a:latin typeface="Times New Roman" panose="02020603050405020304" pitchFamily="18" charset="0"/>
              </a:rPr>
              <a:t>后得到新子句集</a:t>
            </a:r>
            <a:r>
              <a:rPr lang="en-US" altLang="zh-CN" sz="2300" i="1" dirty="0">
                <a:latin typeface="Times New Roman" panose="02020603050405020304" pitchFamily="18" charset="0"/>
              </a:rPr>
              <a:t>S</a:t>
            </a:r>
            <a:r>
              <a:rPr lang="en-US" altLang="zh-CN" sz="2300" baseline="-25000" dirty="0">
                <a:latin typeface="Times New Roman" panose="02020603050405020304" pitchFamily="18" charset="0"/>
              </a:rPr>
              <a:t>1</a:t>
            </a:r>
            <a:r>
              <a:rPr lang="zh-CN" altLang="en-US" sz="2300" dirty="0">
                <a:latin typeface="Times New Roman" panose="02020603050405020304" pitchFamily="18" charset="0"/>
              </a:rPr>
              <a:t>，则由</a:t>
            </a:r>
            <a:r>
              <a:rPr lang="en-US" altLang="zh-CN" sz="2300" i="1" dirty="0">
                <a:latin typeface="Times New Roman" panose="02020603050405020304" pitchFamily="18" charset="0"/>
              </a:rPr>
              <a:t>S</a:t>
            </a:r>
            <a:r>
              <a:rPr lang="en-US" altLang="zh-CN" sz="2300" baseline="-25000" dirty="0">
                <a:latin typeface="Times New Roman" panose="02020603050405020304" pitchFamily="18" charset="0"/>
              </a:rPr>
              <a:t>1</a:t>
            </a:r>
            <a:r>
              <a:rPr lang="zh-CN" altLang="en-US" sz="2300" dirty="0">
                <a:latin typeface="Times New Roman" panose="02020603050405020304" pitchFamily="18" charset="0"/>
              </a:rPr>
              <a:t>不可满足性可推出原子句集</a:t>
            </a:r>
            <a:r>
              <a:rPr lang="en-US" altLang="zh-CN" sz="2300" i="1" dirty="0">
                <a:latin typeface="Times New Roman" panose="02020603050405020304" pitchFamily="18" charset="0"/>
              </a:rPr>
              <a:t>S</a:t>
            </a:r>
            <a:r>
              <a:rPr lang="zh-CN" altLang="en-US" sz="2300" dirty="0">
                <a:latin typeface="Times New Roman" panose="02020603050405020304" pitchFamily="18" charset="0"/>
              </a:rPr>
              <a:t>的不可满足性，即：</a:t>
            </a:r>
            <a:r>
              <a:rPr lang="zh-CN" altLang="en-US" sz="2400" b="1" dirty="0">
                <a:latin typeface="Times New Roman" panose="02020603050405020304" pitchFamily="18" charset="0"/>
              </a:rPr>
              <a:t> </a:t>
            </a:r>
            <a:endParaRPr lang="zh-CN" altLang="en-US" sz="2400" b="1" dirty="0">
              <a:latin typeface="Times New Roman" panose="02020603050405020304" pitchFamily="18" charset="0"/>
            </a:endParaRPr>
          </a:p>
          <a:p>
            <a:pPr marL="0" lvl="0" indent="0" algn="just" eaLnBrk="1" hangingPunct="1">
              <a:lnSpc>
                <a:spcPct val="120000"/>
              </a:lnSpc>
              <a:spcBef>
                <a:spcPct val="0"/>
              </a:spcBef>
              <a:buClrTx/>
              <a:buFontTx/>
              <a:buNone/>
            </a:pPr>
            <a:endParaRPr lang="en-US" altLang="zh-CN" sz="2400" b="1" dirty="0">
              <a:latin typeface="Times New Roman" panose="02020603050405020304" pitchFamily="18" charset="0"/>
            </a:endParaRPr>
          </a:p>
        </p:txBody>
      </p:sp>
      <p:sp>
        <p:nvSpPr>
          <p:cNvPr id="86020" name="Rectangle 1092"/>
          <p:cNvSpPr/>
          <p:nvPr/>
        </p:nvSpPr>
        <p:spPr>
          <a:xfrm>
            <a:off x="228600" y="4495800"/>
            <a:ext cx="8686800" cy="1928813"/>
          </a:xfrm>
          <a:prstGeom prst="rect">
            <a:avLst/>
          </a:prstGeom>
          <a:gradFill rotWithShape="1">
            <a:gsLst>
              <a:gs pos="0">
                <a:srgbClr val="CCFFCC"/>
              </a:gs>
              <a:gs pos="100000">
                <a:schemeClr val="bg1"/>
              </a:gs>
            </a:gsLst>
            <a:path path="shape">
              <a:fillToRect l="50000" t="50000" r="50000" b="50000"/>
            </a:path>
            <a:tileRect/>
          </a:gradFill>
          <a:ln w="9525" cap="flat" cmpd="sng">
            <a:solidFill>
              <a:srgbClr val="808080"/>
            </a:solidFill>
            <a:prstDash val="solid"/>
            <a:miter/>
            <a:headEnd type="none" w="med" len="med"/>
            <a:tailEnd type="none" w="med" len="med"/>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algn="just" eaLnBrk="1" hangingPunct="1">
              <a:lnSpc>
                <a:spcPct val="120000"/>
              </a:lnSpc>
              <a:spcBef>
                <a:spcPct val="0"/>
              </a:spcBef>
              <a:buSzPct val="80000"/>
              <a:buFont typeface="Wingdings" panose="05000000000000000000" pitchFamily="2" charset="2"/>
              <a:buChar char="u"/>
            </a:pPr>
            <a:r>
              <a:rPr lang="en-US" altLang="zh-CN" sz="2400" b="1" dirty="0"/>
              <a:t> </a:t>
            </a:r>
            <a:r>
              <a:rPr lang="zh-CN" altLang="en-US" sz="2400" b="1" dirty="0">
                <a:latin typeface="Times New Roman" panose="02020603050405020304" pitchFamily="18" charset="0"/>
              </a:rPr>
              <a:t>推论</a:t>
            </a:r>
            <a:r>
              <a:rPr lang="en-US" altLang="zh-CN" sz="2400" b="1" dirty="0">
                <a:latin typeface="Times New Roman" panose="02020603050405020304" pitchFamily="18" charset="0"/>
              </a:rPr>
              <a:t>2</a:t>
            </a:r>
            <a:r>
              <a:rPr lang="zh-CN" altLang="en-US" sz="2400" b="1" dirty="0">
                <a:latin typeface="Times New Roman" panose="02020603050405020304" pitchFamily="18" charset="0"/>
              </a:rPr>
              <a:t>：</a:t>
            </a:r>
            <a:r>
              <a:rPr lang="zh-CN" altLang="en-US" sz="2300" dirty="0">
                <a:latin typeface="Times New Roman" panose="02020603050405020304" pitchFamily="18" charset="0"/>
              </a:rPr>
              <a:t>设</a:t>
            </a:r>
            <a:r>
              <a:rPr lang="en-US" altLang="zh-CN" sz="2300" i="1" dirty="0">
                <a:latin typeface="Times New Roman" panose="02020603050405020304" pitchFamily="18" charset="0"/>
              </a:rPr>
              <a:t>C</a:t>
            </a:r>
            <a:r>
              <a:rPr lang="en-US" altLang="zh-CN" sz="2300" baseline="-25000" dirty="0">
                <a:latin typeface="Times New Roman" panose="02020603050405020304" pitchFamily="18" charset="0"/>
              </a:rPr>
              <a:t>1</a:t>
            </a:r>
            <a:r>
              <a:rPr lang="zh-CN" altLang="en-US" sz="2300" dirty="0">
                <a:latin typeface="Times New Roman" panose="02020603050405020304" pitchFamily="18" charset="0"/>
              </a:rPr>
              <a:t>与</a:t>
            </a:r>
            <a:r>
              <a:rPr lang="en-US" altLang="zh-CN" sz="2300" i="1" dirty="0">
                <a:latin typeface="Times New Roman" panose="02020603050405020304" pitchFamily="18" charset="0"/>
              </a:rPr>
              <a:t>C</a:t>
            </a:r>
            <a:r>
              <a:rPr lang="en-US" altLang="zh-CN" sz="2300" baseline="-25000" dirty="0">
                <a:latin typeface="Times New Roman" panose="02020603050405020304" pitchFamily="18" charset="0"/>
              </a:rPr>
              <a:t>2</a:t>
            </a:r>
            <a:r>
              <a:rPr lang="zh-CN" altLang="en-US" sz="2300" dirty="0">
                <a:latin typeface="Times New Roman" panose="02020603050405020304" pitchFamily="18" charset="0"/>
              </a:rPr>
              <a:t>是子句集</a:t>
            </a:r>
            <a:r>
              <a:rPr lang="en-US" altLang="zh-CN" sz="2300" i="1" dirty="0">
                <a:latin typeface="Times New Roman" panose="02020603050405020304" pitchFamily="18" charset="0"/>
              </a:rPr>
              <a:t>S</a:t>
            </a:r>
            <a:r>
              <a:rPr lang="zh-CN" altLang="en-US" sz="2300" dirty="0">
                <a:latin typeface="Times New Roman" panose="02020603050405020304" pitchFamily="18" charset="0"/>
              </a:rPr>
              <a:t>中的两个子句，</a:t>
            </a:r>
            <a:r>
              <a:rPr lang="en-US" altLang="zh-CN" sz="2300" i="1" dirty="0">
                <a:latin typeface="Times New Roman" panose="02020603050405020304" pitchFamily="18" charset="0"/>
              </a:rPr>
              <a:t>C</a:t>
            </a:r>
            <a:r>
              <a:rPr lang="en-US" altLang="zh-CN" sz="2300" baseline="-25000" dirty="0">
                <a:latin typeface="Times New Roman" panose="02020603050405020304" pitchFamily="18" charset="0"/>
              </a:rPr>
              <a:t>12</a:t>
            </a:r>
            <a:r>
              <a:rPr lang="zh-CN" altLang="en-US" sz="2300" dirty="0">
                <a:latin typeface="Times New Roman" panose="02020603050405020304" pitchFamily="18" charset="0"/>
              </a:rPr>
              <a:t>是它们的归结式，若</a:t>
            </a:r>
            <a:r>
              <a:rPr lang="en-US" altLang="zh-CN" sz="2300" i="1" dirty="0">
                <a:latin typeface="Times New Roman" panose="02020603050405020304" pitchFamily="18" charset="0"/>
              </a:rPr>
              <a:t>C</a:t>
            </a:r>
            <a:r>
              <a:rPr lang="en-US" altLang="zh-CN" sz="2300" baseline="-25000" dirty="0">
                <a:latin typeface="Times New Roman" panose="02020603050405020304" pitchFamily="18" charset="0"/>
              </a:rPr>
              <a:t>12</a:t>
            </a:r>
            <a:r>
              <a:rPr lang="en-US" altLang="zh-CN" sz="2300" i="1" baseline="-25000" dirty="0">
                <a:latin typeface="Times New Roman" panose="02020603050405020304" pitchFamily="18" charset="0"/>
              </a:rPr>
              <a:t> </a:t>
            </a:r>
            <a:r>
              <a:rPr lang="zh-CN" altLang="en-US" sz="2300" dirty="0">
                <a:latin typeface="Times New Roman" panose="02020603050405020304" pitchFamily="18" charset="0"/>
              </a:rPr>
              <a:t>加入原子句集</a:t>
            </a:r>
            <a:r>
              <a:rPr lang="en-US" altLang="zh-CN" sz="2300" i="1" dirty="0">
                <a:latin typeface="Times New Roman" panose="02020603050405020304" pitchFamily="18" charset="0"/>
              </a:rPr>
              <a:t>S</a:t>
            </a:r>
            <a:r>
              <a:rPr lang="zh-CN" altLang="en-US" sz="2300" dirty="0">
                <a:latin typeface="Times New Roman" panose="02020603050405020304" pitchFamily="18" charset="0"/>
              </a:rPr>
              <a:t>，得到新子句集</a:t>
            </a:r>
            <a:r>
              <a:rPr lang="en-US" altLang="zh-CN" sz="2300" i="1" dirty="0">
                <a:latin typeface="Times New Roman" panose="02020603050405020304" pitchFamily="18" charset="0"/>
              </a:rPr>
              <a:t>S</a:t>
            </a:r>
            <a:r>
              <a:rPr lang="en-US" altLang="zh-CN" sz="2300" baseline="-25000" dirty="0">
                <a:latin typeface="Times New Roman" panose="02020603050405020304" pitchFamily="18" charset="0"/>
              </a:rPr>
              <a:t>1</a:t>
            </a:r>
            <a:r>
              <a:rPr lang="zh-CN" altLang="en-US" sz="2300" dirty="0">
                <a:latin typeface="Times New Roman" panose="02020603050405020304" pitchFamily="18" charset="0"/>
              </a:rPr>
              <a:t>，则</a:t>
            </a:r>
            <a:r>
              <a:rPr lang="en-US" altLang="zh-CN" sz="2300" i="1" dirty="0">
                <a:latin typeface="Times New Roman" panose="02020603050405020304" pitchFamily="18" charset="0"/>
              </a:rPr>
              <a:t>S</a:t>
            </a:r>
            <a:r>
              <a:rPr lang="zh-CN" altLang="en-US" sz="2300" dirty="0">
                <a:latin typeface="Times New Roman" panose="02020603050405020304" pitchFamily="18" charset="0"/>
              </a:rPr>
              <a:t>与</a:t>
            </a:r>
            <a:r>
              <a:rPr lang="en-US" altLang="zh-CN" sz="2300" i="1" dirty="0">
                <a:latin typeface="Times New Roman" panose="02020603050405020304" pitchFamily="18" charset="0"/>
              </a:rPr>
              <a:t>S</a:t>
            </a:r>
            <a:r>
              <a:rPr lang="en-US" altLang="zh-CN" sz="2300" baseline="-25000" dirty="0">
                <a:latin typeface="Times New Roman" panose="02020603050405020304" pitchFamily="18" charset="0"/>
              </a:rPr>
              <a:t>1</a:t>
            </a:r>
            <a:r>
              <a:rPr lang="zh-CN" altLang="en-US" sz="2300" dirty="0">
                <a:latin typeface="Times New Roman" panose="02020603050405020304" pitchFamily="18" charset="0"/>
              </a:rPr>
              <a:t>在不可满足的意义上是等价的，即：</a:t>
            </a:r>
            <a:endParaRPr lang="zh-CN" altLang="en-US" sz="2300" dirty="0">
              <a:latin typeface="Times New Roman" panose="02020603050405020304" pitchFamily="18" charset="0"/>
            </a:endParaRPr>
          </a:p>
          <a:p>
            <a:pPr marL="0" lvl="0" indent="0" eaLnBrk="1" hangingPunct="1">
              <a:lnSpc>
                <a:spcPct val="150000"/>
              </a:lnSpc>
              <a:spcBef>
                <a:spcPct val="0"/>
              </a:spcBef>
              <a:buClrTx/>
              <a:buFontTx/>
              <a:buNone/>
            </a:pPr>
            <a:r>
              <a:rPr lang="zh-CN" altLang="en-US" sz="2400" b="1" dirty="0">
                <a:latin typeface="Times New Roman" panose="02020603050405020304" pitchFamily="18" charset="0"/>
              </a:rPr>
              <a:t> </a:t>
            </a:r>
            <a:endParaRPr lang="zh-CN" altLang="en-US" sz="2400" b="1" dirty="0">
              <a:latin typeface="Times New Roman" panose="02020603050405020304" pitchFamily="18" charset="0"/>
            </a:endParaRPr>
          </a:p>
        </p:txBody>
      </p:sp>
      <p:sp>
        <p:nvSpPr>
          <p:cNvPr id="86021" name="Rectangle 1027"/>
          <p:cNvSpPr>
            <a:spLocks noGrp="1"/>
          </p:cNvSpPr>
          <p:nvPr>
            <p:ph idx="1"/>
          </p:nvPr>
        </p:nvSpPr>
        <p:spPr>
          <a:xfrm>
            <a:off x="228600" y="990600"/>
            <a:ext cx="8642350" cy="1066800"/>
          </a:xfrm>
          <a:gradFill rotWithShape="1">
            <a:gsLst>
              <a:gs pos="0">
                <a:srgbClr val="99CCFF">
                  <a:alpha val="100000"/>
                </a:srgbClr>
              </a:gs>
              <a:gs pos="100000">
                <a:schemeClr val="bg1">
                  <a:alpha val="100000"/>
                </a:schemeClr>
              </a:gs>
            </a:gsLst>
            <a:path path="shape">
              <a:fillToRect l="50000" t="50000" r="50000" b="50000"/>
            </a:path>
            <a:tileRect/>
          </a:gradFill>
          <a:ln>
            <a:solidFill>
              <a:srgbClr val="808080">
                <a:alpha val="100000"/>
              </a:srgbClr>
            </a:solidFill>
            <a:miter lim="800000"/>
          </a:ln>
        </p:spPr>
        <p:txBody>
          <a:bodyPr vert="horz" wrap="square" lIns="91440" tIns="45720" rIns="91440" bIns="45720" anchor="t" anchorCtr="0"/>
          <a:p>
            <a:pPr marL="0" indent="0" algn="just" eaLnBrk="1" hangingPunct="1">
              <a:lnSpc>
                <a:spcPct val="120000"/>
              </a:lnSpc>
              <a:buSzPct val="80000"/>
              <a:buFont typeface="Wingdings" panose="05000000000000000000" pitchFamily="2" charset="2"/>
              <a:buChar char="u"/>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定理</a:t>
            </a:r>
            <a:r>
              <a:rPr lang="en-US" altLang="zh-CN" sz="2400" b="1" dirty="0">
                <a:latin typeface="Times New Roman" panose="02020603050405020304" pitchFamily="18" charset="0"/>
              </a:rPr>
              <a:t>3.2</a:t>
            </a:r>
            <a:r>
              <a:rPr lang="zh-CN" altLang="en-US" sz="2400" b="1" dirty="0">
                <a:latin typeface="Times New Roman" panose="02020603050405020304" pitchFamily="18" charset="0"/>
              </a:rPr>
              <a:t>：</a:t>
            </a:r>
            <a:r>
              <a:rPr lang="zh-CN" altLang="en-US" sz="2400" dirty="0">
                <a:latin typeface="Times New Roman" panose="02020603050405020304" pitchFamily="18" charset="0"/>
              </a:rPr>
              <a:t>归结式</a:t>
            </a:r>
            <a:r>
              <a:rPr lang="en-US" altLang="zh-CN" sz="2400" i="1" dirty="0">
                <a:latin typeface="Times New Roman" panose="02020603050405020304" pitchFamily="18" charset="0"/>
              </a:rPr>
              <a:t>C</a:t>
            </a:r>
            <a:r>
              <a:rPr lang="en-US" altLang="zh-CN" sz="2400" baseline="-25000" dirty="0">
                <a:latin typeface="Times New Roman" panose="02020603050405020304" pitchFamily="18" charset="0"/>
              </a:rPr>
              <a:t>12</a:t>
            </a:r>
            <a:r>
              <a:rPr lang="zh-CN" altLang="en-US" sz="2400" dirty="0">
                <a:latin typeface="Times New Roman" panose="02020603050405020304" pitchFamily="18" charset="0"/>
              </a:rPr>
              <a:t>是其亲本子句</a:t>
            </a:r>
            <a:r>
              <a:rPr lang="en-US" altLang="zh-CN" sz="2400" i="1" dirty="0">
                <a:latin typeface="Times New Roman" panose="02020603050405020304" pitchFamily="18" charset="0"/>
              </a:rPr>
              <a:t>C</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与</a:t>
            </a:r>
            <a:r>
              <a:rPr lang="en-US" altLang="zh-CN" sz="2400" i="1" dirty="0">
                <a:latin typeface="Times New Roman" panose="02020603050405020304" pitchFamily="18" charset="0"/>
              </a:rPr>
              <a:t>C</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的逻辑结论。即如果 </a:t>
            </a:r>
            <a:r>
              <a:rPr lang="en-US" altLang="zh-CN" sz="2400" i="1" dirty="0">
                <a:latin typeface="Times New Roman" panose="02020603050405020304" pitchFamily="18" charset="0"/>
              </a:rPr>
              <a:t>C</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与</a:t>
            </a:r>
            <a:r>
              <a:rPr lang="en-US" altLang="zh-CN" sz="2400" i="1" dirty="0">
                <a:latin typeface="Times New Roman" panose="02020603050405020304" pitchFamily="18" charset="0"/>
              </a:rPr>
              <a:t>C</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为真，则</a:t>
            </a:r>
            <a:r>
              <a:rPr lang="en-US" altLang="zh-CN" sz="2400" i="1" dirty="0">
                <a:latin typeface="Times New Roman" panose="02020603050405020304" pitchFamily="18" charset="0"/>
              </a:rPr>
              <a:t>C</a:t>
            </a:r>
            <a:r>
              <a:rPr lang="en-US" altLang="zh-CN" sz="2400" baseline="-25000" dirty="0">
                <a:latin typeface="Times New Roman" panose="02020603050405020304" pitchFamily="18" charset="0"/>
              </a:rPr>
              <a:t>12</a:t>
            </a:r>
            <a:r>
              <a:rPr lang="zh-CN" altLang="en-US" sz="2400" dirty="0">
                <a:latin typeface="Times New Roman" panose="02020603050405020304" pitchFamily="18" charset="0"/>
              </a:rPr>
              <a:t>为真。</a:t>
            </a:r>
            <a:endParaRPr lang="zh-CN" altLang="en-US" sz="2800" b="1" dirty="0">
              <a:solidFill>
                <a:schemeClr val="accent2"/>
              </a:solidFill>
              <a:latin typeface="Times New Roman" panose="02020603050405020304" pitchFamily="18" charset="0"/>
            </a:endParaRPr>
          </a:p>
        </p:txBody>
      </p:sp>
      <p:sp>
        <p:nvSpPr>
          <p:cNvPr id="86022" name="Rectangle 1026"/>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3.4  </a:t>
            </a:r>
            <a:r>
              <a:rPr lang="zh-CN" altLang="en-US" sz="3600" b="0" dirty="0">
                <a:latin typeface="Times New Roman" panose="02020603050405020304" pitchFamily="18" charset="0"/>
                <a:ea typeface="黑体" panose="02010609060101010101" pitchFamily="49" charset="-122"/>
              </a:rPr>
              <a:t>鲁宾逊归结原理</a:t>
            </a:r>
            <a:endParaRPr lang="zh-CN" altLang="en-US" sz="3600" b="0" dirty="0">
              <a:latin typeface="Times New Roman" panose="02020603050405020304" pitchFamily="18" charset="0"/>
              <a:ea typeface="黑体" panose="02010609060101010101" pitchFamily="49" charset="-122"/>
            </a:endParaRPr>
          </a:p>
        </p:txBody>
      </p:sp>
      <p:sp>
        <p:nvSpPr>
          <p:cNvPr id="86023" name="Rectangle 1028"/>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6024" name="Rectangle 1030"/>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6025" name="Rectangle 1032"/>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6026" name="Rectangle 1034"/>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6027" name="Rectangle 1036"/>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6028" name="Rectangle 1038"/>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6029" name="Rectangle 1040"/>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6030" name="Rectangle 1042"/>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6031" name="Rectangle 1044"/>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6032" name="Rectangle 1046"/>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6033" name="Rectangle 1048"/>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6034" name="Rectangle 1050"/>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6035" name="Rectangle 1052"/>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6036" name="Rectangle 1054"/>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6037" name="Rectangle 1056"/>
          <p:cNvSpPr/>
          <p:nvPr/>
        </p:nvSpPr>
        <p:spPr>
          <a:xfrm>
            <a:off x="0" y="502920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6038" name="Rectangle 1058"/>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6039" name="Rectangle 1060"/>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6040" name="Rectangle 1062"/>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6041" name="Rectangle 1064"/>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6042" name="Rectangle 1066"/>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6043" name="Rectangle 1068"/>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6044" name="Rectangle 1070"/>
          <p:cNvSpPr/>
          <p:nvPr/>
        </p:nvSpPr>
        <p:spPr>
          <a:xfrm>
            <a:off x="0" y="3319463"/>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6045" name="Rectangle 1072"/>
          <p:cNvSpPr/>
          <p:nvPr/>
        </p:nvSpPr>
        <p:spPr>
          <a:xfrm>
            <a:off x="0" y="335280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nvGrpSpPr>
          <p:cNvPr id="2" name="Group 1082"/>
          <p:cNvGrpSpPr/>
          <p:nvPr/>
        </p:nvGrpSpPr>
        <p:grpSpPr>
          <a:xfrm>
            <a:off x="1973263" y="3657600"/>
            <a:ext cx="5341937" cy="533400"/>
            <a:chOff x="988" y="2112"/>
            <a:chExt cx="3365" cy="336"/>
          </a:xfrm>
        </p:grpSpPr>
        <p:sp>
          <p:nvSpPr>
            <p:cNvPr id="86050" name="Rectangle 1080"/>
            <p:cNvSpPr/>
            <p:nvPr/>
          </p:nvSpPr>
          <p:spPr>
            <a:xfrm>
              <a:off x="1248" y="2112"/>
              <a:ext cx="3105" cy="334"/>
            </a:xfrm>
            <a:prstGeom prst="rect">
              <a:avLst/>
            </a:prstGeom>
            <a:noFill/>
            <a:ln w="9525">
              <a:noFill/>
            </a:ln>
          </p:spPr>
          <p:txBody>
            <a:bodyPr wrap="none">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buNone/>
              </a:pPr>
              <a:r>
                <a:rPr lang="zh-CN" altLang="en-US" sz="2400" b="1" dirty="0">
                  <a:solidFill>
                    <a:schemeClr val="accent2"/>
                  </a:solidFill>
                </a:rPr>
                <a:t>的不可满足性          </a:t>
              </a:r>
              <a:r>
                <a:rPr lang="en-US" altLang="zh-CN" sz="2400" b="1" i="1" dirty="0">
                  <a:solidFill>
                    <a:schemeClr val="accent2"/>
                  </a:solidFill>
                  <a:latin typeface="Times New Roman" panose="02020603050405020304" pitchFamily="18" charset="0"/>
                  <a:ea typeface="隶书" panose="02010509060101010101" pitchFamily="49" charset="-122"/>
                </a:rPr>
                <a:t>S </a:t>
              </a:r>
              <a:r>
                <a:rPr lang="zh-CN" altLang="en-US" sz="2400" b="1" dirty="0">
                  <a:solidFill>
                    <a:schemeClr val="accent2"/>
                  </a:solidFill>
                </a:rPr>
                <a:t>的不可满足性</a:t>
              </a:r>
              <a:endParaRPr lang="zh-CN" altLang="en-US" sz="2400" b="1" dirty="0">
                <a:solidFill>
                  <a:schemeClr val="accent2"/>
                </a:solidFill>
              </a:endParaRPr>
            </a:p>
          </p:txBody>
        </p:sp>
        <p:graphicFrame>
          <p:nvGraphicFramePr>
            <p:cNvPr id="86051" name="Object 1025"/>
            <p:cNvGraphicFramePr>
              <a:graphicFrameLocks noChangeAspect="1"/>
            </p:cNvGraphicFramePr>
            <p:nvPr/>
          </p:nvGraphicFramePr>
          <p:xfrm>
            <a:off x="988" y="2160"/>
            <a:ext cx="212" cy="288"/>
          </p:xfrm>
          <a:graphic>
            <a:graphicData uri="http://schemas.openxmlformats.org/presentationml/2006/ole">
              <mc:AlternateContent xmlns:mc="http://schemas.openxmlformats.org/markup-compatibility/2006">
                <mc:Choice xmlns:v="urn:schemas-microsoft-com:vml" Requires="v">
                  <p:oleObj spid="_x0000_s3168" name="" r:id="rId2" imgW="67945" imgH="97155" progId="Equation.3">
                    <p:embed/>
                  </p:oleObj>
                </mc:Choice>
                <mc:Fallback>
                  <p:oleObj name="" r:id="rId2" imgW="67945" imgH="97155" progId="Equation.3">
                    <p:embed/>
                    <p:pic>
                      <p:nvPicPr>
                        <p:cNvPr id="0" name="图片 3167"/>
                        <p:cNvPicPr/>
                        <p:nvPr/>
                      </p:nvPicPr>
                      <p:blipFill>
                        <a:blip r:embed="rId3">
                          <a:clrChange>
                            <a:clrFrom>
                              <a:srgbClr val="000000"/>
                            </a:clrFrom>
                            <a:clrTo>
                              <a:srgbClr val="CC0000"/>
                            </a:clrTo>
                          </a:clrChange>
                        </a:blip>
                        <a:stretch>
                          <a:fillRect/>
                        </a:stretch>
                      </p:blipFill>
                      <p:spPr>
                        <a:xfrm>
                          <a:off x="988" y="2160"/>
                          <a:ext cx="212" cy="288"/>
                        </a:xfrm>
                        <a:prstGeom prst="rect">
                          <a:avLst/>
                        </a:prstGeom>
                        <a:noFill/>
                        <a:ln w="38100">
                          <a:noFill/>
                          <a:miter/>
                        </a:ln>
                      </p:spPr>
                    </p:pic>
                  </p:oleObj>
                </mc:Fallback>
              </mc:AlternateContent>
            </a:graphicData>
          </a:graphic>
        </p:graphicFrame>
        <p:graphicFrame>
          <p:nvGraphicFramePr>
            <p:cNvPr id="86052" name="Object 1026"/>
            <p:cNvGraphicFramePr>
              <a:graphicFrameLocks noChangeAspect="1"/>
            </p:cNvGraphicFramePr>
            <p:nvPr/>
          </p:nvGraphicFramePr>
          <p:xfrm>
            <a:off x="2592" y="2160"/>
            <a:ext cx="288" cy="230"/>
          </p:xfrm>
          <a:graphic>
            <a:graphicData uri="http://schemas.openxmlformats.org/presentationml/2006/ole">
              <mc:AlternateContent xmlns:mc="http://schemas.openxmlformats.org/markup-compatibility/2006">
                <mc:Choice xmlns:v="urn:schemas-microsoft-com:vml" Requires="v">
                  <p:oleObj spid="_x0000_s3167" name="" r:id="rId4" imgW="82550" imgH="63500" progId="Equation.3">
                    <p:embed/>
                  </p:oleObj>
                </mc:Choice>
                <mc:Fallback>
                  <p:oleObj name="" r:id="rId4" imgW="82550" imgH="63500" progId="Equation.3">
                    <p:embed/>
                    <p:pic>
                      <p:nvPicPr>
                        <p:cNvPr id="0" name="图片 3166"/>
                        <p:cNvPicPr/>
                        <p:nvPr/>
                      </p:nvPicPr>
                      <p:blipFill>
                        <a:blip r:embed="rId5">
                          <a:clrChange>
                            <a:clrFrom>
                              <a:srgbClr val="000000"/>
                            </a:clrFrom>
                            <a:clrTo>
                              <a:srgbClr val="CC0000"/>
                            </a:clrTo>
                          </a:clrChange>
                        </a:blip>
                        <a:stretch>
                          <a:fillRect/>
                        </a:stretch>
                      </p:blipFill>
                      <p:spPr>
                        <a:xfrm>
                          <a:off x="2592" y="2160"/>
                          <a:ext cx="288" cy="230"/>
                        </a:xfrm>
                        <a:prstGeom prst="rect">
                          <a:avLst/>
                        </a:prstGeom>
                        <a:noFill/>
                        <a:ln w="38100">
                          <a:noFill/>
                          <a:miter/>
                        </a:ln>
                      </p:spPr>
                    </p:pic>
                  </p:oleObj>
                </mc:Fallback>
              </mc:AlternateContent>
            </a:graphicData>
          </a:graphic>
        </p:graphicFrame>
      </p:grpSp>
      <p:grpSp>
        <p:nvGrpSpPr>
          <p:cNvPr id="3" name="Group 1094"/>
          <p:cNvGrpSpPr/>
          <p:nvPr/>
        </p:nvGrpSpPr>
        <p:grpSpPr>
          <a:xfrm>
            <a:off x="1981200" y="5943600"/>
            <a:ext cx="5124450" cy="457200"/>
            <a:chOff x="1322" y="3744"/>
            <a:chExt cx="3228" cy="288"/>
          </a:xfrm>
        </p:grpSpPr>
        <p:sp>
          <p:nvSpPr>
            <p:cNvPr id="86048" name="Rectangle 1081"/>
            <p:cNvSpPr/>
            <p:nvPr/>
          </p:nvSpPr>
          <p:spPr>
            <a:xfrm>
              <a:off x="1322" y="3744"/>
              <a:ext cx="3228" cy="288"/>
            </a:xfrm>
            <a:prstGeom prst="rect">
              <a:avLst/>
            </a:prstGeom>
            <a:noFill/>
            <a:ln w="9525">
              <a:noFill/>
            </a:ln>
          </p:spPr>
          <p:txBody>
            <a:bodyPr wrap="none">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0"/>
                </a:spcBef>
                <a:buClrTx/>
                <a:buFontTx/>
                <a:buNone/>
              </a:pPr>
              <a:r>
                <a:rPr lang="en-US" altLang="zh-CN" sz="2400" b="1" i="1" dirty="0">
                  <a:solidFill>
                    <a:schemeClr val="accent2"/>
                  </a:solidFill>
                  <a:latin typeface="Times New Roman" panose="02020603050405020304" pitchFamily="18" charset="0"/>
                </a:rPr>
                <a:t>S</a:t>
              </a:r>
              <a:r>
                <a:rPr lang="en-US" altLang="zh-CN" sz="2400" b="1" i="1" baseline="-25000" dirty="0">
                  <a:solidFill>
                    <a:schemeClr val="accent2"/>
                  </a:solidFill>
                  <a:latin typeface="Times New Roman" panose="02020603050405020304" pitchFamily="18" charset="0"/>
                </a:rPr>
                <a:t>1</a:t>
              </a:r>
              <a:r>
                <a:rPr lang="zh-CN" altLang="en-US" sz="2400" b="1" dirty="0">
                  <a:solidFill>
                    <a:schemeClr val="accent2"/>
                  </a:solidFill>
                </a:rPr>
                <a:t>的不可满足性          </a:t>
              </a:r>
              <a:r>
                <a:rPr lang="en-US" altLang="zh-CN" sz="2400" b="1" i="1" dirty="0">
                  <a:solidFill>
                    <a:schemeClr val="accent2"/>
                  </a:solidFill>
                  <a:latin typeface="Times New Roman" panose="02020603050405020304" pitchFamily="18" charset="0"/>
                  <a:ea typeface="隶书" panose="02010509060101010101" pitchFamily="49" charset="-122"/>
                </a:rPr>
                <a:t>S</a:t>
              </a:r>
              <a:r>
                <a:rPr lang="zh-CN" altLang="en-US" sz="2400" b="1" dirty="0">
                  <a:solidFill>
                    <a:schemeClr val="accent2"/>
                  </a:solidFill>
                </a:rPr>
                <a:t>的不可满足性</a:t>
              </a:r>
              <a:endParaRPr lang="zh-CN" altLang="en-US" sz="2400" b="1" dirty="0">
                <a:solidFill>
                  <a:schemeClr val="accent2"/>
                </a:solidFill>
              </a:endParaRPr>
            </a:p>
          </p:txBody>
        </p:sp>
        <p:graphicFrame>
          <p:nvGraphicFramePr>
            <p:cNvPr id="86049" name="Object 1024"/>
            <p:cNvGraphicFramePr>
              <a:graphicFrameLocks noChangeAspect="1"/>
            </p:cNvGraphicFramePr>
            <p:nvPr/>
          </p:nvGraphicFramePr>
          <p:xfrm>
            <a:off x="2842" y="3754"/>
            <a:ext cx="326" cy="230"/>
          </p:xfrm>
          <a:graphic>
            <a:graphicData uri="http://schemas.openxmlformats.org/presentationml/2006/ole">
              <mc:AlternateContent xmlns:mc="http://schemas.openxmlformats.org/markup-compatibility/2006">
                <mc:Choice xmlns:v="urn:schemas-microsoft-com:vml" Requires="v">
                  <p:oleObj spid="_x0000_s3170" name="" r:id="rId6" imgW="92710" imgH="63500" progId="Equation.3">
                    <p:embed/>
                  </p:oleObj>
                </mc:Choice>
                <mc:Fallback>
                  <p:oleObj name="" r:id="rId6" imgW="92710" imgH="63500" progId="Equation.3">
                    <p:embed/>
                    <p:pic>
                      <p:nvPicPr>
                        <p:cNvPr id="0" name="图片 3169"/>
                        <p:cNvPicPr/>
                        <p:nvPr/>
                      </p:nvPicPr>
                      <p:blipFill>
                        <a:blip r:embed="rId7">
                          <a:clrChange>
                            <a:clrFrom>
                              <a:srgbClr val="000000"/>
                            </a:clrFrom>
                            <a:clrTo>
                              <a:srgbClr val="CC0000"/>
                            </a:clrTo>
                          </a:clrChange>
                        </a:blip>
                        <a:stretch>
                          <a:fillRect/>
                        </a:stretch>
                      </p:blipFill>
                      <p:spPr>
                        <a:xfrm>
                          <a:off x="2842" y="3754"/>
                          <a:ext cx="326" cy="230"/>
                        </a:xfrm>
                        <a:prstGeom prst="rect">
                          <a:avLst/>
                        </a:prstGeom>
                        <a:noFill/>
                        <a:ln w="38100">
                          <a:noFill/>
                          <a:miter/>
                        </a:ln>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par>
                          <p:cTn id="8" fill="hold">
                            <p:stCondLst>
                              <p:cond delay="500"/>
                            </p:stCondLst>
                            <p:childTnLst>
                              <p:par>
                                <p:cTn id="9" presetID="4" presetClass="entr" presetSubtype="16"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ox(in)">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87043"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3.4  </a:t>
            </a:r>
            <a:r>
              <a:rPr lang="zh-CN" altLang="en-US" sz="3600" b="0" dirty="0">
                <a:latin typeface="Times New Roman" panose="02020603050405020304" pitchFamily="18" charset="0"/>
                <a:ea typeface="黑体" panose="02010609060101010101" pitchFamily="49" charset="-122"/>
              </a:rPr>
              <a:t>鲁宾逊归结原理</a:t>
            </a:r>
            <a:endParaRPr lang="zh-CN" altLang="en-US" sz="3600" b="0" dirty="0">
              <a:latin typeface="Times New Roman" panose="02020603050405020304" pitchFamily="18" charset="0"/>
              <a:ea typeface="黑体" panose="02010609060101010101" pitchFamily="49" charset="-122"/>
            </a:endParaRPr>
          </a:p>
        </p:txBody>
      </p:sp>
      <p:sp>
        <p:nvSpPr>
          <p:cNvPr id="87044" name="Rectangle 3"/>
          <p:cNvSpPr>
            <a:spLocks noGrp="1"/>
          </p:cNvSpPr>
          <p:nvPr>
            <p:ph idx="1"/>
          </p:nvPr>
        </p:nvSpPr>
        <p:spPr/>
        <p:txBody>
          <a:bodyPr vert="horz" wrap="square" lIns="91440" tIns="45720" rIns="91440" bIns="45720" anchor="t" anchorCtr="0"/>
          <a:p>
            <a:pPr marL="571500" indent="-571500" eaLnBrk="1" hangingPunct="1">
              <a:buNone/>
            </a:pPr>
            <a:r>
              <a:rPr lang="en-US" altLang="zh-CN" sz="2600" b="1" dirty="0">
                <a:latin typeface="Times New Roman" panose="02020603050405020304" pitchFamily="18" charset="0"/>
              </a:rPr>
              <a:t>2.</a:t>
            </a:r>
            <a:r>
              <a:rPr lang="en-US" altLang="zh-CN" sz="2600" b="1" dirty="0"/>
              <a:t> </a:t>
            </a:r>
            <a:r>
              <a:rPr lang="zh-CN" altLang="en-US" sz="2600" b="1" dirty="0"/>
              <a:t>谓词逻辑中的归结原理（含有变量的子句的归结）</a:t>
            </a:r>
            <a:r>
              <a:rPr lang="zh-CN" altLang="en-US" sz="2800" b="1" dirty="0"/>
              <a:t> </a:t>
            </a:r>
            <a:endParaRPr lang="zh-CN" altLang="en-US" sz="2800" b="1" dirty="0"/>
          </a:p>
          <a:p>
            <a:pPr marL="571500" indent="-571500" eaLnBrk="1" hangingPunct="1">
              <a:buNone/>
            </a:pPr>
            <a:r>
              <a:rPr lang="zh-CN" altLang="en-US" sz="2800" b="1" dirty="0"/>
              <a:t>例：</a:t>
            </a:r>
            <a:endParaRPr lang="zh-CN" altLang="en-US" sz="2800" b="1" dirty="0"/>
          </a:p>
        </p:txBody>
      </p:sp>
      <p:sp>
        <p:nvSpPr>
          <p:cNvPr id="87045" name="Rectangle 8"/>
          <p:cNvSpPr/>
          <p:nvPr/>
        </p:nvSpPr>
        <p:spPr>
          <a:xfrm>
            <a:off x="3962400" y="3319463"/>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0"/>
              </a:spcBef>
              <a:buClrTx/>
              <a:buFontTx/>
              <a:buNone/>
            </a:pPr>
            <a:endParaRPr lang="zh-CN" altLang="zh-CN" sz="1800" dirty="0"/>
          </a:p>
        </p:txBody>
      </p:sp>
      <p:graphicFrame>
        <p:nvGraphicFramePr>
          <p:cNvPr id="87046" name="Object 1024"/>
          <p:cNvGraphicFramePr>
            <a:graphicFrameLocks noChangeAspect="1"/>
          </p:cNvGraphicFramePr>
          <p:nvPr/>
        </p:nvGraphicFramePr>
        <p:xfrm>
          <a:off x="1066800" y="1600200"/>
          <a:ext cx="2514600" cy="498475"/>
        </p:xfrm>
        <a:graphic>
          <a:graphicData uri="http://schemas.openxmlformats.org/presentationml/2006/ole">
            <mc:AlternateContent xmlns:mc="http://schemas.openxmlformats.org/markup-compatibility/2006">
              <mc:Choice xmlns:v="urn:schemas-microsoft-com:vml" Requires="v">
                <p:oleObj spid="_x0000_s3166" name="" r:id="rId2" imgW="19088100" imgH="3733800" progId="Equation.3">
                  <p:embed/>
                </p:oleObj>
              </mc:Choice>
              <mc:Fallback>
                <p:oleObj name="" r:id="rId2" imgW="19088100" imgH="3733800" progId="Equation.3">
                  <p:embed/>
                  <p:pic>
                    <p:nvPicPr>
                      <p:cNvPr id="0" name="图片 3165"/>
                      <p:cNvPicPr/>
                      <p:nvPr/>
                    </p:nvPicPr>
                    <p:blipFill>
                      <a:blip r:embed="rId3"/>
                      <a:stretch>
                        <a:fillRect/>
                      </a:stretch>
                    </p:blipFill>
                    <p:spPr>
                      <a:xfrm>
                        <a:off x="1066800" y="1600200"/>
                        <a:ext cx="2514600" cy="498475"/>
                      </a:xfrm>
                      <a:prstGeom prst="rect">
                        <a:avLst/>
                      </a:prstGeom>
                      <a:noFill/>
                      <a:ln w="38100">
                        <a:noFill/>
                        <a:miter/>
                      </a:ln>
                    </p:spPr>
                  </p:pic>
                </p:oleObj>
              </mc:Fallback>
            </mc:AlternateContent>
          </a:graphicData>
        </a:graphic>
      </p:graphicFrame>
      <p:graphicFrame>
        <p:nvGraphicFramePr>
          <p:cNvPr id="87047" name="Object 1025"/>
          <p:cNvGraphicFramePr>
            <a:graphicFrameLocks noChangeAspect="1"/>
          </p:cNvGraphicFramePr>
          <p:nvPr/>
        </p:nvGraphicFramePr>
        <p:xfrm>
          <a:off x="1066800" y="2417763"/>
          <a:ext cx="2438400" cy="438150"/>
        </p:xfrm>
        <a:graphic>
          <a:graphicData uri="http://schemas.openxmlformats.org/presentationml/2006/ole">
            <mc:AlternateContent xmlns:mc="http://schemas.openxmlformats.org/markup-compatibility/2006">
              <mc:Choice xmlns:v="urn:schemas-microsoft-com:vml" Requires="v">
                <p:oleObj spid="_x0000_s3165" name="" r:id="rId4" imgW="21069300" imgH="3733800" progId="Equation.3">
                  <p:embed/>
                </p:oleObj>
              </mc:Choice>
              <mc:Fallback>
                <p:oleObj name="" r:id="rId4" imgW="21069300" imgH="3733800" progId="Equation.3">
                  <p:embed/>
                  <p:pic>
                    <p:nvPicPr>
                      <p:cNvPr id="0" name="图片 3164"/>
                      <p:cNvPicPr/>
                      <p:nvPr/>
                    </p:nvPicPr>
                    <p:blipFill>
                      <a:blip r:embed="rId5"/>
                      <a:stretch>
                        <a:fillRect/>
                      </a:stretch>
                    </p:blipFill>
                    <p:spPr>
                      <a:xfrm>
                        <a:off x="1066800" y="2417763"/>
                        <a:ext cx="2438400" cy="438150"/>
                      </a:xfrm>
                      <a:prstGeom prst="rect">
                        <a:avLst/>
                      </a:prstGeom>
                      <a:noFill/>
                      <a:ln w="38100">
                        <a:noFill/>
                        <a:miter/>
                      </a:ln>
                    </p:spPr>
                  </p:pic>
                </p:oleObj>
              </mc:Fallback>
            </mc:AlternateContent>
          </a:graphicData>
        </a:graphic>
      </p:graphicFrame>
      <p:sp>
        <p:nvSpPr>
          <p:cNvPr id="33801" name="Oval 9"/>
          <p:cNvSpPr/>
          <p:nvPr/>
        </p:nvSpPr>
        <p:spPr>
          <a:xfrm>
            <a:off x="1752600" y="1600200"/>
            <a:ext cx="762000" cy="533400"/>
          </a:xfrm>
          <a:prstGeom prst="ellipse">
            <a:avLst/>
          </a:prstGeom>
          <a:noFill/>
          <a:ln w="19050" cap="flat" cmpd="sng">
            <a:solidFill>
              <a:srgbClr val="FF0000"/>
            </a:solidFill>
            <a:prstDash val="solid"/>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33802" name="Oval 10"/>
          <p:cNvSpPr/>
          <p:nvPr/>
        </p:nvSpPr>
        <p:spPr>
          <a:xfrm>
            <a:off x="1981200" y="2286000"/>
            <a:ext cx="609600" cy="685800"/>
          </a:xfrm>
          <a:prstGeom prst="ellipse">
            <a:avLst/>
          </a:prstGeom>
          <a:noFill/>
          <a:ln w="19050" cap="flat" cmpd="sng">
            <a:solidFill>
              <a:srgbClr val="FF0000"/>
            </a:solidFill>
            <a:prstDash val="solid"/>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184322" name="Object 1026"/>
          <p:cNvGraphicFramePr>
            <a:graphicFrameLocks noChangeAspect="1"/>
          </p:cNvGraphicFramePr>
          <p:nvPr/>
        </p:nvGraphicFramePr>
        <p:xfrm>
          <a:off x="3810000" y="2743200"/>
          <a:ext cx="1328738" cy="457200"/>
        </p:xfrm>
        <a:graphic>
          <a:graphicData uri="http://schemas.openxmlformats.org/presentationml/2006/ole">
            <mc:AlternateContent xmlns:mc="http://schemas.openxmlformats.org/markup-compatibility/2006">
              <mc:Choice xmlns:v="urn:schemas-microsoft-com:vml" Requires="v">
                <p:oleObj spid="_x0000_s3169" name="" r:id="rId6" imgW="301625" imgH="87630" progId="Equation.3">
                  <p:embed/>
                </p:oleObj>
              </mc:Choice>
              <mc:Fallback>
                <p:oleObj name="" r:id="rId6" imgW="301625" imgH="87630" progId="Equation.3">
                  <p:embed/>
                  <p:pic>
                    <p:nvPicPr>
                      <p:cNvPr id="0" name="图片 3168"/>
                      <p:cNvPicPr/>
                      <p:nvPr/>
                    </p:nvPicPr>
                    <p:blipFill>
                      <a:blip r:embed="rId7">
                        <a:clrChange>
                          <a:clrFrom>
                            <a:srgbClr val="000000"/>
                          </a:clrFrom>
                          <a:clrTo>
                            <a:srgbClr val="CC0000"/>
                          </a:clrTo>
                        </a:clrChange>
                      </a:blip>
                      <a:stretch>
                        <a:fillRect/>
                      </a:stretch>
                    </p:blipFill>
                    <p:spPr>
                      <a:xfrm>
                        <a:off x="3810000" y="2743200"/>
                        <a:ext cx="1328738" cy="457200"/>
                      </a:xfrm>
                      <a:prstGeom prst="rect">
                        <a:avLst/>
                      </a:prstGeom>
                      <a:noFill/>
                      <a:ln w="38100">
                        <a:noFill/>
                        <a:miter/>
                      </a:ln>
                    </p:spPr>
                  </p:pic>
                </p:oleObj>
              </mc:Fallback>
            </mc:AlternateContent>
          </a:graphicData>
        </a:graphic>
      </p:graphicFrame>
      <p:sp>
        <p:nvSpPr>
          <p:cNvPr id="33805" name="AutoShape 13"/>
          <p:cNvSpPr>
            <a:spLocks noChangeArrowheads="1"/>
          </p:cNvSpPr>
          <p:nvPr/>
        </p:nvSpPr>
        <p:spPr bwMode="auto">
          <a:xfrm>
            <a:off x="3810000" y="2286000"/>
            <a:ext cx="1524000" cy="45720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chemeClr val="bg1"/>
              </a:gs>
              <a:gs pos="50000">
                <a:schemeClr val="accent1"/>
              </a:gs>
              <a:gs pos="100000">
                <a:schemeClr val="bg1"/>
              </a:gs>
            </a:gsLst>
            <a:lin ang="5400000" scaled="1"/>
          </a:gradFill>
          <a:ln w="9525">
            <a:solidFill>
              <a:schemeClr val="accent2"/>
            </a:solidFill>
            <a:miter lim="800000"/>
          </a:ln>
          <a:effectLst/>
        </p:spPr>
        <p:txBody>
          <a:bodyPr wrap="none" anchor="ctr"/>
          <a:lstStyle/>
          <a:p>
            <a:pPr marL="0" marR="0" lvl="0" indent="0" algn="l" defTabSz="914400" rtl="0" eaLnBrk="1" fontAlgn="base" latinLnBrk="0" hangingPunct="1">
              <a:lnSpc>
                <a:spcPct val="12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7052" name="Rectangle 15"/>
          <p:cNvSpPr/>
          <p:nvPr/>
        </p:nvSpPr>
        <p:spPr>
          <a:xfrm>
            <a:off x="3967163" y="3319463"/>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184323" name="Object 1027"/>
          <p:cNvGraphicFramePr>
            <a:graphicFrameLocks noChangeAspect="1"/>
          </p:cNvGraphicFramePr>
          <p:nvPr/>
        </p:nvGraphicFramePr>
        <p:xfrm>
          <a:off x="5562600" y="1663700"/>
          <a:ext cx="2590800" cy="469900"/>
        </p:xfrm>
        <a:graphic>
          <a:graphicData uri="http://schemas.openxmlformats.org/presentationml/2006/ole">
            <mc:AlternateContent xmlns:mc="http://schemas.openxmlformats.org/markup-compatibility/2006">
              <mc:Choice xmlns:v="urn:schemas-microsoft-com:vml" Requires="v">
                <p:oleObj spid="_x0000_s3177" name="" r:id="rId8" imgW="20850225" imgH="3733800" progId="Equation.3">
                  <p:embed/>
                </p:oleObj>
              </mc:Choice>
              <mc:Fallback>
                <p:oleObj name="" r:id="rId8" imgW="20850225" imgH="3733800" progId="Equation.3">
                  <p:embed/>
                  <p:pic>
                    <p:nvPicPr>
                      <p:cNvPr id="0" name="图片 3176"/>
                      <p:cNvPicPr/>
                      <p:nvPr/>
                    </p:nvPicPr>
                    <p:blipFill>
                      <a:blip r:embed="rId9"/>
                      <a:stretch>
                        <a:fillRect/>
                      </a:stretch>
                    </p:blipFill>
                    <p:spPr>
                      <a:xfrm>
                        <a:off x="5562600" y="1663700"/>
                        <a:ext cx="2590800" cy="469900"/>
                      </a:xfrm>
                      <a:prstGeom prst="rect">
                        <a:avLst/>
                      </a:prstGeom>
                      <a:noFill/>
                      <a:ln w="38100">
                        <a:noFill/>
                        <a:miter/>
                      </a:ln>
                    </p:spPr>
                  </p:pic>
                </p:oleObj>
              </mc:Fallback>
            </mc:AlternateContent>
          </a:graphicData>
        </a:graphic>
      </p:graphicFrame>
      <p:sp>
        <p:nvSpPr>
          <p:cNvPr id="87054" name="Rectangle 17"/>
          <p:cNvSpPr/>
          <p:nvPr/>
        </p:nvSpPr>
        <p:spPr>
          <a:xfrm>
            <a:off x="3910013" y="3319463"/>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184324" name="Object 1028"/>
          <p:cNvGraphicFramePr>
            <a:graphicFrameLocks noChangeAspect="1"/>
          </p:cNvGraphicFramePr>
          <p:nvPr/>
        </p:nvGraphicFramePr>
        <p:xfrm>
          <a:off x="5486400" y="2390775"/>
          <a:ext cx="3048000" cy="504825"/>
        </p:xfrm>
        <a:graphic>
          <a:graphicData uri="http://schemas.openxmlformats.org/presentationml/2006/ole">
            <mc:AlternateContent xmlns:mc="http://schemas.openxmlformats.org/markup-compatibility/2006">
              <mc:Choice xmlns:v="urn:schemas-microsoft-com:vml" Requires="v">
                <p:oleObj spid="_x0000_s3173" name="" r:id="rId10" imgW="22821900" imgH="3733800" progId="Equation.3">
                  <p:embed/>
                </p:oleObj>
              </mc:Choice>
              <mc:Fallback>
                <p:oleObj name="" r:id="rId10" imgW="22821900" imgH="3733800" progId="Equation.3">
                  <p:embed/>
                  <p:pic>
                    <p:nvPicPr>
                      <p:cNvPr id="0" name="图片 3172"/>
                      <p:cNvPicPr/>
                      <p:nvPr/>
                    </p:nvPicPr>
                    <p:blipFill>
                      <a:blip r:embed="rId11"/>
                      <a:stretch>
                        <a:fillRect/>
                      </a:stretch>
                    </p:blipFill>
                    <p:spPr>
                      <a:xfrm>
                        <a:off x="5486400" y="2390775"/>
                        <a:ext cx="3048000" cy="504825"/>
                      </a:xfrm>
                      <a:prstGeom prst="rect">
                        <a:avLst/>
                      </a:prstGeom>
                      <a:noFill/>
                      <a:ln w="38100">
                        <a:noFill/>
                        <a:miter/>
                      </a:ln>
                    </p:spPr>
                  </p:pic>
                </p:oleObj>
              </mc:Fallback>
            </mc:AlternateContent>
          </a:graphicData>
        </a:graphic>
      </p:graphicFrame>
      <p:sp>
        <p:nvSpPr>
          <p:cNvPr id="33810" name="AutoShape 18"/>
          <p:cNvSpPr/>
          <p:nvPr/>
        </p:nvSpPr>
        <p:spPr>
          <a:xfrm>
            <a:off x="8534400" y="1905000"/>
            <a:ext cx="304800" cy="1752600"/>
          </a:xfrm>
          <a:prstGeom prst="curvedLeftArrow">
            <a:avLst>
              <a:gd name="adj1" fmla="val 115000"/>
              <a:gd name="adj2" fmla="val 230000"/>
              <a:gd name="adj3" fmla="val 41666"/>
            </a:avLst>
          </a:prstGeom>
          <a:gradFill rotWithShape="0">
            <a:gsLst>
              <a:gs pos="0">
                <a:schemeClr val="accent1"/>
              </a:gs>
              <a:gs pos="100000">
                <a:schemeClr val="bg1"/>
              </a:gs>
            </a:gsLst>
            <a:lin ang="5400000" scaled="1"/>
            <a:tileRect/>
          </a:gradFill>
          <a:ln w="9525" cap="flat" cmpd="sng">
            <a:solidFill>
              <a:schemeClr val="accent2"/>
            </a:solidFill>
            <a:prstDash val="solid"/>
            <a:miter/>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7057" name="Rectangle 20"/>
          <p:cNvSpPr/>
          <p:nvPr/>
        </p:nvSpPr>
        <p:spPr>
          <a:xfrm>
            <a:off x="4171950" y="33289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184325" name="Object 1029"/>
          <p:cNvGraphicFramePr>
            <a:graphicFrameLocks noChangeAspect="1"/>
          </p:cNvGraphicFramePr>
          <p:nvPr/>
        </p:nvGraphicFramePr>
        <p:xfrm>
          <a:off x="5486400" y="3108325"/>
          <a:ext cx="2906713" cy="546100"/>
        </p:xfrm>
        <a:graphic>
          <a:graphicData uri="http://schemas.openxmlformats.org/presentationml/2006/ole">
            <mc:AlternateContent xmlns:mc="http://schemas.openxmlformats.org/markup-compatibility/2006">
              <mc:Choice xmlns:v="urn:schemas-microsoft-com:vml" Requires="v">
                <p:oleObj spid="_x0000_s3172" name="" r:id="rId12" imgW="510540" imgH="97155" progId="Equation.3">
                  <p:embed/>
                </p:oleObj>
              </mc:Choice>
              <mc:Fallback>
                <p:oleObj name="" r:id="rId12" imgW="510540" imgH="97155" progId="Equation.3">
                  <p:embed/>
                  <p:pic>
                    <p:nvPicPr>
                      <p:cNvPr id="0" name="图片 3171"/>
                      <p:cNvPicPr/>
                      <p:nvPr/>
                    </p:nvPicPr>
                    <p:blipFill>
                      <a:blip r:embed="rId13">
                        <a:clrChange>
                          <a:clrFrom>
                            <a:srgbClr val="000000"/>
                          </a:clrFrom>
                          <a:clrTo>
                            <a:srgbClr val="CC0000"/>
                          </a:clrTo>
                        </a:clrChange>
                      </a:blip>
                      <a:stretch>
                        <a:fillRect/>
                      </a:stretch>
                    </p:blipFill>
                    <p:spPr>
                      <a:xfrm>
                        <a:off x="5486400" y="3108325"/>
                        <a:ext cx="2906713" cy="546100"/>
                      </a:xfrm>
                      <a:prstGeom prst="rect">
                        <a:avLst/>
                      </a:prstGeom>
                      <a:noFill/>
                      <a:ln w="38100">
                        <a:noFill/>
                        <a:miter/>
                      </a:ln>
                    </p:spPr>
                  </p:pic>
                </p:oleObj>
              </mc:Fallback>
            </mc:AlternateContent>
          </a:graphicData>
        </a:graphic>
      </p:graphicFrame>
      <p:sp>
        <p:nvSpPr>
          <p:cNvPr id="33813" name="AutoShape 21"/>
          <p:cNvSpPr/>
          <p:nvPr/>
        </p:nvSpPr>
        <p:spPr>
          <a:xfrm>
            <a:off x="762000" y="1905000"/>
            <a:ext cx="228600" cy="1752600"/>
          </a:xfrm>
          <a:prstGeom prst="curvedRightArrow">
            <a:avLst>
              <a:gd name="adj1" fmla="val 153333"/>
              <a:gd name="adj2" fmla="val 306666"/>
              <a:gd name="adj3" fmla="val 33333"/>
            </a:avLst>
          </a:prstGeom>
          <a:gradFill rotWithShape="0">
            <a:gsLst>
              <a:gs pos="0">
                <a:schemeClr val="bg1"/>
              </a:gs>
              <a:gs pos="100000">
                <a:schemeClr val="accent1"/>
              </a:gs>
            </a:gsLst>
            <a:lin ang="0" scaled="1"/>
            <a:tileRect/>
          </a:gra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33814" name="Text Box 22"/>
          <p:cNvSpPr txBox="1"/>
          <p:nvPr/>
        </p:nvSpPr>
        <p:spPr>
          <a:xfrm>
            <a:off x="1371600" y="3048000"/>
            <a:ext cx="1066800" cy="701675"/>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ClrTx/>
              <a:buFontTx/>
              <a:buNone/>
            </a:pPr>
            <a:r>
              <a:rPr lang="zh-CN" altLang="en-US" sz="4000" b="1" dirty="0">
                <a:solidFill>
                  <a:schemeClr val="accent2"/>
                </a:solidFill>
              </a:rPr>
              <a:t>？</a:t>
            </a:r>
            <a:endParaRPr lang="zh-CN" altLang="en-US" sz="4000" b="1" dirty="0">
              <a:solidFill>
                <a:schemeClr val="accent2"/>
              </a:solidFill>
            </a:endParaRPr>
          </a:p>
        </p:txBody>
      </p:sp>
      <p:sp>
        <p:nvSpPr>
          <p:cNvPr id="87061" name="Rectangle 26"/>
          <p:cNvSpPr/>
          <p:nvPr/>
        </p:nvSpPr>
        <p:spPr>
          <a:xfrm>
            <a:off x="4324350" y="3319463"/>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7062" name="Rectangle 31"/>
          <p:cNvSpPr/>
          <p:nvPr/>
        </p:nvSpPr>
        <p:spPr>
          <a:xfrm>
            <a:off x="4424363" y="3319463"/>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nvGrpSpPr>
          <p:cNvPr id="2" name="Group 38"/>
          <p:cNvGrpSpPr/>
          <p:nvPr/>
        </p:nvGrpSpPr>
        <p:grpSpPr>
          <a:xfrm>
            <a:off x="228600" y="3962400"/>
            <a:ext cx="8610600" cy="2165350"/>
            <a:chOff x="144" y="2496"/>
            <a:chExt cx="5424" cy="1364"/>
          </a:xfrm>
        </p:grpSpPr>
        <p:sp>
          <p:nvSpPr>
            <p:cNvPr id="87065" name="Text Box 23"/>
            <p:cNvSpPr txBox="1"/>
            <p:nvPr/>
          </p:nvSpPr>
          <p:spPr>
            <a:xfrm>
              <a:off x="144" y="2496"/>
              <a:ext cx="5424" cy="1364"/>
            </a:xfrm>
            <a:prstGeom prst="rect">
              <a:avLst/>
            </a:prstGeom>
            <a:gradFill rotWithShape="1">
              <a:gsLst>
                <a:gs pos="0">
                  <a:srgbClr val="FFFF99"/>
                </a:gs>
                <a:gs pos="100000">
                  <a:srgbClr val="FFFFFF"/>
                </a:gs>
              </a:gsLst>
              <a:path path="rect">
                <a:fillToRect l="100000" t="100000"/>
              </a:path>
              <a:tileRect/>
            </a:gradFill>
            <a:ln w="9525" cap="flat" cmpd="sng">
              <a:solidFill>
                <a:srgbClr val="808080"/>
              </a:solidFill>
              <a:prstDash val="solid"/>
              <a:miter/>
              <a:headEnd type="none" w="med" len="med"/>
              <a:tailEnd type="none" w="med" len="med"/>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buClrTx/>
                <a:buFontTx/>
                <a:buNone/>
              </a:pPr>
              <a:r>
                <a:rPr lang="zh-CN" altLang="en-US" sz="2600" b="1" dirty="0">
                  <a:latin typeface="Times New Roman" panose="02020603050405020304" pitchFamily="18" charset="0"/>
                </a:rPr>
                <a:t>定义 </a:t>
              </a:r>
              <a:r>
                <a:rPr lang="en-US" altLang="zh-CN" sz="2600" b="1" dirty="0">
                  <a:latin typeface="Times New Roman" panose="02020603050405020304" pitchFamily="18" charset="0"/>
                </a:rPr>
                <a:t>3.2</a:t>
              </a:r>
              <a:r>
                <a:rPr lang="en-US" altLang="zh-CN" sz="2600" dirty="0"/>
                <a:t> </a:t>
              </a:r>
              <a:r>
                <a:rPr lang="zh-CN" altLang="en-US" sz="2600" dirty="0"/>
                <a:t>：</a:t>
              </a:r>
              <a:r>
                <a:rPr lang="zh-CN" altLang="en-US" sz="2600" dirty="0">
                  <a:latin typeface="宋体" panose="02010600030101010101" pitchFamily="2" charset="-122"/>
                </a:rPr>
                <a:t>设是       两个没有相同变元的子句，  和  分别是      中的文字，若   是       的</a:t>
              </a:r>
              <a:r>
                <a:rPr lang="zh-CN" altLang="en-US" sz="2600" dirty="0">
                  <a:solidFill>
                    <a:schemeClr val="accent2"/>
                  </a:solidFill>
                  <a:latin typeface="宋体" panose="02010600030101010101" pitchFamily="2" charset="-122"/>
                </a:rPr>
                <a:t>最一般合一</a:t>
              </a:r>
              <a:r>
                <a:rPr lang="zh-CN" altLang="en-US" sz="2600" dirty="0">
                  <a:latin typeface="宋体" panose="02010600030101010101" pitchFamily="2" charset="-122"/>
                </a:rPr>
                <a:t>，则称</a:t>
              </a:r>
              <a:r>
                <a:rPr lang="zh-CN" altLang="en-US" sz="2600" dirty="0"/>
                <a:t> </a:t>
              </a:r>
              <a:endParaRPr lang="zh-CN" altLang="en-US" sz="2600" dirty="0"/>
            </a:p>
            <a:p>
              <a:pPr marL="0" lvl="0" indent="0" eaLnBrk="1" hangingPunct="1">
                <a:lnSpc>
                  <a:spcPct val="120000"/>
                </a:lnSpc>
                <a:buClrTx/>
                <a:buFontTx/>
                <a:buNone/>
              </a:pPr>
              <a:r>
                <a:rPr lang="zh-CN" altLang="en-US" sz="2600" dirty="0">
                  <a:latin typeface="宋体" panose="02010600030101010101" pitchFamily="2" charset="-122"/>
                </a:rPr>
                <a:t>为      的二元归结式。</a:t>
              </a:r>
              <a:r>
                <a:rPr lang="zh-CN" altLang="en-US" sz="2600" dirty="0"/>
                <a:t> </a:t>
              </a:r>
              <a:endParaRPr lang="zh-CN" altLang="en-US" sz="2600" dirty="0"/>
            </a:p>
          </p:txBody>
        </p:sp>
        <p:graphicFrame>
          <p:nvGraphicFramePr>
            <p:cNvPr id="87066" name="Object 1030"/>
            <p:cNvGraphicFramePr>
              <a:graphicFrameLocks noChangeAspect="1"/>
            </p:cNvGraphicFramePr>
            <p:nvPr/>
          </p:nvGraphicFramePr>
          <p:xfrm>
            <a:off x="3216" y="2899"/>
            <a:ext cx="695" cy="269"/>
          </p:xfrm>
          <a:graphic>
            <a:graphicData uri="http://schemas.openxmlformats.org/presentationml/2006/ole">
              <mc:AlternateContent xmlns:mc="http://schemas.openxmlformats.org/markup-compatibility/2006">
                <mc:Choice xmlns:v="urn:schemas-microsoft-com:vml" Requires="v">
                  <p:oleObj spid="_x0000_s3181" name="" r:id="rId14" imgW="9658350" imgH="3733800" progId="Equation.3">
                    <p:embed/>
                  </p:oleObj>
                </mc:Choice>
                <mc:Fallback>
                  <p:oleObj name="" r:id="rId14" imgW="9658350" imgH="3733800" progId="Equation.3">
                    <p:embed/>
                    <p:pic>
                      <p:nvPicPr>
                        <p:cNvPr id="0" name="图片 3180"/>
                        <p:cNvPicPr/>
                        <p:nvPr/>
                      </p:nvPicPr>
                      <p:blipFill>
                        <a:blip r:embed="rId15"/>
                        <a:stretch>
                          <a:fillRect/>
                        </a:stretch>
                      </p:blipFill>
                      <p:spPr>
                        <a:xfrm>
                          <a:off x="3216" y="2899"/>
                          <a:ext cx="695" cy="269"/>
                        </a:xfrm>
                        <a:prstGeom prst="rect">
                          <a:avLst/>
                        </a:prstGeom>
                        <a:noFill/>
                        <a:ln w="38100">
                          <a:noFill/>
                          <a:miter/>
                        </a:ln>
                      </p:spPr>
                    </p:pic>
                  </p:oleObj>
                </mc:Fallback>
              </mc:AlternateContent>
            </a:graphicData>
          </a:graphic>
        </p:graphicFrame>
        <p:graphicFrame>
          <p:nvGraphicFramePr>
            <p:cNvPr id="87067" name="Object 1031"/>
            <p:cNvGraphicFramePr>
              <a:graphicFrameLocks noChangeAspect="1"/>
            </p:cNvGraphicFramePr>
            <p:nvPr/>
          </p:nvGraphicFramePr>
          <p:xfrm>
            <a:off x="1680" y="2592"/>
            <a:ext cx="624" cy="275"/>
          </p:xfrm>
          <a:graphic>
            <a:graphicData uri="http://schemas.openxmlformats.org/presentationml/2006/ole">
              <mc:AlternateContent xmlns:mc="http://schemas.openxmlformats.org/markup-compatibility/2006">
                <mc:Choice xmlns:v="urn:schemas-microsoft-com:vml" Requires="v">
                  <p:oleObj spid="_x0000_s3175" name="" r:id="rId16" imgW="8553450" imgH="3733800" progId="Equation.3">
                    <p:embed/>
                  </p:oleObj>
                </mc:Choice>
                <mc:Fallback>
                  <p:oleObj name="" r:id="rId16" imgW="8553450" imgH="3733800" progId="Equation.3">
                    <p:embed/>
                    <p:pic>
                      <p:nvPicPr>
                        <p:cNvPr id="0" name="图片 3174"/>
                        <p:cNvPicPr/>
                        <p:nvPr/>
                      </p:nvPicPr>
                      <p:blipFill>
                        <a:blip r:embed="rId17"/>
                        <a:stretch>
                          <a:fillRect/>
                        </a:stretch>
                      </p:blipFill>
                      <p:spPr>
                        <a:xfrm>
                          <a:off x="1680" y="2592"/>
                          <a:ext cx="624" cy="275"/>
                        </a:xfrm>
                        <a:prstGeom prst="rect">
                          <a:avLst/>
                        </a:prstGeom>
                        <a:noFill/>
                        <a:ln w="38100">
                          <a:noFill/>
                          <a:miter/>
                        </a:ln>
                      </p:spPr>
                    </p:pic>
                  </p:oleObj>
                </mc:Fallback>
              </mc:AlternateContent>
            </a:graphicData>
          </a:graphic>
        </p:graphicFrame>
        <p:graphicFrame>
          <p:nvGraphicFramePr>
            <p:cNvPr id="87068" name="Object 1032"/>
            <p:cNvGraphicFramePr>
              <a:graphicFrameLocks noChangeAspect="1"/>
            </p:cNvGraphicFramePr>
            <p:nvPr/>
          </p:nvGraphicFramePr>
          <p:xfrm>
            <a:off x="4756" y="2577"/>
            <a:ext cx="284" cy="255"/>
          </p:xfrm>
          <a:graphic>
            <a:graphicData uri="http://schemas.openxmlformats.org/presentationml/2006/ole">
              <mc:AlternateContent xmlns:mc="http://schemas.openxmlformats.org/markup-compatibility/2006">
                <mc:Choice xmlns:v="urn:schemas-microsoft-com:vml" Requires="v">
                  <p:oleObj spid="_x0000_s3171" name="" r:id="rId18" imgW="2847975" imgH="3733800" progId="Equation.3">
                    <p:embed/>
                  </p:oleObj>
                </mc:Choice>
                <mc:Fallback>
                  <p:oleObj name="" r:id="rId18" imgW="2847975" imgH="3733800" progId="Equation.3">
                    <p:embed/>
                    <p:pic>
                      <p:nvPicPr>
                        <p:cNvPr id="0" name="图片 3170"/>
                        <p:cNvPicPr/>
                        <p:nvPr/>
                      </p:nvPicPr>
                      <p:blipFill>
                        <a:blip r:embed="rId19"/>
                        <a:stretch>
                          <a:fillRect/>
                        </a:stretch>
                      </p:blipFill>
                      <p:spPr>
                        <a:xfrm>
                          <a:off x="4756" y="2577"/>
                          <a:ext cx="284" cy="255"/>
                        </a:xfrm>
                        <a:prstGeom prst="rect">
                          <a:avLst/>
                        </a:prstGeom>
                        <a:noFill/>
                        <a:ln w="38100">
                          <a:noFill/>
                          <a:miter/>
                        </a:ln>
                      </p:spPr>
                    </p:pic>
                  </p:oleObj>
                </mc:Fallback>
              </mc:AlternateContent>
            </a:graphicData>
          </a:graphic>
        </p:graphicFrame>
        <p:graphicFrame>
          <p:nvGraphicFramePr>
            <p:cNvPr id="87069" name="Object 1033"/>
            <p:cNvGraphicFramePr>
              <a:graphicFrameLocks noChangeAspect="1"/>
            </p:cNvGraphicFramePr>
            <p:nvPr/>
          </p:nvGraphicFramePr>
          <p:xfrm>
            <a:off x="5269" y="2583"/>
            <a:ext cx="299" cy="249"/>
          </p:xfrm>
          <a:graphic>
            <a:graphicData uri="http://schemas.openxmlformats.org/presentationml/2006/ole">
              <mc:AlternateContent xmlns:mc="http://schemas.openxmlformats.org/markup-compatibility/2006">
                <mc:Choice xmlns:v="urn:schemas-microsoft-com:vml" Requires="v">
                  <p:oleObj spid="_x0000_s3179" name="" r:id="rId20" imgW="3076575" imgH="3733800" progId="Equation.3">
                    <p:embed/>
                  </p:oleObj>
                </mc:Choice>
                <mc:Fallback>
                  <p:oleObj name="" r:id="rId20" imgW="3076575" imgH="3733800" progId="Equation.3">
                    <p:embed/>
                    <p:pic>
                      <p:nvPicPr>
                        <p:cNvPr id="0" name="图片 3178"/>
                        <p:cNvPicPr/>
                        <p:nvPr/>
                      </p:nvPicPr>
                      <p:blipFill>
                        <a:blip r:embed="rId21"/>
                        <a:stretch>
                          <a:fillRect/>
                        </a:stretch>
                      </p:blipFill>
                      <p:spPr>
                        <a:xfrm>
                          <a:off x="5269" y="2583"/>
                          <a:ext cx="299" cy="249"/>
                        </a:xfrm>
                        <a:prstGeom prst="rect">
                          <a:avLst/>
                        </a:prstGeom>
                        <a:noFill/>
                        <a:ln w="38100">
                          <a:noFill/>
                          <a:miter/>
                        </a:ln>
                      </p:spPr>
                    </p:pic>
                  </p:oleObj>
                </mc:Fallback>
              </mc:AlternateContent>
            </a:graphicData>
          </a:graphic>
        </p:graphicFrame>
        <p:graphicFrame>
          <p:nvGraphicFramePr>
            <p:cNvPr id="87070" name="Object 1034"/>
            <p:cNvGraphicFramePr>
              <a:graphicFrameLocks noChangeAspect="1"/>
            </p:cNvGraphicFramePr>
            <p:nvPr/>
          </p:nvGraphicFramePr>
          <p:xfrm>
            <a:off x="824" y="2893"/>
            <a:ext cx="608" cy="275"/>
          </p:xfrm>
          <a:graphic>
            <a:graphicData uri="http://schemas.openxmlformats.org/presentationml/2006/ole">
              <mc:AlternateContent xmlns:mc="http://schemas.openxmlformats.org/markup-compatibility/2006">
                <mc:Choice xmlns:v="urn:schemas-microsoft-com:vml" Requires="v">
                  <p:oleObj spid="_x0000_s3174" name="" r:id="rId22" imgW="8334375" imgH="3733800" progId="Equation.3">
                    <p:embed/>
                  </p:oleObj>
                </mc:Choice>
                <mc:Fallback>
                  <p:oleObj name="" r:id="rId22" imgW="8334375" imgH="3733800" progId="Equation.3">
                    <p:embed/>
                    <p:pic>
                      <p:nvPicPr>
                        <p:cNvPr id="0" name="图片 3173"/>
                        <p:cNvPicPr/>
                        <p:nvPr/>
                      </p:nvPicPr>
                      <p:blipFill>
                        <a:blip r:embed="rId23"/>
                        <a:stretch>
                          <a:fillRect/>
                        </a:stretch>
                      </p:blipFill>
                      <p:spPr>
                        <a:xfrm>
                          <a:off x="824" y="2893"/>
                          <a:ext cx="608" cy="275"/>
                        </a:xfrm>
                        <a:prstGeom prst="rect">
                          <a:avLst/>
                        </a:prstGeom>
                        <a:noFill/>
                        <a:ln w="38100">
                          <a:noFill/>
                          <a:miter/>
                        </a:ln>
                      </p:spPr>
                    </p:pic>
                  </p:oleObj>
                </mc:Fallback>
              </mc:AlternateContent>
            </a:graphicData>
          </a:graphic>
        </p:graphicFrame>
        <p:graphicFrame>
          <p:nvGraphicFramePr>
            <p:cNvPr id="87071" name="Object 1035"/>
            <p:cNvGraphicFramePr>
              <a:graphicFrameLocks noChangeAspect="1"/>
            </p:cNvGraphicFramePr>
            <p:nvPr/>
          </p:nvGraphicFramePr>
          <p:xfrm>
            <a:off x="2784" y="2944"/>
            <a:ext cx="192" cy="176"/>
          </p:xfrm>
          <a:graphic>
            <a:graphicData uri="http://schemas.openxmlformats.org/presentationml/2006/ole">
              <mc:AlternateContent xmlns:mc="http://schemas.openxmlformats.org/markup-compatibility/2006">
                <mc:Choice xmlns:v="urn:schemas-microsoft-com:vml" Requires="v">
                  <p:oleObj spid="_x0000_s3180" name="" r:id="rId24" imgW="2628900" imgH="2409825" progId="Equation.3">
                    <p:embed/>
                  </p:oleObj>
                </mc:Choice>
                <mc:Fallback>
                  <p:oleObj name="" r:id="rId24" imgW="2628900" imgH="2409825" progId="Equation.3">
                    <p:embed/>
                    <p:pic>
                      <p:nvPicPr>
                        <p:cNvPr id="0" name="图片 3179"/>
                        <p:cNvPicPr/>
                        <p:nvPr/>
                      </p:nvPicPr>
                      <p:blipFill>
                        <a:blip r:embed="rId25"/>
                        <a:stretch>
                          <a:fillRect/>
                        </a:stretch>
                      </p:blipFill>
                      <p:spPr>
                        <a:xfrm>
                          <a:off x="2784" y="2944"/>
                          <a:ext cx="192" cy="176"/>
                        </a:xfrm>
                        <a:prstGeom prst="rect">
                          <a:avLst/>
                        </a:prstGeom>
                        <a:noFill/>
                        <a:ln w="38100">
                          <a:noFill/>
                          <a:miter/>
                        </a:ln>
                      </p:spPr>
                    </p:pic>
                  </p:oleObj>
                </mc:Fallback>
              </mc:AlternateContent>
            </a:graphicData>
          </a:graphic>
        </p:graphicFrame>
        <p:graphicFrame>
          <p:nvGraphicFramePr>
            <p:cNvPr id="87072" name="Object 1036"/>
            <p:cNvGraphicFramePr>
              <a:graphicFrameLocks noChangeAspect="1"/>
            </p:cNvGraphicFramePr>
            <p:nvPr/>
          </p:nvGraphicFramePr>
          <p:xfrm>
            <a:off x="1152" y="3215"/>
            <a:ext cx="3024" cy="289"/>
          </p:xfrm>
          <a:graphic>
            <a:graphicData uri="http://schemas.openxmlformats.org/presentationml/2006/ole">
              <mc:AlternateContent xmlns:mc="http://schemas.openxmlformats.org/markup-compatibility/2006">
                <mc:Choice xmlns:v="urn:schemas-microsoft-com:vml" Requires="v">
                  <p:oleObj spid="_x0000_s3176" name="" r:id="rId26" imgW="39719250" imgH="3733800" progId="Equation.3">
                    <p:embed/>
                  </p:oleObj>
                </mc:Choice>
                <mc:Fallback>
                  <p:oleObj name="" r:id="rId26" imgW="39719250" imgH="3733800" progId="Equation.3">
                    <p:embed/>
                    <p:pic>
                      <p:nvPicPr>
                        <p:cNvPr id="0" name="图片 3175"/>
                        <p:cNvPicPr/>
                        <p:nvPr/>
                      </p:nvPicPr>
                      <p:blipFill>
                        <a:blip r:embed="rId27"/>
                        <a:stretch>
                          <a:fillRect/>
                        </a:stretch>
                      </p:blipFill>
                      <p:spPr>
                        <a:xfrm>
                          <a:off x="1152" y="3215"/>
                          <a:ext cx="3024" cy="289"/>
                        </a:xfrm>
                        <a:prstGeom prst="rect">
                          <a:avLst/>
                        </a:prstGeom>
                        <a:noFill/>
                        <a:ln w="38100">
                          <a:noFill/>
                          <a:miter/>
                        </a:ln>
                      </p:spPr>
                    </p:pic>
                  </p:oleObj>
                </mc:Fallback>
              </mc:AlternateContent>
            </a:graphicData>
          </a:graphic>
        </p:graphicFrame>
        <p:graphicFrame>
          <p:nvGraphicFramePr>
            <p:cNvPr id="87073" name="Object 1037"/>
            <p:cNvGraphicFramePr>
              <a:graphicFrameLocks noChangeAspect="1"/>
            </p:cNvGraphicFramePr>
            <p:nvPr/>
          </p:nvGraphicFramePr>
          <p:xfrm>
            <a:off x="432" y="3565"/>
            <a:ext cx="608" cy="275"/>
          </p:xfrm>
          <a:graphic>
            <a:graphicData uri="http://schemas.openxmlformats.org/presentationml/2006/ole">
              <mc:AlternateContent xmlns:mc="http://schemas.openxmlformats.org/markup-compatibility/2006">
                <mc:Choice xmlns:v="urn:schemas-microsoft-com:vml" Requires="v">
                  <p:oleObj spid="_x0000_s3178" name="" r:id="rId28" imgW="8334375" imgH="3733800" progId="Equation.3">
                    <p:embed/>
                  </p:oleObj>
                </mc:Choice>
                <mc:Fallback>
                  <p:oleObj name="" r:id="rId28" imgW="8334375" imgH="3733800" progId="Equation.3">
                    <p:embed/>
                    <p:pic>
                      <p:nvPicPr>
                        <p:cNvPr id="0" name="图片 3177"/>
                        <p:cNvPicPr/>
                        <p:nvPr/>
                      </p:nvPicPr>
                      <p:blipFill>
                        <a:blip r:embed="rId23"/>
                        <a:stretch>
                          <a:fillRect/>
                        </a:stretch>
                      </p:blipFill>
                      <p:spPr>
                        <a:xfrm>
                          <a:off x="432" y="3565"/>
                          <a:ext cx="608" cy="275"/>
                        </a:xfrm>
                        <a:prstGeom prst="rect">
                          <a:avLst/>
                        </a:prstGeom>
                        <a:noFill/>
                        <a:ln w="38100">
                          <a:noFill/>
                          <a:miter/>
                        </a:ln>
                      </p:spPr>
                    </p:pic>
                  </p:oleObj>
                </mc:Fallback>
              </mc:AlternateContent>
            </a:graphicData>
          </a:graphic>
        </p:graphicFrame>
      </p:grpSp>
      <p:sp>
        <p:nvSpPr>
          <p:cNvPr id="87064" name="Text Box 39"/>
          <p:cNvSpPr txBox="1"/>
          <p:nvPr/>
        </p:nvSpPr>
        <p:spPr>
          <a:xfrm>
            <a:off x="3810000" y="1828800"/>
            <a:ext cx="1454150" cy="396875"/>
          </a:xfrm>
          <a:prstGeom prst="rect">
            <a:avLst/>
          </a:prstGeom>
          <a:noFill/>
          <a:ln w="9525">
            <a:noFill/>
          </a:ln>
        </p:spPr>
        <p:txBody>
          <a:bodyPr wrap="none">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0"/>
              </a:spcBef>
              <a:buClrTx/>
              <a:buFontTx/>
              <a:buNone/>
            </a:pPr>
            <a:r>
              <a:rPr lang="zh-CN" altLang="en-US" sz="2000" b="1" dirty="0">
                <a:solidFill>
                  <a:schemeClr val="accent2"/>
                </a:solidFill>
              </a:rPr>
              <a:t>最一般合一</a:t>
            </a:r>
            <a:endParaRPr lang="zh-CN" altLang="en-US" sz="2000" b="1" dirty="0">
              <a:solidFill>
                <a:schemeClr val="accent2"/>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33801"/>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3380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7" presetClass="entr" presetSubtype="1" fill="hold" grpId="0" nodeType="clickEffect">
                                  <p:stCondLst>
                                    <p:cond delay="0"/>
                                  </p:stCondLst>
                                  <p:childTnLst>
                                    <p:set>
                                      <p:cBhvr>
                                        <p:cTn id="13" dur="1" fill="hold">
                                          <p:stCondLst>
                                            <p:cond delay="0"/>
                                          </p:stCondLst>
                                        </p:cTn>
                                        <p:tgtEl>
                                          <p:spTgt spid="33813"/>
                                        </p:tgtEl>
                                        <p:attrNameLst>
                                          <p:attrName>style.visibility</p:attrName>
                                        </p:attrNameLst>
                                      </p:cBhvr>
                                      <p:to>
                                        <p:strVal val="visible"/>
                                      </p:to>
                                    </p:set>
                                    <p:anim calcmode="lin" valueType="num">
                                      <p:cBhvr>
                                        <p:cTn id="14" dur="500" fill="hold"/>
                                        <p:tgtEl>
                                          <p:spTgt spid="33813"/>
                                        </p:tgtEl>
                                        <p:attrNameLst>
                                          <p:attrName>ppt_x</p:attrName>
                                        </p:attrNameLst>
                                      </p:cBhvr>
                                      <p:tavLst>
                                        <p:tav tm="0">
                                          <p:val>
                                            <p:strVal val="#ppt_x"/>
                                          </p:val>
                                        </p:tav>
                                        <p:tav tm="100000">
                                          <p:val>
                                            <p:strVal val="#ppt_x"/>
                                          </p:val>
                                        </p:tav>
                                      </p:tavLst>
                                    </p:anim>
                                    <p:anim calcmode="lin" valueType="num">
                                      <p:cBhvr>
                                        <p:cTn id="15" dur="500" fill="hold"/>
                                        <p:tgtEl>
                                          <p:spTgt spid="33813"/>
                                        </p:tgtEl>
                                        <p:attrNameLst>
                                          <p:attrName>ppt_y</p:attrName>
                                        </p:attrNameLst>
                                      </p:cBhvr>
                                      <p:tavLst>
                                        <p:tav tm="0">
                                          <p:val>
                                            <p:strVal val="#ppt_y-#ppt_h/2"/>
                                          </p:val>
                                        </p:tav>
                                        <p:tav tm="100000">
                                          <p:val>
                                            <p:strVal val="#ppt_y"/>
                                          </p:val>
                                        </p:tav>
                                      </p:tavLst>
                                    </p:anim>
                                    <p:anim calcmode="lin" valueType="num">
                                      <p:cBhvr>
                                        <p:cTn id="16" dur="500" fill="hold"/>
                                        <p:tgtEl>
                                          <p:spTgt spid="33813"/>
                                        </p:tgtEl>
                                        <p:attrNameLst>
                                          <p:attrName>ppt_w</p:attrName>
                                        </p:attrNameLst>
                                      </p:cBhvr>
                                      <p:tavLst>
                                        <p:tav tm="0">
                                          <p:val>
                                            <p:strVal val="#ppt_w"/>
                                          </p:val>
                                        </p:tav>
                                        <p:tav tm="100000">
                                          <p:val>
                                            <p:strVal val="#ppt_w"/>
                                          </p:val>
                                        </p:tav>
                                      </p:tavLst>
                                    </p:anim>
                                    <p:anim calcmode="lin" valueType="num">
                                      <p:cBhvr>
                                        <p:cTn id="17" dur="500" fill="hold"/>
                                        <p:tgtEl>
                                          <p:spTgt spid="33813"/>
                                        </p:tgtEl>
                                        <p:attrNameLst>
                                          <p:attrName>ppt_h</p:attrName>
                                        </p:attrNameLst>
                                      </p:cBhvr>
                                      <p:tavLst>
                                        <p:tav tm="0">
                                          <p:val>
                                            <p:fltVal val="0.000000"/>
                                          </p:val>
                                        </p:tav>
                                        <p:tav tm="100000">
                                          <p:val>
                                            <p:strVal val="#ppt_h"/>
                                          </p:val>
                                        </p:tav>
                                      </p:tavLst>
                                    </p:anim>
                                  </p:childTnLst>
                                </p:cTn>
                              </p:par>
                            </p:childTnLst>
                          </p:cTn>
                        </p:par>
                        <p:par>
                          <p:cTn id="18" fill="hold">
                            <p:stCondLst>
                              <p:cond delay="500"/>
                            </p:stCondLst>
                            <p:childTnLst>
                              <p:par>
                                <p:cTn id="19" presetID="19" presetClass="entr" presetSubtype="10" fill="hold" grpId="0" nodeType="afterEffect">
                                  <p:stCondLst>
                                    <p:cond delay="0"/>
                                  </p:stCondLst>
                                  <p:childTnLst>
                                    <p:set>
                                      <p:cBhvr>
                                        <p:cTn id="20" dur="1" fill="hold">
                                          <p:stCondLst>
                                            <p:cond delay="0"/>
                                          </p:stCondLst>
                                        </p:cTn>
                                        <p:tgtEl>
                                          <p:spTgt spid="33814"/>
                                        </p:tgtEl>
                                        <p:attrNameLst>
                                          <p:attrName>style.visibility</p:attrName>
                                        </p:attrNameLst>
                                      </p:cBhvr>
                                      <p:to>
                                        <p:strVal val="visible"/>
                                      </p:to>
                                    </p:set>
                                    <p:anim calcmode="lin" valueType="num">
                                      <p:cBhvr>
                                        <p:cTn id="21" dur="1000" fill="hold"/>
                                        <p:tgtEl>
                                          <p:spTgt spid="33814"/>
                                        </p:tgtEl>
                                        <p:attrNameLst>
                                          <p:attrName>ppt_w</p:attrName>
                                        </p:attrNameLst>
                                      </p:cBhvr>
                                      <p:tavLst>
                                        <p:tav tm="0" fmla="#ppt_w*sin(2.5*pi*$)">
                                          <p:val>
                                            <p:fltVal val="0.000000"/>
                                          </p:val>
                                        </p:tav>
                                        <p:tav tm="100000">
                                          <p:val>
                                            <p:fltVal val="1.000000"/>
                                          </p:val>
                                        </p:tav>
                                      </p:tavLst>
                                    </p:anim>
                                    <p:anim calcmode="lin" valueType="num">
                                      <p:cBhvr>
                                        <p:cTn id="22" dur="1000" fill="hold"/>
                                        <p:tgtEl>
                                          <p:spTgt spid="33814"/>
                                        </p:tgtEl>
                                        <p:attrNameLst>
                                          <p:attrName>ppt_h</p:attrName>
                                        </p:attrNameLst>
                                      </p:cBhvr>
                                      <p:tavLst>
                                        <p:tav tm="0">
                                          <p:val>
                                            <p:strVal val="#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17" presetClass="entr" presetSubtype="8" fill="hold" nodeType="clickEffect">
                                  <p:stCondLst>
                                    <p:cond delay="0"/>
                                  </p:stCondLst>
                                  <p:childTnLst>
                                    <p:set>
                                      <p:cBhvr>
                                        <p:cTn id="26" dur="1" fill="hold">
                                          <p:stCondLst>
                                            <p:cond delay="0"/>
                                          </p:stCondLst>
                                        </p:cTn>
                                        <p:tgtEl>
                                          <p:spTgt spid="33805"/>
                                        </p:tgtEl>
                                        <p:attrNameLst>
                                          <p:attrName>style.visibility</p:attrName>
                                        </p:attrNameLst>
                                      </p:cBhvr>
                                      <p:to>
                                        <p:strVal val="visible"/>
                                      </p:to>
                                    </p:set>
                                    <p:anim calcmode="lin" valueType="num">
                                      <p:cBhvr>
                                        <p:cTn id="27" dur="500" fill="hold"/>
                                        <p:tgtEl>
                                          <p:spTgt spid="33805"/>
                                        </p:tgtEl>
                                        <p:attrNameLst>
                                          <p:attrName>ppt_x</p:attrName>
                                        </p:attrNameLst>
                                      </p:cBhvr>
                                      <p:tavLst>
                                        <p:tav tm="0">
                                          <p:val>
                                            <p:strVal val="#ppt_x-#ppt_w/2"/>
                                          </p:val>
                                        </p:tav>
                                        <p:tav tm="100000">
                                          <p:val>
                                            <p:strVal val="#ppt_x"/>
                                          </p:val>
                                        </p:tav>
                                      </p:tavLst>
                                    </p:anim>
                                    <p:anim calcmode="lin" valueType="num">
                                      <p:cBhvr>
                                        <p:cTn id="28" dur="500" fill="hold"/>
                                        <p:tgtEl>
                                          <p:spTgt spid="33805"/>
                                        </p:tgtEl>
                                        <p:attrNameLst>
                                          <p:attrName>ppt_y</p:attrName>
                                        </p:attrNameLst>
                                      </p:cBhvr>
                                      <p:tavLst>
                                        <p:tav tm="0">
                                          <p:val>
                                            <p:strVal val="#ppt_y"/>
                                          </p:val>
                                        </p:tav>
                                        <p:tav tm="100000">
                                          <p:val>
                                            <p:strVal val="#ppt_y"/>
                                          </p:val>
                                        </p:tav>
                                      </p:tavLst>
                                    </p:anim>
                                    <p:anim calcmode="lin" valueType="num">
                                      <p:cBhvr>
                                        <p:cTn id="29" dur="500" fill="hold"/>
                                        <p:tgtEl>
                                          <p:spTgt spid="33805"/>
                                        </p:tgtEl>
                                        <p:attrNameLst>
                                          <p:attrName>ppt_w</p:attrName>
                                        </p:attrNameLst>
                                      </p:cBhvr>
                                      <p:tavLst>
                                        <p:tav tm="0">
                                          <p:val>
                                            <p:fltVal val="0.000000"/>
                                          </p:val>
                                        </p:tav>
                                        <p:tav tm="100000">
                                          <p:val>
                                            <p:strVal val="#ppt_w"/>
                                          </p:val>
                                        </p:tav>
                                      </p:tavLst>
                                    </p:anim>
                                    <p:anim calcmode="lin" valueType="num">
                                      <p:cBhvr>
                                        <p:cTn id="30" dur="500" fill="hold"/>
                                        <p:tgtEl>
                                          <p:spTgt spid="33805"/>
                                        </p:tgtEl>
                                        <p:attrNameLst>
                                          <p:attrName>ppt_h</p:attrName>
                                        </p:attrNameLst>
                                      </p:cBhvr>
                                      <p:tavLst>
                                        <p:tav tm="0">
                                          <p:val>
                                            <p:strVal val="#ppt_h"/>
                                          </p:val>
                                        </p:tav>
                                        <p:tav tm="100000">
                                          <p:val>
                                            <p:strVal val="#ppt_h"/>
                                          </p:val>
                                        </p:tav>
                                      </p:tavLst>
                                    </p:anim>
                                  </p:childTnLst>
                                </p:cTn>
                              </p:par>
                            </p:childTnLst>
                          </p:cTn>
                        </p:par>
                        <p:par>
                          <p:cTn id="31" fill="hold">
                            <p:stCondLst>
                              <p:cond delay="500"/>
                            </p:stCondLst>
                            <p:childTnLst>
                              <p:par>
                                <p:cTn id="32" presetID="1" presetClass="entr" presetSubtype="0" fill="hold" nodeType="afterEffect">
                                  <p:stCondLst>
                                    <p:cond delay="0"/>
                                  </p:stCondLst>
                                  <p:childTnLst>
                                    <p:set>
                                      <p:cBhvr>
                                        <p:cTn id="33" dur="1" fill="hold">
                                          <p:stCondLst>
                                            <p:cond delay="499"/>
                                          </p:stCondLst>
                                        </p:cTn>
                                        <p:tgtEl>
                                          <p:spTgt spid="184322"/>
                                        </p:tgtEl>
                                        <p:attrNameLst>
                                          <p:attrName>style.visibility</p:attrName>
                                        </p:attrNameLst>
                                      </p:cBhvr>
                                      <p:to>
                                        <p:strVal val="visible"/>
                                      </p:to>
                                    </p:set>
                                  </p:childTnLst>
                                </p:cTn>
                              </p:par>
                            </p:childTnLst>
                          </p:cTn>
                        </p:par>
                        <p:par>
                          <p:cTn id="34" fill="hold">
                            <p:stCondLst>
                              <p:cond delay="1000"/>
                            </p:stCondLst>
                            <p:childTnLst>
                              <p:par>
                                <p:cTn id="35" presetID="2" presetClass="entr" presetSubtype="2" fill="hold" nodeType="afterEffect">
                                  <p:stCondLst>
                                    <p:cond delay="0"/>
                                  </p:stCondLst>
                                  <p:childTnLst>
                                    <p:set>
                                      <p:cBhvr>
                                        <p:cTn id="36" dur="1" fill="hold">
                                          <p:stCondLst>
                                            <p:cond delay="0"/>
                                          </p:stCondLst>
                                        </p:cTn>
                                        <p:tgtEl>
                                          <p:spTgt spid="184323"/>
                                        </p:tgtEl>
                                        <p:attrNameLst>
                                          <p:attrName>style.visibility</p:attrName>
                                        </p:attrNameLst>
                                      </p:cBhvr>
                                      <p:to>
                                        <p:strVal val="visible"/>
                                      </p:to>
                                    </p:set>
                                    <p:anim calcmode="lin" valueType="num">
                                      <p:cBhvr additive="base">
                                        <p:cTn id="37" dur="2000" fill="hold"/>
                                        <p:tgtEl>
                                          <p:spTgt spid="184323"/>
                                        </p:tgtEl>
                                        <p:attrNameLst>
                                          <p:attrName>ppt_x</p:attrName>
                                        </p:attrNameLst>
                                      </p:cBhvr>
                                      <p:tavLst>
                                        <p:tav tm="0">
                                          <p:val>
                                            <p:strVal val="1+#ppt_w/2"/>
                                          </p:val>
                                        </p:tav>
                                        <p:tav tm="100000">
                                          <p:val>
                                            <p:strVal val="#ppt_x"/>
                                          </p:val>
                                        </p:tav>
                                      </p:tavLst>
                                    </p:anim>
                                    <p:anim calcmode="lin" valueType="num">
                                      <p:cBhvr additive="base">
                                        <p:cTn id="38" dur="2000" fill="hold"/>
                                        <p:tgtEl>
                                          <p:spTgt spid="184323"/>
                                        </p:tgtEl>
                                        <p:attrNameLst>
                                          <p:attrName>ppt_y</p:attrName>
                                        </p:attrNameLst>
                                      </p:cBhvr>
                                      <p:tavLst>
                                        <p:tav tm="0">
                                          <p:val>
                                            <p:strVal val="#ppt_y"/>
                                          </p:val>
                                        </p:tav>
                                        <p:tav tm="100000">
                                          <p:val>
                                            <p:strVal val="#ppt_y"/>
                                          </p:val>
                                        </p:tav>
                                      </p:tavLst>
                                    </p:anim>
                                  </p:childTnLst>
                                </p:cTn>
                              </p:par>
                            </p:childTnLst>
                          </p:cTn>
                        </p:par>
                        <p:par>
                          <p:cTn id="39" fill="hold">
                            <p:stCondLst>
                              <p:cond delay="3000"/>
                            </p:stCondLst>
                            <p:childTnLst>
                              <p:par>
                                <p:cTn id="40" presetID="2" presetClass="entr" presetSubtype="2" fill="hold" nodeType="afterEffect">
                                  <p:stCondLst>
                                    <p:cond delay="0"/>
                                  </p:stCondLst>
                                  <p:childTnLst>
                                    <p:set>
                                      <p:cBhvr>
                                        <p:cTn id="41" dur="1" fill="hold">
                                          <p:stCondLst>
                                            <p:cond delay="0"/>
                                          </p:stCondLst>
                                        </p:cTn>
                                        <p:tgtEl>
                                          <p:spTgt spid="184324"/>
                                        </p:tgtEl>
                                        <p:attrNameLst>
                                          <p:attrName>style.visibility</p:attrName>
                                        </p:attrNameLst>
                                      </p:cBhvr>
                                      <p:to>
                                        <p:strVal val="visible"/>
                                      </p:to>
                                    </p:set>
                                    <p:anim calcmode="lin" valueType="num">
                                      <p:cBhvr additive="base">
                                        <p:cTn id="42" dur="2000" fill="hold"/>
                                        <p:tgtEl>
                                          <p:spTgt spid="184324"/>
                                        </p:tgtEl>
                                        <p:attrNameLst>
                                          <p:attrName>ppt_x</p:attrName>
                                        </p:attrNameLst>
                                      </p:cBhvr>
                                      <p:tavLst>
                                        <p:tav tm="0">
                                          <p:val>
                                            <p:strVal val="1+#ppt_w/2"/>
                                          </p:val>
                                        </p:tav>
                                        <p:tav tm="100000">
                                          <p:val>
                                            <p:strVal val="#ppt_x"/>
                                          </p:val>
                                        </p:tav>
                                      </p:tavLst>
                                    </p:anim>
                                    <p:anim calcmode="lin" valueType="num">
                                      <p:cBhvr additive="base">
                                        <p:cTn id="43" dur="2000" fill="hold"/>
                                        <p:tgtEl>
                                          <p:spTgt spid="184324"/>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7" presetClass="entr" presetSubtype="1" fill="hold" grpId="0" nodeType="clickEffect">
                                  <p:stCondLst>
                                    <p:cond delay="0"/>
                                  </p:stCondLst>
                                  <p:childTnLst>
                                    <p:set>
                                      <p:cBhvr>
                                        <p:cTn id="47" dur="1" fill="hold">
                                          <p:stCondLst>
                                            <p:cond delay="0"/>
                                          </p:stCondLst>
                                        </p:cTn>
                                        <p:tgtEl>
                                          <p:spTgt spid="33810"/>
                                        </p:tgtEl>
                                        <p:attrNameLst>
                                          <p:attrName>style.visibility</p:attrName>
                                        </p:attrNameLst>
                                      </p:cBhvr>
                                      <p:to>
                                        <p:strVal val="visible"/>
                                      </p:to>
                                    </p:set>
                                    <p:anim calcmode="lin" valueType="num">
                                      <p:cBhvr>
                                        <p:cTn id="48" dur="500" fill="hold"/>
                                        <p:tgtEl>
                                          <p:spTgt spid="33810"/>
                                        </p:tgtEl>
                                        <p:attrNameLst>
                                          <p:attrName>ppt_x</p:attrName>
                                        </p:attrNameLst>
                                      </p:cBhvr>
                                      <p:tavLst>
                                        <p:tav tm="0">
                                          <p:val>
                                            <p:strVal val="#ppt_x"/>
                                          </p:val>
                                        </p:tav>
                                        <p:tav tm="100000">
                                          <p:val>
                                            <p:strVal val="#ppt_x"/>
                                          </p:val>
                                        </p:tav>
                                      </p:tavLst>
                                    </p:anim>
                                    <p:anim calcmode="lin" valueType="num">
                                      <p:cBhvr>
                                        <p:cTn id="49" dur="500" fill="hold"/>
                                        <p:tgtEl>
                                          <p:spTgt spid="33810"/>
                                        </p:tgtEl>
                                        <p:attrNameLst>
                                          <p:attrName>ppt_y</p:attrName>
                                        </p:attrNameLst>
                                      </p:cBhvr>
                                      <p:tavLst>
                                        <p:tav tm="0">
                                          <p:val>
                                            <p:strVal val="#ppt_y-#ppt_h/2"/>
                                          </p:val>
                                        </p:tav>
                                        <p:tav tm="100000">
                                          <p:val>
                                            <p:strVal val="#ppt_y"/>
                                          </p:val>
                                        </p:tav>
                                      </p:tavLst>
                                    </p:anim>
                                    <p:anim calcmode="lin" valueType="num">
                                      <p:cBhvr>
                                        <p:cTn id="50" dur="500" fill="hold"/>
                                        <p:tgtEl>
                                          <p:spTgt spid="33810"/>
                                        </p:tgtEl>
                                        <p:attrNameLst>
                                          <p:attrName>ppt_w</p:attrName>
                                        </p:attrNameLst>
                                      </p:cBhvr>
                                      <p:tavLst>
                                        <p:tav tm="0">
                                          <p:val>
                                            <p:strVal val="#ppt_w"/>
                                          </p:val>
                                        </p:tav>
                                        <p:tav tm="100000">
                                          <p:val>
                                            <p:strVal val="#ppt_w"/>
                                          </p:val>
                                        </p:tav>
                                      </p:tavLst>
                                    </p:anim>
                                    <p:anim calcmode="lin" valueType="num">
                                      <p:cBhvr>
                                        <p:cTn id="51" dur="500" fill="hold"/>
                                        <p:tgtEl>
                                          <p:spTgt spid="33810"/>
                                        </p:tgtEl>
                                        <p:attrNameLst>
                                          <p:attrName>ppt_h</p:attrName>
                                        </p:attrNameLst>
                                      </p:cBhvr>
                                      <p:tavLst>
                                        <p:tav tm="0">
                                          <p:val>
                                            <p:fltVal val="0.000000"/>
                                          </p:val>
                                        </p:tav>
                                        <p:tav tm="100000">
                                          <p:val>
                                            <p:strVal val="#ppt_h"/>
                                          </p:val>
                                        </p:tav>
                                      </p:tavLst>
                                    </p:anim>
                                  </p:childTnLst>
                                </p:cTn>
                              </p:par>
                            </p:childTnLst>
                          </p:cTn>
                        </p:par>
                        <p:par>
                          <p:cTn id="52" fill="hold">
                            <p:stCondLst>
                              <p:cond delay="500"/>
                            </p:stCondLst>
                            <p:childTnLst>
                              <p:par>
                                <p:cTn id="53" presetID="2" presetClass="entr" presetSubtype="2" fill="hold" nodeType="afterEffect">
                                  <p:stCondLst>
                                    <p:cond delay="0"/>
                                  </p:stCondLst>
                                  <p:childTnLst>
                                    <p:set>
                                      <p:cBhvr>
                                        <p:cTn id="54" dur="1" fill="hold">
                                          <p:stCondLst>
                                            <p:cond delay="0"/>
                                          </p:stCondLst>
                                        </p:cTn>
                                        <p:tgtEl>
                                          <p:spTgt spid="184325"/>
                                        </p:tgtEl>
                                        <p:attrNameLst>
                                          <p:attrName>style.visibility</p:attrName>
                                        </p:attrNameLst>
                                      </p:cBhvr>
                                      <p:to>
                                        <p:strVal val="visible"/>
                                      </p:to>
                                    </p:set>
                                    <p:anim calcmode="lin" valueType="num">
                                      <p:cBhvr additive="base">
                                        <p:cTn id="55" dur="500" fill="hold"/>
                                        <p:tgtEl>
                                          <p:spTgt spid="184325"/>
                                        </p:tgtEl>
                                        <p:attrNameLst>
                                          <p:attrName>ppt_x</p:attrName>
                                        </p:attrNameLst>
                                      </p:cBhvr>
                                      <p:tavLst>
                                        <p:tav tm="0">
                                          <p:val>
                                            <p:strVal val="1+#ppt_w/2"/>
                                          </p:val>
                                        </p:tav>
                                        <p:tav tm="100000">
                                          <p:val>
                                            <p:strVal val="#ppt_x"/>
                                          </p:val>
                                        </p:tav>
                                      </p:tavLst>
                                    </p:anim>
                                    <p:anim calcmode="lin" valueType="num">
                                      <p:cBhvr additive="base">
                                        <p:cTn id="56" dur="500" fill="hold"/>
                                        <p:tgtEl>
                                          <p:spTgt spid="184325"/>
                                        </p:tgtEl>
                                        <p:attrNameLst>
                                          <p:attrName>ppt_y</p:attrName>
                                        </p:attrNameLst>
                                      </p:cBhvr>
                                      <p:tavLst>
                                        <p:tav tm="0">
                                          <p:val>
                                            <p:strVal val="#ppt_y"/>
                                          </p:val>
                                        </p:tav>
                                        <p:tav tm="100000">
                                          <p:val>
                                            <p:strVal val="#ppt_y"/>
                                          </p:val>
                                        </p:tav>
                                      </p:tavLst>
                                    </p:anim>
                                  </p:childTnLst>
                                </p:cTn>
                              </p:par>
                            </p:childTnLst>
                          </p:cTn>
                        </p:par>
                        <p:par>
                          <p:cTn id="57" fill="hold">
                            <p:stCondLst>
                              <p:cond delay="1000"/>
                            </p:stCondLst>
                            <p:childTnLst>
                              <p:par>
                                <p:cTn id="58" presetID="55" presetClass="entr" presetSubtype="0" fill="hold" nodeType="afterEffect">
                                  <p:stCondLst>
                                    <p:cond delay="0"/>
                                  </p:stCondLst>
                                  <p:childTnLst>
                                    <p:set>
                                      <p:cBhvr>
                                        <p:cTn id="59" dur="1" fill="hold">
                                          <p:stCondLst>
                                            <p:cond delay="0"/>
                                          </p:stCondLst>
                                        </p:cTn>
                                        <p:tgtEl>
                                          <p:spTgt spid="2"/>
                                        </p:tgtEl>
                                        <p:attrNameLst>
                                          <p:attrName>style.visibility</p:attrName>
                                        </p:attrNameLst>
                                      </p:cBhvr>
                                      <p:to>
                                        <p:strVal val="visible"/>
                                      </p:to>
                                    </p:set>
                                    <p:anim calcmode="lin" valueType="num">
                                      <p:cBhvr>
                                        <p:cTn id="60" dur="1000" fill="hold"/>
                                        <p:tgtEl>
                                          <p:spTgt spid="2"/>
                                        </p:tgtEl>
                                        <p:attrNameLst>
                                          <p:attrName>ppt_w</p:attrName>
                                        </p:attrNameLst>
                                      </p:cBhvr>
                                      <p:tavLst>
                                        <p:tav tm="0">
                                          <p:val>
                                            <p:strVal val="#ppt_w*0.70"/>
                                          </p:val>
                                        </p:tav>
                                        <p:tav tm="100000">
                                          <p:val>
                                            <p:strVal val="#ppt_w"/>
                                          </p:val>
                                        </p:tav>
                                      </p:tavLst>
                                    </p:anim>
                                    <p:anim calcmode="lin" valueType="num">
                                      <p:cBhvr>
                                        <p:cTn id="61" dur="1000" fill="hold"/>
                                        <p:tgtEl>
                                          <p:spTgt spid="2"/>
                                        </p:tgtEl>
                                        <p:attrNameLst>
                                          <p:attrName>ppt_h</p:attrName>
                                        </p:attrNameLst>
                                      </p:cBhvr>
                                      <p:tavLst>
                                        <p:tav tm="0">
                                          <p:val>
                                            <p:strVal val="#ppt_h"/>
                                          </p:val>
                                        </p:tav>
                                        <p:tav tm="100000">
                                          <p:val>
                                            <p:strVal val="#ppt_h"/>
                                          </p:val>
                                        </p:tav>
                                      </p:tavLst>
                                    </p:anim>
                                    <p:animEffect transition="in" filter="fade">
                                      <p:cBhvr>
                                        <p:cTn id="62"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01" grpId="0" animBg="1"/>
      <p:bldP spid="33802" grpId="0" animBg="1"/>
      <p:bldP spid="33810" grpId="0" animBg="1"/>
      <p:bldP spid="33813" grpId="0" animBg="1"/>
      <p:bldP spid="33814"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灯片编号占位符 4"/>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88067"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3.4  </a:t>
            </a:r>
            <a:r>
              <a:rPr lang="zh-CN" altLang="en-US" sz="3600" b="0" dirty="0">
                <a:latin typeface="Times New Roman" panose="02020603050405020304" pitchFamily="18" charset="0"/>
                <a:ea typeface="黑体" panose="02010609060101010101" pitchFamily="49" charset="-122"/>
              </a:rPr>
              <a:t>鲁宾逊归结原理</a:t>
            </a:r>
            <a:endParaRPr lang="zh-CN" altLang="en-US" sz="3600" b="0" dirty="0">
              <a:latin typeface="Times New Roman" panose="02020603050405020304" pitchFamily="18" charset="0"/>
              <a:ea typeface="黑体" panose="02010609060101010101" pitchFamily="49" charset="-122"/>
            </a:endParaRPr>
          </a:p>
        </p:txBody>
      </p:sp>
      <p:sp>
        <p:nvSpPr>
          <p:cNvPr id="88068" name="Rectangle 3"/>
          <p:cNvSpPr>
            <a:spLocks noGrp="1"/>
          </p:cNvSpPr>
          <p:nvPr>
            <p:ph type="body" sz="half" idx="1"/>
          </p:nvPr>
        </p:nvSpPr>
        <p:spPr>
          <a:xfrm>
            <a:off x="304800" y="908050"/>
            <a:ext cx="4244975" cy="5400675"/>
          </a:xfrm>
        </p:spPr>
        <p:txBody>
          <a:bodyPr vert="horz" wrap="square" lIns="91440" tIns="45720" rIns="91440" bIns="45720" anchor="t" anchorCtr="0"/>
          <a:p>
            <a:pPr eaLnBrk="1" hangingPunct="1">
              <a:buClr>
                <a:schemeClr val="accent2"/>
              </a:buClr>
              <a:buSzTx/>
              <a:buFont typeface="Wingdings" panose="05000000000000000000" pitchFamily="2" charset="2"/>
            </a:pPr>
            <a:r>
              <a:rPr lang="zh-CN" altLang="en-US" sz="2400" b="1" dirty="0">
                <a:latin typeface="Times New Roman" panose="02020603050405020304" pitchFamily="18" charset="0"/>
              </a:rPr>
              <a:t>例</a:t>
            </a:r>
            <a:r>
              <a:rPr lang="en-US" altLang="zh-CN" sz="2400" b="1" dirty="0">
                <a:latin typeface="Times New Roman" panose="02020603050405020304" pitchFamily="18" charset="0"/>
              </a:rPr>
              <a:t>3.7 </a:t>
            </a:r>
            <a:r>
              <a:rPr lang="zh-CN" altLang="en-US" sz="2400" b="1" dirty="0">
                <a:latin typeface="Times New Roman" panose="02020603050405020304" pitchFamily="18" charset="0"/>
              </a:rPr>
              <a:t>设：</a:t>
            </a:r>
            <a:r>
              <a:rPr lang="zh-CN" altLang="en-US" sz="2400" dirty="0"/>
              <a:t> </a:t>
            </a:r>
            <a:endParaRPr lang="zh-CN" altLang="en-US" sz="2400" dirty="0"/>
          </a:p>
        </p:txBody>
      </p:sp>
      <p:sp>
        <p:nvSpPr>
          <p:cNvPr id="88069" name="Rectangle 4"/>
          <p:cNvSpPr/>
          <p:nvPr/>
        </p:nvSpPr>
        <p:spPr>
          <a:xfrm>
            <a:off x="3748088" y="3319463"/>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8070" name="Rectangle 6"/>
          <p:cNvSpPr/>
          <p:nvPr/>
        </p:nvSpPr>
        <p:spPr>
          <a:xfrm>
            <a:off x="3962400" y="3319463"/>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8071" name="Text Box 8"/>
          <p:cNvSpPr txBox="1"/>
          <p:nvPr/>
        </p:nvSpPr>
        <p:spPr>
          <a:xfrm>
            <a:off x="685800" y="2057400"/>
            <a:ext cx="3810000" cy="45720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ClrTx/>
              <a:buFontTx/>
              <a:buNone/>
            </a:pPr>
            <a:r>
              <a:rPr lang="zh-CN" altLang="en-US" sz="2400" b="1" dirty="0"/>
              <a:t>求其二元归结式。</a:t>
            </a:r>
            <a:endParaRPr lang="zh-CN" altLang="en-US" sz="2400" b="1" dirty="0"/>
          </a:p>
        </p:txBody>
      </p:sp>
      <p:sp>
        <p:nvSpPr>
          <p:cNvPr id="88072" name="Rectangle 9"/>
          <p:cNvSpPr/>
          <p:nvPr/>
        </p:nvSpPr>
        <p:spPr>
          <a:xfrm>
            <a:off x="3867150" y="3319463"/>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88073" name="Rectangle 10"/>
          <p:cNvSpPr/>
          <p:nvPr/>
        </p:nvSpPr>
        <p:spPr>
          <a:xfrm>
            <a:off x="4229100" y="33289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78868" name="Text Box 20"/>
          <p:cNvSpPr txBox="1"/>
          <p:nvPr/>
        </p:nvSpPr>
        <p:spPr>
          <a:xfrm>
            <a:off x="609600" y="3733800"/>
            <a:ext cx="2590800" cy="45720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ClrTx/>
              <a:buFontTx/>
              <a:buNone/>
            </a:pPr>
            <a:r>
              <a:rPr lang="zh-CN" altLang="en-US" sz="2400" b="1" dirty="0"/>
              <a:t>得：</a:t>
            </a:r>
            <a:endParaRPr lang="zh-CN" altLang="en-US" sz="2400" b="1" dirty="0"/>
          </a:p>
        </p:txBody>
      </p:sp>
      <p:sp>
        <p:nvSpPr>
          <p:cNvPr id="88075" name="Rectangle 22"/>
          <p:cNvSpPr/>
          <p:nvPr/>
        </p:nvSpPr>
        <p:spPr>
          <a:xfrm>
            <a:off x="4019550" y="3319463"/>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88076" name="Object 1024"/>
          <p:cNvGraphicFramePr>
            <a:graphicFrameLocks noChangeAspect="1"/>
          </p:cNvGraphicFramePr>
          <p:nvPr/>
        </p:nvGraphicFramePr>
        <p:xfrm>
          <a:off x="1524000" y="1524000"/>
          <a:ext cx="2133600" cy="423863"/>
        </p:xfrm>
        <a:graphic>
          <a:graphicData uri="http://schemas.openxmlformats.org/presentationml/2006/ole">
            <mc:AlternateContent xmlns:mc="http://schemas.openxmlformats.org/markup-compatibility/2006">
              <mc:Choice xmlns:v="urn:schemas-microsoft-com:vml" Requires="v">
                <p:oleObj spid="_x0000_s3183" name="" r:id="rId2" imgW="19088100" imgH="3733800" progId="Equation.3">
                  <p:embed/>
                </p:oleObj>
              </mc:Choice>
              <mc:Fallback>
                <p:oleObj name="" r:id="rId2" imgW="19088100" imgH="3733800" progId="Equation.3">
                  <p:embed/>
                  <p:pic>
                    <p:nvPicPr>
                      <p:cNvPr id="0" name="图片 3182"/>
                      <p:cNvPicPr/>
                      <p:nvPr/>
                    </p:nvPicPr>
                    <p:blipFill>
                      <a:blip r:embed="rId3"/>
                      <a:stretch>
                        <a:fillRect/>
                      </a:stretch>
                    </p:blipFill>
                    <p:spPr>
                      <a:xfrm>
                        <a:off x="1524000" y="1524000"/>
                        <a:ext cx="2133600" cy="423863"/>
                      </a:xfrm>
                      <a:prstGeom prst="rect">
                        <a:avLst/>
                      </a:prstGeom>
                      <a:noFill/>
                      <a:ln w="38100">
                        <a:noFill/>
                        <a:miter/>
                      </a:ln>
                    </p:spPr>
                  </p:pic>
                </p:oleObj>
              </mc:Fallback>
            </mc:AlternateContent>
          </a:graphicData>
        </a:graphic>
      </p:graphicFrame>
      <p:sp>
        <p:nvSpPr>
          <p:cNvPr id="88077" name="Rectangle 24"/>
          <p:cNvSpPr/>
          <p:nvPr/>
        </p:nvSpPr>
        <p:spPr>
          <a:xfrm>
            <a:off x="3967163" y="3319463"/>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88078" name="Object 1025"/>
          <p:cNvGraphicFramePr>
            <a:graphicFrameLocks noChangeAspect="1"/>
          </p:cNvGraphicFramePr>
          <p:nvPr/>
        </p:nvGraphicFramePr>
        <p:xfrm>
          <a:off x="3962400" y="1524000"/>
          <a:ext cx="2281238" cy="412750"/>
        </p:xfrm>
        <a:graphic>
          <a:graphicData uri="http://schemas.openxmlformats.org/presentationml/2006/ole">
            <mc:AlternateContent xmlns:mc="http://schemas.openxmlformats.org/markup-compatibility/2006">
              <mc:Choice xmlns:v="urn:schemas-microsoft-com:vml" Requires="v">
                <p:oleObj spid="_x0000_s3186" name="" r:id="rId4" imgW="20850225" imgH="3733800" progId="Equation.3">
                  <p:embed/>
                </p:oleObj>
              </mc:Choice>
              <mc:Fallback>
                <p:oleObj name="" r:id="rId4" imgW="20850225" imgH="3733800" progId="Equation.3">
                  <p:embed/>
                  <p:pic>
                    <p:nvPicPr>
                      <p:cNvPr id="0" name="图片 3185"/>
                      <p:cNvPicPr/>
                      <p:nvPr/>
                    </p:nvPicPr>
                    <p:blipFill>
                      <a:blip r:embed="rId5"/>
                      <a:stretch>
                        <a:fillRect/>
                      </a:stretch>
                    </p:blipFill>
                    <p:spPr>
                      <a:xfrm>
                        <a:off x="3962400" y="1524000"/>
                        <a:ext cx="2281238" cy="412750"/>
                      </a:xfrm>
                      <a:prstGeom prst="rect">
                        <a:avLst/>
                      </a:prstGeom>
                      <a:noFill/>
                      <a:ln w="38100">
                        <a:noFill/>
                        <a:miter/>
                      </a:ln>
                    </p:spPr>
                  </p:pic>
                </p:oleObj>
              </mc:Fallback>
            </mc:AlternateContent>
          </a:graphicData>
        </a:graphic>
      </p:graphicFrame>
      <p:graphicFrame>
        <p:nvGraphicFramePr>
          <p:cNvPr id="185346" name="Object 1026"/>
          <p:cNvGraphicFramePr>
            <a:graphicFrameLocks noChangeAspect="1"/>
          </p:cNvGraphicFramePr>
          <p:nvPr/>
        </p:nvGraphicFramePr>
        <p:xfrm>
          <a:off x="762000" y="4191000"/>
          <a:ext cx="7543800" cy="457200"/>
        </p:xfrm>
        <a:graphic>
          <a:graphicData uri="http://schemas.openxmlformats.org/presentationml/2006/ole">
            <mc:AlternateContent xmlns:mc="http://schemas.openxmlformats.org/markup-compatibility/2006">
              <mc:Choice xmlns:v="urn:schemas-microsoft-com:vml" Requires="v">
                <p:oleObj spid="_x0000_s3190" name="" r:id="rId6" imgW="62322075" imgH="3733800" progId="Equation.3">
                  <p:embed/>
                </p:oleObj>
              </mc:Choice>
              <mc:Fallback>
                <p:oleObj name="" r:id="rId6" imgW="62322075" imgH="3733800" progId="Equation.3">
                  <p:embed/>
                  <p:pic>
                    <p:nvPicPr>
                      <p:cNvPr id="0" name="图片 3189"/>
                      <p:cNvPicPr/>
                      <p:nvPr/>
                    </p:nvPicPr>
                    <p:blipFill>
                      <a:blip r:embed="rId7"/>
                      <a:stretch>
                        <a:fillRect/>
                      </a:stretch>
                    </p:blipFill>
                    <p:spPr>
                      <a:xfrm>
                        <a:off x="762000" y="4191000"/>
                        <a:ext cx="7543800" cy="457200"/>
                      </a:xfrm>
                      <a:prstGeom prst="rect">
                        <a:avLst/>
                      </a:prstGeom>
                      <a:noFill/>
                      <a:ln w="38100">
                        <a:noFill/>
                        <a:miter/>
                      </a:ln>
                    </p:spPr>
                  </p:pic>
                </p:oleObj>
              </mc:Fallback>
            </mc:AlternateContent>
          </a:graphicData>
        </a:graphic>
      </p:graphicFrame>
      <p:graphicFrame>
        <p:nvGraphicFramePr>
          <p:cNvPr id="185347" name="Object 1027"/>
          <p:cNvGraphicFramePr>
            <a:graphicFrameLocks noChangeAspect="1"/>
          </p:cNvGraphicFramePr>
          <p:nvPr/>
        </p:nvGraphicFramePr>
        <p:xfrm>
          <a:off x="1295400" y="4800600"/>
          <a:ext cx="2133600" cy="412750"/>
        </p:xfrm>
        <a:graphic>
          <a:graphicData uri="http://schemas.openxmlformats.org/presentationml/2006/ole">
            <mc:AlternateContent xmlns:mc="http://schemas.openxmlformats.org/markup-compatibility/2006">
              <mc:Choice xmlns:v="urn:schemas-microsoft-com:vml" Requires="v">
                <p:oleObj spid="_x0000_s3187" name="" r:id="rId8" imgW="16021050" imgH="3514725" progId="Equation.3">
                  <p:embed/>
                </p:oleObj>
              </mc:Choice>
              <mc:Fallback>
                <p:oleObj name="" r:id="rId8" imgW="16021050" imgH="3514725" progId="Equation.3">
                  <p:embed/>
                  <p:pic>
                    <p:nvPicPr>
                      <p:cNvPr id="0" name="图片 3186"/>
                      <p:cNvPicPr/>
                      <p:nvPr/>
                    </p:nvPicPr>
                    <p:blipFill>
                      <a:blip r:embed="rId9"/>
                      <a:stretch>
                        <a:fillRect/>
                      </a:stretch>
                    </p:blipFill>
                    <p:spPr>
                      <a:xfrm>
                        <a:off x="1295400" y="4800600"/>
                        <a:ext cx="2133600" cy="412750"/>
                      </a:xfrm>
                      <a:prstGeom prst="rect">
                        <a:avLst/>
                      </a:prstGeom>
                      <a:noFill/>
                      <a:ln w="38100">
                        <a:noFill/>
                        <a:miter/>
                      </a:ln>
                    </p:spPr>
                  </p:pic>
                </p:oleObj>
              </mc:Fallback>
            </mc:AlternateContent>
          </a:graphicData>
        </a:graphic>
      </p:graphicFrame>
      <p:graphicFrame>
        <p:nvGraphicFramePr>
          <p:cNvPr id="185348" name="Object 1028"/>
          <p:cNvGraphicFramePr>
            <a:graphicFrameLocks noChangeAspect="1"/>
          </p:cNvGraphicFramePr>
          <p:nvPr/>
        </p:nvGraphicFramePr>
        <p:xfrm>
          <a:off x="1295400" y="5257800"/>
          <a:ext cx="2133600" cy="434975"/>
        </p:xfrm>
        <a:graphic>
          <a:graphicData uri="http://schemas.openxmlformats.org/presentationml/2006/ole">
            <mc:AlternateContent xmlns:mc="http://schemas.openxmlformats.org/markup-compatibility/2006">
              <mc:Choice xmlns:v="urn:schemas-microsoft-com:vml" Requires="v">
                <p:oleObj spid="_x0000_s3184" name="" r:id="rId10" imgW="15582900" imgH="3514725" progId="Equation.3">
                  <p:embed/>
                </p:oleObj>
              </mc:Choice>
              <mc:Fallback>
                <p:oleObj name="" r:id="rId10" imgW="15582900" imgH="3514725" progId="Equation.3">
                  <p:embed/>
                  <p:pic>
                    <p:nvPicPr>
                      <p:cNvPr id="0" name="图片 3183"/>
                      <p:cNvPicPr/>
                      <p:nvPr/>
                    </p:nvPicPr>
                    <p:blipFill>
                      <a:blip r:embed="rId11"/>
                      <a:stretch>
                        <a:fillRect/>
                      </a:stretch>
                    </p:blipFill>
                    <p:spPr>
                      <a:xfrm>
                        <a:off x="1295400" y="5257800"/>
                        <a:ext cx="2133600" cy="434975"/>
                      </a:xfrm>
                      <a:prstGeom prst="rect">
                        <a:avLst/>
                      </a:prstGeom>
                      <a:noFill/>
                      <a:ln w="38100">
                        <a:noFill/>
                        <a:miter/>
                      </a:ln>
                    </p:spPr>
                  </p:pic>
                </p:oleObj>
              </mc:Fallback>
            </mc:AlternateContent>
          </a:graphicData>
        </a:graphic>
      </p:graphicFrame>
      <p:grpSp>
        <p:nvGrpSpPr>
          <p:cNvPr id="2" name="Group 35"/>
          <p:cNvGrpSpPr/>
          <p:nvPr/>
        </p:nvGrpSpPr>
        <p:grpSpPr>
          <a:xfrm>
            <a:off x="228600" y="2667000"/>
            <a:ext cx="6477000" cy="1004888"/>
            <a:chOff x="192" y="1680"/>
            <a:chExt cx="4080" cy="633"/>
          </a:xfrm>
        </p:grpSpPr>
        <p:sp>
          <p:nvSpPr>
            <p:cNvPr id="88087" name="Text Box 12"/>
            <p:cNvSpPr txBox="1"/>
            <p:nvPr/>
          </p:nvSpPr>
          <p:spPr>
            <a:xfrm>
              <a:off x="192" y="1680"/>
              <a:ext cx="4080" cy="633"/>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Clr>
                  <a:srgbClr val="0000FF"/>
                </a:buClr>
                <a:buFont typeface="Wingdings" panose="05000000000000000000" pitchFamily="2" charset="2"/>
                <a:buChar char="§"/>
              </a:pPr>
              <a:r>
                <a:rPr lang="en-US" altLang="zh-CN" sz="2400" b="1" dirty="0"/>
                <a:t>   </a:t>
              </a:r>
              <a:r>
                <a:rPr lang="zh-CN" altLang="en-US" sz="2400" b="1" dirty="0"/>
                <a:t>解：令</a:t>
              </a:r>
              <a:endParaRPr lang="zh-CN" altLang="en-US" sz="2400" b="1" dirty="0"/>
            </a:p>
            <a:p>
              <a:pPr marL="0" lvl="0" indent="0" eaLnBrk="1" hangingPunct="1">
                <a:spcBef>
                  <a:spcPct val="50000"/>
                </a:spcBef>
                <a:buClr>
                  <a:srgbClr val="0000FF"/>
                </a:buClr>
                <a:buNone/>
              </a:pPr>
              <a:r>
                <a:rPr lang="zh-CN" altLang="en-US" sz="2400" b="1" dirty="0"/>
                <a:t>    选                                   则</a:t>
              </a:r>
              <a:endParaRPr lang="zh-CN" altLang="en-US" sz="2400" b="1" dirty="0"/>
            </a:p>
          </p:txBody>
        </p:sp>
        <p:graphicFrame>
          <p:nvGraphicFramePr>
            <p:cNvPr id="88088" name="Object 1030"/>
            <p:cNvGraphicFramePr>
              <a:graphicFrameLocks noChangeAspect="1"/>
            </p:cNvGraphicFramePr>
            <p:nvPr/>
          </p:nvGraphicFramePr>
          <p:xfrm>
            <a:off x="768" y="2035"/>
            <a:ext cx="1667" cy="269"/>
          </p:xfrm>
          <a:graphic>
            <a:graphicData uri="http://schemas.openxmlformats.org/presentationml/2006/ole">
              <mc:AlternateContent xmlns:mc="http://schemas.openxmlformats.org/markup-compatibility/2006">
                <mc:Choice xmlns:v="urn:schemas-microsoft-com:vml" Requires="v">
                  <p:oleObj spid="_x0000_s3189" name="" r:id="rId12" imgW="23479125" imgH="3733800" progId="Equation.3">
                    <p:embed/>
                  </p:oleObj>
                </mc:Choice>
                <mc:Fallback>
                  <p:oleObj name="" r:id="rId12" imgW="23479125" imgH="3733800" progId="Equation.3">
                    <p:embed/>
                    <p:pic>
                      <p:nvPicPr>
                        <p:cNvPr id="0" name="图片 3188"/>
                        <p:cNvPicPr/>
                        <p:nvPr/>
                      </p:nvPicPr>
                      <p:blipFill>
                        <a:blip r:embed="rId13"/>
                        <a:stretch>
                          <a:fillRect/>
                        </a:stretch>
                      </p:blipFill>
                      <p:spPr>
                        <a:xfrm>
                          <a:off x="768" y="2035"/>
                          <a:ext cx="1667" cy="269"/>
                        </a:xfrm>
                        <a:prstGeom prst="rect">
                          <a:avLst/>
                        </a:prstGeom>
                        <a:noFill/>
                        <a:ln w="38100">
                          <a:noFill/>
                          <a:miter/>
                        </a:ln>
                      </p:spPr>
                    </p:pic>
                  </p:oleObj>
                </mc:Fallback>
              </mc:AlternateContent>
            </a:graphicData>
          </a:graphic>
        </p:graphicFrame>
        <p:graphicFrame>
          <p:nvGraphicFramePr>
            <p:cNvPr id="88089" name="Object 1031"/>
            <p:cNvGraphicFramePr>
              <a:graphicFrameLocks noChangeAspect="1"/>
            </p:cNvGraphicFramePr>
            <p:nvPr/>
          </p:nvGraphicFramePr>
          <p:xfrm>
            <a:off x="2784" y="2064"/>
            <a:ext cx="786" cy="238"/>
          </p:xfrm>
          <a:graphic>
            <a:graphicData uri="http://schemas.openxmlformats.org/presentationml/2006/ole">
              <mc:AlternateContent xmlns:mc="http://schemas.openxmlformats.org/markup-compatibility/2006">
                <mc:Choice xmlns:v="urn:schemas-microsoft-com:vml" Requires="v">
                  <p:oleObj spid="_x0000_s3185" name="" r:id="rId14" imgW="11410950" imgH="3514725" progId="Equation.3">
                    <p:embed/>
                  </p:oleObj>
                </mc:Choice>
                <mc:Fallback>
                  <p:oleObj name="" r:id="rId14" imgW="11410950" imgH="3514725" progId="Equation.3">
                    <p:embed/>
                    <p:pic>
                      <p:nvPicPr>
                        <p:cNvPr id="0" name="图片 3184"/>
                        <p:cNvPicPr/>
                        <p:nvPr/>
                      </p:nvPicPr>
                      <p:blipFill>
                        <a:blip r:embed="rId15"/>
                        <a:stretch>
                          <a:fillRect/>
                        </a:stretch>
                      </p:blipFill>
                      <p:spPr>
                        <a:xfrm>
                          <a:off x="2784" y="2064"/>
                          <a:ext cx="786" cy="238"/>
                        </a:xfrm>
                        <a:prstGeom prst="rect">
                          <a:avLst/>
                        </a:prstGeom>
                        <a:noFill/>
                        <a:ln w="38100">
                          <a:noFill/>
                          <a:miter/>
                        </a:ln>
                      </p:spPr>
                    </p:pic>
                  </p:oleObj>
                </mc:Fallback>
              </mc:AlternateContent>
            </a:graphicData>
          </a:graphic>
        </p:graphicFrame>
        <p:graphicFrame>
          <p:nvGraphicFramePr>
            <p:cNvPr id="88090" name="Object 1032"/>
            <p:cNvGraphicFramePr>
              <a:graphicFrameLocks noChangeAspect="1"/>
            </p:cNvGraphicFramePr>
            <p:nvPr/>
          </p:nvGraphicFramePr>
          <p:xfrm>
            <a:off x="1111" y="1680"/>
            <a:ext cx="1422" cy="260"/>
          </p:xfrm>
          <a:graphic>
            <a:graphicData uri="http://schemas.openxmlformats.org/presentationml/2006/ole">
              <mc:AlternateContent xmlns:mc="http://schemas.openxmlformats.org/markup-compatibility/2006">
                <mc:Choice xmlns:v="urn:schemas-microsoft-com:vml" Requires="v">
                  <p:oleObj spid="_x0000_s3188" name="" r:id="rId16" imgW="20621625" imgH="3733800" progId="Equation.3">
                    <p:embed/>
                  </p:oleObj>
                </mc:Choice>
                <mc:Fallback>
                  <p:oleObj name="" r:id="rId16" imgW="20621625" imgH="3733800" progId="Equation.3">
                    <p:embed/>
                    <p:pic>
                      <p:nvPicPr>
                        <p:cNvPr id="0" name="图片 3187"/>
                        <p:cNvPicPr/>
                        <p:nvPr/>
                      </p:nvPicPr>
                      <p:blipFill>
                        <a:blip r:embed="rId17"/>
                        <a:stretch>
                          <a:fillRect/>
                        </a:stretch>
                      </p:blipFill>
                      <p:spPr>
                        <a:xfrm>
                          <a:off x="1111" y="1680"/>
                          <a:ext cx="1422" cy="260"/>
                        </a:xfrm>
                        <a:prstGeom prst="rect">
                          <a:avLst/>
                        </a:prstGeom>
                        <a:noFill/>
                        <a:ln w="38100">
                          <a:noFill/>
                          <a:miter/>
                        </a:ln>
                      </p:spPr>
                    </p:pic>
                  </p:oleObj>
                </mc:Fallback>
              </mc:AlternateContent>
            </a:graphicData>
          </a:graphic>
        </p:graphicFrame>
      </p:grpSp>
      <p:sp>
        <p:nvSpPr>
          <p:cNvPr id="78879" name="Oval 31"/>
          <p:cNvSpPr/>
          <p:nvPr/>
        </p:nvSpPr>
        <p:spPr>
          <a:xfrm>
            <a:off x="3886200" y="1447800"/>
            <a:ext cx="2514600" cy="609600"/>
          </a:xfrm>
          <a:prstGeom prst="ellipse">
            <a:avLst/>
          </a:prstGeom>
          <a:noFill/>
          <a:ln w="9525" cap="flat" cmpd="sng">
            <a:solidFill>
              <a:srgbClr val="FF0000"/>
            </a:solidFill>
            <a:prstDash val="solid"/>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78880" name="Oval 32"/>
          <p:cNvSpPr/>
          <p:nvPr/>
        </p:nvSpPr>
        <p:spPr>
          <a:xfrm>
            <a:off x="1676400" y="2590800"/>
            <a:ext cx="2514600" cy="609600"/>
          </a:xfrm>
          <a:prstGeom prst="ellipse">
            <a:avLst/>
          </a:prstGeom>
          <a:noFill/>
          <a:ln w="9525" cap="flat" cmpd="sng">
            <a:solidFill>
              <a:srgbClr val="FF0000"/>
            </a:solidFill>
            <a:prstDash val="solid"/>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78882" name="AutoShape 34"/>
          <p:cNvSpPr/>
          <p:nvPr/>
        </p:nvSpPr>
        <p:spPr>
          <a:xfrm rot="1434368">
            <a:off x="4572000" y="2133600"/>
            <a:ext cx="381000" cy="838200"/>
          </a:xfrm>
          <a:prstGeom prst="curvedLeftArrow">
            <a:avLst>
              <a:gd name="adj1" fmla="val 44000"/>
              <a:gd name="adj2" fmla="val 88000"/>
              <a:gd name="adj3" fmla="val 33333"/>
            </a:avLst>
          </a:prstGeom>
          <a:solidFill>
            <a:srgbClr val="FFFFFF"/>
          </a:solidFill>
          <a:ln w="9525" cap="flat" cmpd="sng">
            <a:solidFill>
              <a:schemeClr val="accent2"/>
            </a:solidFill>
            <a:prstDash val="solid"/>
            <a:miter/>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185349" name="Object 1029"/>
          <p:cNvGraphicFramePr>
            <a:graphicFrameLocks noChangeAspect="1"/>
          </p:cNvGraphicFramePr>
          <p:nvPr>
            <p:ph sz="half" idx="2"/>
          </p:nvPr>
        </p:nvGraphicFramePr>
        <p:xfrm>
          <a:off x="3633788" y="3352800"/>
          <a:ext cx="5281612" cy="3117850"/>
        </p:xfrm>
        <a:graphic>
          <a:graphicData uri="http://schemas.openxmlformats.org/presentationml/2006/ole">
            <mc:AlternateContent xmlns:mc="http://schemas.openxmlformats.org/markup-compatibility/2006">
              <mc:Choice xmlns:v="urn:schemas-microsoft-com:vml" Requires="v">
                <p:oleObj spid="_x0000_s3159" name="" r:id="rId18" imgW="18964275" imgH="11191875" progId="SmartDraw.2">
                  <p:embed/>
                </p:oleObj>
              </mc:Choice>
              <mc:Fallback>
                <p:oleObj name="" r:id="rId18" imgW="18964275" imgH="11191875" progId="SmartDraw.2">
                  <p:embed/>
                  <p:pic>
                    <p:nvPicPr>
                      <p:cNvPr id="0" name="图片 3158"/>
                      <p:cNvPicPr/>
                      <p:nvPr/>
                    </p:nvPicPr>
                    <p:blipFill>
                      <a:blip r:embed="rId19"/>
                      <a:srcRect/>
                      <a:stretch>
                        <a:fillRect/>
                      </a:stretch>
                    </p:blipFill>
                    <p:spPr>
                      <a:xfrm>
                        <a:off x="3633788" y="3352800"/>
                        <a:ext cx="5281612" cy="3117850"/>
                      </a:xfrm>
                      <a:prstGeom prst="rect">
                        <a:avLst/>
                      </a:prstGeom>
                      <a:solidFill>
                        <a:srgbClr val="FFFFFF">
                          <a:alpha val="100000"/>
                        </a:srgbClr>
                      </a:solidFill>
                      <a:ln>
                        <a:solidFill>
                          <a:schemeClr val="folHlink">
                            <a:alpha val="100000"/>
                          </a:schemeClr>
                        </a:solidFill>
                        <a:miter lim="800000"/>
                        <a:headEnd/>
                        <a:tailEnd/>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 presetClass="entr" presetSubtype="0" fill="hold" grpId="0" nodeType="afterEffect">
                                  <p:stCondLst>
                                    <p:cond delay="0"/>
                                  </p:stCondLst>
                                  <p:childTnLst>
                                    <p:set>
                                      <p:cBhvr>
                                        <p:cTn id="11" dur="1" fill="hold">
                                          <p:stCondLst>
                                            <p:cond delay="499"/>
                                          </p:stCondLst>
                                        </p:cTn>
                                        <p:tgtEl>
                                          <p:spTgt spid="78879"/>
                                        </p:tgtEl>
                                        <p:attrNameLst>
                                          <p:attrName>style.visibility</p:attrName>
                                        </p:attrNameLst>
                                      </p:cBhvr>
                                      <p:to>
                                        <p:strVal val="visible"/>
                                      </p:to>
                                    </p:set>
                                  </p:childTnLst>
                                </p:cTn>
                              </p:par>
                            </p:childTnLst>
                          </p:cTn>
                        </p:par>
                        <p:par>
                          <p:cTn id="12" fill="hold">
                            <p:stCondLst>
                              <p:cond delay="1000"/>
                            </p:stCondLst>
                            <p:childTnLst>
                              <p:par>
                                <p:cTn id="13" presetID="1" presetClass="entr" presetSubtype="0" fill="hold" grpId="0" nodeType="afterEffect">
                                  <p:stCondLst>
                                    <p:cond delay="0"/>
                                  </p:stCondLst>
                                  <p:childTnLst>
                                    <p:set>
                                      <p:cBhvr>
                                        <p:cTn id="14" dur="1" fill="hold">
                                          <p:stCondLst>
                                            <p:cond delay="499"/>
                                          </p:stCondLst>
                                        </p:cTn>
                                        <p:tgtEl>
                                          <p:spTgt spid="78880"/>
                                        </p:tgtEl>
                                        <p:attrNameLst>
                                          <p:attrName>style.visibility</p:attrName>
                                        </p:attrNameLst>
                                      </p:cBhvr>
                                      <p:to>
                                        <p:strVal val="visible"/>
                                      </p:to>
                                    </p:set>
                                  </p:childTnLst>
                                </p:cTn>
                              </p:par>
                            </p:childTnLst>
                          </p:cTn>
                        </p:par>
                        <p:par>
                          <p:cTn id="15" fill="hold">
                            <p:stCondLst>
                              <p:cond delay="1500"/>
                            </p:stCondLst>
                            <p:childTnLst>
                              <p:par>
                                <p:cTn id="16" presetID="9" presetClass="entr" presetSubtype="0" fill="hold" grpId="0" nodeType="afterEffect">
                                  <p:stCondLst>
                                    <p:cond delay="0"/>
                                  </p:stCondLst>
                                  <p:childTnLst>
                                    <p:set>
                                      <p:cBhvr>
                                        <p:cTn id="17" dur="1" fill="hold">
                                          <p:stCondLst>
                                            <p:cond delay="0"/>
                                          </p:stCondLst>
                                        </p:cTn>
                                        <p:tgtEl>
                                          <p:spTgt spid="78882"/>
                                        </p:tgtEl>
                                        <p:attrNameLst>
                                          <p:attrName>style.visibility</p:attrName>
                                        </p:attrNameLst>
                                      </p:cBhvr>
                                      <p:to>
                                        <p:strVal val="visible"/>
                                      </p:to>
                                    </p:set>
                                    <p:animEffect transition="in" filter="dissolve">
                                      <p:cBhvr>
                                        <p:cTn id="18" dur="500"/>
                                        <p:tgtEl>
                                          <p:spTgt spid="78882"/>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78868"/>
                                        </p:tgtEl>
                                        <p:attrNameLst>
                                          <p:attrName>style.visibility</p:attrName>
                                        </p:attrNameLst>
                                      </p:cBhvr>
                                      <p:to>
                                        <p:strVal val="visible"/>
                                      </p:to>
                                    </p:set>
                                    <p:anim calcmode="lin" valueType="num">
                                      <p:cBhvr additive="base">
                                        <p:cTn id="23" dur="500" fill="hold"/>
                                        <p:tgtEl>
                                          <p:spTgt spid="78868"/>
                                        </p:tgtEl>
                                        <p:attrNameLst>
                                          <p:attrName>ppt_x</p:attrName>
                                        </p:attrNameLst>
                                      </p:cBhvr>
                                      <p:tavLst>
                                        <p:tav tm="0">
                                          <p:val>
                                            <p:strVal val="0-#ppt_w/2"/>
                                          </p:val>
                                        </p:tav>
                                        <p:tav tm="100000">
                                          <p:val>
                                            <p:strVal val="#ppt_x"/>
                                          </p:val>
                                        </p:tav>
                                      </p:tavLst>
                                    </p:anim>
                                    <p:anim calcmode="lin" valueType="num">
                                      <p:cBhvr additive="base">
                                        <p:cTn id="24" dur="500" fill="hold"/>
                                        <p:tgtEl>
                                          <p:spTgt spid="78868"/>
                                        </p:tgtEl>
                                        <p:attrNameLst>
                                          <p:attrName>ppt_y</p:attrName>
                                        </p:attrNameLst>
                                      </p:cBhvr>
                                      <p:tavLst>
                                        <p:tav tm="0">
                                          <p:val>
                                            <p:strVal val="#ppt_y"/>
                                          </p:val>
                                        </p:tav>
                                        <p:tav tm="100000">
                                          <p:val>
                                            <p:strVal val="#ppt_y"/>
                                          </p:val>
                                        </p:tav>
                                      </p:tavLst>
                                    </p:anim>
                                  </p:childTnLst>
                                </p:cTn>
                              </p:par>
                            </p:childTnLst>
                          </p:cTn>
                        </p:par>
                        <p:par>
                          <p:cTn id="25" fill="hold">
                            <p:stCondLst>
                              <p:cond delay="500"/>
                            </p:stCondLst>
                            <p:childTnLst>
                              <p:par>
                                <p:cTn id="26" presetID="2" presetClass="entr" presetSubtype="8" fill="hold" nodeType="afterEffect">
                                  <p:stCondLst>
                                    <p:cond delay="0"/>
                                  </p:stCondLst>
                                  <p:childTnLst>
                                    <p:set>
                                      <p:cBhvr>
                                        <p:cTn id="27" dur="1" fill="hold">
                                          <p:stCondLst>
                                            <p:cond delay="0"/>
                                          </p:stCondLst>
                                        </p:cTn>
                                        <p:tgtEl>
                                          <p:spTgt spid="185346"/>
                                        </p:tgtEl>
                                        <p:attrNameLst>
                                          <p:attrName>style.visibility</p:attrName>
                                        </p:attrNameLst>
                                      </p:cBhvr>
                                      <p:to>
                                        <p:strVal val="visible"/>
                                      </p:to>
                                    </p:set>
                                    <p:anim calcmode="lin" valueType="num">
                                      <p:cBhvr additive="base">
                                        <p:cTn id="28" dur="500" fill="hold"/>
                                        <p:tgtEl>
                                          <p:spTgt spid="185346"/>
                                        </p:tgtEl>
                                        <p:attrNameLst>
                                          <p:attrName>ppt_x</p:attrName>
                                        </p:attrNameLst>
                                      </p:cBhvr>
                                      <p:tavLst>
                                        <p:tav tm="0">
                                          <p:val>
                                            <p:strVal val="0-#ppt_w/2"/>
                                          </p:val>
                                        </p:tav>
                                        <p:tav tm="100000">
                                          <p:val>
                                            <p:strVal val="#ppt_x"/>
                                          </p:val>
                                        </p:tav>
                                      </p:tavLst>
                                    </p:anim>
                                    <p:anim calcmode="lin" valueType="num">
                                      <p:cBhvr additive="base">
                                        <p:cTn id="29" dur="500" fill="hold"/>
                                        <p:tgtEl>
                                          <p:spTgt spid="185346"/>
                                        </p:tgtEl>
                                        <p:attrNameLst>
                                          <p:attrName>ppt_y</p:attrName>
                                        </p:attrNameLst>
                                      </p:cBhvr>
                                      <p:tavLst>
                                        <p:tav tm="0">
                                          <p:val>
                                            <p:strVal val="#ppt_y"/>
                                          </p:val>
                                        </p:tav>
                                        <p:tav tm="100000">
                                          <p:val>
                                            <p:strVal val="#ppt_y"/>
                                          </p:val>
                                        </p:tav>
                                      </p:tavLst>
                                    </p:anim>
                                  </p:childTnLst>
                                </p:cTn>
                              </p:par>
                            </p:childTnLst>
                          </p:cTn>
                        </p:par>
                        <p:par>
                          <p:cTn id="30" fill="hold">
                            <p:stCondLst>
                              <p:cond delay="1000"/>
                            </p:stCondLst>
                            <p:childTnLst>
                              <p:par>
                                <p:cTn id="31" presetID="2" presetClass="entr" presetSubtype="8" fill="hold" nodeType="afterEffect">
                                  <p:stCondLst>
                                    <p:cond delay="0"/>
                                  </p:stCondLst>
                                  <p:childTnLst>
                                    <p:set>
                                      <p:cBhvr>
                                        <p:cTn id="32" dur="1" fill="hold">
                                          <p:stCondLst>
                                            <p:cond delay="0"/>
                                          </p:stCondLst>
                                        </p:cTn>
                                        <p:tgtEl>
                                          <p:spTgt spid="185347"/>
                                        </p:tgtEl>
                                        <p:attrNameLst>
                                          <p:attrName>style.visibility</p:attrName>
                                        </p:attrNameLst>
                                      </p:cBhvr>
                                      <p:to>
                                        <p:strVal val="visible"/>
                                      </p:to>
                                    </p:set>
                                    <p:anim calcmode="lin" valueType="num">
                                      <p:cBhvr additive="base">
                                        <p:cTn id="33" dur="500" fill="hold"/>
                                        <p:tgtEl>
                                          <p:spTgt spid="185347"/>
                                        </p:tgtEl>
                                        <p:attrNameLst>
                                          <p:attrName>ppt_x</p:attrName>
                                        </p:attrNameLst>
                                      </p:cBhvr>
                                      <p:tavLst>
                                        <p:tav tm="0">
                                          <p:val>
                                            <p:strVal val="0-#ppt_w/2"/>
                                          </p:val>
                                        </p:tav>
                                        <p:tav tm="100000">
                                          <p:val>
                                            <p:strVal val="#ppt_x"/>
                                          </p:val>
                                        </p:tav>
                                      </p:tavLst>
                                    </p:anim>
                                    <p:anim calcmode="lin" valueType="num">
                                      <p:cBhvr additive="base">
                                        <p:cTn id="34" dur="500" fill="hold"/>
                                        <p:tgtEl>
                                          <p:spTgt spid="185347"/>
                                        </p:tgtEl>
                                        <p:attrNameLst>
                                          <p:attrName>ppt_y</p:attrName>
                                        </p:attrNameLst>
                                      </p:cBhvr>
                                      <p:tavLst>
                                        <p:tav tm="0">
                                          <p:val>
                                            <p:strVal val="#ppt_y"/>
                                          </p:val>
                                        </p:tav>
                                        <p:tav tm="100000">
                                          <p:val>
                                            <p:strVal val="#ppt_y"/>
                                          </p:val>
                                        </p:tav>
                                      </p:tavLst>
                                    </p:anim>
                                  </p:childTnLst>
                                </p:cTn>
                              </p:par>
                            </p:childTnLst>
                          </p:cTn>
                        </p:par>
                        <p:par>
                          <p:cTn id="35" fill="hold">
                            <p:stCondLst>
                              <p:cond delay="1500"/>
                            </p:stCondLst>
                            <p:childTnLst>
                              <p:par>
                                <p:cTn id="36" presetID="2" presetClass="entr" presetSubtype="8" fill="hold" nodeType="afterEffect">
                                  <p:stCondLst>
                                    <p:cond delay="0"/>
                                  </p:stCondLst>
                                  <p:childTnLst>
                                    <p:set>
                                      <p:cBhvr>
                                        <p:cTn id="37" dur="1" fill="hold">
                                          <p:stCondLst>
                                            <p:cond delay="0"/>
                                          </p:stCondLst>
                                        </p:cTn>
                                        <p:tgtEl>
                                          <p:spTgt spid="185348"/>
                                        </p:tgtEl>
                                        <p:attrNameLst>
                                          <p:attrName>style.visibility</p:attrName>
                                        </p:attrNameLst>
                                      </p:cBhvr>
                                      <p:to>
                                        <p:strVal val="visible"/>
                                      </p:to>
                                    </p:set>
                                    <p:anim calcmode="lin" valueType="num">
                                      <p:cBhvr additive="base">
                                        <p:cTn id="38" dur="500" fill="hold"/>
                                        <p:tgtEl>
                                          <p:spTgt spid="185348"/>
                                        </p:tgtEl>
                                        <p:attrNameLst>
                                          <p:attrName>ppt_x</p:attrName>
                                        </p:attrNameLst>
                                      </p:cBhvr>
                                      <p:tavLst>
                                        <p:tav tm="0">
                                          <p:val>
                                            <p:strVal val="0-#ppt_w/2"/>
                                          </p:val>
                                        </p:tav>
                                        <p:tav tm="100000">
                                          <p:val>
                                            <p:strVal val="#ppt_x"/>
                                          </p:val>
                                        </p:tav>
                                      </p:tavLst>
                                    </p:anim>
                                    <p:anim calcmode="lin" valueType="num">
                                      <p:cBhvr additive="base">
                                        <p:cTn id="39" dur="500" fill="hold"/>
                                        <p:tgtEl>
                                          <p:spTgt spid="185348"/>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55" presetClass="entr" presetSubtype="0" fill="hold" nodeType="clickEffect">
                                  <p:stCondLst>
                                    <p:cond delay="0"/>
                                  </p:stCondLst>
                                  <p:childTnLst>
                                    <p:set>
                                      <p:cBhvr>
                                        <p:cTn id="43" dur="1" fill="hold">
                                          <p:stCondLst>
                                            <p:cond delay="0"/>
                                          </p:stCondLst>
                                        </p:cTn>
                                        <p:tgtEl>
                                          <p:spTgt spid="185349"/>
                                        </p:tgtEl>
                                        <p:attrNameLst>
                                          <p:attrName>style.visibility</p:attrName>
                                        </p:attrNameLst>
                                      </p:cBhvr>
                                      <p:to>
                                        <p:strVal val="visible"/>
                                      </p:to>
                                    </p:set>
                                    <p:anim calcmode="lin" valueType="num">
                                      <p:cBhvr>
                                        <p:cTn id="44" dur="1000" fill="hold"/>
                                        <p:tgtEl>
                                          <p:spTgt spid="185349"/>
                                        </p:tgtEl>
                                        <p:attrNameLst>
                                          <p:attrName>ppt_w</p:attrName>
                                        </p:attrNameLst>
                                      </p:cBhvr>
                                      <p:tavLst>
                                        <p:tav tm="0">
                                          <p:val>
                                            <p:strVal val="#ppt_w*0.70"/>
                                          </p:val>
                                        </p:tav>
                                        <p:tav tm="100000">
                                          <p:val>
                                            <p:strVal val="#ppt_w"/>
                                          </p:val>
                                        </p:tav>
                                      </p:tavLst>
                                    </p:anim>
                                    <p:anim calcmode="lin" valueType="num">
                                      <p:cBhvr>
                                        <p:cTn id="45" dur="1000" fill="hold"/>
                                        <p:tgtEl>
                                          <p:spTgt spid="185349"/>
                                        </p:tgtEl>
                                        <p:attrNameLst>
                                          <p:attrName>ppt_h</p:attrName>
                                        </p:attrNameLst>
                                      </p:cBhvr>
                                      <p:tavLst>
                                        <p:tav tm="0">
                                          <p:val>
                                            <p:strVal val="#ppt_h"/>
                                          </p:val>
                                        </p:tav>
                                        <p:tav tm="100000">
                                          <p:val>
                                            <p:strVal val="#ppt_h"/>
                                          </p:val>
                                        </p:tav>
                                      </p:tavLst>
                                    </p:anim>
                                    <p:animEffect transition="in" filter="fade">
                                      <p:cBhvr>
                                        <p:cTn id="46" dur="1000"/>
                                        <p:tgtEl>
                                          <p:spTgt spid="185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68" grpId="0"/>
      <p:bldP spid="78879" grpId="0" animBg="1"/>
      <p:bldP spid="78880" grpId="0" animBg="1"/>
      <p:bldP spid="78882"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灯片编号占位符 1"/>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89091" name="Rectangle 4"/>
          <p:cNvSpPr/>
          <p:nvPr/>
        </p:nvSpPr>
        <p:spPr>
          <a:xfrm>
            <a:off x="0" y="0"/>
            <a:ext cx="9144000" cy="765175"/>
          </a:xfrm>
          <a:prstGeom prst="rect">
            <a:avLst/>
          </a:prstGeom>
          <a:solidFill>
            <a:srgbClr val="A50021"/>
          </a:solidFill>
          <a:ln w="9525">
            <a:noFill/>
          </a:ln>
        </p:spPr>
        <p:txBody>
          <a:bodyPr anchor="b"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176530" eaLnBrk="1" hangingPunct="1">
              <a:spcBef>
                <a:spcPct val="0"/>
              </a:spcBef>
              <a:buClrTx/>
              <a:buFontTx/>
              <a:buNone/>
            </a:pPr>
            <a:r>
              <a:rPr lang="en-US" altLang="zh-CN" sz="3600" dirty="0">
                <a:solidFill>
                  <a:schemeClr val="bg1"/>
                </a:solidFill>
                <a:latin typeface="Times New Roman" panose="02020603050405020304" pitchFamily="18" charset="0"/>
                <a:ea typeface="黑体" panose="02010609060101010101" pitchFamily="49" charset="-122"/>
              </a:rPr>
              <a:t>3.4  </a:t>
            </a:r>
            <a:r>
              <a:rPr lang="zh-CN" altLang="en-US" sz="3600" dirty="0">
                <a:solidFill>
                  <a:schemeClr val="bg1"/>
                </a:solidFill>
                <a:latin typeface="Times New Roman" panose="02020603050405020304" pitchFamily="18" charset="0"/>
                <a:ea typeface="黑体" panose="02010609060101010101" pitchFamily="49" charset="-122"/>
              </a:rPr>
              <a:t>鲁宾逊归结原理</a:t>
            </a:r>
            <a:endParaRPr lang="zh-CN" altLang="en-US" sz="3600" dirty="0">
              <a:solidFill>
                <a:schemeClr val="bg1"/>
              </a:solidFill>
              <a:latin typeface="Times New Roman" panose="02020603050405020304" pitchFamily="18" charset="0"/>
              <a:ea typeface="黑体" panose="02010609060101010101" pitchFamily="49" charset="-122"/>
            </a:endParaRPr>
          </a:p>
        </p:txBody>
      </p:sp>
      <p:sp>
        <p:nvSpPr>
          <p:cNvPr id="89092" name="Rectangle 5"/>
          <p:cNvSpPr/>
          <p:nvPr/>
        </p:nvSpPr>
        <p:spPr>
          <a:xfrm>
            <a:off x="304800" y="908050"/>
            <a:ext cx="4244975" cy="5400675"/>
          </a:xfrm>
          <a:prstGeom prst="rect">
            <a:avLst/>
          </a:prstGeom>
          <a:noFill/>
          <a:ln w="9525">
            <a:noFill/>
          </a:ln>
        </p:spPr>
        <p:txBody>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469900" lvl="0" indent="-469900" eaLnBrk="1" hangingPunct="1"/>
            <a:r>
              <a:rPr lang="zh-CN" altLang="en-US" sz="2400" b="1" dirty="0">
                <a:latin typeface="宋体" panose="02010600030101010101" pitchFamily="2" charset="-122"/>
              </a:rPr>
              <a:t>例</a:t>
            </a:r>
            <a:r>
              <a:rPr lang="en-US" altLang="zh-CN" sz="2400" b="1" dirty="0">
                <a:latin typeface="宋体" panose="02010600030101010101" pitchFamily="2" charset="-122"/>
              </a:rPr>
              <a:t>3.</a:t>
            </a:r>
            <a:r>
              <a:rPr lang="en-US" altLang="zh-CN" sz="2400" b="1" dirty="0">
                <a:latin typeface="Times New Roman" panose="02020603050405020304" pitchFamily="18" charset="0"/>
              </a:rPr>
              <a:t>8  </a:t>
            </a:r>
            <a:r>
              <a:rPr lang="zh-CN" altLang="en-US" sz="2400" b="1" dirty="0">
                <a:latin typeface="宋体" panose="02010600030101010101" pitchFamily="2" charset="-122"/>
              </a:rPr>
              <a:t>设：</a:t>
            </a:r>
            <a:r>
              <a:rPr lang="zh-CN" altLang="en-US" sz="2400" dirty="0"/>
              <a:t> </a:t>
            </a:r>
            <a:endParaRPr lang="zh-CN" altLang="en-US" sz="2400" dirty="0"/>
          </a:p>
        </p:txBody>
      </p:sp>
      <p:sp>
        <p:nvSpPr>
          <p:cNvPr id="89093" name="Text Box 6"/>
          <p:cNvSpPr txBox="1"/>
          <p:nvPr/>
        </p:nvSpPr>
        <p:spPr>
          <a:xfrm>
            <a:off x="685800" y="2057400"/>
            <a:ext cx="3810000" cy="45720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ClrTx/>
              <a:buFontTx/>
              <a:buNone/>
            </a:pPr>
            <a:r>
              <a:rPr lang="zh-CN" altLang="en-US" sz="2400" b="1" dirty="0"/>
              <a:t>求其二元归结式。</a:t>
            </a:r>
            <a:endParaRPr lang="zh-CN" altLang="en-US" sz="2400" b="1" dirty="0"/>
          </a:p>
        </p:txBody>
      </p:sp>
      <p:sp>
        <p:nvSpPr>
          <p:cNvPr id="176135" name="Text Box 7"/>
          <p:cNvSpPr txBox="1"/>
          <p:nvPr/>
        </p:nvSpPr>
        <p:spPr>
          <a:xfrm>
            <a:off x="990600" y="3810000"/>
            <a:ext cx="1676400" cy="45720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ClrTx/>
              <a:buFontTx/>
              <a:buNone/>
            </a:pPr>
            <a:r>
              <a:rPr lang="zh-CN" altLang="en-US" sz="2400" b="1" dirty="0"/>
              <a:t>则得：</a:t>
            </a:r>
            <a:endParaRPr lang="zh-CN" altLang="en-US" sz="2400" b="1" dirty="0"/>
          </a:p>
        </p:txBody>
      </p:sp>
      <p:graphicFrame>
        <p:nvGraphicFramePr>
          <p:cNvPr id="89095" name="Object 8"/>
          <p:cNvGraphicFramePr>
            <a:graphicFrameLocks noChangeAspect="1"/>
          </p:cNvGraphicFramePr>
          <p:nvPr/>
        </p:nvGraphicFramePr>
        <p:xfrm>
          <a:off x="1371600" y="1430338"/>
          <a:ext cx="3581400" cy="468312"/>
        </p:xfrm>
        <a:graphic>
          <a:graphicData uri="http://schemas.openxmlformats.org/presentationml/2006/ole">
            <mc:AlternateContent xmlns:mc="http://schemas.openxmlformats.org/markup-compatibility/2006">
              <mc:Choice xmlns:v="urn:schemas-microsoft-com:vml" Requires="v">
                <p:oleObj spid="_x0000_s3160" name="" r:id="rId2" imgW="25669875" imgH="3295650" progId="Equation.3">
                  <p:embed/>
                </p:oleObj>
              </mc:Choice>
              <mc:Fallback>
                <p:oleObj name="" r:id="rId2" imgW="25669875" imgH="3295650" progId="Equation.3">
                  <p:embed/>
                  <p:pic>
                    <p:nvPicPr>
                      <p:cNvPr id="0" name="图片 3159"/>
                      <p:cNvPicPr/>
                      <p:nvPr/>
                    </p:nvPicPr>
                    <p:blipFill>
                      <a:blip r:embed="rId3"/>
                      <a:stretch>
                        <a:fillRect/>
                      </a:stretch>
                    </p:blipFill>
                    <p:spPr>
                      <a:xfrm>
                        <a:off x="1371600" y="1430338"/>
                        <a:ext cx="3581400" cy="468312"/>
                      </a:xfrm>
                      <a:prstGeom prst="rect">
                        <a:avLst/>
                      </a:prstGeom>
                      <a:noFill/>
                      <a:ln w="38100">
                        <a:noFill/>
                        <a:miter/>
                      </a:ln>
                    </p:spPr>
                  </p:pic>
                </p:oleObj>
              </mc:Fallback>
            </mc:AlternateContent>
          </a:graphicData>
        </a:graphic>
      </p:graphicFrame>
      <p:graphicFrame>
        <p:nvGraphicFramePr>
          <p:cNvPr id="89096" name="Object 9"/>
          <p:cNvGraphicFramePr>
            <a:graphicFrameLocks noChangeAspect="1"/>
          </p:cNvGraphicFramePr>
          <p:nvPr/>
        </p:nvGraphicFramePr>
        <p:xfrm>
          <a:off x="5105400" y="1400175"/>
          <a:ext cx="2438400" cy="460375"/>
        </p:xfrm>
        <a:graphic>
          <a:graphicData uri="http://schemas.openxmlformats.org/presentationml/2006/ole">
            <mc:AlternateContent xmlns:mc="http://schemas.openxmlformats.org/markup-compatibility/2006">
              <mc:Choice xmlns:v="urn:schemas-microsoft-com:vml" Requires="v">
                <p:oleObj spid="_x0000_s3157" name="" r:id="rId4" imgW="17554575" imgH="3295650" progId="Equation.3">
                  <p:embed/>
                </p:oleObj>
              </mc:Choice>
              <mc:Fallback>
                <p:oleObj name="" r:id="rId4" imgW="17554575" imgH="3295650" progId="Equation.3">
                  <p:embed/>
                  <p:pic>
                    <p:nvPicPr>
                      <p:cNvPr id="0" name="图片 3156"/>
                      <p:cNvPicPr/>
                      <p:nvPr/>
                    </p:nvPicPr>
                    <p:blipFill>
                      <a:blip r:embed="rId5"/>
                      <a:stretch>
                        <a:fillRect/>
                      </a:stretch>
                    </p:blipFill>
                    <p:spPr>
                      <a:xfrm>
                        <a:off x="5105400" y="1400175"/>
                        <a:ext cx="2438400" cy="460375"/>
                      </a:xfrm>
                      <a:prstGeom prst="rect">
                        <a:avLst/>
                      </a:prstGeom>
                      <a:noFill/>
                      <a:ln w="38100">
                        <a:noFill/>
                        <a:miter/>
                      </a:ln>
                    </p:spPr>
                  </p:pic>
                </p:oleObj>
              </mc:Fallback>
            </mc:AlternateContent>
          </a:graphicData>
        </a:graphic>
      </p:graphicFrame>
      <p:graphicFrame>
        <p:nvGraphicFramePr>
          <p:cNvPr id="176138" name="Object 10"/>
          <p:cNvGraphicFramePr>
            <a:graphicFrameLocks noChangeAspect="1"/>
          </p:cNvGraphicFramePr>
          <p:nvPr/>
        </p:nvGraphicFramePr>
        <p:xfrm>
          <a:off x="1981200" y="3776663"/>
          <a:ext cx="2895600" cy="490537"/>
        </p:xfrm>
        <a:graphic>
          <a:graphicData uri="http://schemas.openxmlformats.org/presentationml/2006/ole">
            <mc:AlternateContent xmlns:mc="http://schemas.openxmlformats.org/markup-compatibility/2006">
              <mc:Choice xmlns:v="urn:schemas-microsoft-com:vml" Requires="v">
                <p:oleObj spid="_x0000_s3161" name="" r:id="rId6" imgW="19745325" imgH="3295650" progId="Equation.3">
                  <p:embed/>
                </p:oleObj>
              </mc:Choice>
              <mc:Fallback>
                <p:oleObj name="" r:id="rId6" imgW="19745325" imgH="3295650" progId="Equation.3">
                  <p:embed/>
                  <p:pic>
                    <p:nvPicPr>
                      <p:cNvPr id="0" name="图片 3160"/>
                      <p:cNvPicPr/>
                      <p:nvPr/>
                    </p:nvPicPr>
                    <p:blipFill>
                      <a:blip r:embed="rId7"/>
                      <a:stretch>
                        <a:fillRect/>
                      </a:stretch>
                    </p:blipFill>
                    <p:spPr>
                      <a:xfrm>
                        <a:off x="1981200" y="3776663"/>
                        <a:ext cx="2895600" cy="490537"/>
                      </a:xfrm>
                      <a:prstGeom prst="rect">
                        <a:avLst/>
                      </a:prstGeom>
                      <a:noFill/>
                      <a:ln w="38100">
                        <a:noFill/>
                        <a:miter/>
                      </a:ln>
                    </p:spPr>
                  </p:pic>
                </p:oleObj>
              </mc:Fallback>
            </mc:AlternateContent>
          </a:graphicData>
        </a:graphic>
      </p:graphicFrame>
      <p:sp>
        <p:nvSpPr>
          <p:cNvPr id="89098" name="Text Box 14"/>
          <p:cNvSpPr txBox="1"/>
          <p:nvPr/>
        </p:nvSpPr>
        <p:spPr>
          <a:xfrm>
            <a:off x="609600" y="2667000"/>
            <a:ext cx="6477000" cy="1004888"/>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Clr>
                <a:srgbClr val="0000FF"/>
              </a:buClr>
              <a:buFont typeface="Wingdings" panose="05000000000000000000" pitchFamily="2" charset="2"/>
              <a:buChar char="§"/>
            </a:pPr>
            <a:r>
              <a:rPr lang="en-US" altLang="zh-CN" sz="2400" b="1" dirty="0"/>
              <a:t>   </a:t>
            </a:r>
            <a:r>
              <a:rPr lang="zh-CN" altLang="en-US" sz="2400" b="1" dirty="0"/>
              <a:t>解：</a:t>
            </a:r>
            <a:endParaRPr lang="zh-CN" altLang="en-US" sz="2400" b="1" dirty="0"/>
          </a:p>
          <a:p>
            <a:pPr marL="0" lvl="0" indent="0" eaLnBrk="1" hangingPunct="1">
              <a:spcBef>
                <a:spcPct val="50000"/>
              </a:spcBef>
              <a:buClr>
                <a:srgbClr val="0000FF"/>
              </a:buClr>
              <a:buNone/>
            </a:pPr>
            <a:r>
              <a:rPr lang="zh-CN" altLang="en-US" sz="2400" b="1" dirty="0"/>
              <a:t>    选</a:t>
            </a:r>
            <a:endParaRPr lang="zh-CN" altLang="en-US" sz="2400" b="1" dirty="0"/>
          </a:p>
        </p:txBody>
      </p:sp>
      <p:graphicFrame>
        <p:nvGraphicFramePr>
          <p:cNvPr id="89099" name="Object 15"/>
          <p:cNvGraphicFramePr>
            <a:graphicFrameLocks noChangeAspect="1"/>
          </p:cNvGraphicFramePr>
          <p:nvPr/>
        </p:nvGraphicFramePr>
        <p:xfrm>
          <a:off x="1524000" y="3200400"/>
          <a:ext cx="3429000" cy="487363"/>
        </p:xfrm>
        <a:graphic>
          <a:graphicData uri="http://schemas.openxmlformats.org/presentationml/2006/ole">
            <mc:AlternateContent xmlns:mc="http://schemas.openxmlformats.org/markup-compatibility/2006">
              <mc:Choice xmlns:v="urn:schemas-microsoft-com:vml" Requires="v">
                <p:oleObj spid="_x0000_s3164" name="" r:id="rId8" imgW="23479125" imgH="3295650" progId="Equation.3">
                  <p:embed/>
                </p:oleObj>
              </mc:Choice>
              <mc:Fallback>
                <p:oleObj name="" r:id="rId8" imgW="23479125" imgH="3295650" progId="Equation.3">
                  <p:embed/>
                  <p:pic>
                    <p:nvPicPr>
                      <p:cNvPr id="0" name="图片 3163"/>
                      <p:cNvPicPr/>
                      <p:nvPr/>
                    </p:nvPicPr>
                    <p:blipFill>
                      <a:blip r:embed="rId9"/>
                      <a:stretch>
                        <a:fillRect/>
                      </a:stretch>
                    </p:blipFill>
                    <p:spPr>
                      <a:xfrm>
                        <a:off x="1524000" y="3200400"/>
                        <a:ext cx="3429000" cy="487363"/>
                      </a:xfrm>
                      <a:prstGeom prst="rect">
                        <a:avLst/>
                      </a:prstGeom>
                      <a:noFill/>
                      <a:ln w="38100">
                        <a:noFill/>
                        <a:miter/>
                      </a:ln>
                    </p:spPr>
                  </p:pic>
                </p:oleObj>
              </mc:Fallback>
            </mc:AlternateContent>
          </a:graphicData>
        </a:graphic>
      </p:graphicFrame>
      <p:graphicFrame>
        <p:nvGraphicFramePr>
          <p:cNvPr id="89100" name="Object 16"/>
          <p:cNvGraphicFramePr>
            <a:graphicFrameLocks noChangeAspect="1"/>
          </p:cNvGraphicFramePr>
          <p:nvPr/>
        </p:nvGraphicFramePr>
        <p:xfrm>
          <a:off x="1744663" y="2640013"/>
          <a:ext cx="1912937" cy="477837"/>
        </p:xfrm>
        <a:graphic>
          <a:graphicData uri="http://schemas.openxmlformats.org/presentationml/2006/ole">
            <mc:AlternateContent xmlns:mc="http://schemas.openxmlformats.org/markup-compatibility/2006">
              <mc:Choice xmlns:v="urn:schemas-microsoft-com:vml" Requires="v">
                <p:oleObj spid="_x0000_s3163" name="" r:id="rId10" imgW="12944475" imgH="3295650" progId="Equation.3">
                  <p:embed/>
                </p:oleObj>
              </mc:Choice>
              <mc:Fallback>
                <p:oleObj name="" r:id="rId10" imgW="12944475" imgH="3295650" progId="Equation.3">
                  <p:embed/>
                  <p:pic>
                    <p:nvPicPr>
                      <p:cNvPr id="0" name="图片 3162"/>
                      <p:cNvPicPr/>
                      <p:nvPr/>
                    </p:nvPicPr>
                    <p:blipFill>
                      <a:blip r:embed="rId11"/>
                      <a:stretch>
                        <a:fillRect/>
                      </a:stretch>
                    </p:blipFill>
                    <p:spPr>
                      <a:xfrm>
                        <a:off x="1744663" y="2640013"/>
                        <a:ext cx="1912937" cy="477837"/>
                      </a:xfrm>
                      <a:prstGeom prst="rect">
                        <a:avLst/>
                      </a:prstGeom>
                      <a:noFill/>
                      <a:ln w="38100">
                        <a:noFill/>
                        <a:miter/>
                      </a:ln>
                    </p:spPr>
                  </p:pic>
                </p:oleObj>
              </mc:Fallback>
            </mc:AlternateContent>
          </a:graphicData>
        </a:graphic>
      </p:graphicFrame>
      <p:graphicFrame>
        <p:nvGraphicFramePr>
          <p:cNvPr id="89101" name="Object 22"/>
          <p:cNvGraphicFramePr>
            <a:graphicFrameLocks noChangeAspect="1"/>
          </p:cNvGraphicFramePr>
          <p:nvPr/>
        </p:nvGraphicFramePr>
        <p:xfrm>
          <a:off x="4267200" y="2657475"/>
          <a:ext cx="3124200" cy="438150"/>
        </p:xfrm>
        <a:graphic>
          <a:graphicData uri="http://schemas.openxmlformats.org/presentationml/2006/ole">
            <mc:AlternateContent xmlns:mc="http://schemas.openxmlformats.org/markup-compatibility/2006">
              <mc:Choice xmlns:v="urn:schemas-microsoft-com:vml" Requires="v">
                <p:oleObj spid="_x0000_s3158" name="" r:id="rId12" imgW="23917275" imgH="3295650" progId="Equation.3">
                  <p:embed/>
                </p:oleObj>
              </mc:Choice>
              <mc:Fallback>
                <p:oleObj name="" r:id="rId12" imgW="23917275" imgH="3295650" progId="Equation.3">
                  <p:embed/>
                  <p:pic>
                    <p:nvPicPr>
                      <p:cNvPr id="0" name="图片 3157"/>
                      <p:cNvPicPr/>
                      <p:nvPr/>
                    </p:nvPicPr>
                    <p:blipFill>
                      <a:blip r:embed="rId13"/>
                      <a:stretch>
                        <a:fillRect/>
                      </a:stretch>
                    </p:blipFill>
                    <p:spPr>
                      <a:xfrm>
                        <a:off x="4267200" y="2657475"/>
                        <a:ext cx="3124200" cy="438150"/>
                      </a:xfrm>
                      <a:prstGeom prst="rect">
                        <a:avLst/>
                      </a:prstGeom>
                      <a:noFill/>
                      <a:ln w="38100">
                        <a:noFill/>
                        <a:miter/>
                      </a:ln>
                    </p:spPr>
                  </p:pic>
                </p:oleObj>
              </mc:Fallback>
            </mc:AlternateContent>
          </a:graphicData>
        </a:graphic>
      </p:graphicFrame>
      <p:graphicFrame>
        <p:nvGraphicFramePr>
          <p:cNvPr id="89102" name="Object 23"/>
          <p:cNvGraphicFramePr>
            <a:graphicFrameLocks noChangeAspect="1"/>
          </p:cNvGraphicFramePr>
          <p:nvPr/>
        </p:nvGraphicFramePr>
        <p:xfrm>
          <a:off x="5334000" y="3162300"/>
          <a:ext cx="1981200" cy="495300"/>
        </p:xfrm>
        <a:graphic>
          <a:graphicData uri="http://schemas.openxmlformats.org/presentationml/2006/ole">
            <mc:AlternateContent xmlns:mc="http://schemas.openxmlformats.org/markup-compatibility/2006">
              <mc:Choice xmlns:v="urn:schemas-microsoft-com:vml" Requires="v">
                <p:oleObj spid="_x0000_s3162" name="" r:id="rId14" imgW="12944475" imgH="3295650" progId="Equation.3">
                  <p:embed/>
                </p:oleObj>
              </mc:Choice>
              <mc:Fallback>
                <p:oleObj name="" r:id="rId14" imgW="12944475" imgH="3295650" progId="Equation.3">
                  <p:embed/>
                  <p:pic>
                    <p:nvPicPr>
                      <p:cNvPr id="0" name="图片 3161"/>
                      <p:cNvPicPr/>
                      <p:nvPr/>
                    </p:nvPicPr>
                    <p:blipFill>
                      <a:blip r:embed="rId15"/>
                      <a:stretch>
                        <a:fillRect/>
                      </a:stretch>
                    </p:blipFill>
                    <p:spPr>
                      <a:xfrm>
                        <a:off x="5334000" y="3162300"/>
                        <a:ext cx="1981200" cy="495300"/>
                      </a:xfrm>
                      <a:prstGeom prst="rect">
                        <a:avLst/>
                      </a:prstGeom>
                      <a:noFill/>
                      <a:ln w="38100">
                        <a:noFill/>
                        <a:miter/>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6135"/>
                                        </p:tgtEl>
                                        <p:attrNameLst>
                                          <p:attrName>style.visibility</p:attrName>
                                        </p:attrNameLst>
                                      </p:cBhvr>
                                      <p:to>
                                        <p:strVal val="visible"/>
                                      </p:to>
                                    </p:set>
                                    <p:anim calcmode="lin" valueType="num">
                                      <p:cBhvr additive="base">
                                        <p:cTn id="7" dur="500" fill="hold"/>
                                        <p:tgtEl>
                                          <p:spTgt spid="176135"/>
                                        </p:tgtEl>
                                        <p:attrNameLst>
                                          <p:attrName>ppt_x</p:attrName>
                                        </p:attrNameLst>
                                      </p:cBhvr>
                                      <p:tavLst>
                                        <p:tav tm="0">
                                          <p:val>
                                            <p:strVal val="0-#ppt_w/2"/>
                                          </p:val>
                                        </p:tav>
                                        <p:tav tm="100000">
                                          <p:val>
                                            <p:strVal val="#ppt_x"/>
                                          </p:val>
                                        </p:tav>
                                      </p:tavLst>
                                    </p:anim>
                                    <p:anim calcmode="lin" valueType="num">
                                      <p:cBhvr additive="base">
                                        <p:cTn id="8" dur="500" fill="hold"/>
                                        <p:tgtEl>
                                          <p:spTgt spid="17613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176138"/>
                                        </p:tgtEl>
                                        <p:attrNameLst>
                                          <p:attrName>style.visibility</p:attrName>
                                        </p:attrNameLst>
                                      </p:cBhvr>
                                      <p:to>
                                        <p:strVal val="visible"/>
                                      </p:to>
                                    </p:set>
                                    <p:anim calcmode="lin" valueType="num">
                                      <p:cBhvr additive="base">
                                        <p:cTn id="12" dur="500" fill="hold"/>
                                        <p:tgtEl>
                                          <p:spTgt spid="176138"/>
                                        </p:tgtEl>
                                        <p:attrNameLst>
                                          <p:attrName>ppt_x</p:attrName>
                                        </p:attrNameLst>
                                      </p:cBhvr>
                                      <p:tavLst>
                                        <p:tav tm="0">
                                          <p:val>
                                            <p:strVal val="0-#ppt_w/2"/>
                                          </p:val>
                                        </p:tav>
                                        <p:tav tm="100000">
                                          <p:val>
                                            <p:strVal val="#ppt_x"/>
                                          </p:val>
                                        </p:tav>
                                      </p:tavLst>
                                    </p:anim>
                                    <p:anim calcmode="lin" valueType="num">
                                      <p:cBhvr additive="base">
                                        <p:cTn id="13" dur="500" fill="hold"/>
                                        <p:tgtEl>
                                          <p:spTgt spid="1761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5"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90115" name="Rectangle 1026"/>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3.4  </a:t>
            </a:r>
            <a:r>
              <a:rPr lang="zh-CN" altLang="en-US" sz="3600" b="0" dirty="0">
                <a:latin typeface="Times New Roman" panose="02020603050405020304" pitchFamily="18" charset="0"/>
                <a:ea typeface="黑体" panose="02010609060101010101" pitchFamily="49" charset="-122"/>
              </a:rPr>
              <a:t>鲁宾逊归结原理</a:t>
            </a:r>
            <a:endParaRPr lang="zh-CN" altLang="en-US" sz="3600" b="0" dirty="0">
              <a:latin typeface="Times New Roman" panose="02020603050405020304" pitchFamily="18" charset="0"/>
              <a:ea typeface="黑体" panose="02010609060101010101" pitchFamily="49" charset="-122"/>
            </a:endParaRPr>
          </a:p>
        </p:txBody>
      </p:sp>
      <p:sp>
        <p:nvSpPr>
          <p:cNvPr id="90116" name="Rectangle 1027"/>
          <p:cNvSpPr>
            <a:spLocks noGrp="1"/>
          </p:cNvSpPr>
          <p:nvPr>
            <p:ph idx="1"/>
          </p:nvPr>
        </p:nvSpPr>
        <p:spPr>
          <a:xfrm>
            <a:off x="250825" y="1000125"/>
            <a:ext cx="8642350" cy="5400675"/>
          </a:xfrm>
        </p:spPr>
        <p:txBody>
          <a:bodyPr vert="horz" wrap="square" lIns="91440" tIns="45720" rIns="91440" bIns="45720" anchor="t" anchorCtr="0"/>
          <a:p>
            <a:pPr algn="just" eaLnBrk="1" hangingPunct="1">
              <a:lnSpc>
                <a:spcPct val="120000"/>
              </a:lnSpc>
            </a:pPr>
            <a:r>
              <a:rPr lang="zh-CN" altLang="en-US" sz="2800" dirty="0">
                <a:latin typeface="Times New Roman" panose="02020603050405020304" pitchFamily="18" charset="0"/>
              </a:rPr>
              <a:t>对于谓词逻辑，归结式是其亲本子句的逻辑结论。 </a:t>
            </a:r>
            <a:endParaRPr lang="zh-CN" altLang="en-US" sz="2800" dirty="0">
              <a:latin typeface="Times New Roman" panose="02020603050405020304" pitchFamily="18" charset="0"/>
            </a:endParaRPr>
          </a:p>
          <a:p>
            <a:pPr algn="just" eaLnBrk="1" hangingPunct="1">
              <a:lnSpc>
                <a:spcPct val="120000"/>
              </a:lnSpc>
            </a:pPr>
            <a:r>
              <a:rPr lang="zh-CN" altLang="en-US" sz="2800" dirty="0">
                <a:latin typeface="Times New Roman" panose="02020603050405020304" pitchFamily="18" charset="0"/>
              </a:rPr>
              <a:t>对于一阶谓词逻辑，即若子句集是不可满足的，则必存在一个从该子句集到空子句的归结演绎；若从子句集存在一个到空子句的演绎，则该子句集是不可满足的。</a:t>
            </a:r>
            <a:endParaRPr lang="zh-CN" altLang="en-US" sz="2800" dirty="0">
              <a:latin typeface="Times New Roman" panose="02020603050405020304" pitchFamily="18" charset="0"/>
            </a:endParaRPr>
          </a:p>
          <a:p>
            <a:pPr algn="just" eaLnBrk="1" hangingPunct="1">
              <a:lnSpc>
                <a:spcPct val="120000"/>
              </a:lnSpc>
            </a:pPr>
            <a:r>
              <a:rPr lang="zh-CN" altLang="en-US" sz="2800" dirty="0">
                <a:latin typeface="Times New Roman" panose="02020603050405020304" pitchFamily="18" charset="0"/>
              </a:rPr>
              <a:t>如果没有归结出空子句，则既不能说 </a:t>
            </a:r>
            <a:r>
              <a:rPr lang="en-US" altLang="zh-CN" sz="2800" i="1" dirty="0">
                <a:latin typeface="Times New Roman" panose="02020603050405020304" pitchFamily="18" charset="0"/>
              </a:rPr>
              <a:t>S </a:t>
            </a:r>
            <a:r>
              <a:rPr lang="zh-CN" altLang="en-US" sz="2800" dirty="0">
                <a:latin typeface="Times New Roman" panose="02020603050405020304" pitchFamily="18" charset="0"/>
              </a:rPr>
              <a:t>不可满足，也不能说 </a:t>
            </a:r>
            <a:r>
              <a:rPr lang="en-US" altLang="zh-CN" sz="2800" i="1" dirty="0">
                <a:latin typeface="Times New Roman" panose="02020603050405020304" pitchFamily="18" charset="0"/>
              </a:rPr>
              <a:t>S </a:t>
            </a:r>
            <a:r>
              <a:rPr lang="zh-CN" altLang="en-US" sz="2800" dirty="0">
                <a:latin typeface="Times New Roman" panose="02020603050405020304" pitchFamily="18" charset="0"/>
              </a:rPr>
              <a:t>是可满足的。</a:t>
            </a:r>
            <a:r>
              <a:rPr lang="zh-CN" altLang="en-US" dirty="0"/>
              <a:t>  </a:t>
            </a:r>
            <a:endParaRPr lang="zh-CN" altLang="en-US" dirty="0"/>
          </a:p>
        </p:txBody>
      </p:sp>
    </p:spTree>
  </p:cSld>
  <p:clrMapOvr>
    <a:masterClrMapping/>
  </p:clrMapOvr>
  <p:transition>
    <p:rand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grpSp>
        <p:nvGrpSpPr>
          <p:cNvPr id="91139" name="Group 2"/>
          <p:cNvGrpSpPr/>
          <p:nvPr/>
        </p:nvGrpSpPr>
        <p:grpSpPr>
          <a:xfrm>
            <a:off x="457200" y="2362200"/>
            <a:ext cx="8001000" cy="3429000"/>
            <a:chOff x="576" y="1488"/>
            <a:chExt cx="4512" cy="2160"/>
          </a:xfrm>
        </p:grpSpPr>
        <p:sp>
          <p:nvSpPr>
            <p:cNvPr id="91142" name="AutoShape 3"/>
            <p:cNvSpPr/>
            <p:nvPr/>
          </p:nvSpPr>
          <p:spPr>
            <a:xfrm>
              <a:off x="576" y="1488"/>
              <a:ext cx="3888" cy="2064"/>
            </a:xfrm>
            <a:prstGeom prst="rightArrowCallout">
              <a:avLst>
                <a:gd name="adj1" fmla="val 18796"/>
                <a:gd name="adj2" fmla="val 24564"/>
                <a:gd name="adj3" fmla="val 19238"/>
                <a:gd name="adj4" fmla="val 84130"/>
              </a:avLst>
            </a:prstGeom>
            <a:solidFill>
              <a:srgbClr val="CCFFCC"/>
            </a:soli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91143" name="Text Box 4"/>
            <p:cNvSpPr txBox="1"/>
            <p:nvPr/>
          </p:nvSpPr>
          <p:spPr>
            <a:xfrm>
              <a:off x="4560" y="1501"/>
              <a:ext cx="528" cy="2147"/>
            </a:xfrm>
            <a:prstGeom prst="rect">
              <a:avLst/>
            </a:prstGeom>
            <a:solidFill>
              <a:srgbClr val="FFFF99"/>
            </a:solidFill>
            <a:ln w="9525" cap="flat" cmpd="sng">
              <a:solidFill>
                <a:srgbClr val="808080"/>
              </a:solidFill>
              <a:prstDash val="solid"/>
              <a:miter/>
              <a:headEnd type="none" w="med" len="med"/>
              <a:tailEnd type="none" w="med" len="med"/>
            </a:ln>
          </p:spPr>
          <p:txBody>
            <a:bodyPr anchor="ctr" anchorCtr="1">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30000"/>
                </a:spcBef>
                <a:buClrTx/>
                <a:buFontTx/>
                <a:buNone/>
              </a:pPr>
              <a:r>
                <a:rPr lang="zh-CN" altLang="en-US" sz="2900" b="1" dirty="0"/>
                <a:t>归</a:t>
              </a:r>
              <a:endParaRPr lang="zh-CN" altLang="en-US" sz="2900" b="1" dirty="0"/>
            </a:p>
            <a:p>
              <a:pPr marL="0" lvl="0" indent="0" eaLnBrk="1" hangingPunct="1">
                <a:spcBef>
                  <a:spcPct val="30000"/>
                </a:spcBef>
                <a:buClrTx/>
                <a:buFontTx/>
                <a:buNone/>
              </a:pPr>
              <a:r>
                <a:rPr lang="zh-CN" altLang="en-US" sz="2900" b="1" dirty="0"/>
                <a:t>结</a:t>
              </a:r>
              <a:endParaRPr lang="zh-CN" altLang="en-US" sz="2900" b="1" dirty="0"/>
            </a:p>
            <a:p>
              <a:pPr marL="0" lvl="0" indent="0" eaLnBrk="1" hangingPunct="1">
                <a:spcBef>
                  <a:spcPct val="30000"/>
                </a:spcBef>
                <a:buClrTx/>
                <a:buFontTx/>
                <a:buNone/>
              </a:pPr>
              <a:r>
                <a:rPr lang="zh-CN" altLang="en-US" sz="2900" b="1" dirty="0"/>
                <a:t>演</a:t>
              </a:r>
              <a:endParaRPr lang="zh-CN" altLang="en-US" sz="2900" b="1" dirty="0"/>
            </a:p>
            <a:p>
              <a:pPr marL="0" lvl="0" indent="0" eaLnBrk="1" hangingPunct="1">
                <a:spcBef>
                  <a:spcPct val="30000"/>
                </a:spcBef>
                <a:buClrTx/>
                <a:buFontTx/>
                <a:buNone/>
              </a:pPr>
              <a:r>
                <a:rPr lang="zh-CN" altLang="en-US" sz="2900" b="1" dirty="0"/>
                <a:t>绎</a:t>
              </a:r>
              <a:endParaRPr lang="zh-CN" altLang="en-US" sz="2900" b="1" dirty="0"/>
            </a:p>
            <a:p>
              <a:pPr marL="0" lvl="0" indent="0" eaLnBrk="1" hangingPunct="1">
                <a:spcBef>
                  <a:spcPct val="30000"/>
                </a:spcBef>
                <a:buClrTx/>
                <a:buFontTx/>
                <a:buNone/>
              </a:pPr>
              <a:r>
                <a:rPr lang="zh-CN" altLang="en-US" sz="2900" b="1" dirty="0"/>
                <a:t>推</a:t>
              </a:r>
              <a:endParaRPr lang="zh-CN" altLang="en-US" sz="2900" b="1" dirty="0"/>
            </a:p>
            <a:p>
              <a:pPr marL="0" lvl="0" indent="0" eaLnBrk="1" hangingPunct="1">
                <a:spcBef>
                  <a:spcPct val="30000"/>
                </a:spcBef>
                <a:buClrTx/>
                <a:buFontTx/>
                <a:buNone/>
              </a:pPr>
              <a:r>
                <a:rPr lang="zh-CN" altLang="en-US" sz="2900" b="1" dirty="0"/>
                <a:t>理</a:t>
              </a:r>
              <a:endParaRPr lang="zh-CN" altLang="en-US" sz="2900" b="1" dirty="0"/>
            </a:p>
          </p:txBody>
        </p:sp>
      </p:grpSp>
      <p:sp>
        <p:nvSpPr>
          <p:cNvPr id="91140" name="Rectangle 5"/>
          <p:cNvSpPr>
            <a:spLocks noGrp="1"/>
          </p:cNvSpPr>
          <p:nvPr>
            <p:ph type="title"/>
          </p:nvPr>
        </p:nvSpPr>
        <p:spPr/>
        <p:txBody>
          <a:bodyPr vert="horz" wrap="square" lIns="91440" tIns="45720" rIns="91440" bIns="45720" anchor="b" anchorCtr="0"/>
          <a:p>
            <a:pPr eaLnBrk="1" hangingPunct="1"/>
            <a:r>
              <a:rPr lang="zh-CN" altLang="en-US" sz="3600" b="0" dirty="0">
                <a:latin typeface="Times New Roman" panose="02020603050405020304" pitchFamily="18" charset="0"/>
                <a:ea typeface="黑体" panose="02010609060101010101" pitchFamily="49" charset="-122"/>
              </a:rPr>
              <a:t>第</a:t>
            </a:r>
            <a:r>
              <a:rPr lang="en-US" altLang="zh-CN" sz="3600" b="0" dirty="0">
                <a:latin typeface="Times New Roman" panose="02020603050405020304" pitchFamily="18" charset="0"/>
                <a:ea typeface="黑体" panose="02010609060101010101" pitchFamily="49" charset="-122"/>
              </a:rPr>
              <a:t>3</a:t>
            </a:r>
            <a:r>
              <a:rPr lang="zh-CN" altLang="en-US" sz="3600" b="0" dirty="0">
                <a:latin typeface="Times New Roman" panose="02020603050405020304" pitchFamily="18" charset="0"/>
                <a:ea typeface="黑体" panose="02010609060101010101" pitchFamily="49" charset="-122"/>
              </a:rPr>
              <a:t>章  确定性推理方法</a:t>
            </a:r>
            <a:endParaRPr lang="zh-CN" altLang="en-US" sz="3600" b="0" dirty="0">
              <a:latin typeface="Times New Roman" panose="02020603050405020304" pitchFamily="18" charset="0"/>
              <a:ea typeface="黑体" panose="02010609060101010101" pitchFamily="49" charset="-122"/>
            </a:endParaRPr>
          </a:p>
        </p:txBody>
      </p:sp>
      <p:sp>
        <p:nvSpPr>
          <p:cNvPr id="91141" name="Rectangle 6"/>
          <p:cNvSpPr>
            <a:spLocks noGrp="1"/>
          </p:cNvSpPr>
          <p:nvPr>
            <p:ph idx="1"/>
          </p:nvPr>
        </p:nvSpPr>
        <p:spPr>
          <a:xfrm>
            <a:off x="425450" y="908050"/>
            <a:ext cx="8642350" cy="5400675"/>
          </a:xfrm>
        </p:spPr>
        <p:txBody>
          <a:bodyPr vert="horz" wrap="square" lIns="91440" tIns="45720" rIns="91440" bIns="45720" anchor="t" anchorCtr="0"/>
          <a:p>
            <a:pPr eaLnBrk="1" hangingPunct="1">
              <a:lnSpc>
                <a:spcPct val="120000"/>
              </a:lnSpc>
            </a:pPr>
            <a:r>
              <a:rPr lang="en-US" altLang="zh-CN" sz="2800" b="1" dirty="0">
                <a:latin typeface="Times New Roman" panose="02020603050405020304" pitchFamily="18" charset="0"/>
              </a:rPr>
              <a:t>3.1  </a:t>
            </a:r>
            <a:r>
              <a:rPr lang="zh-CN" altLang="en-US" sz="2800" b="1" dirty="0">
                <a:latin typeface="Times New Roman" panose="02020603050405020304" pitchFamily="18" charset="0"/>
              </a:rPr>
              <a:t>推理的基本概念 </a:t>
            </a:r>
            <a:endParaRPr lang="zh-CN" altLang="en-US" sz="2800" b="1" dirty="0">
              <a:latin typeface="Times New Roman" panose="02020603050405020304" pitchFamily="18" charset="0"/>
            </a:endParaRPr>
          </a:p>
          <a:p>
            <a:pPr eaLnBrk="1" hangingPunct="1">
              <a:lnSpc>
                <a:spcPct val="120000"/>
              </a:lnSpc>
            </a:pPr>
            <a:r>
              <a:rPr lang="en-US" altLang="zh-CN" sz="2800" b="1" dirty="0">
                <a:latin typeface="Times New Roman" panose="02020603050405020304" pitchFamily="18" charset="0"/>
              </a:rPr>
              <a:t>3.2  </a:t>
            </a:r>
            <a:r>
              <a:rPr lang="zh-CN" altLang="en-US" sz="2800" b="1" dirty="0">
                <a:latin typeface="Times New Roman" panose="02020603050405020304" pitchFamily="18" charset="0"/>
              </a:rPr>
              <a:t>自然演绎推理</a:t>
            </a:r>
            <a:endParaRPr lang="zh-CN" altLang="en-US" sz="2800" b="1" dirty="0">
              <a:latin typeface="Times New Roman" panose="02020603050405020304" pitchFamily="18" charset="0"/>
            </a:endParaRPr>
          </a:p>
          <a:p>
            <a:pPr eaLnBrk="1" hangingPunct="1">
              <a:lnSpc>
                <a:spcPct val="120000"/>
              </a:lnSpc>
            </a:pPr>
            <a:r>
              <a:rPr lang="en-US" altLang="zh-CN" sz="2800" b="1" dirty="0">
                <a:latin typeface="Times New Roman" panose="02020603050405020304" pitchFamily="18" charset="0"/>
              </a:rPr>
              <a:t>3.3  </a:t>
            </a:r>
            <a:r>
              <a:rPr lang="zh-CN" altLang="en-US" sz="2800" b="1" dirty="0">
                <a:latin typeface="Times New Roman" panose="02020603050405020304" pitchFamily="18" charset="0"/>
              </a:rPr>
              <a:t>谓词公式化为子句集的方法</a:t>
            </a:r>
            <a:endParaRPr lang="zh-CN" altLang="en-US" sz="2800" b="1" dirty="0">
              <a:latin typeface="Times New Roman" panose="02020603050405020304" pitchFamily="18" charset="0"/>
            </a:endParaRPr>
          </a:p>
          <a:p>
            <a:pPr eaLnBrk="1" hangingPunct="1">
              <a:lnSpc>
                <a:spcPct val="120000"/>
              </a:lnSpc>
            </a:pPr>
            <a:r>
              <a:rPr lang="en-US" altLang="zh-CN" sz="2800" b="1" dirty="0">
                <a:latin typeface="Times New Roman" panose="02020603050405020304" pitchFamily="18" charset="0"/>
              </a:rPr>
              <a:t>3.4  </a:t>
            </a:r>
            <a:r>
              <a:rPr lang="zh-CN" altLang="en-US" sz="2800" b="1" dirty="0">
                <a:latin typeface="Times New Roman" panose="02020603050405020304" pitchFamily="18" charset="0"/>
              </a:rPr>
              <a:t>鲁宾逊归结原理</a:t>
            </a:r>
            <a:endParaRPr lang="zh-CN" altLang="en-US" sz="2800" b="1" dirty="0">
              <a:latin typeface="Times New Roman" panose="02020603050405020304" pitchFamily="18" charset="0"/>
            </a:endParaRPr>
          </a:p>
          <a:p>
            <a:pPr eaLnBrk="1" hangingPunct="1">
              <a:lnSpc>
                <a:spcPct val="120000"/>
              </a:lnSpc>
            </a:pPr>
            <a:r>
              <a:rPr lang="en-US" altLang="zh-CN" sz="2800" b="1" dirty="0">
                <a:solidFill>
                  <a:srgbClr val="0000FF"/>
                </a:solidFill>
                <a:latin typeface="Times New Roman" panose="02020603050405020304" pitchFamily="18" charset="0"/>
              </a:rPr>
              <a:t>3.5  </a:t>
            </a:r>
            <a:r>
              <a:rPr lang="zh-CN" altLang="en-US" sz="2800" b="1" dirty="0">
                <a:solidFill>
                  <a:srgbClr val="0000FF"/>
                </a:solidFill>
                <a:latin typeface="Times New Roman" panose="02020603050405020304" pitchFamily="18" charset="0"/>
              </a:rPr>
              <a:t>归结反演</a:t>
            </a:r>
            <a:endParaRPr lang="zh-CN" altLang="en-US" sz="2800" b="1" dirty="0">
              <a:solidFill>
                <a:srgbClr val="0000FF"/>
              </a:solidFill>
              <a:latin typeface="Times New Roman" panose="02020603050405020304" pitchFamily="18" charset="0"/>
            </a:endParaRPr>
          </a:p>
          <a:p>
            <a:pPr eaLnBrk="1" hangingPunct="1">
              <a:lnSpc>
                <a:spcPct val="120000"/>
              </a:lnSpc>
            </a:pPr>
            <a:r>
              <a:rPr lang="en-US" altLang="zh-CN" sz="2800" b="1" dirty="0">
                <a:latin typeface="Times New Roman" panose="02020603050405020304" pitchFamily="18" charset="0"/>
              </a:rPr>
              <a:t>3.6  </a:t>
            </a:r>
            <a:r>
              <a:rPr lang="zh-CN" altLang="en-US" sz="2800" b="1" dirty="0">
                <a:latin typeface="Times New Roman" panose="02020603050405020304" pitchFamily="18" charset="0"/>
              </a:rPr>
              <a:t>应用归结反演求解问题 </a:t>
            </a:r>
            <a:endParaRPr lang="zh-CN" altLang="en-US" sz="2800" b="1" dirty="0">
              <a:latin typeface="Times New Roman" panose="02020603050405020304" pitchFamily="18" charset="0"/>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灯片编号占位符 5"/>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92163" name="Rectangle 1043"/>
          <p:cNvSpPr/>
          <p:nvPr/>
        </p:nvSpPr>
        <p:spPr>
          <a:xfrm>
            <a:off x="0" y="0"/>
            <a:ext cx="9144000" cy="765175"/>
          </a:xfrm>
          <a:prstGeom prst="rect">
            <a:avLst/>
          </a:prstGeom>
          <a:solidFill>
            <a:srgbClr val="A50021"/>
          </a:solidFill>
          <a:ln w="9525">
            <a:noFill/>
          </a:ln>
        </p:spPr>
        <p:txBody>
          <a:bodyPr anchor="b"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176530" eaLnBrk="1" hangingPunct="1">
              <a:spcBef>
                <a:spcPct val="0"/>
              </a:spcBef>
              <a:buClrTx/>
              <a:buFontTx/>
              <a:buNone/>
            </a:pPr>
            <a:r>
              <a:rPr lang="en-US" altLang="zh-CN" sz="3600" dirty="0">
                <a:solidFill>
                  <a:schemeClr val="bg1"/>
                </a:solidFill>
                <a:latin typeface="Times New Roman" panose="02020603050405020304" pitchFamily="18" charset="0"/>
                <a:ea typeface="黑体" panose="02010609060101010101" pitchFamily="49" charset="-122"/>
              </a:rPr>
              <a:t>3.5  </a:t>
            </a:r>
            <a:r>
              <a:rPr lang="zh-CN" altLang="en-US" sz="3600" dirty="0">
                <a:solidFill>
                  <a:schemeClr val="bg1"/>
                </a:solidFill>
                <a:latin typeface="Times New Roman" panose="02020603050405020304" pitchFamily="18" charset="0"/>
                <a:ea typeface="黑体" panose="02010609060101010101" pitchFamily="49" charset="-122"/>
              </a:rPr>
              <a:t>归结反演</a:t>
            </a:r>
            <a:endParaRPr lang="zh-CN" altLang="en-US" sz="3600" dirty="0">
              <a:solidFill>
                <a:schemeClr val="bg1"/>
              </a:solidFill>
              <a:latin typeface="Times New Roman" panose="02020603050405020304" pitchFamily="18" charset="0"/>
              <a:ea typeface="黑体" panose="02010609060101010101" pitchFamily="49" charset="-122"/>
            </a:endParaRPr>
          </a:p>
        </p:txBody>
      </p:sp>
      <p:sp>
        <p:nvSpPr>
          <p:cNvPr id="92164" name="Rectangle 1044"/>
          <p:cNvSpPr/>
          <p:nvPr/>
        </p:nvSpPr>
        <p:spPr>
          <a:xfrm>
            <a:off x="76200" y="1000125"/>
            <a:ext cx="8991600" cy="5400675"/>
          </a:xfrm>
          <a:prstGeom prst="rect">
            <a:avLst/>
          </a:prstGeom>
          <a:gradFill rotWithShape="1">
            <a:gsLst>
              <a:gs pos="0">
                <a:srgbClr val="00FFFF"/>
              </a:gs>
              <a:gs pos="100000">
                <a:schemeClr val="bg1"/>
              </a:gs>
            </a:gsLst>
            <a:path path="shape">
              <a:fillToRect l="50000" t="50000" r="50000" b="50000"/>
            </a:path>
            <a:tileRect/>
          </a:gradFill>
          <a:ln w="9525" cap="flat" cmpd="sng">
            <a:solidFill>
              <a:srgbClr val="808080"/>
            </a:solidFill>
            <a:prstDash val="solid"/>
            <a:miter/>
            <a:headEnd type="none" w="med" len="med"/>
            <a:tailEnd type="none" w="med" len="med"/>
          </a:ln>
        </p:spPr>
        <p:txBody>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495300" lvl="0" indent="-495300" eaLnBrk="1" hangingPunct="1">
              <a:lnSpc>
                <a:spcPct val="120000"/>
              </a:lnSpc>
            </a:pPr>
            <a:r>
              <a:rPr lang="zh-CN" altLang="en-US" sz="2600" dirty="0"/>
              <a:t>应用归结原理证明定理的过程称为归结反演。</a:t>
            </a:r>
            <a:endParaRPr lang="zh-CN" altLang="en-US" sz="2600" dirty="0"/>
          </a:p>
          <a:p>
            <a:pPr marL="495300" lvl="0" indent="-495300" eaLnBrk="1" hangingPunct="1">
              <a:lnSpc>
                <a:spcPct val="120000"/>
              </a:lnSpc>
            </a:pPr>
            <a:r>
              <a:rPr lang="zh-CN" altLang="en-US" sz="2600" dirty="0"/>
              <a:t>用归结反演证明的步骤是：</a:t>
            </a:r>
            <a:endParaRPr lang="zh-CN" altLang="en-US" sz="2600" dirty="0"/>
          </a:p>
          <a:p>
            <a:pPr marL="495300" lvl="0" indent="-495300" eaLnBrk="1" hangingPunct="1">
              <a:lnSpc>
                <a:spcPct val="120000"/>
              </a:lnSpc>
              <a:buNone/>
            </a:pPr>
            <a:r>
              <a:rPr lang="zh-CN" altLang="en-US" sz="2600" dirty="0">
                <a:latin typeface="Times New Roman" panose="02020603050405020304" pitchFamily="18" charset="0"/>
              </a:rPr>
              <a:t>（</a:t>
            </a:r>
            <a:r>
              <a:rPr lang="en-US" altLang="zh-CN" sz="2600" dirty="0">
                <a:latin typeface="Times New Roman" panose="02020603050405020304" pitchFamily="18" charset="0"/>
              </a:rPr>
              <a:t>1</a:t>
            </a:r>
            <a:r>
              <a:rPr lang="zh-CN" altLang="en-US" sz="2600" dirty="0">
                <a:latin typeface="Times New Roman" panose="02020603050405020304" pitchFamily="18" charset="0"/>
              </a:rPr>
              <a:t>）将已知前提表示为谓词公式</a:t>
            </a:r>
            <a:r>
              <a:rPr lang="en-US" altLang="zh-CN" sz="2600" i="1" dirty="0">
                <a:latin typeface="Times New Roman" panose="02020603050405020304" pitchFamily="18" charset="0"/>
              </a:rPr>
              <a:t>F</a:t>
            </a:r>
            <a:r>
              <a:rPr lang="zh-CN" altLang="en-US" sz="2600" dirty="0">
                <a:latin typeface="Times New Roman" panose="02020603050405020304" pitchFamily="18" charset="0"/>
              </a:rPr>
              <a:t>。</a:t>
            </a:r>
            <a:endParaRPr lang="zh-CN" altLang="en-US" sz="2600" dirty="0">
              <a:latin typeface="Times New Roman" panose="02020603050405020304" pitchFamily="18" charset="0"/>
            </a:endParaRPr>
          </a:p>
          <a:p>
            <a:pPr marL="495300" lvl="0" indent="-495300" eaLnBrk="1" hangingPunct="1">
              <a:lnSpc>
                <a:spcPct val="120000"/>
              </a:lnSpc>
              <a:buNone/>
            </a:pPr>
            <a:r>
              <a:rPr lang="zh-CN" altLang="en-US" sz="2600" dirty="0">
                <a:latin typeface="Times New Roman" panose="02020603050405020304" pitchFamily="18" charset="0"/>
              </a:rPr>
              <a:t>（</a:t>
            </a:r>
            <a:r>
              <a:rPr lang="en-US" altLang="zh-CN" sz="2600" dirty="0">
                <a:latin typeface="Times New Roman" panose="02020603050405020304" pitchFamily="18" charset="0"/>
              </a:rPr>
              <a:t>2</a:t>
            </a:r>
            <a:r>
              <a:rPr lang="zh-CN" altLang="en-US" sz="2600" dirty="0">
                <a:latin typeface="Times New Roman" panose="02020603050405020304" pitchFamily="18" charset="0"/>
              </a:rPr>
              <a:t>）将待证明的结论表示为谓词公式</a:t>
            </a:r>
            <a:r>
              <a:rPr lang="en-US" altLang="zh-CN" sz="2600" i="1" dirty="0">
                <a:latin typeface="Times New Roman" panose="02020603050405020304" pitchFamily="18" charset="0"/>
              </a:rPr>
              <a:t>Q</a:t>
            </a:r>
            <a:r>
              <a:rPr lang="zh-CN" altLang="en-US" sz="2600" dirty="0">
                <a:latin typeface="Times New Roman" panose="02020603050405020304" pitchFamily="18" charset="0"/>
              </a:rPr>
              <a:t>，并否定得到</a:t>
            </a:r>
            <a:r>
              <a:rPr lang="en-US" altLang="zh-CN" sz="2600" dirty="0">
                <a:latin typeface="Times New Roman" panose="02020603050405020304" pitchFamily="18" charset="0"/>
              </a:rPr>
              <a:t>﹁ </a:t>
            </a:r>
            <a:r>
              <a:rPr lang="en-US" altLang="zh-CN" sz="2600" i="1" dirty="0">
                <a:latin typeface="Times New Roman" panose="02020603050405020304" pitchFamily="18" charset="0"/>
              </a:rPr>
              <a:t>Q</a:t>
            </a:r>
            <a:r>
              <a:rPr lang="en-US" altLang="zh-CN" sz="2600" i="1" dirty="0">
                <a:solidFill>
                  <a:schemeClr val="accent2"/>
                </a:solidFill>
                <a:latin typeface="Times New Roman" panose="02020603050405020304" pitchFamily="18" charset="0"/>
              </a:rPr>
              <a:t> </a:t>
            </a:r>
            <a:r>
              <a:rPr lang="zh-CN" altLang="en-US" sz="2600" dirty="0">
                <a:latin typeface="Times New Roman" panose="02020603050405020304" pitchFamily="18" charset="0"/>
              </a:rPr>
              <a:t>。</a:t>
            </a:r>
            <a:endParaRPr lang="zh-CN" altLang="en-US" sz="2600" dirty="0">
              <a:latin typeface="Times New Roman" panose="02020603050405020304" pitchFamily="18" charset="0"/>
            </a:endParaRPr>
          </a:p>
          <a:p>
            <a:pPr marL="495300" lvl="0" indent="-495300" eaLnBrk="1" hangingPunct="1">
              <a:lnSpc>
                <a:spcPct val="120000"/>
              </a:lnSpc>
              <a:buNone/>
            </a:pPr>
            <a:r>
              <a:rPr lang="zh-CN" altLang="en-US" sz="2600" dirty="0">
                <a:latin typeface="Times New Roman" panose="02020603050405020304" pitchFamily="18" charset="0"/>
              </a:rPr>
              <a:t>（</a:t>
            </a:r>
            <a:r>
              <a:rPr lang="en-US" altLang="zh-CN" sz="2600" dirty="0">
                <a:latin typeface="Times New Roman" panose="02020603050405020304" pitchFamily="18" charset="0"/>
              </a:rPr>
              <a:t>3</a:t>
            </a:r>
            <a:r>
              <a:rPr lang="zh-CN" altLang="en-US" sz="2600" dirty="0">
                <a:latin typeface="Times New Roman" panose="02020603050405020304" pitchFamily="18" charset="0"/>
              </a:rPr>
              <a:t>）把谓词公式集</a:t>
            </a:r>
            <a:r>
              <a:rPr lang="en-US" altLang="zh-CN" sz="2600" dirty="0">
                <a:latin typeface="Times New Roman" panose="02020603050405020304" pitchFamily="18" charset="0"/>
              </a:rPr>
              <a:t>{</a:t>
            </a:r>
            <a:r>
              <a:rPr lang="en-US" altLang="zh-CN" sz="2600" i="1" dirty="0">
                <a:latin typeface="Times New Roman" panose="02020603050405020304" pitchFamily="18" charset="0"/>
              </a:rPr>
              <a:t>F</a:t>
            </a:r>
            <a:r>
              <a:rPr lang="zh-CN" altLang="en-US" sz="2600" dirty="0">
                <a:latin typeface="Times New Roman" panose="02020603050405020304" pitchFamily="18" charset="0"/>
              </a:rPr>
              <a:t>，   </a:t>
            </a:r>
            <a:r>
              <a:rPr lang="en-US" altLang="zh-CN" sz="2600" i="1" dirty="0">
                <a:latin typeface="Times New Roman" panose="02020603050405020304" pitchFamily="18" charset="0"/>
              </a:rPr>
              <a:t>Q</a:t>
            </a:r>
            <a:r>
              <a:rPr lang="en-US" altLang="zh-CN" sz="2600" dirty="0">
                <a:latin typeface="Times New Roman" panose="02020603050405020304" pitchFamily="18" charset="0"/>
              </a:rPr>
              <a:t>} </a:t>
            </a:r>
            <a:r>
              <a:rPr lang="zh-CN" altLang="en-US" sz="2600" dirty="0">
                <a:latin typeface="Times New Roman" panose="02020603050405020304" pitchFamily="18" charset="0"/>
              </a:rPr>
              <a:t>化为子句集</a:t>
            </a:r>
            <a:r>
              <a:rPr lang="en-US" altLang="zh-CN" sz="2600" i="1" dirty="0">
                <a:latin typeface="Times New Roman" panose="02020603050405020304" pitchFamily="18" charset="0"/>
              </a:rPr>
              <a:t>S</a:t>
            </a:r>
            <a:r>
              <a:rPr lang="zh-CN" altLang="en-US" sz="2600" dirty="0">
                <a:latin typeface="Times New Roman" panose="02020603050405020304" pitchFamily="18" charset="0"/>
              </a:rPr>
              <a:t>。</a:t>
            </a:r>
            <a:endParaRPr lang="zh-CN" altLang="en-US" sz="2600" dirty="0">
              <a:latin typeface="Times New Roman" panose="02020603050405020304" pitchFamily="18" charset="0"/>
            </a:endParaRPr>
          </a:p>
          <a:p>
            <a:pPr marL="495300" lvl="0" indent="-495300" eaLnBrk="1" hangingPunct="1">
              <a:lnSpc>
                <a:spcPct val="120000"/>
              </a:lnSpc>
              <a:buNone/>
            </a:pPr>
            <a:r>
              <a:rPr lang="zh-CN" altLang="en-US" sz="2600" dirty="0">
                <a:latin typeface="Times New Roman" panose="02020603050405020304" pitchFamily="18" charset="0"/>
              </a:rPr>
              <a:t>（</a:t>
            </a:r>
            <a:r>
              <a:rPr lang="en-US" altLang="zh-CN" sz="2600" dirty="0">
                <a:latin typeface="Times New Roman" panose="02020603050405020304" pitchFamily="18" charset="0"/>
              </a:rPr>
              <a:t>4</a:t>
            </a:r>
            <a:r>
              <a:rPr lang="zh-CN" altLang="en-US" sz="2600" dirty="0">
                <a:latin typeface="Times New Roman" panose="02020603050405020304" pitchFamily="18" charset="0"/>
              </a:rPr>
              <a:t>）应用归结原理对子句集</a:t>
            </a:r>
            <a:r>
              <a:rPr lang="en-US" altLang="zh-CN" sz="2600" i="1" dirty="0">
                <a:latin typeface="Times New Roman" panose="02020603050405020304" pitchFamily="18" charset="0"/>
              </a:rPr>
              <a:t>S</a:t>
            </a:r>
            <a:r>
              <a:rPr lang="zh-CN" altLang="en-US" sz="2600" dirty="0">
                <a:latin typeface="Times New Roman" panose="02020603050405020304" pitchFamily="18" charset="0"/>
              </a:rPr>
              <a:t>中的子句进行归结，并把每次   </a:t>
            </a:r>
            <a:endParaRPr lang="zh-CN" altLang="en-US" sz="2600" dirty="0">
              <a:latin typeface="Times New Roman" panose="02020603050405020304" pitchFamily="18" charset="0"/>
            </a:endParaRPr>
          </a:p>
          <a:p>
            <a:pPr marL="495300" lvl="0" indent="-495300" eaLnBrk="1" hangingPunct="1">
              <a:lnSpc>
                <a:spcPct val="120000"/>
              </a:lnSpc>
              <a:buNone/>
            </a:pPr>
            <a:r>
              <a:rPr lang="zh-CN" altLang="en-US" sz="2600" dirty="0">
                <a:latin typeface="Times New Roman" panose="02020603050405020304" pitchFamily="18" charset="0"/>
              </a:rPr>
              <a:t>          归结得到的归结式都并入到</a:t>
            </a:r>
            <a:r>
              <a:rPr lang="en-US" altLang="zh-CN" sz="2600" i="1" dirty="0">
                <a:latin typeface="Times New Roman" panose="02020603050405020304" pitchFamily="18" charset="0"/>
              </a:rPr>
              <a:t>S</a:t>
            </a:r>
            <a:r>
              <a:rPr lang="zh-CN" altLang="en-US" sz="2600" dirty="0">
                <a:latin typeface="Times New Roman" panose="02020603050405020304" pitchFamily="18" charset="0"/>
              </a:rPr>
              <a:t>中。如此反复进行，若出 </a:t>
            </a:r>
            <a:endParaRPr lang="zh-CN" altLang="en-US" sz="2600" dirty="0">
              <a:latin typeface="Times New Roman" panose="02020603050405020304" pitchFamily="18" charset="0"/>
            </a:endParaRPr>
          </a:p>
          <a:p>
            <a:pPr marL="495300" lvl="0" indent="-495300" eaLnBrk="1" hangingPunct="1">
              <a:lnSpc>
                <a:spcPct val="120000"/>
              </a:lnSpc>
              <a:buNone/>
            </a:pPr>
            <a:r>
              <a:rPr lang="zh-CN" altLang="en-US" sz="2600" dirty="0">
                <a:latin typeface="Times New Roman" panose="02020603050405020304" pitchFamily="18" charset="0"/>
              </a:rPr>
              <a:t>          现了空子句，则停止归结，此时就证明了</a:t>
            </a:r>
            <a:r>
              <a:rPr lang="en-US" altLang="zh-CN" sz="2600" i="1" dirty="0">
                <a:latin typeface="Times New Roman" panose="02020603050405020304" pitchFamily="18" charset="0"/>
              </a:rPr>
              <a:t>Q</a:t>
            </a:r>
            <a:r>
              <a:rPr lang="zh-CN" altLang="en-US" sz="2600" dirty="0">
                <a:latin typeface="Times New Roman" panose="02020603050405020304" pitchFamily="18" charset="0"/>
              </a:rPr>
              <a:t>为真。</a:t>
            </a:r>
            <a:endParaRPr lang="zh-CN" altLang="en-US" sz="2600" dirty="0">
              <a:latin typeface="Times New Roman" panose="02020603050405020304" pitchFamily="18" charset="0"/>
            </a:endParaRPr>
          </a:p>
        </p:txBody>
      </p:sp>
      <p:graphicFrame>
        <p:nvGraphicFramePr>
          <p:cNvPr id="92165" name="Object 1024"/>
          <p:cNvGraphicFramePr>
            <a:graphicFrameLocks noChangeAspect="1"/>
          </p:cNvGraphicFramePr>
          <p:nvPr/>
        </p:nvGraphicFramePr>
        <p:xfrm>
          <a:off x="3505200" y="3733800"/>
          <a:ext cx="457200" cy="290513"/>
        </p:xfrm>
        <a:graphic>
          <a:graphicData uri="http://schemas.openxmlformats.org/presentationml/2006/ole">
            <mc:AlternateContent xmlns:mc="http://schemas.openxmlformats.org/markup-compatibility/2006">
              <mc:Choice xmlns:v="urn:schemas-microsoft-com:vml" Requires="v">
                <p:oleObj spid="_x0000_s3182" name="" r:id="rId2" imgW="2409825" imgH="1533525" progId="Equation.3">
                  <p:embed/>
                </p:oleObj>
              </mc:Choice>
              <mc:Fallback>
                <p:oleObj name="" r:id="rId2" imgW="2409825" imgH="1533525" progId="Equation.3">
                  <p:embed/>
                  <p:pic>
                    <p:nvPicPr>
                      <p:cNvPr id="0" name="图片 3181"/>
                      <p:cNvPicPr/>
                      <p:nvPr/>
                    </p:nvPicPr>
                    <p:blipFill>
                      <a:blip r:embed="rId3"/>
                      <a:stretch>
                        <a:fillRect/>
                      </a:stretch>
                    </p:blipFill>
                    <p:spPr>
                      <a:xfrm>
                        <a:off x="3505200" y="3733800"/>
                        <a:ext cx="457200" cy="290513"/>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灯片编号占位符 5"/>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92163" name="Rectangle 1043"/>
          <p:cNvSpPr/>
          <p:nvPr/>
        </p:nvSpPr>
        <p:spPr>
          <a:xfrm>
            <a:off x="0" y="0"/>
            <a:ext cx="9144000" cy="765175"/>
          </a:xfrm>
          <a:prstGeom prst="rect">
            <a:avLst/>
          </a:prstGeom>
          <a:solidFill>
            <a:srgbClr val="A50021"/>
          </a:solidFill>
          <a:ln w="9525">
            <a:noFill/>
          </a:ln>
        </p:spPr>
        <p:txBody>
          <a:bodyPr anchor="b"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176530" eaLnBrk="1" hangingPunct="1">
              <a:spcBef>
                <a:spcPct val="0"/>
              </a:spcBef>
              <a:buClrTx/>
              <a:buFontTx/>
              <a:buNone/>
            </a:pPr>
            <a:r>
              <a:rPr lang="en-US" altLang="zh-CN" sz="3600" dirty="0">
                <a:solidFill>
                  <a:schemeClr val="bg1"/>
                </a:solidFill>
                <a:latin typeface="Times New Roman" panose="02020603050405020304" pitchFamily="18" charset="0"/>
                <a:ea typeface="黑体" panose="02010609060101010101" pitchFamily="49" charset="-122"/>
              </a:rPr>
              <a:t>3.5  </a:t>
            </a:r>
            <a:r>
              <a:rPr lang="zh-CN" altLang="en-US" sz="3600" dirty="0">
                <a:solidFill>
                  <a:schemeClr val="bg1"/>
                </a:solidFill>
                <a:latin typeface="Times New Roman" panose="02020603050405020304" pitchFamily="18" charset="0"/>
                <a:ea typeface="黑体" panose="02010609060101010101" pitchFamily="49" charset="-122"/>
              </a:rPr>
              <a:t>归结反演</a:t>
            </a:r>
            <a:endParaRPr lang="zh-CN" altLang="en-US" sz="3600" dirty="0">
              <a:solidFill>
                <a:schemeClr val="bg1"/>
              </a:solidFill>
              <a:latin typeface="Times New Roman" panose="02020603050405020304" pitchFamily="18" charset="0"/>
              <a:ea typeface="黑体" panose="02010609060101010101" pitchFamily="49" charset="-122"/>
            </a:endParaRPr>
          </a:p>
        </p:txBody>
      </p:sp>
      <p:pic>
        <p:nvPicPr>
          <p:cNvPr id="2" name="图片 1"/>
          <p:cNvPicPr>
            <a:picLocks noChangeAspect="1"/>
          </p:cNvPicPr>
          <p:nvPr/>
        </p:nvPicPr>
        <p:blipFill>
          <a:blip r:embed="rId2"/>
          <a:stretch>
            <a:fillRect/>
          </a:stretch>
        </p:blipFill>
        <p:spPr>
          <a:xfrm>
            <a:off x="76200" y="1219200"/>
            <a:ext cx="8911590" cy="3882390"/>
          </a:xfrm>
          <a:prstGeom prst="rect">
            <a:avLst/>
          </a:prstGeom>
        </p:spPr>
      </p:pic>
    </p:spTree>
  </p:cSld>
  <p:clrMapOvr>
    <a:masterClrMapping/>
  </p:clrMapOvr>
  <p:transition>
    <p:rand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93187"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3.5  </a:t>
            </a:r>
            <a:r>
              <a:rPr lang="zh-CN" altLang="en-US" sz="3600" b="0" dirty="0">
                <a:latin typeface="Times New Roman" panose="02020603050405020304" pitchFamily="18" charset="0"/>
                <a:ea typeface="黑体" panose="02010609060101010101" pitchFamily="49" charset="-122"/>
              </a:rPr>
              <a:t>归结反演</a:t>
            </a:r>
            <a:endParaRPr lang="zh-CN" altLang="en-US" sz="3600" b="0" dirty="0">
              <a:latin typeface="Times New Roman" panose="02020603050405020304" pitchFamily="18" charset="0"/>
              <a:ea typeface="黑体" panose="02010609060101010101" pitchFamily="49" charset="-122"/>
            </a:endParaRPr>
          </a:p>
        </p:txBody>
      </p:sp>
      <p:sp>
        <p:nvSpPr>
          <p:cNvPr id="93188" name="Rectangle 4"/>
          <p:cNvSpPr>
            <a:spLocks noGrp="1"/>
          </p:cNvSpPr>
          <p:nvPr>
            <p:ph idx="1"/>
          </p:nvPr>
        </p:nvSpPr>
        <p:spPr>
          <a:xfrm>
            <a:off x="250825" y="1060450"/>
            <a:ext cx="8642350" cy="3587750"/>
          </a:xfrm>
          <a:gradFill rotWithShape="1">
            <a:gsLst>
              <a:gs pos="0">
                <a:srgbClr val="00FFFF">
                  <a:alpha val="100000"/>
                </a:srgbClr>
              </a:gs>
              <a:gs pos="100000">
                <a:schemeClr val="bg1">
                  <a:alpha val="100000"/>
                </a:schemeClr>
              </a:gs>
            </a:gsLst>
            <a:path path="shape">
              <a:fillToRect l="50000" t="50000" r="50000" b="50000"/>
            </a:path>
            <a:tileRect/>
          </a:gradFill>
          <a:ln>
            <a:solidFill>
              <a:srgbClr val="808080">
                <a:alpha val="100000"/>
              </a:srgbClr>
            </a:solidFill>
            <a:miter lim="800000"/>
          </a:ln>
        </p:spPr>
        <p:txBody>
          <a:bodyPr vert="horz" wrap="square" lIns="91440" tIns="45720" rIns="91440" bIns="45720" anchor="t" anchorCtr="0"/>
          <a:p>
            <a:pPr marL="0" indent="0" algn="just" eaLnBrk="1" hangingPunct="1"/>
            <a:r>
              <a:rPr lang="en-US" altLang="zh-CN" sz="2700" dirty="0">
                <a:latin typeface="宋体" panose="02010600030101010101" pitchFamily="2" charset="-122"/>
              </a:rPr>
              <a:t> </a:t>
            </a:r>
            <a:r>
              <a:rPr lang="zh-CN" altLang="en-US" sz="2700" dirty="0">
                <a:latin typeface="Times New Roman" panose="02020603050405020304" pitchFamily="18" charset="0"/>
              </a:rPr>
              <a:t>例</a:t>
            </a:r>
            <a:r>
              <a:rPr lang="en-US" altLang="zh-CN" sz="2700" dirty="0">
                <a:latin typeface="Times New Roman" panose="02020603050405020304" pitchFamily="18" charset="0"/>
              </a:rPr>
              <a:t>3.9  </a:t>
            </a:r>
            <a:r>
              <a:rPr lang="zh-CN" altLang="en-US" sz="2700" dirty="0">
                <a:latin typeface="Times New Roman" panose="02020603050405020304" pitchFamily="18" charset="0"/>
              </a:rPr>
              <a:t>某公司招聘工作人员，</a:t>
            </a:r>
            <a:r>
              <a:rPr lang="en-US" altLang="zh-CN" sz="2700" i="1" dirty="0">
                <a:latin typeface="Times New Roman" panose="02020603050405020304" pitchFamily="18" charset="0"/>
              </a:rPr>
              <a:t>A</a:t>
            </a:r>
            <a:r>
              <a:rPr lang="zh-CN" altLang="en-US" sz="2700" i="1" dirty="0">
                <a:latin typeface="Times New Roman" panose="02020603050405020304" pitchFamily="18" charset="0"/>
              </a:rPr>
              <a:t>，</a:t>
            </a:r>
            <a:r>
              <a:rPr lang="en-US" altLang="zh-CN" sz="2700" i="1" dirty="0">
                <a:latin typeface="Times New Roman" panose="02020603050405020304" pitchFamily="18" charset="0"/>
              </a:rPr>
              <a:t>B </a:t>
            </a:r>
            <a:r>
              <a:rPr lang="zh-CN" altLang="en-US" sz="2700" i="1" dirty="0">
                <a:latin typeface="Times New Roman" panose="02020603050405020304" pitchFamily="18" charset="0"/>
              </a:rPr>
              <a:t>，</a:t>
            </a:r>
            <a:r>
              <a:rPr lang="en-US" altLang="zh-CN" sz="2700" i="1" dirty="0">
                <a:latin typeface="Times New Roman" panose="02020603050405020304" pitchFamily="18" charset="0"/>
              </a:rPr>
              <a:t>C </a:t>
            </a:r>
            <a:r>
              <a:rPr lang="zh-CN" altLang="en-US" sz="2700" dirty="0">
                <a:latin typeface="Times New Roman" panose="02020603050405020304" pitchFamily="18" charset="0"/>
              </a:rPr>
              <a:t>三人应试，经面试后公司表示如下想法：</a:t>
            </a:r>
            <a:endParaRPr lang="zh-CN" altLang="en-US" sz="2700" dirty="0">
              <a:latin typeface="Times New Roman" panose="02020603050405020304" pitchFamily="18" charset="0"/>
            </a:endParaRPr>
          </a:p>
          <a:p>
            <a:pPr marL="0" indent="0" algn="just" eaLnBrk="1" hangingPunct="1">
              <a:buNone/>
            </a:pPr>
            <a:r>
              <a:rPr lang="zh-CN" altLang="en-US" sz="2700" dirty="0">
                <a:latin typeface="Times New Roman" panose="02020603050405020304" pitchFamily="18" charset="0"/>
              </a:rPr>
              <a:t>（</a:t>
            </a:r>
            <a:r>
              <a:rPr lang="en-US" altLang="zh-CN" sz="2700" dirty="0">
                <a:latin typeface="Times New Roman" panose="02020603050405020304" pitchFamily="18" charset="0"/>
              </a:rPr>
              <a:t>1</a:t>
            </a:r>
            <a:r>
              <a:rPr lang="zh-CN" altLang="en-US" sz="2700" dirty="0">
                <a:latin typeface="Times New Roman" panose="02020603050405020304" pitchFamily="18" charset="0"/>
              </a:rPr>
              <a:t>）</a:t>
            </a:r>
            <a:r>
              <a:rPr lang="zh-CN" altLang="en-US" sz="2700" dirty="0">
                <a:latin typeface="Times New Roman" panose="02020603050405020304" pitchFamily="18" charset="0"/>
                <a:cs typeface="Times New Roman" panose="02020603050405020304" pitchFamily="18" charset="0"/>
              </a:rPr>
              <a:t> </a:t>
            </a:r>
            <a:r>
              <a:rPr lang="zh-CN" altLang="en-US" sz="2700" dirty="0">
                <a:latin typeface="Times New Roman" panose="02020603050405020304" pitchFamily="18" charset="0"/>
              </a:rPr>
              <a:t>三人中至少录取一人。</a:t>
            </a:r>
            <a:endParaRPr lang="zh-CN" altLang="en-US" sz="2700" dirty="0">
              <a:latin typeface="Times New Roman" panose="02020603050405020304" pitchFamily="18" charset="0"/>
            </a:endParaRPr>
          </a:p>
          <a:p>
            <a:pPr marL="0" indent="0" algn="just" eaLnBrk="1" hangingPunct="1">
              <a:buNone/>
            </a:pPr>
            <a:r>
              <a:rPr lang="zh-CN" altLang="en-US" sz="2700" dirty="0">
                <a:latin typeface="Times New Roman" panose="02020603050405020304" pitchFamily="18" charset="0"/>
              </a:rPr>
              <a:t>（</a:t>
            </a:r>
            <a:r>
              <a:rPr lang="en-US" altLang="zh-CN" sz="2700" dirty="0">
                <a:latin typeface="Times New Roman" panose="02020603050405020304" pitchFamily="18" charset="0"/>
              </a:rPr>
              <a:t>2</a:t>
            </a:r>
            <a:r>
              <a:rPr lang="zh-CN" altLang="en-US" sz="2700" dirty="0">
                <a:latin typeface="Times New Roman" panose="02020603050405020304" pitchFamily="18" charset="0"/>
              </a:rPr>
              <a:t>）</a:t>
            </a:r>
            <a:r>
              <a:rPr lang="zh-CN" altLang="en-US" sz="2700" dirty="0">
                <a:latin typeface="Times New Roman" panose="02020603050405020304" pitchFamily="18" charset="0"/>
                <a:cs typeface="Times New Roman" panose="02020603050405020304" pitchFamily="18" charset="0"/>
              </a:rPr>
              <a:t> </a:t>
            </a:r>
            <a:r>
              <a:rPr lang="zh-CN" altLang="en-US" sz="2700" dirty="0">
                <a:latin typeface="Times New Roman" panose="02020603050405020304" pitchFamily="18" charset="0"/>
              </a:rPr>
              <a:t>如果录取 </a:t>
            </a:r>
            <a:r>
              <a:rPr lang="en-US" altLang="zh-CN" sz="2700" i="1" dirty="0">
                <a:latin typeface="Times New Roman" panose="02020603050405020304" pitchFamily="18" charset="0"/>
              </a:rPr>
              <a:t>A</a:t>
            </a:r>
            <a:r>
              <a:rPr lang="en-US" altLang="zh-CN" sz="2700" dirty="0">
                <a:latin typeface="Times New Roman" panose="02020603050405020304" pitchFamily="18" charset="0"/>
              </a:rPr>
              <a:t> </a:t>
            </a:r>
            <a:r>
              <a:rPr lang="zh-CN" altLang="en-US" sz="2700" dirty="0">
                <a:latin typeface="Times New Roman" panose="02020603050405020304" pitchFamily="18" charset="0"/>
              </a:rPr>
              <a:t>而不录取 </a:t>
            </a:r>
            <a:r>
              <a:rPr lang="en-US" altLang="zh-CN" sz="2700" i="1" dirty="0">
                <a:latin typeface="Times New Roman" panose="02020603050405020304" pitchFamily="18" charset="0"/>
              </a:rPr>
              <a:t>B</a:t>
            </a:r>
            <a:r>
              <a:rPr lang="en-US" altLang="zh-CN" sz="2700" dirty="0">
                <a:latin typeface="Times New Roman" panose="02020603050405020304" pitchFamily="18" charset="0"/>
              </a:rPr>
              <a:t> </a:t>
            </a:r>
            <a:r>
              <a:rPr lang="zh-CN" altLang="en-US" sz="2700" dirty="0">
                <a:latin typeface="Times New Roman" panose="02020603050405020304" pitchFamily="18" charset="0"/>
              </a:rPr>
              <a:t>，则一定录取 </a:t>
            </a:r>
            <a:r>
              <a:rPr lang="en-US" altLang="zh-CN" sz="2700" i="1" dirty="0">
                <a:latin typeface="Times New Roman" panose="02020603050405020304" pitchFamily="18" charset="0"/>
              </a:rPr>
              <a:t>C</a:t>
            </a:r>
            <a:r>
              <a:rPr lang="zh-CN" altLang="en-US" sz="2700" dirty="0">
                <a:latin typeface="Times New Roman" panose="02020603050405020304" pitchFamily="18" charset="0"/>
              </a:rPr>
              <a:t>。</a:t>
            </a:r>
            <a:endParaRPr lang="zh-CN" altLang="en-US" sz="2700" dirty="0">
              <a:latin typeface="Times New Roman" panose="02020603050405020304" pitchFamily="18" charset="0"/>
            </a:endParaRPr>
          </a:p>
          <a:p>
            <a:pPr marL="0" indent="0" algn="just" eaLnBrk="1" hangingPunct="1">
              <a:buNone/>
            </a:pPr>
            <a:r>
              <a:rPr lang="zh-CN" altLang="en-US" sz="2700" dirty="0">
                <a:latin typeface="Times New Roman" panose="02020603050405020304" pitchFamily="18" charset="0"/>
              </a:rPr>
              <a:t>（</a:t>
            </a:r>
            <a:r>
              <a:rPr lang="en-US" altLang="zh-CN" sz="2700" dirty="0">
                <a:latin typeface="Times New Roman" panose="02020603050405020304" pitchFamily="18" charset="0"/>
              </a:rPr>
              <a:t>3</a:t>
            </a:r>
            <a:r>
              <a:rPr lang="zh-CN" altLang="en-US" sz="2700" dirty="0">
                <a:latin typeface="Times New Roman" panose="02020603050405020304" pitchFamily="18" charset="0"/>
              </a:rPr>
              <a:t>） 如果录取 </a:t>
            </a:r>
            <a:r>
              <a:rPr lang="en-US" altLang="zh-CN" sz="2700" i="1" dirty="0">
                <a:latin typeface="Times New Roman" panose="02020603050405020304" pitchFamily="18" charset="0"/>
              </a:rPr>
              <a:t>B</a:t>
            </a:r>
            <a:r>
              <a:rPr lang="en-US" altLang="zh-CN" sz="2700" dirty="0">
                <a:latin typeface="Times New Roman" panose="02020603050405020304" pitchFamily="18" charset="0"/>
              </a:rPr>
              <a:t> </a:t>
            </a:r>
            <a:r>
              <a:rPr lang="zh-CN" altLang="en-US" sz="2700" dirty="0">
                <a:latin typeface="Times New Roman" panose="02020603050405020304" pitchFamily="18" charset="0"/>
              </a:rPr>
              <a:t>，则一定录取 </a:t>
            </a:r>
            <a:r>
              <a:rPr lang="en-US" altLang="zh-CN" sz="2700" i="1" dirty="0">
                <a:latin typeface="Times New Roman" panose="02020603050405020304" pitchFamily="18" charset="0"/>
              </a:rPr>
              <a:t>C</a:t>
            </a:r>
            <a:r>
              <a:rPr lang="en-US" altLang="zh-CN" sz="2700" dirty="0">
                <a:latin typeface="Times New Roman" panose="02020603050405020304" pitchFamily="18" charset="0"/>
              </a:rPr>
              <a:t> </a:t>
            </a:r>
            <a:r>
              <a:rPr lang="zh-CN" altLang="en-US" sz="2700" dirty="0">
                <a:latin typeface="Times New Roman" panose="02020603050405020304" pitchFamily="18" charset="0"/>
              </a:rPr>
              <a:t>。</a:t>
            </a:r>
            <a:r>
              <a:rPr lang="zh-CN" altLang="en-US" sz="2800" dirty="0">
                <a:latin typeface="Times New Roman" panose="02020603050405020304" pitchFamily="18" charset="0"/>
              </a:rPr>
              <a:t> </a:t>
            </a:r>
            <a:endParaRPr lang="zh-CN" altLang="en-US" sz="2800" dirty="0">
              <a:latin typeface="Times New Roman" panose="02020603050405020304" pitchFamily="18" charset="0"/>
            </a:endParaRPr>
          </a:p>
        </p:txBody>
      </p:sp>
      <p:sp>
        <p:nvSpPr>
          <p:cNvPr id="93189" name="Text Box 7"/>
          <p:cNvSpPr txBox="1"/>
          <p:nvPr/>
        </p:nvSpPr>
        <p:spPr>
          <a:xfrm>
            <a:off x="381000" y="3962400"/>
            <a:ext cx="4724400" cy="519113"/>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SzPct val="60000"/>
              <a:buFont typeface="Wingdings" panose="05000000000000000000" pitchFamily="2" charset="2"/>
              <a:buChar char="n"/>
            </a:pPr>
            <a:r>
              <a:rPr lang="en-US" altLang="zh-CN" sz="2700" b="1" dirty="0">
                <a:latin typeface="Times New Roman" panose="02020603050405020304" pitchFamily="18" charset="0"/>
              </a:rPr>
              <a:t>  </a:t>
            </a:r>
            <a:r>
              <a:rPr lang="zh-CN" altLang="en-US" sz="2700" b="1" dirty="0">
                <a:latin typeface="Times New Roman" panose="02020603050405020304" pitchFamily="18" charset="0"/>
              </a:rPr>
              <a:t>求证：公司一定录取 </a:t>
            </a:r>
            <a:r>
              <a:rPr lang="en-US" altLang="zh-CN" sz="2700" b="1" i="1" dirty="0">
                <a:latin typeface="Times New Roman" panose="02020603050405020304" pitchFamily="18" charset="0"/>
              </a:rPr>
              <a:t>C</a:t>
            </a:r>
            <a:r>
              <a:rPr lang="zh-CN" altLang="en-US" sz="2700" b="1" dirty="0">
                <a:latin typeface="Times New Roman" panose="02020603050405020304" pitchFamily="18" charset="0"/>
              </a:rPr>
              <a:t>。</a:t>
            </a:r>
            <a:r>
              <a:rPr lang="zh-CN" altLang="en-US" sz="2800" b="1" dirty="0"/>
              <a:t>   </a:t>
            </a:r>
            <a:endParaRPr lang="zh-CN" altLang="en-US" sz="2800" b="1" dirty="0"/>
          </a:p>
        </p:txBody>
      </p:sp>
    </p:spTree>
  </p:cSld>
  <p:clrMapOvr>
    <a:masterClrMapping/>
  </p:clrMapOvr>
  <p:transition>
    <p:rand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94211" name="Rectangle 1026"/>
          <p:cNvSpPr>
            <a:spLocks noGrp="1"/>
          </p:cNvSpPr>
          <p:nvPr>
            <p:ph type="title"/>
          </p:nvPr>
        </p:nvSpPr>
        <p:spPr/>
        <p:txBody>
          <a:bodyPr vert="horz" wrap="square" lIns="91440" tIns="45720" rIns="91440" bIns="45720" anchor="b" anchorCtr="0"/>
          <a:p>
            <a:pPr eaLnBrk="1" hangingPunct="1"/>
            <a:endParaRPr lang="zh-CN" altLang="zh-CN" dirty="0"/>
          </a:p>
        </p:txBody>
      </p:sp>
      <p:sp>
        <p:nvSpPr>
          <p:cNvPr id="94213" name="Rectangle 1028"/>
          <p:cNvSpPr/>
          <p:nvPr/>
        </p:nvSpPr>
        <p:spPr>
          <a:xfrm>
            <a:off x="0" y="0"/>
            <a:ext cx="9144000" cy="765175"/>
          </a:xfrm>
          <a:prstGeom prst="rect">
            <a:avLst/>
          </a:prstGeom>
          <a:solidFill>
            <a:srgbClr val="A50021"/>
          </a:solidFill>
          <a:ln w="9525">
            <a:noFill/>
          </a:ln>
        </p:spPr>
        <p:txBody>
          <a:bodyPr anchor="b"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176530" eaLnBrk="1" hangingPunct="1">
              <a:spcBef>
                <a:spcPct val="0"/>
              </a:spcBef>
              <a:buClrTx/>
              <a:buFontTx/>
              <a:buNone/>
            </a:pPr>
            <a:r>
              <a:rPr lang="en-US" altLang="zh-CN" sz="3600" dirty="0">
                <a:solidFill>
                  <a:schemeClr val="bg1"/>
                </a:solidFill>
                <a:latin typeface="Times New Roman" panose="02020603050405020304" pitchFamily="18" charset="0"/>
                <a:ea typeface="黑体" panose="02010609060101010101" pitchFamily="49" charset="-122"/>
              </a:rPr>
              <a:t>3.5  </a:t>
            </a:r>
            <a:r>
              <a:rPr lang="zh-CN" altLang="en-US" sz="3600" dirty="0">
                <a:solidFill>
                  <a:schemeClr val="bg1"/>
                </a:solidFill>
                <a:latin typeface="Times New Roman" panose="02020603050405020304" pitchFamily="18" charset="0"/>
                <a:ea typeface="黑体" panose="02010609060101010101" pitchFamily="49" charset="-122"/>
              </a:rPr>
              <a:t>归结反演</a:t>
            </a:r>
            <a:endParaRPr lang="zh-CN" altLang="en-US" sz="3600" dirty="0">
              <a:solidFill>
                <a:schemeClr val="bg1"/>
              </a:solidFill>
              <a:latin typeface="Times New Roman" panose="02020603050405020304" pitchFamily="18" charset="0"/>
              <a:ea typeface="黑体" panose="02010609060101010101" pitchFamily="49" charset="-122"/>
            </a:endParaRPr>
          </a:p>
        </p:txBody>
      </p:sp>
      <p:sp>
        <p:nvSpPr>
          <p:cNvPr id="94214" name="Rectangle 1029"/>
          <p:cNvSpPr/>
          <p:nvPr/>
        </p:nvSpPr>
        <p:spPr>
          <a:xfrm>
            <a:off x="228600" y="914400"/>
            <a:ext cx="8642350" cy="5400675"/>
          </a:xfrm>
          <a:prstGeom prst="rect">
            <a:avLst/>
          </a:prstGeom>
          <a:noFill/>
          <a:ln w="9525">
            <a:noFill/>
          </a:ln>
        </p:spPr>
        <p:txBody>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469900" lvl="0" indent="-469900" algn="just" eaLnBrk="1" hangingPunct="1"/>
            <a:r>
              <a:rPr lang="zh-CN" altLang="en-US" sz="2400" dirty="0">
                <a:latin typeface="宋体" panose="02010600030101010101" pitchFamily="2" charset="-122"/>
              </a:rPr>
              <a:t>证明：公司的想法用谓词公式表示：             。         </a:t>
            </a:r>
            <a:endParaRPr lang="zh-CN" altLang="en-US" sz="2400" dirty="0">
              <a:latin typeface="Times New Roman" panose="02020603050405020304" pitchFamily="18" charset="0"/>
              <a:cs typeface="Times New Roman" panose="02020603050405020304" pitchFamily="18" charset="0"/>
            </a:endParaRPr>
          </a:p>
          <a:p>
            <a:pPr marL="469900" lvl="0" indent="-469900" eaLnBrk="1" hangingPunct="1">
              <a:buNone/>
            </a:pPr>
            <a:endParaRPr lang="en-US" altLang="zh-CN" dirty="0"/>
          </a:p>
        </p:txBody>
      </p:sp>
      <p:graphicFrame>
        <p:nvGraphicFramePr>
          <p:cNvPr id="187392" name="Object 1024"/>
          <p:cNvGraphicFramePr>
            <a:graphicFrameLocks noChangeAspect="1"/>
          </p:cNvGraphicFramePr>
          <p:nvPr/>
        </p:nvGraphicFramePr>
        <p:xfrm>
          <a:off x="5767388" y="990600"/>
          <a:ext cx="1793875" cy="447675"/>
        </p:xfrm>
        <a:graphic>
          <a:graphicData uri="http://schemas.openxmlformats.org/presentationml/2006/ole">
            <mc:AlternateContent xmlns:mc="http://schemas.openxmlformats.org/markup-compatibility/2006">
              <mc:Choice xmlns:v="urn:schemas-microsoft-com:vml" Requires="v">
                <p:oleObj spid="_x0000_s3197" name="" r:id="rId2" imgW="14697075" imgH="3733800" progId="Equation.3">
                  <p:embed/>
                </p:oleObj>
              </mc:Choice>
              <mc:Fallback>
                <p:oleObj name="" r:id="rId2" imgW="14697075" imgH="3733800" progId="Equation.3">
                  <p:embed/>
                  <p:pic>
                    <p:nvPicPr>
                      <p:cNvPr id="0" name="图片 3196"/>
                      <p:cNvPicPr/>
                      <p:nvPr/>
                    </p:nvPicPr>
                    <p:blipFill>
                      <a:blip r:embed="rId3"/>
                      <a:stretch>
                        <a:fillRect/>
                      </a:stretch>
                    </p:blipFill>
                    <p:spPr>
                      <a:xfrm>
                        <a:off x="5767388" y="990600"/>
                        <a:ext cx="1793875" cy="447675"/>
                      </a:xfrm>
                      <a:prstGeom prst="rect">
                        <a:avLst/>
                      </a:prstGeom>
                      <a:solidFill>
                        <a:schemeClr val="accent1"/>
                      </a:solidFill>
                      <a:ln w="38100">
                        <a:noFill/>
                        <a:miter/>
                      </a:ln>
                    </p:spPr>
                  </p:pic>
                </p:oleObj>
              </mc:Fallback>
            </mc:AlternateContent>
          </a:graphicData>
        </a:graphic>
      </p:graphicFrame>
      <p:sp>
        <p:nvSpPr>
          <p:cNvPr id="173063" name="Rectangle 1031"/>
          <p:cNvSpPr/>
          <p:nvPr/>
        </p:nvSpPr>
        <p:spPr>
          <a:xfrm>
            <a:off x="304800" y="2971800"/>
            <a:ext cx="7848600" cy="45720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algn="just" eaLnBrk="1" hangingPunct="1">
              <a:spcBef>
                <a:spcPct val="0"/>
              </a:spcBef>
              <a:buClr>
                <a:srgbClr val="0000FF"/>
              </a:buClr>
              <a:buFont typeface="Wingdings" panose="05000000000000000000" pitchFamily="2" charset="2"/>
              <a:buChar char="§"/>
            </a:pPr>
            <a:r>
              <a:rPr lang="en-US" altLang="zh-CN" sz="2400" dirty="0">
                <a:latin typeface="宋体" panose="02010600030101010101" pitchFamily="2" charset="-122"/>
              </a:rPr>
              <a:t>  </a:t>
            </a:r>
            <a:r>
              <a:rPr lang="zh-CN" altLang="en-US" sz="2400" dirty="0">
                <a:latin typeface="宋体" panose="02010600030101010101" pitchFamily="2" charset="-122"/>
              </a:rPr>
              <a:t>把要求证的结论用谓词公式表示出来并否定，得：</a:t>
            </a:r>
            <a:endParaRPr lang="zh-CN" altLang="en-US" sz="2400" dirty="0"/>
          </a:p>
        </p:txBody>
      </p:sp>
      <p:grpSp>
        <p:nvGrpSpPr>
          <p:cNvPr id="2" name="Group 1032"/>
          <p:cNvGrpSpPr/>
          <p:nvPr/>
        </p:nvGrpSpPr>
        <p:grpSpPr>
          <a:xfrm>
            <a:off x="381000" y="1371600"/>
            <a:ext cx="3962400" cy="1557338"/>
            <a:chOff x="240" y="864"/>
            <a:chExt cx="2496" cy="981"/>
          </a:xfrm>
        </p:grpSpPr>
        <p:graphicFrame>
          <p:nvGraphicFramePr>
            <p:cNvPr id="94229" name="Object 1030"/>
            <p:cNvGraphicFramePr>
              <a:graphicFrameLocks noChangeAspect="1"/>
            </p:cNvGraphicFramePr>
            <p:nvPr/>
          </p:nvGraphicFramePr>
          <p:xfrm>
            <a:off x="768" y="919"/>
            <a:ext cx="1680" cy="259"/>
          </p:xfrm>
          <a:graphic>
            <a:graphicData uri="http://schemas.openxmlformats.org/presentationml/2006/ole">
              <mc:AlternateContent xmlns:mc="http://schemas.openxmlformats.org/markup-compatibility/2006">
                <mc:Choice xmlns:v="urn:schemas-microsoft-com:vml" Requires="v">
                  <p:oleObj spid="_x0000_s3191" name="" r:id="rId4" imgW="22383750" imgH="3514725" progId="Equation.3">
                    <p:embed/>
                  </p:oleObj>
                </mc:Choice>
                <mc:Fallback>
                  <p:oleObj name="" r:id="rId4" imgW="22383750" imgH="3514725" progId="Equation.3">
                    <p:embed/>
                    <p:pic>
                      <p:nvPicPr>
                        <p:cNvPr id="0" name="图片 3190"/>
                        <p:cNvPicPr/>
                        <p:nvPr/>
                      </p:nvPicPr>
                      <p:blipFill>
                        <a:blip r:embed="rId5"/>
                        <a:stretch>
                          <a:fillRect/>
                        </a:stretch>
                      </p:blipFill>
                      <p:spPr>
                        <a:xfrm>
                          <a:off x="768" y="919"/>
                          <a:ext cx="1680" cy="259"/>
                        </a:xfrm>
                        <a:prstGeom prst="rect">
                          <a:avLst/>
                        </a:prstGeom>
                        <a:noFill/>
                        <a:ln w="38100">
                          <a:noFill/>
                          <a:miter/>
                        </a:ln>
                      </p:spPr>
                    </p:pic>
                  </p:oleObj>
                </mc:Fallback>
              </mc:AlternateContent>
            </a:graphicData>
          </a:graphic>
        </p:graphicFrame>
        <p:graphicFrame>
          <p:nvGraphicFramePr>
            <p:cNvPr id="94230" name="Object 1031"/>
            <p:cNvGraphicFramePr>
              <a:graphicFrameLocks noChangeAspect="1"/>
            </p:cNvGraphicFramePr>
            <p:nvPr/>
          </p:nvGraphicFramePr>
          <p:xfrm>
            <a:off x="768" y="1214"/>
            <a:ext cx="1776" cy="261"/>
          </p:xfrm>
          <a:graphic>
            <a:graphicData uri="http://schemas.openxmlformats.org/presentationml/2006/ole">
              <mc:AlternateContent xmlns:mc="http://schemas.openxmlformats.org/markup-compatibility/2006">
                <mc:Choice xmlns:v="urn:schemas-microsoft-com:vml" Requires="v">
                  <p:oleObj spid="_x0000_s3198" name="" r:id="rId6" imgW="656590" imgH="87630" progId="Equation.3">
                    <p:embed/>
                  </p:oleObj>
                </mc:Choice>
                <mc:Fallback>
                  <p:oleObj name="" r:id="rId6" imgW="656590" imgH="87630" progId="Equation.3">
                    <p:embed/>
                    <p:pic>
                      <p:nvPicPr>
                        <p:cNvPr id="0" name="图片 3197"/>
                        <p:cNvPicPr/>
                        <p:nvPr/>
                      </p:nvPicPr>
                      <p:blipFill>
                        <a:blip r:embed="rId7">
                          <a:clrChange>
                            <a:clrFrom>
                              <a:srgbClr val="000000"/>
                            </a:clrFrom>
                            <a:clrTo>
                              <a:srgbClr val="0000FF"/>
                            </a:clrTo>
                          </a:clrChange>
                        </a:blip>
                        <a:stretch>
                          <a:fillRect/>
                        </a:stretch>
                      </p:blipFill>
                      <p:spPr>
                        <a:xfrm>
                          <a:off x="768" y="1214"/>
                          <a:ext cx="1776" cy="261"/>
                        </a:xfrm>
                        <a:prstGeom prst="rect">
                          <a:avLst/>
                        </a:prstGeom>
                        <a:noFill/>
                        <a:ln w="38100">
                          <a:noFill/>
                          <a:miter/>
                        </a:ln>
                      </p:spPr>
                    </p:pic>
                  </p:oleObj>
                </mc:Fallback>
              </mc:AlternateContent>
            </a:graphicData>
          </a:graphic>
        </p:graphicFrame>
        <p:graphicFrame>
          <p:nvGraphicFramePr>
            <p:cNvPr id="94231" name="Object 1032"/>
            <p:cNvGraphicFramePr>
              <a:graphicFrameLocks noChangeAspect="1"/>
            </p:cNvGraphicFramePr>
            <p:nvPr/>
          </p:nvGraphicFramePr>
          <p:xfrm>
            <a:off x="771" y="1580"/>
            <a:ext cx="1197" cy="265"/>
          </p:xfrm>
          <a:graphic>
            <a:graphicData uri="http://schemas.openxmlformats.org/presentationml/2006/ole">
              <mc:AlternateContent xmlns:mc="http://schemas.openxmlformats.org/markup-compatibility/2006">
                <mc:Choice xmlns:v="urn:schemas-microsoft-com:vml" Requires="v">
                  <p:oleObj spid="_x0000_s3199" name="" r:id="rId8" imgW="403860" imgH="87630" progId="Equation.3">
                    <p:embed/>
                  </p:oleObj>
                </mc:Choice>
                <mc:Fallback>
                  <p:oleObj name="" r:id="rId8" imgW="403860" imgH="87630" progId="Equation.3">
                    <p:embed/>
                    <p:pic>
                      <p:nvPicPr>
                        <p:cNvPr id="0" name="图片 3198"/>
                        <p:cNvPicPr/>
                        <p:nvPr/>
                      </p:nvPicPr>
                      <p:blipFill>
                        <a:blip r:embed="rId9">
                          <a:clrChange>
                            <a:clrFrom>
                              <a:srgbClr val="000000"/>
                            </a:clrFrom>
                            <a:clrTo>
                              <a:srgbClr val="0000FF"/>
                            </a:clrTo>
                          </a:clrChange>
                        </a:blip>
                        <a:stretch>
                          <a:fillRect/>
                        </a:stretch>
                      </p:blipFill>
                      <p:spPr>
                        <a:xfrm>
                          <a:off x="771" y="1580"/>
                          <a:ext cx="1197" cy="265"/>
                        </a:xfrm>
                        <a:prstGeom prst="rect">
                          <a:avLst/>
                        </a:prstGeom>
                        <a:noFill/>
                        <a:ln w="38100">
                          <a:noFill/>
                          <a:miter/>
                        </a:ln>
                      </p:spPr>
                    </p:pic>
                  </p:oleObj>
                </mc:Fallback>
              </mc:AlternateContent>
            </a:graphicData>
          </a:graphic>
        </p:graphicFrame>
        <p:sp>
          <p:nvSpPr>
            <p:cNvPr id="94232" name="Text Box 1036"/>
            <p:cNvSpPr txBox="1"/>
            <p:nvPr/>
          </p:nvSpPr>
          <p:spPr>
            <a:xfrm>
              <a:off x="240" y="864"/>
              <a:ext cx="2496" cy="978"/>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ClrTx/>
                <a:buFontTx/>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marL="0" lvl="0" indent="0" eaLnBrk="1" hangingPunct="1">
                <a:spcBef>
                  <a:spcPct val="50000"/>
                </a:spcBef>
                <a:buClrTx/>
                <a:buFontTx/>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marL="0" lvl="0" indent="0" eaLnBrk="1" hangingPunct="1">
                <a:spcBef>
                  <a:spcPct val="50000"/>
                </a:spcBef>
                <a:buClrTx/>
                <a:buFontTx/>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3</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p:txBody>
        </p:sp>
      </p:grpSp>
      <p:grpSp>
        <p:nvGrpSpPr>
          <p:cNvPr id="3" name="Group 1037"/>
          <p:cNvGrpSpPr/>
          <p:nvPr/>
        </p:nvGrpSpPr>
        <p:grpSpPr>
          <a:xfrm>
            <a:off x="381000" y="3505200"/>
            <a:ext cx="3962400" cy="457200"/>
            <a:chOff x="240" y="2208"/>
            <a:chExt cx="2496" cy="288"/>
          </a:xfrm>
        </p:grpSpPr>
        <p:sp>
          <p:nvSpPr>
            <p:cNvPr id="94227" name="Text Box 1038"/>
            <p:cNvSpPr txBox="1"/>
            <p:nvPr/>
          </p:nvSpPr>
          <p:spPr>
            <a:xfrm>
              <a:off x="240" y="2208"/>
              <a:ext cx="2496" cy="288"/>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ClrTx/>
                <a:buFontTx/>
                <a:buNone/>
              </a:pPr>
              <a:r>
                <a:rPr lang="en-US" altLang="zh-CN" sz="2400" dirty="0"/>
                <a:t> </a:t>
              </a:r>
              <a:r>
                <a:rPr lang="zh-CN" altLang="en-US" sz="2400" dirty="0">
                  <a:latin typeface="Times New Roman" panose="02020603050405020304" pitchFamily="18" charset="0"/>
                </a:rPr>
                <a:t>（</a:t>
              </a:r>
              <a:r>
                <a:rPr lang="en-US" altLang="zh-CN" sz="2400" dirty="0">
                  <a:latin typeface="Times New Roman" panose="02020603050405020304" pitchFamily="18" charset="0"/>
                </a:rPr>
                <a:t>4</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p:txBody>
        </p:sp>
        <p:graphicFrame>
          <p:nvGraphicFramePr>
            <p:cNvPr id="94228" name="Object 1029"/>
            <p:cNvGraphicFramePr>
              <a:graphicFrameLocks noChangeAspect="1"/>
            </p:cNvGraphicFramePr>
            <p:nvPr/>
          </p:nvGraphicFramePr>
          <p:xfrm>
            <a:off x="768" y="2249"/>
            <a:ext cx="576" cy="247"/>
          </p:xfrm>
          <a:graphic>
            <a:graphicData uri="http://schemas.openxmlformats.org/presentationml/2006/ole">
              <mc:AlternateContent xmlns:mc="http://schemas.openxmlformats.org/markup-compatibility/2006">
                <mc:Choice xmlns:v="urn:schemas-microsoft-com:vml" Requires="v">
                  <p:oleObj spid="_x0000_s3195" name="" r:id="rId10" imgW="8115300" imgH="3514725" progId="Equation.3">
                    <p:embed/>
                  </p:oleObj>
                </mc:Choice>
                <mc:Fallback>
                  <p:oleObj name="" r:id="rId10" imgW="8115300" imgH="3514725" progId="Equation.3">
                    <p:embed/>
                    <p:pic>
                      <p:nvPicPr>
                        <p:cNvPr id="0" name="图片 3194"/>
                        <p:cNvPicPr/>
                        <p:nvPr/>
                      </p:nvPicPr>
                      <p:blipFill>
                        <a:blip r:embed="rId11"/>
                        <a:stretch>
                          <a:fillRect/>
                        </a:stretch>
                      </p:blipFill>
                      <p:spPr>
                        <a:xfrm>
                          <a:off x="768" y="2249"/>
                          <a:ext cx="576" cy="247"/>
                        </a:xfrm>
                        <a:prstGeom prst="rect">
                          <a:avLst/>
                        </a:prstGeom>
                        <a:noFill/>
                        <a:ln w="38100">
                          <a:noFill/>
                          <a:miter/>
                        </a:ln>
                      </p:spPr>
                    </p:pic>
                  </p:oleObj>
                </mc:Fallback>
              </mc:AlternateContent>
            </a:graphicData>
          </a:graphic>
        </p:graphicFrame>
      </p:grpSp>
      <p:sp>
        <p:nvSpPr>
          <p:cNvPr id="173072" name="Text Box 1040"/>
          <p:cNvSpPr txBox="1"/>
          <p:nvPr/>
        </p:nvSpPr>
        <p:spPr>
          <a:xfrm>
            <a:off x="304800" y="3962400"/>
            <a:ext cx="4495800" cy="45720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Clr>
                <a:srgbClr val="0000FF"/>
              </a:buClr>
              <a:buFont typeface="Wingdings" panose="05000000000000000000" pitchFamily="2" charset="2"/>
              <a:buChar char="§"/>
            </a:pPr>
            <a:r>
              <a:rPr lang="en-US" altLang="zh-CN" sz="2400" dirty="0">
                <a:latin typeface="宋体" panose="02010600030101010101" pitchFamily="2" charset="-122"/>
              </a:rPr>
              <a:t>  </a:t>
            </a:r>
            <a:r>
              <a:rPr lang="zh-CN" altLang="en-US" sz="2400" dirty="0">
                <a:latin typeface="宋体" panose="02010600030101010101" pitchFamily="2" charset="-122"/>
              </a:rPr>
              <a:t>把上述公式化成子句集：</a:t>
            </a:r>
            <a:r>
              <a:rPr lang="zh-CN" altLang="en-US" sz="1800" dirty="0"/>
              <a:t> </a:t>
            </a:r>
            <a:endParaRPr lang="zh-CN" altLang="en-US" sz="1800" dirty="0"/>
          </a:p>
        </p:txBody>
      </p:sp>
      <p:grpSp>
        <p:nvGrpSpPr>
          <p:cNvPr id="4" name="Group 1041"/>
          <p:cNvGrpSpPr/>
          <p:nvPr/>
        </p:nvGrpSpPr>
        <p:grpSpPr>
          <a:xfrm>
            <a:off x="457200" y="4343400"/>
            <a:ext cx="3962400" cy="2100263"/>
            <a:chOff x="288" y="2736"/>
            <a:chExt cx="2496" cy="1323"/>
          </a:xfrm>
        </p:grpSpPr>
        <p:sp>
          <p:nvSpPr>
            <p:cNvPr id="94222" name="Text Box 1042"/>
            <p:cNvSpPr txBox="1"/>
            <p:nvPr/>
          </p:nvSpPr>
          <p:spPr>
            <a:xfrm>
              <a:off x="288" y="2736"/>
              <a:ext cx="2496" cy="1323"/>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ClrTx/>
                <a:buFontTx/>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marL="0" lvl="0" indent="0" eaLnBrk="1" hangingPunct="1">
                <a:spcBef>
                  <a:spcPct val="50000"/>
                </a:spcBef>
                <a:buClrTx/>
                <a:buFontTx/>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marL="0" lvl="0" indent="0" eaLnBrk="1" hangingPunct="1">
                <a:spcBef>
                  <a:spcPct val="50000"/>
                </a:spcBef>
                <a:buClrTx/>
                <a:buFontTx/>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3</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marL="0" lvl="0" indent="0" eaLnBrk="1" hangingPunct="1">
                <a:spcBef>
                  <a:spcPct val="50000"/>
                </a:spcBef>
                <a:buClrTx/>
                <a:buFontTx/>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4</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p:txBody>
        </p:sp>
        <p:graphicFrame>
          <p:nvGraphicFramePr>
            <p:cNvPr id="94223" name="Object 1025"/>
            <p:cNvGraphicFramePr>
              <a:graphicFrameLocks noChangeAspect="1"/>
            </p:cNvGraphicFramePr>
            <p:nvPr/>
          </p:nvGraphicFramePr>
          <p:xfrm>
            <a:off x="816" y="2784"/>
            <a:ext cx="1680" cy="260"/>
          </p:xfrm>
          <a:graphic>
            <a:graphicData uri="http://schemas.openxmlformats.org/presentationml/2006/ole">
              <mc:AlternateContent xmlns:mc="http://schemas.openxmlformats.org/markup-compatibility/2006">
                <mc:Choice xmlns:v="urn:schemas-microsoft-com:vml" Requires="v">
                  <p:oleObj spid="_x0000_s3192" name="" r:id="rId12" imgW="22383750" imgH="3514725" progId="Equation.3">
                    <p:embed/>
                  </p:oleObj>
                </mc:Choice>
                <mc:Fallback>
                  <p:oleObj name="" r:id="rId12" imgW="22383750" imgH="3514725" progId="Equation.3">
                    <p:embed/>
                    <p:pic>
                      <p:nvPicPr>
                        <p:cNvPr id="0" name="图片 3191"/>
                        <p:cNvPicPr/>
                        <p:nvPr/>
                      </p:nvPicPr>
                      <p:blipFill>
                        <a:blip r:embed="rId5"/>
                        <a:stretch>
                          <a:fillRect/>
                        </a:stretch>
                      </p:blipFill>
                      <p:spPr>
                        <a:xfrm>
                          <a:off x="816" y="2784"/>
                          <a:ext cx="1680" cy="260"/>
                        </a:xfrm>
                        <a:prstGeom prst="rect">
                          <a:avLst/>
                        </a:prstGeom>
                        <a:noFill/>
                        <a:ln w="38100">
                          <a:noFill/>
                          <a:miter/>
                        </a:ln>
                      </p:spPr>
                    </p:pic>
                  </p:oleObj>
                </mc:Fallback>
              </mc:AlternateContent>
            </a:graphicData>
          </a:graphic>
        </p:graphicFrame>
        <p:graphicFrame>
          <p:nvGraphicFramePr>
            <p:cNvPr id="94224" name="Object 1026"/>
            <p:cNvGraphicFramePr>
              <a:graphicFrameLocks noChangeAspect="1"/>
            </p:cNvGraphicFramePr>
            <p:nvPr/>
          </p:nvGraphicFramePr>
          <p:xfrm>
            <a:off x="816" y="3120"/>
            <a:ext cx="1728" cy="247"/>
          </p:xfrm>
          <a:graphic>
            <a:graphicData uri="http://schemas.openxmlformats.org/presentationml/2006/ole">
              <mc:AlternateContent xmlns:mc="http://schemas.openxmlformats.org/markup-compatibility/2006">
                <mc:Choice xmlns:v="urn:schemas-microsoft-com:vml" Requires="v">
                  <p:oleObj spid="_x0000_s3194" name="" r:id="rId13" imgW="627380" imgH="87630" progId="Equation.3">
                    <p:embed/>
                  </p:oleObj>
                </mc:Choice>
                <mc:Fallback>
                  <p:oleObj name="" r:id="rId13" imgW="627380" imgH="87630" progId="Equation.3">
                    <p:embed/>
                    <p:pic>
                      <p:nvPicPr>
                        <p:cNvPr id="0" name="图片 3193"/>
                        <p:cNvPicPr/>
                        <p:nvPr/>
                      </p:nvPicPr>
                      <p:blipFill>
                        <a:blip r:embed="rId14">
                          <a:clrChange>
                            <a:clrFrom>
                              <a:srgbClr val="000000"/>
                            </a:clrFrom>
                            <a:clrTo>
                              <a:srgbClr val="0000FF"/>
                            </a:clrTo>
                          </a:clrChange>
                        </a:blip>
                        <a:stretch>
                          <a:fillRect/>
                        </a:stretch>
                      </p:blipFill>
                      <p:spPr>
                        <a:xfrm>
                          <a:off x="816" y="3120"/>
                          <a:ext cx="1728" cy="247"/>
                        </a:xfrm>
                        <a:prstGeom prst="rect">
                          <a:avLst/>
                        </a:prstGeom>
                        <a:noFill/>
                        <a:ln w="38100">
                          <a:noFill/>
                          <a:miter/>
                        </a:ln>
                      </p:spPr>
                    </p:pic>
                  </p:oleObj>
                </mc:Fallback>
              </mc:AlternateContent>
            </a:graphicData>
          </a:graphic>
        </p:graphicFrame>
        <p:graphicFrame>
          <p:nvGraphicFramePr>
            <p:cNvPr id="94225" name="Object 1027"/>
            <p:cNvGraphicFramePr>
              <a:graphicFrameLocks noChangeAspect="1"/>
            </p:cNvGraphicFramePr>
            <p:nvPr/>
          </p:nvGraphicFramePr>
          <p:xfrm>
            <a:off x="816" y="3408"/>
            <a:ext cx="1248" cy="271"/>
          </p:xfrm>
          <a:graphic>
            <a:graphicData uri="http://schemas.openxmlformats.org/presentationml/2006/ole">
              <mc:AlternateContent xmlns:mc="http://schemas.openxmlformats.org/markup-compatibility/2006">
                <mc:Choice xmlns:v="urn:schemas-microsoft-com:vml" Requires="v">
                  <p:oleObj spid="_x0000_s3196" name="" r:id="rId15" imgW="413385" imgH="87630" progId="Equation.3">
                    <p:embed/>
                  </p:oleObj>
                </mc:Choice>
                <mc:Fallback>
                  <p:oleObj name="" r:id="rId15" imgW="413385" imgH="87630" progId="Equation.3">
                    <p:embed/>
                    <p:pic>
                      <p:nvPicPr>
                        <p:cNvPr id="0" name="图片 3195"/>
                        <p:cNvPicPr/>
                        <p:nvPr/>
                      </p:nvPicPr>
                      <p:blipFill>
                        <a:blip r:embed="rId16">
                          <a:clrChange>
                            <a:clrFrom>
                              <a:srgbClr val="000000"/>
                            </a:clrFrom>
                            <a:clrTo>
                              <a:srgbClr val="0000FF"/>
                            </a:clrTo>
                          </a:clrChange>
                        </a:blip>
                        <a:stretch>
                          <a:fillRect/>
                        </a:stretch>
                      </p:blipFill>
                      <p:spPr>
                        <a:xfrm>
                          <a:off x="816" y="3408"/>
                          <a:ext cx="1248" cy="271"/>
                        </a:xfrm>
                        <a:prstGeom prst="rect">
                          <a:avLst/>
                        </a:prstGeom>
                        <a:noFill/>
                        <a:ln w="38100">
                          <a:noFill/>
                          <a:miter/>
                        </a:ln>
                      </p:spPr>
                    </p:pic>
                  </p:oleObj>
                </mc:Fallback>
              </mc:AlternateContent>
            </a:graphicData>
          </a:graphic>
        </p:graphicFrame>
        <p:graphicFrame>
          <p:nvGraphicFramePr>
            <p:cNvPr id="94226" name="Object 1028"/>
            <p:cNvGraphicFramePr>
              <a:graphicFrameLocks noChangeAspect="1"/>
            </p:cNvGraphicFramePr>
            <p:nvPr/>
          </p:nvGraphicFramePr>
          <p:xfrm>
            <a:off x="864" y="3792"/>
            <a:ext cx="576" cy="247"/>
          </p:xfrm>
          <a:graphic>
            <a:graphicData uri="http://schemas.openxmlformats.org/presentationml/2006/ole">
              <mc:AlternateContent xmlns:mc="http://schemas.openxmlformats.org/markup-compatibility/2006">
                <mc:Choice xmlns:v="urn:schemas-microsoft-com:vml" Requires="v">
                  <p:oleObj spid="_x0000_s3193" name="" r:id="rId17" imgW="8115300" imgH="3514725" progId="Equation.3">
                    <p:embed/>
                  </p:oleObj>
                </mc:Choice>
                <mc:Fallback>
                  <p:oleObj name="" r:id="rId17" imgW="8115300" imgH="3514725" progId="Equation.3">
                    <p:embed/>
                    <p:pic>
                      <p:nvPicPr>
                        <p:cNvPr id="0" name="图片 3192"/>
                        <p:cNvPicPr/>
                        <p:nvPr/>
                      </p:nvPicPr>
                      <p:blipFill>
                        <a:blip r:embed="rId11"/>
                        <a:stretch>
                          <a:fillRect/>
                        </a:stretch>
                      </p:blipFill>
                      <p:spPr>
                        <a:xfrm>
                          <a:off x="864" y="3792"/>
                          <a:ext cx="576" cy="247"/>
                        </a:xfrm>
                        <a:prstGeom prst="rect">
                          <a:avLst/>
                        </a:prstGeom>
                        <a:noFill/>
                        <a:ln w="38100">
                          <a:noFill/>
                          <a:miter/>
                        </a:ln>
                      </p:spPr>
                    </p:pic>
                  </p:oleObj>
                </mc:Fallback>
              </mc:AlternateContent>
            </a:graphicData>
          </a:graphic>
        </p:graphicFrame>
      </p:grpSp>
      <p:sp>
        <p:nvSpPr>
          <p:cNvPr id="173079" name="AutoShape 1047"/>
          <p:cNvSpPr/>
          <p:nvPr/>
        </p:nvSpPr>
        <p:spPr>
          <a:xfrm>
            <a:off x="4267200" y="2133600"/>
            <a:ext cx="609600" cy="3962400"/>
          </a:xfrm>
          <a:prstGeom prst="curvedLeftArrow">
            <a:avLst>
              <a:gd name="adj1" fmla="val 130000"/>
              <a:gd name="adj2" fmla="val 260000"/>
              <a:gd name="adj3" fmla="val 33333"/>
            </a:avLst>
          </a:prstGeom>
          <a:gradFill rotWithShape="0">
            <a:gsLst>
              <a:gs pos="0">
                <a:srgbClr val="FF99CC"/>
              </a:gs>
              <a:gs pos="100000">
                <a:schemeClr val="bg1"/>
              </a:gs>
            </a:gsLst>
            <a:path path="rect">
              <a:fillToRect l="50000" t="50000" r="50000" b="50000"/>
            </a:path>
            <a:tileRect/>
          </a:gradFill>
          <a:ln w="9525" cap="flat" cmpd="sng">
            <a:solidFill>
              <a:srgbClr val="FF0000"/>
            </a:solidFill>
            <a:prstDash val="solid"/>
            <a:miter/>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87392"/>
                                        </p:tgtEl>
                                        <p:attrNameLst>
                                          <p:attrName>style.visibility</p:attrName>
                                        </p:attrNameLst>
                                      </p:cBhvr>
                                      <p:to>
                                        <p:strVal val="visible"/>
                                      </p:to>
                                    </p:set>
                                    <p:anim calcmode="lin" valueType="num">
                                      <p:cBhvr additive="base">
                                        <p:cTn id="7" dur="500" fill="hold"/>
                                        <p:tgtEl>
                                          <p:spTgt spid="187392"/>
                                        </p:tgtEl>
                                        <p:attrNameLst>
                                          <p:attrName>ppt_x</p:attrName>
                                        </p:attrNameLst>
                                      </p:cBhvr>
                                      <p:tavLst>
                                        <p:tav tm="0">
                                          <p:val>
                                            <p:strVal val="1+#ppt_w/2"/>
                                          </p:val>
                                        </p:tav>
                                        <p:tav tm="100000">
                                          <p:val>
                                            <p:strVal val="#ppt_x"/>
                                          </p:val>
                                        </p:tav>
                                      </p:tavLst>
                                    </p:anim>
                                    <p:anim calcmode="lin" valueType="num">
                                      <p:cBhvr additive="base">
                                        <p:cTn id="8" dur="500" fill="hold"/>
                                        <p:tgtEl>
                                          <p:spTgt spid="18739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4"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lide(fromBottom)">
                                      <p:cBhvr>
                                        <p:cTn id="12" dur="500"/>
                                        <p:tgtEl>
                                          <p:spTgt spid="2"/>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173063"/>
                                        </p:tgtEl>
                                        <p:attrNameLst>
                                          <p:attrName>style.visibility</p:attrName>
                                        </p:attrNameLst>
                                      </p:cBhvr>
                                      <p:to>
                                        <p:strVal val="visible"/>
                                      </p:to>
                                    </p:set>
                                    <p:anim calcmode="lin" valueType="num">
                                      <p:cBhvr additive="base">
                                        <p:cTn id="16" dur="500" fill="hold"/>
                                        <p:tgtEl>
                                          <p:spTgt spid="173063"/>
                                        </p:tgtEl>
                                        <p:attrNameLst>
                                          <p:attrName>ppt_x</p:attrName>
                                        </p:attrNameLst>
                                      </p:cBhvr>
                                      <p:tavLst>
                                        <p:tav tm="0">
                                          <p:val>
                                            <p:strVal val="0-#ppt_w/2"/>
                                          </p:val>
                                        </p:tav>
                                        <p:tav tm="100000">
                                          <p:val>
                                            <p:strVal val="#ppt_x"/>
                                          </p:val>
                                        </p:tav>
                                      </p:tavLst>
                                    </p:anim>
                                    <p:anim calcmode="lin" valueType="num">
                                      <p:cBhvr additive="base">
                                        <p:cTn id="17" dur="500" fill="hold"/>
                                        <p:tgtEl>
                                          <p:spTgt spid="173063"/>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2" presetClass="entr" presetSubtype="8" fill="hold" nodeType="after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0-#ppt_w/2"/>
                                          </p:val>
                                        </p:tav>
                                        <p:tav tm="100000">
                                          <p:val>
                                            <p:strVal val="#ppt_x"/>
                                          </p:val>
                                        </p:tav>
                                      </p:tavLst>
                                    </p:anim>
                                    <p:anim calcmode="lin" valueType="num">
                                      <p:cBhvr additive="base">
                                        <p:cTn id="22"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173072"/>
                                        </p:tgtEl>
                                        <p:attrNameLst>
                                          <p:attrName>style.visibility</p:attrName>
                                        </p:attrNameLst>
                                      </p:cBhvr>
                                      <p:to>
                                        <p:strVal val="visible"/>
                                      </p:to>
                                    </p:set>
                                    <p:anim calcmode="lin" valueType="num">
                                      <p:cBhvr additive="base">
                                        <p:cTn id="27" dur="500" fill="hold"/>
                                        <p:tgtEl>
                                          <p:spTgt spid="173072"/>
                                        </p:tgtEl>
                                        <p:attrNameLst>
                                          <p:attrName>ppt_x</p:attrName>
                                        </p:attrNameLst>
                                      </p:cBhvr>
                                      <p:tavLst>
                                        <p:tav tm="0">
                                          <p:val>
                                            <p:strVal val="0-#ppt_w/2"/>
                                          </p:val>
                                        </p:tav>
                                        <p:tav tm="100000">
                                          <p:val>
                                            <p:strVal val="#ppt_x"/>
                                          </p:val>
                                        </p:tav>
                                      </p:tavLst>
                                    </p:anim>
                                    <p:anim calcmode="lin" valueType="num">
                                      <p:cBhvr additive="base">
                                        <p:cTn id="28" dur="500" fill="hold"/>
                                        <p:tgtEl>
                                          <p:spTgt spid="173072"/>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7" presetClass="entr" presetSubtype="1" fill="hold" grpId="0" nodeType="clickEffect">
                                  <p:stCondLst>
                                    <p:cond delay="0"/>
                                  </p:stCondLst>
                                  <p:childTnLst>
                                    <p:set>
                                      <p:cBhvr>
                                        <p:cTn id="32" dur="1" fill="hold">
                                          <p:stCondLst>
                                            <p:cond delay="0"/>
                                          </p:stCondLst>
                                        </p:cTn>
                                        <p:tgtEl>
                                          <p:spTgt spid="173079"/>
                                        </p:tgtEl>
                                        <p:attrNameLst>
                                          <p:attrName>style.visibility</p:attrName>
                                        </p:attrNameLst>
                                      </p:cBhvr>
                                      <p:to>
                                        <p:strVal val="visible"/>
                                      </p:to>
                                    </p:set>
                                    <p:anim calcmode="lin" valueType="num">
                                      <p:cBhvr>
                                        <p:cTn id="33" dur="500" fill="hold"/>
                                        <p:tgtEl>
                                          <p:spTgt spid="173079"/>
                                        </p:tgtEl>
                                        <p:attrNameLst>
                                          <p:attrName>ppt_x</p:attrName>
                                        </p:attrNameLst>
                                      </p:cBhvr>
                                      <p:tavLst>
                                        <p:tav tm="0">
                                          <p:val>
                                            <p:strVal val="#ppt_x"/>
                                          </p:val>
                                        </p:tav>
                                        <p:tav tm="100000">
                                          <p:val>
                                            <p:strVal val="#ppt_x"/>
                                          </p:val>
                                        </p:tav>
                                      </p:tavLst>
                                    </p:anim>
                                    <p:anim calcmode="lin" valueType="num">
                                      <p:cBhvr>
                                        <p:cTn id="34" dur="500" fill="hold"/>
                                        <p:tgtEl>
                                          <p:spTgt spid="173079"/>
                                        </p:tgtEl>
                                        <p:attrNameLst>
                                          <p:attrName>ppt_y</p:attrName>
                                        </p:attrNameLst>
                                      </p:cBhvr>
                                      <p:tavLst>
                                        <p:tav tm="0">
                                          <p:val>
                                            <p:strVal val="#ppt_y-#ppt_h/2"/>
                                          </p:val>
                                        </p:tav>
                                        <p:tav tm="100000">
                                          <p:val>
                                            <p:strVal val="#ppt_y"/>
                                          </p:val>
                                        </p:tav>
                                      </p:tavLst>
                                    </p:anim>
                                    <p:anim calcmode="lin" valueType="num">
                                      <p:cBhvr>
                                        <p:cTn id="35" dur="500" fill="hold"/>
                                        <p:tgtEl>
                                          <p:spTgt spid="173079"/>
                                        </p:tgtEl>
                                        <p:attrNameLst>
                                          <p:attrName>ppt_w</p:attrName>
                                        </p:attrNameLst>
                                      </p:cBhvr>
                                      <p:tavLst>
                                        <p:tav tm="0">
                                          <p:val>
                                            <p:strVal val="#ppt_w"/>
                                          </p:val>
                                        </p:tav>
                                        <p:tav tm="100000">
                                          <p:val>
                                            <p:strVal val="#ppt_w"/>
                                          </p:val>
                                        </p:tav>
                                      </p:tavLst>
                                    </p:anim>
                                    <p:anim calcmode="lin" valueType="num">
                                      <p:cBhvr>
                                        <p:cTn id="36" dur="500" fill="hold"/>
                                        <p:tgtEl>
                                          <p:spTgt spid="173079"/>
                                        </p:tgtEl>
                                        <p:attrNameLst>
                                          <p:attrName>ppt_h</p:attrName>
                                        </p:attrNameLst>
                                      </p:cBhvr>
                                      <p:tavLst>
                                        <p:tav tm="0">
                                          <p:val>
                                            <p:fltVal val="0.000000"/>
                                          </p:val>
                                        </p:tav>
                                        <p:tav tm="100000">
                                          <p:val>
                                            <p:strVal val="#ppt_h"/>
                                          </p:val>
                                        </p:tav>
                                      </p:tavLst>
                                    </p:anim>
                                  </p:childTnLst>
                                </p:cTn>
                              </p:par>
                            </p:childTnLst>
                          </p:cTn>
                        </p:par>
                        <p:par>
                          <p:cTn id="37" fill="hold">
                            <p:stCondLst>
                              <p:cond delay="500"/>
                            </p:stCondLst>
                            <p:childTnLst>
                              <p:par>
                                <p:cTn id="38" presetID="16" presetClass="entr" presetSubtype="26" fill="hold" nodeType="after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barn(inHorizontal)">
                                      <p:cBhvr>
                                        <p:cTn id="4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3" grpId="0"/>
      <p:bldP spid="173072" grpId="0"/>
      <p:bldP spid="173079"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95235"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3.5  </a:t>
            </a:r>
            <a:r>
              <a:rPr lang="zh-CN" altLang="en-US" sz="3600" b="0" dirty="0">
                <a:latin typeface="Times New Roman" panose="02020603050405020304" pitchFamily="18" charset="0"/>
                <a:ea typeface="黑体" panose="02010609060101010101" pitchFamily="49" charset="-122"/>
              </a:rPr>
              <a:t>归结反演</a:t>
            </a:r>
            <a:endParaRPr lang="zh-CN" altLang="en-US" sz="3600" b="0" dirty="0">
              <a:latin typeface="Times New Roman" panose="02020603050405020304" pitchFamily="18" charset="0"/>
              <a:ea typeface="黑体" panose="02010609060101010101" pitchFamily="49" charset="-122"/>
            </a:endParaRPr>
          </a:p>
        </p:txBody>
      </p:sp>
      <p:sp>
        <p:nvSpPr>
          <p:cNvPr id="95236" name="Rectangle 3"/>
          <p:cNvSpPr>
            <a:spLocks noGrp="1"/>
          </p:cNvSpPr>
          <p:nvPr>
            <p:ph idx="1"/>
          </p:nvPr>
        </p:nvSpPr>
        <p:spPr/>
        <p:txBody>
          <a:bodyPr vert="horz" wrap="square" lIns="91440" tIns="45720" rIns="91440" bIns="45720" anchor="t" anchorCtr="0"/>
          <a:p>
            <a:pPr eaLnBrk="1" hangingPunct="1">
              <a:buClr>
                <a:srgbClr val="0000FF"/>
              </a:buClr>
              <a:buFont typeface="Wingdings" panose="05000000000000000000" pitchFamily="2" charset="2"/>
              <a:buChar char="§"/>
            </a:pPr>
            <a:r>
              <a:rPr lang="zh-CN" altLang="en-US" sz="2400" b="1" dirty="0">
                <a:latin typeface="宋体" panose="02010600030101010101" pitchFamily="2" charset="-122"/>
              </a:rPr>
              <a:t>应用归结原理进行归结：</a:t>
            </a:r>
            <a:r>
              <a:rPr lang="zh-CN" altLang="en-US" dirty="0"/>
              <a:t> </a:t>
            </a:r>
            <a:endParaRPr lang="zh-CN" altLang="en-US" dirty="0"/>
          </a:p>
        </p:txBody>
      </p:sp>
      <p:sp>
        <p:nvSpPr>
          <p:cNvPr id="95237" name="Rectangle 6"/>
          <p:cNvSpPr/>
          <p:nvPr/>
        </p:nvSpPr>
        <p:spPr>
          <a:xfrm>
            <a:off x="4157663" y="33289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95238" name="Rectangle 8"/>
          <p:cNvSpPr/>
          <p:nvPr/>
        </p:nvSpPr>
        <p:spPr>
          <a:xfrm>
            <a:off x="4386263" y="33289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95239" name="Rectangle 10"/>
          <p:cNvSpPr/>
          <p:nvPr/>
        </p:nvSpPr>
        <p:spPr>
          <a:xfrm>
            <a:off x="4424363" y="3338513"/>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nvGrpSpPr>
          <p:cNvPr id="95240" name="Group 13"/>
          <p:cNvGrpSpPr/>
          <p:nvPr/>
        </p:nvGrpSpPr>
        <p:grpSpPr>
          <a:xfrm>
            <a:off x="609600" y="1571625"/>
            <a:ext cx="8001000" cy="1406525"/>
            <a:chOff x="384" y="990"/>
            <a:chExt cx="5040" cy="886"/>
          </a:xfrm>
        </p:grpSpPr>
        <p:sp>
          <p:nvSpPr>
            <p:cNvPr id="95252" name="Text Box 4"/>
            <p:cNvSpPr txBox="1"/>
            <p:nvPr/>
          </p:nvSpPr>
          <p:spPr>
            <a:xfrm>
              <a:off x="384" y="990"/>
              <a:ext cx="5040" cy="886"/>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algn="just" eaLnBrk="1" hangingPunct="1">
                <a:spcBef>
                  <a:spcPct val="30000"/>
                </a:spcBef>
                <a:buClrTx/>
                <a:buFontTx/>
                <a:buNone/>
              </a:pPr>
              <a:r>
                <a:rPr lang="zh-CN" altLang="en-US" sz="2400" dirty="0">
                  <a:latin typeface="宋体" panose="02010600030101010101" pitchFamily="2" charset="-122"/>
                </a:rPr>
                <a:t>（</a:t>
              </a:r>
              <a:r>
                <a:rPr lang="en-US" altLang="zh-CN" sz="2400" dirty="0">
                  <a:latin typeface="宋体" panose="02010600030101010101" pitchFamily="2" charset="-122"/>
                </a:rPr>
                <a:t>5</a:t>
              </a:r>
              <a:r>
                <a:rPr lang="zh-CN" altLang="en-US" sz="2400" dirty="0">
                  <a:latin typeface="宋体" panose="02010600030101010101" pitchFamily="2" charset="-122"/>
                </a:rPr>
                <a:t>）                            （</a:t>
              </a:r>
              <a:r>
                <a:rPr lang="en-US" altLang="zh-CN" sz="2400" dirty="0">
                  <a:latin typeface="宋体" panose="02010600030101010101" pitchFamily="2" charset="-122"/>
                </a:rPr>
                <a:t>1</a:t>
              </a:r>
              <a:r>
                <a:rPr lang="zh-CN" altLang="en-US" sz="2400" dirty="0">
                  <a:latin typeface="宋体" panose="02010600030101010101" pitchFamily="2" charset="-122"/>
                </a:rPr>
                <a:t>）与（</a:t>
              </a:r>
              <a:r>
                <a:rPr lang="en-US" altLang="zh-CN" sz="2400" dirty="0">
                  <a:latin typeface="宋体" panose="02010600030101010101" pitchFamily="2" charset="-122"/>
                </a:rPr>
                <a:t>2</a:t>
              </a:r>
              <a:r>
                <a:rPr lang="zh-CN" altLang="en-US" sz="2400" dirty="0">
                  <a:latin typeface="宋体" panose="02010600030101010101" pitchFamily="2" charset="-122"/>
                </a:rPr>
                <a:t>）归结</a:t>
              </a:r>
              <a:endParaRPr lang="zh-CN" altLang="en-US" sz="2400" dirty="0">
                <a:latin typeface="Times New Roman" panose="02020603050405020304" pitchFamily="18" charset="0"/>
                <a:cs typeface="Times New Roman" panose="02020603050405020304" pitchFamily="18" charset="0"/>
              </a:endParaRPr>
            </a:p>
            <a:p>
              <a:pPr marL="0" lvl="0" indent="0" algn="just" eaLnBrk="1" hangingPunct="1">
                <a:spcBef>
                  <a:spcPct val="30000"/>
                </a:spcBef>
                <a:buClrTx/>
                <a:buFontTx/>
                <a:buNone/>
              </a:pPr>
              <a:r>
                <a:rPr lang="zh-CN" altLang="en-US" sz="2400" dirty="0">
                  <a:latin typeface="宋体" panose="02010600030101010101" pitchFamily="2" charset="-122"/>
                </a:rPr>
                <a:t>（</a:t>
              </a:r>
              <a:r>
                <a:rPr lang="en-US" altLang="zh-CN" sz="2400" dirty="0">
                  <a:latin typeface="宋体" panose="02010600030101010101" pitchFamily="2" charset="-122"/>
                </a:rPr>
                <a:t>6</a:t>
              </a:r>
              <a:r>
                <a:rPr lang="zh-CN" altLang="en-US" sz="2400" dirty="0">
                  <a:latin typeface="宋体" panose="02010600030101010101" pitchFamily="2" charset="-122"/>
                </a:rPr>
                <a:t>）                            （</a:t>
              </a:r>
              <a:r>
                <a:rPr lang="en-US" altLang="zh-CN" sz="2400" dirty="0">
                  <a:latin typeface="宋体" panose="02010600030101010101" pitchFamily="2" charset="-122"/>
                </a:rPr>
                <a:t>3</a:t>
              </a:r>
              <a:r>
                <a:rPr lang="zh-CN" altLang="en-US" sz="2400" dirty="0">
                  <a:latin typeface="宋体" panose="02010600030101010101" pitchFamily="2" charset="-122"/>
                </a:rPr>
                <a:t>）与（</a:t>
              </a:r>
              <a:r>
                <a:rPr lang="en-US" altLang="zh-CN" sz="2400" dirty="0">
                  <a:latin typeface="宋体" panose="02010600030101010101" pitchFamily="2" charset="-122"/>
                </a:rPr>
                <a:t>5</a:t>
              </a:r>
              <a:r>
                <a:rPr lang="zh-CN" altLang="en-US" sz="2400" dirty="0">
                  <a:latin typeface="宋体" panose="02010600030101010101" pitchFamily="2" charset="-122"/>
                </a:rPr>
                <a:t>）归结</a:t>
              </a:r>
              <a:endParaRPr lang="zh-CN" altLang="en-US" sz="2400" dirty="0">
                <a:latin typeface="Times New Roman" panose="02020603050405020304" pitchFamily="18" charset="0"/>
                <a:cs typeface="Times New Roman" panose="02020603050405020304" pitchFamily="18" charset="0"/>
              </a:endParaRPr>
            </a:p>
            <a:p>
              <a:pPr marL="0" lvl="0" indent="0" eaLnBrk="1" hangingPunct="1">
                <a:spcBef>
                  <a:spcPct val="30000"/>
                </a:spcBef>
                <a:buClrTx/>
                <a:buFontTx/>
                <a:buNone/>
              </a:pPr>
              <a:r>
                <a:rPr lang="zh-CN" altLang="en-US" sz="2400" dirty="0">
                  <a:latin typeface="宋体" panose="02010600030101010101" pitchFamily="2" charset="-122"/>
                </a:rPr>
                <a:t>（</a:t>
              </a:r>
              <a:r>
                <a:rPr lang="en-US" altLang="zh-CN" sz="2400" dirty="0">
                  <a:latin typeface="宋体" panose="02010600030101010101" pitchFamily="2" charset="-122"/>
                </a:rPr>
                <a:t>7</a:t>
              </a:r>
              <a:r>
                <a:rPr lang="zh-CN" altLang="en-US" sz="2400" dirty="0">
                  <a:latin typeface="宋体" panose="02010600030101010101" pitchFamily="2" charset="-122"/>
                </a:rPr>
                <a:t>）                            （</a:t>
              </a:r>
              <a:r>
                <a:rPr lang="en-US" altLang="zh-CN" sz="2400" dirty="0">
                  <a:latin typeface="宋体" panose="02010600030101010101" pitchFamily="2" charset="-122"/>
                </a:rPr>
                <a:t>4</a:t>
              </a:r>
              <a:r>
                <a:rPr lang="zh-CN" altLang="en-US" sz="2400" dirty="0">
                  <a:latin typeface="宋体" panose="02010600030101010101" pitchFamily="2" charset="-122"/>
                </a:rPr>
                <a:t>）与（</a:t>
              </a:r>
              <a:r>
                <a:rPr lang="en-US" altLang="zh-CN" sz="2400" dirty="0">
                  <a:latin typeface="宋体" panose="02010600030101010101" pitchFamily="2" charset="-122"/>
                </a:rPr>
                <a:t>6</a:t>
              </a:r>
              <a:r>
                <a:rPr lang="zh-CN" altLang="en-US" sz="2400" dirty="0">
                  <a:latin typeface="宋体" panose="02010600030101010101" pitchFamily="2" charset="-122"/>
                </a:rPr>
                <a:t>）归结</a:t>
              </a:r>
              <a:r>
                <a:rPr lang="zh-CN" altLang="en-US" sz="2400" dirty="0"/>
                <a:t> </a:t>
              </a:r>
              <a:endParaRPr lang="zh-CN" altLang="en-US" sz="2400" dirty="0"/>
            </a:p>
          </p:txBody>
        </p:sp>
        <p:graphicFrame>
          <p:nvGraphicFramePr>
            <p:cNvPr id="95253" name="Object 1024"/>
            <p:cNvGraphicFramePr>
              <a:graphicFrameLocks noChangeAspect="1"/>
            </p:cNvGraphicFramePr>
            <p:nvPr/>
          </p:nvGraphicFramePr>
          <p:xfrm>
            <a:off x="1008" y="1028"/>
            <a:ext cx="1056" cy="255"/>
          </p:xfrm>
          <a:graphic>
            <a:graphicData uri="http://schemas.openxmlformats.org/presentationml/2006/ole">
              <mc:AlternateContent xmlns:mc="http://schemas.openxmlformats.org/markup-compatibility/2006">
                <mc:Choice xmlns:v="urn:schemas-microsoft-com:vml" Requires="v">
                  <p:oleObj spid="_x0000_s3200" name="" r:id="rId2" imgW="14258925" imgH="3514725" progId="Equation.3">
                    <p:embed/>
                  </p:oleObj>
                </mc:Choice>
                <mc:Fallback>
                  <p:oleObj name="" r:id="rId2" imgW="14258925" imgH="3514725" progId="Equation.3">
                    <p:embed/>
                    <p:pic>
                      <p:nvPicPr>
                        <p:cNvPr id="0" name="图片 3199"/>
                        <p:cNvPicPr/>
                        <p:nvPr/>
                      </p:nvPicPr>
                      <p:blipFill>
                        <a:blip r:embed="rId3"/>
                        <a:stretch>
                          <a:fillRect/>
                        </a:stretch>
                      </p:blipFill>
                      <p:spPr>
                        <a:xfrm>
                          <a:off x="1008" y="1028"/>
                          <a:ext cx="1056" cy="255"/>
                        </a:xfrm>
                        <a:prstGeom prst="rect">
                          <a:avLst/>
                        </a:prstGeom>
                        <a:noFill/>
                        <a:ln w="38100">
                          <a:noFill/>
                          <a:miter/>
                        </a:ln>
                      </p:spPr>
                    </p:pic>
                  </p:oleObj>
                </mc:Fallback>
              </mc:AlternateContent>
            </a:graphicData>
          </a:graphic>
        </p:graphicFrame>
        <p:graphicFrame>
          <p:nvGraphicFramePr>
            <p:cNvPr id="95254" name="Object 1025"/>
            <p:cNvGraphicFramePr>
              <a:graphicFrameLocks noChangeAspect="1"/>
            </p:cNvGraphicFramePr>
            <p:nvPr/>
          </p:nvGraphicFramePr>
          <p:xfrm>
            <a:off x="1008" y="1344"/>
            <a:ext cx="480" cy="259"/>
          </p:xfrm>
          <a:graphic>
            <a:graphicData uri="http://schemas.openxmlformats.org/presentationml/2006/ole">
              <mc:AlternateContent xmlns:mc="http://schemas.openxmlformats.org/markup-compatibility/2006">
                <mc:Choice xmlns:v="urn:schemas-microsoft-com:vml" Requires="v">
                  <p:oleObj spid="_x0000_s3201" name="" r:id="rId4" imgW="6362700" imgH="3514725" progId="Equation.3">
                    <p:embed/>
                  </p:oleObj>
                </mc:Choice>
                <mc:Fallback>
                  <p:oleObj name="" r:id="rId4" imgW="6362700" imgH="3514725" progId="Equation.3">
                    <p:embed/>
                    <p:pic>
                      <p:nvPicPr>
                        <p:cNvPr id="0" name="图片 3200"/>
                        <p:cNvPicPr/>
                        <p:nvPr/>
                      </p:nvPicPr>
                      <p:blipFill>
                        <a:blip r:embed="rId5"/>
                        <a:stretch>
                          <a:fillRect/>
                        </a:stretch>
                      </p:blipFill>
                      <p:spPr>
                        <a:xfrm>
                          <a:off x="1008" y="1344"/>
                          <a:ext cx="480" cy="259"/>
                        </a:xfrm>
                        <a:prstGeom prst="rect">
                          <a:avLst/>
                        </a:prstGeom>
                        <a:noFill/>
                        <a:ln w="38100">
                          <a:noFill/>
                          <a:miter/>
                        </a:ln>
                      </p:spPr>
                    </p:pic>
                  </p:oleObj>
                </mc:Fallback>
              </mc:AlternateContent>
            </a:graphicData>
          </a:graphic>
        </p:graphicFrame>
        <p:graphicFrame>
          <p:nvGraphicFramePr>
            <p:cNvPr id="95255" name="Object 1026"/>
            <p:cNvGraphicFramePr>
              <a:graphicFrameLocks noChangeAspect="1"/>
            </p:cNvGraphicFramePr>
            <p:nvPr/>
          </p:nvGraphicFramePr>
          <p:xfrm>
            <a:off x="1056" y="1632"/>
            <a:ext cx="384" cy="235"/>
          </p:xfrm>
          <a:graphic>
            <a:graphicData uri="http://schemas.openxmlformats.org/presentationml/2006/ole">
              <mc:AlternateContent xmlns:mc="http://schemas.openxmlformats.org/markup-compatibility/2006">
                <mc:Choice xmlns:v="urn:schemas-microsoft-com:vml" Requires="v">
                  <p:oleObj spid="_x0000_s3202" name="" r:id="rId6" imgW="5048250" imgH="3076575" progId="Equation.3">
                    <p:embed/>
                  </p:oleObj>
                </mc:Choice>
                <mc:Fallback>
                  <p:oleObj name="" r:id="rId6" imgW="5048250" imgH="3076575" progId="Equation.3">
                    <p:embed/>
                    <p:pic>
                      <p:nvPicPr>
                        <p:cNvPr id="0" name="图片 3201"/>
                        <p:cNvPicPr/>
                        <p:nvPr/>
                      </p:nvPicPr>
                      <p:blipFill>
                        <a:blip r:embed="rId7"/>
                        <a:stretch>
                          <a:fillRect/>
                        </a:stretch>
                      </p:blipFill>
                      <p:spPr>
                        <a:xfrm>
                          <a:off x="1056" y="1632"/>
                          <a:ext cx="384" cy="235"/>
                        </a:xfrm>
                        <a:prstGeom prst="rect">
                          <a:avLst/>
                        </a:prstGeom>
                        <a:noFill/>
                        <a:ln w="38100">
                          <a:noFill/>
                          <a:miter/>
                        </a:ln>
                      </p:spPr>
                    </p:pic>
                  </p:oleObj>
                </mc:Fallback>
              </mc:AlternateContent>
            </a:graphicData>
          </a:graphic>
        </p:graphicFrame>
      </p:grpSp>
      <p:sp>
        <p:nvSpPr>
          <p:cNvPr id="95241" name="Rectangle 12"/>
          <p:cNvSpPr/>
          <p:nvPr/>
        </p:nvSpPr>
        <p:spPr>
          <a:xfrm>
            <a:off x="2447925" y="2066925"/>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pic>
        <p:nvPicPr>
          <p:cNvPr id="75812" name="Picture 36"/>
          <p:cNvPicPr>
            <a:picLocks noChangeAspect="1"/>
          </p:cNvPicPr>
          <p:nvPr/>
        </p:nvPicPr>
        <p:blipFill>
          <a:blip r:embed="rId8"/>
          <a:stretch>
            <a:fillRect/>
          </a:stretch>
        </p:blipFill>
        <p:spPr>
          <a:xfrm>
            <a:off x="838200" y="1657350"/>
            <a:ext cx="7323138" cy="4591050"/>
          </a:xfrm>
          <a:prstGeom prst="rect">
            <a:avLst/>
          </a:prstGeom>
          <a:noFill/>
          <a:ln w="9525">
            <a:noFill/>
          </a:ln>
        </p:spPr>
      </p:pic>
      <p:grpSp>
        <p:nvGrpSpPr>
          <p:cNvPr id="3" name="Group 34"/>
          <p:cNvGrpSpPr/>
          <p:nvPr/>
        </p:nvGrpSpPr>
        <p:grpSpPr>
          <a:xfrm>
            <a:off x="3200400" y="3581400"/>
            <a:ext cx="3048000" cy="914400"/>
            <a:chOff x="2064" y="2256"/>
            <a:chExt cx="1920" cy="576"/>
          </a:xfrm>
        </p:grpSpPr>
        <p:sp>
          <p:nvSpPr>
            <p:cNvPr id="95250" name="Line 26"/>
            <p:cNvSpPr/>
            <p:nvPr/>
          </p:nvSpPr>
          <p:spPr>
            <a:xfrm>
              <a:off x="2064" y="2256"/>
              <a:ext cx="384" cy="576"/>
            </a:xfrm>
            <a:prstGeom prst="line">
              <a:avLst/>
            </a:prstGeom>
            <a:ln w="38100" cap="flat" cmpd="sng">
              <a:solidFill>
                <a:srgbClr val="FF0000"/>
              </a:solidFill>
              <a:prstDash val="solid"/>
              <a:headEnd type="none" w="med" len="med"/>
              <a:tailEnd type="none" w="med" len="med"/>
            </a:ln>
          </p:spPr>
        </p:sp>
        <p:sp>
          <p:nvSpPr>
            <p:cNvPr id="95251" name="Line 29"/>
            <p:cNvSpPr/>
            <p:nvPr/>
          </p:nvSpPr>
          <p:spPr>
            <a:xfrm flipH="1">
              <a:off x="2448" y="2256"/>
              <a:ext cx="1536" cy="576"/>
            </a:xfrm>
            <a:prstGeom prst="line">
              <a:avLst/>
            </a:prstGeom>
            <a:ln w="38100" cap="flat" cmpd="sng">
              <a:solidFill>
                <a:srgbClr val="FF0000"/>
              </a:solidFill>
              <a:prstDash val="solid"/>
              <a:headEnd type="none" w="med" len="med"/>
              <a:tailEnd type="none" w="med" len="med"/>
            </a:ln>
          </p:spPr>
        </p:sp>
      </p:grpSp>
      <p:grpSp>
        <p:nvGrpSpPr>
          <p:cNvPr id="4" name="Group 35"/>
          <p:cNvGrpSpPr/>
          <p:nvPr/>
        </p:nvGrpSpPr>
        <p:grpSpPr>
          <a:xfrm>
            <a:off x="3733800" y="5029200"/>
            <a:ext cx="2438400" cy="685800"/>
            <a:chOff x="2352" y="3168"/>
            <a:chExt cx="1536" cy="432"/>
          </a:xfrm>
        </p:grpSpPr>
        <p:sp>
          <p:nvSpPr>
            <p:cNvPr id="95248" name="Line 30"/>
            <p:cNvSpPr/>
            <p:nvPr/>
          </p:nvSpPr>
          <p:spPr>
            <a:xfrm>
              <a:off x="2352" y="3168"/>
              <a:ext cx="816" cy="432"/>
            </a:xfrm>
            <a:prstGeom prst="line">
              <a:avLst/>
            </a:prstGeom>
            <a:ln w="38100" cap="flat" cmpd="sng">
              <a:solidFill>
                <a:schemeClr val="accent2"/>
              </a:solidFill>
              <a:prstDash val="solid"/>
              <a:headEnd type="none" w="med" len="med"/>
              <a:tailEnd type="none" w="med" len="med"/>
            </a:ln>
          </p:spPr>
        </p:sp>
        <p:sp>
          <p:nvSpPr>
            <p:cNvPr id="95249" name="Line 31"/>
            <p:cNvSpPr/>
            <p:nvPr/>
          </p:nvSpPr>
          <p:spPr>
            <a:xfrm flipH="1">
              <a:off x="3168" y="3168"/>
              <a:ext cx="720" cy="432"/>
            </a:xfrm>
            <a:prstGeom prst="line">
              <a:avLst/>
            </a:prstGeom>
            <a:ln w="38100" cap="flat" cmpd="sng">
              <a:solidFill>
                <a:srgbClr val="FF0000"/>
              </a:solidFill>
              <a:prstDash val="solid"/>
              <a:headEnd type="none" w="med" len="med"/>
              <a:tailEnd type="none" w="med" len="med"/>
            </a:ln>
          </p:spPr>
        </p:sp>
      </p:grpSp>
      <p:grpSp>
        <p:nvGrpSpPr>
          <p:cNvPr id="5" name="Group 33"/>
          <p:cNvGrpSpPr/>
          <p:nvPr/>
        </p:nvGrpSpPr>
        <p:grpSpPr>
          <a:xfrm>
            <a:off x="2362200" y="2209800"/>
            <a:ext cx="3886200" cy="838200"/>
            <a:chOff x="1536" y="1392"/>
            <a:chExt cx="2448" cy="528"/>
          </a:xfrm>
        </p:grpSpPr>
        <p:sp>
          <p:nvSpPr>
            <p:cNvPr id="95246" name="Line 22"/>
            <p:cNvSpPr/>
            <p:nvPr/>
          </p:nvSpPr>
          <p:spPr>
            <a:xfrm>
              <a:off x="1536" y="1392"/>
              <a:ext cx="432" cy="528"/>
            </a:xfrm>
            <a:prstGeom prst="line">
              <a:avLst/>
            </a:prstGeom>
            <a:ln w="38100" cap="flat" cmpd="sng">
              <a:solidFill>
                <a:srgbClr val="FF0000"/>
              </a:solidFill>
              <a:prstDash val="solid"/>
              <a:headEnd type="none" w="med" len="med"/>
              <a:tailEnd type="none" w="med" len="med"/>
            </a:ln>
          </p:spPr>
        </p:sp>
        <p:sp>
          <p:nvSpPr>
            <p:cNvPr id="95247" name="Line 32"/>
            <p:cNvSpPr/>
            <p:nvPr/>
          </p:nvSpPr>
          <p:spPr>
            <a:xfrm flipH="1">
              <a:off x="1968" y="1392"/>
              <a:ext cx="2016" cy="528"/>
            </a:xfrm>
            <a:prstGeom prst="line">
              <a:avLst/>
            </a:prstGeom>
            <a:ln w="38100" cap="flat" cmpd="sng">
              <a:solidFill>
                <a:srgbClr val="FF0000"/>
              </a:solidFill>
              <a:prstDash val="solid"/>
              <a:headEnd type="none" w="med" len="med"/>
              <a:tailEnd type="none" w="med" len="med"/>
            </a:ln>
          </p:spPr>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5812"/>
                                        </p:tgtEl>
                                        <p:attrNameLst>
                                          <p:attrName>style.visibility</p:attrName>
                                        </p:attrNameLst>
                                      </p:cBhvr>
                                      <p:to>
                                        <p:strVal val="visible"/>
                                      </p:to>
                                    </p:set>
                                    <p:anim calcmode="lin" valueType="num">
                                      <p:cBhvr>
                                        <p:cTn id="7" dur="500" fill="hold"/>
                                        <p:tgtEl>
                                          <p:spTgt spid="75812"/>
                                        </p:tgtEl>
                                        <p:attrNameLst>
                                          <p:attrName>ppt_w</p:attrName>
                                        </p:attrNameLst>
                                      </p:cBhvr>
                                      <p:tavLst>
                                        <p:tav tm="0">
                                          <p:val>
                                            <p:fltVal val="0.000000"/>
                                          </p:val>
                                        </p:tav>
                                        <p:tav tm="100000">
                                          <p:val>
                                            <p:strVal val="#ppt_w"/>
                                          </p:val>
                                        </p:tav>
                                      </p:tavLst>
                                    </p:anim>
                                    <p:anim calcmode="lin" valueType="num">
                                      <p:cBhvr>
                                        <p:cTn id="8" dur="500" fill="hold"/>
                                        <p:tgtEl>
                                          <p:spTgt spid="75812"/>
                                        </p:tgtEl>
                                        <p:attrNameLst>
                                          <p:attrName>ppt_h</p:attrName>
                                        </p:attrNameLst>
                                      </p:cBhvr>
                                      <p:tavLst>
                                        <p:tav tm="0">
                                          <p:val>
                                            <p:fltVal val="0.000000"/>
                                          </p:val>
                                        </p:tav>
                                        <p:tav tm="100000">
                                          <p:val>
                                            <p:strVal val="#ppt_h"/>
                                          </p:val>
                                        </p:tav>
                                      </p:tavLst>
                                    </p:anim>
                                    <p:animEffect transition="in" filter="fade">
                                      <p:cBhvr>
                                        <p:cTn id="9" dur="500"/>
                                        <p:tgtEl>
                                          <p:spTgt spid="75812"/>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499"/>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499"/>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499"/>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灯片编号占位符 1"/>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96259" name="Rectangle 2"/>
          <p:cNvSpPr/>
          <p:nvPr/>
        </p:nvSpPr>
        <p:spPr>
          <a:xfrm>
            <a:off x="0" y="0"/>
            <a:ext cx="9144000" cy="765175"/>
          </a:xfrm>
          <a:prstGeom prst="rect">
            <a:avLst/>
          </a:prstGeom>
          <a:solidFill>
            <a:srgbClr val="A50021"/>
          </a:solidFill>
          <a:ln w="9525">
            <a:noFill/>
          </a:ln>
        </p:spPr>
        <p:txBody>
          <a:bodyPr anchor="b"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176530" eaLnBrk="1" hangingPunct="1">
              <a:spcBef>
                <a:spcPct val="0"/>
              </a:spcBef>
              <a:buClrTx/>
              <a:buFontTx/>
              <a:buNone/>
            </a:pPr>
            <a:r>
              <a:rPr lang="en-US" altLang="zh-CN" sz="3600" dirty="0">
                <a:solidFill>
                  <a:schemeClr val="bg1"/>
                </a:solidFill>
                <a:latin typeface="Times New Roman" panose="02020603050405020304" pitchFamily="18" charset="0"/>
                <a:ea typeface="黑体" panose="02010609060101010101" pitchFamily="49" charset="-122"/>
              </a:rPr>
              <a:t>3.5  </a:t>
            </a:r>
            <a:r>
              <a:rPr lang="zh-CN" altLang="en-US" sz="3600" dirty="0">
                <a:solidFill>
                  <a:schemeClr val="bg1"/>
                </a:solidFill>
                <a:latin typeface="Times New Roman" panose="02020603050405020304" pitchFamily="18" charset="0"/>
                <a:ea typeface="黑体" panose="02010609060101010101" pitchFamily="49" charset="-122"/>
              </a:rPr>
              <a:t>归结反演</a:t>
            </a:r>
            <a:endParaRPr lang="zh-CN" altLang="en-US" sz="3600" dirty="0">
              <a:solidFill>
                <a:schemeClr val="bg1"/>
              </a:solidFill>
              <a:latin typeface="Times New Roman" panose="02020603050405020304" pitchFamily="18" charset="0"/>
              <a:ea typeface="黑体" panose="02010609060101010101" pitchFamily="49" charset="-122"/>
            </a:endParaRPr>
          </a:p>
        </p:txBody>
      </p:sp>
      <p:sp>
        <p:nvSpPr>
          <p:cNvPr id="93187" name="Rectangle 3"/>
          <p:cNvSpPr/>
          <p:nvPr/>
        </p:nvSpPr>
        <p:spPr>
          <a:xfrm>
            <a:off x="250825" y="908050"/>
            <a:ext cx="8642350" cy="5645150"/>
          </a:xfrm>
          <a:prstGeom prst="rect">
            <a:avLst/>
          </a:prstGeom>
          <a:gradFill rotWithShape="1">
            <a:gsLst>
              <a:gs pos="0">
                <a:srgbClr val="FFFF00"/>
              </a:gs>
              <a:gs pos="100000">
                <a:schemeClr val="bg1"/>
              </a:gs>
            </a:gsLst>
            <a:path path="shape">
              <a:fillToRect l="50000" t="50000" r="50000" b="50000"/>
            </a:path>
            <a:tileRect/>
          </a:gradFill>
          <a:ln w="9525" cap="flat" cmpd="sng">
            <a:solidFill>
              <a:srgbClr val="808080"/>
            </a:solidFill>
            <a:prstDash val="solid"/>
            <a:miter/>
            <a:headEnd type="none" w="med" len="med"/>
            <a:tailEnd type="none" w="med" len="med"/>
          </a:ln>
        </p:spPr>
        <p:txBody>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algn="just" eaLnBrk="1" hangingPunct="1">
              <a:lnSpc>
                <a:spcPct val="120000"/>
              </a:lnSpc>
            </a:pPr>
            <a:r>
              <a:rPr lang="en-US" altLang="zh-CN" sz="2600" b="1" dirty="0">
                <a:latin typeface="宋体" panose="02010600030101010101" pitchFamily="2" charset="-122"/>
              </a:rPr>
              <a:t> </a:t>
            </a:r>
            <a:r>
              <a:rPr lang="zh-CN" altLang="en-US" sz="2500" b="1" dirty="0">
                <a:latin typeface="Times New Roman" panose="02020603050405020304" pitchFamily="18" charset="0"/>
              </a:rPr>
              <a:t>例</a:t>
            </a:r>
            <a:r>
              <a:rPr lang="en-US" altLang="zh-CN" sz="2500" b="1" dirty="0">
                <a:latin typeface="Times New Roman" panose="02020603050405020304" pitchFamily="18" charset="0"/>
              </a:rPr>
              <a:t>3.10  </a:t>
            </a:r>
            <a:r>
              <a:rPr lang="zh-CN" altLang="en-US" sz="2500" b="1" dirty="0">
                <a:latin typeface="Times New Roman" panose="02020603050405020304" pitchFamily="18" charset="0"/>
              </a:rPr>
              <a:t>已知：</a:t>
            </a:r>
            <a:r>
              <a:rPr lang="zh-CN" altLang="en-US" sz="2500" b="1" dirty="0">
                <a:latin typeface="Times New Roman" panose="02020603050405020304" pitchFamily="18" charset="0"/>
                <a:cs typeface="Times New Roman" panose="02020603050405020304" pitchFamily="18" charset="0"/>
              </a:rPr>
              <a:t> </a:t>
            </a:r>
            <a:endParaRPr lang="zh-CN" altLang="en-US" sz="2500" b="1" dirty="0">
              <a:latin typeface="Times New Roman" panose="02020603050405020304" pitchFamily="18" charset="0"/>
              <a:cs typeface="Times New Roman" panose="02020603050405020304" pitchFamily="18" charset="0"/>
            </a:endParaRPr>
          </a:p>
          <a:p>
            <a:pPr marL="0" lvl="0" indent="0" algn="just" eaLnBrk="1" hangingPunct="1">
              <a:lnSpc>
                <a:spcPct val="120000"/>
              </a:lnSpc>
              <a:buNone/>
            </a:pPr>
            <a:r>
              <a:rPr lang="zh-CN" altLang="en-US" sz="2500" b="1" dirty="0">
                <a:latin typeface="Times New Roman" panose="02020603050405020304" pitchFamily="18" charset="0"/>
              </a:rPr>
              <a:t>           规则</a:t>
            </a:r>
            <a:r>
              <a:rPr lang="en-US" altLang="zh-CN" sz="2500" b="1" dirty="0">
                <a:latin typeface="Times New Roman" panose="02020603050405020304" pitchFamily="18" charset="0"/>
                <a:cs typeface="Times New Roman" panose="02020603050405020304" pitchFamily="18" charset="0"/>
              </a:rPr>
              <a:t>1</a:t>
            </a:r>
            <a:r>
              <a:rPr lang="zh-CN" altLang="en-US" sz="2500" b="1" dirty="0">
                <a:latin typeface="Times New Roman" panose="02020603050405020304" pitchFamily="18" charset="0"/>
              </a:rPr>
              <a:t>：任何人的兄弟不是女性；</a:t>
            </a:r>
            <a:endParaRPr lang="zh-CN" altLang="en-US" sz="2500" b="1" dirty="0">
              <a:latin typeface="Times New Roman" panose="02020603050405020304" pitchFamily="18" charset="0"/>
              <a:cs typeface="Times New Roman" panose="02020603050405020304" pitchFamily="18" charset="0"/>
            </a:endParaRPr>
          </a:p>
          <a:p>
            <a:pPr marL="0" lvl="0" indent="0" algn="just" eaLnBrk="1" hangingPunct="1">
              <a:lnSpc>
                <a:spcPct val="120000"/>
              </a:lnSpc>
              <a:buNone/>
            </a:pPr>
            <a:r>
              <a:rPr lang="zh-CN" altLang="en-US" sz="2500" b="1" dirty="0">
                <a:latin typeface="Times New Roman" panose="02020603050405020304" pitchFamily="18" charset="0"/>
              </a:rPr>
              <a:t>           规则</a:t>
            </a:r>
            <a:r>
              <a:rPr lang="en-US" altLang="zh-CN" sz="2500" b="1" dirty="0">
                <a:latin typeface="Times New Roman" panose="02020603050405020304" pitchFamily="18" charset="0"/>
                <a:cs typeface="Times New Roman" panose="02020603050405020304" pitchFamily="18" charset="0"/>
              </a:rPr>
              <a:t>2</a:t>
            </a:r>
            <a:r>
              <a:rPr lang="zh-CN" altLang="en-US" sz="2500" b="1" dirty="0">
                <a:latin typeface="Times New Roman" panose="02020603050405020304" pitchFamily="18" charset="0"/>
              </a:rPr>
              <a:t>：任何人的姐妹必是女性。</a:t>
            </a:r>
            <a:endParaRPr lang="zh-CN" altLang="en-US" sz="2500" b="1" dirty="0">
              <a:latin typeface="Times New Roman" panose="02020603050405020304" pitchFamily="18" charset="0"/>
              <a:cs typeface="Times New Roman" panose="02020603050405020304" pitchFamily="18" charset="0"/>
            </a:endParaRPr>
          </a:p>
          <a:p>
            <a:pPr marL="0" lvl="0" indent="0" algn="just" eaLnBrk="1" hangingPunct="1">
              <a:lnSpc>
                <a:spcPct val="120000"/>
              </a:lnSpc>
              <a:buNone/>
            </a:pPr>
            <a:r>
              <a:rPr lang="zh-CN" altLang="en-US" sz="2500" b="1" dirty="0">
                <a:latin typeface="Times New Roman" panose="02020603050405020304" pitchFamily="18" charset="0"/>
              </a:rPr>
              <a:t>           事 实：</a:t>
            </a:r>
            <a:r>
              <a:rPr lang="en-US" altLang="zh-CN" sz="2500" b="1" i="1" dirty="0">
                <a:latin typeface="Times New Roman" panose="02020603050405020304" pitchFamily="18" charset="0"/>
                <a:cs typeface="Times New Roman" panose="02020603050405020304" pitchFamily="18" charset="0"/>
              </a:rPr>
              <a:t>Mary</a:t>
            </a:r>
            <a:r>
              <a:rPr lang="en-US" altLang="zh-CN" sz="2500" b="1" dirty="0">
                <a:latin typeface="Times New Roman" panose="02020603050405020304" pitchFamily="18" charset="0"/>
                <a:cs typeface="Times New Roman" panose="02020603050405020304" pitchFamily="18" charset="0"/>
              </a:rPr>
              <a:t> </a:t>
            </a:r>
            <a:r>
              <a:rPr lang="zh-CN" altLang="en-US" sz="2500" b="1" dirty="0">
                <a:latin typeface="Times New Roman" panose="02020603050405020304" pitchFamily="18" charset="0"/>
              </a:rPr>
              <a:t>是</a:t>
            </a:r>
            <a:r>
              <a:rPr lang="zh-CN" altLang="en-US" sz="2500" b="1" i="1" dirty="0">
                <a:latin typeface="Times New Roman" panose="02020603050405020304" pitchFamily="18" charset="0"/>
              </a:rPr>
              <a:t> </a:t>
            </a:r>
            <a:r>
              <a:rPr lang="en-US" altLang="zh-CN" sz="2500" b="1" i="1" dirty="0">
                <a:latin typeface="Times New Roman" panose="02020603050405020304" pitchFamily="18" charset="0"/>
                <a:cs typeface="Times New Roman" panose="02020603050405020304" pitchFamily="18" charset="0"/>
              </a:rPr>
              <a:t>Bill </a:t>
            </a:r>
            <a:r>
              <a:rPr lang="zh-CN" altLang="en-US" sz="2500" b="1" dirty="0">
                <a:latin typeface="Times New Roman" panose="02020603050405020304" pitchFamily="18" charset="0"/>
              </a:rPr>
              <a:t>的姐妹。</a:t>
            </a:r>
            <a:endParaRPr lang="zh-CN" altLang="en-US" sz="2500" b="1" dirty="0">
              <a:latin typeface="Times New Roman" panose="02020603050405020304" pitchFamily="18" charset="0"/>
            </a:endParaRPr>
          </a:p>
          <a:p>
            <a:pPr marL="0" lvl="0" indent="0" algn="just" eaLnBrk="1" hangingPunct="1">
              <a:lnSpc>
                <a:spcPct val="120000"/>
              </a:lnSpc>
              <a:buNone/>
            </a:pPr>
            <a:r>
              <a:rPr lang="zh-CN" altLang="en-US" sz="2500" b="1" dirty="0">
                <a:latin typeface="Times New Roman" panose="02020603050405020304" pitchFamily="18" charset="0"/>
              </a:rPr>
              <a:t>     求证：</a:t>
            </a:r>
            <a:r>
              <a:rPr lang="zh-CN" altLang="en-US" sz="2500" b="1" dirty="0">
                <a:latin typeface="Times New Roman" panose="02020603050405020304" pitchFamily="18" charset="0"/>
                <a:cs typeface="Times New Roman" panose="02020603050405020304" pitchFamily="18" charset="0"/>
              </a:rPr>
              <a:t> </a:t>
            </a:r>
            <a:r>
              <a:rPr lang="en-US" altLang="zh-CN" sz="2500" b="1" i="1" dirty="0">
                <a:latin typeface="Times New Roman" panose="02020603050405020304" pitchFamily="18" charset="0"/>
                <a:cs typeface="Times New Roman" panose="02020603050405020304" pitchFamily="18" charset="0"/>
              </a:rPr>
              <a:t>Mary</a:t>
            </a:r>
            <a:r>
              <a:rPr lang="en-US" altLang="zh-CN" sz="2500" b="1" dirty="0">
                <a:latin typeface="Times New Roman" panose="02020603050405020304" pitchFamily="18" charset="0"/>
                <a:cs typeface="Times New Roman" panose="02020603050405020304" pitchFamily="18" charset="0"/>
              </a:rPr>
              <a:t> </a:t>
            </a:r>
            <a:r>
              <a:rPr lang="zh-CN" altLang="en-US" sz="2500" b="1" dirty="0">
                <a:latin typeface="Times New Roman" panose="02020603050405020304" pitchFamily="18" charset="0"/>
              </a:rPr>
              <a:t>不是 </a:t>
            </a:r>
            <a:r>
              <a:rPr lang="en-US" altLang="zh-CN" sz="2500" b="1" i="1" dirty="0">
                <a:latin typeface="Times New Roman" panose="02020603050405020304" pitchFamily="18" charset="0"/>
                <a:cs typeface="Times New Roman" panose="02020603050405020304" pitchFamily="18" charset="0"/>
              </a:rPr>
              <a:t>Tom </a:t>
            </a:r>
            <a:r>
              <a:rPr lang="zh-CN" altLang="en-US" sz="2500" b="1" dirty="0">
                <a:latin typeface="Times New Roman" panose="02020603050405020304" pitchFamily="18" charset="0"/>
              </a:rPr>
              <a:t>的兄弟。</a:t>
            </a:r>
            <a:endParaRPr lang="zh-CN" altLang="en-US" sz="2500" b="1" dirty="0">
              <a:latin typeface="Times New Roman" panose="02020603050405020304" pitchFamily="18" charset="0"/>
              <a:cs typeface="Times New Roman" panose="02020603050405020304" pitchFamily="18" charset="0"/>
            </a:endParaRPr>
          </a:p>
          <a:p>
            <a:pPr marL="0" lvl="0" indent="0" algn="just" eaLnBrk="1" hangingPunct="1">
              <a:lnSpc>
                <a:spcPct val="120000"/>
              </a:lnSpc>
            </a:pPr>
            <a:r>
              <a:rPr lang="zh-CN" altLang="en-US" sz="2500" b="1" dirty="0">
                <a:latin typeface="Times New Roman" panose="02020603050405020304" pitchFamily="18" charset="0"/>
              </a:rPr>
              <a:t>  证明：定义谓词</a:t>
            </a:r>
            <a:endParaRPr lang="zh-CN" altLang="en-US" sz="2500" b="1" dirty="0">
              <a:latin typeface="Times New Roman" panose="02020603050405020304" pitchFamily="18" charset="0"/>
            </a:endParaRPr>
          </a:p>
          <a:p>
            <a:pPr marL="0" lvl="0" indent="0" algn="just" eaLnBrk="1" hangingPunct="1">
              <a:lnSpc>
                <a:spcPct val="120000"/>
              </a:lnSpc>
              <a:buNone/>
            </a:pPr>
            <a:r>
              <a:rPr lang="zh-CN" altLang="en-US" sz="2500" b="1" dirty="0">
                <a:latin typeface="Times New Roman" panose="02020603050405020304" pitchFamily="18" charset="0"/>
                <a:cs typeface="Times New Roman" panose="02020603050405020304" pitchFamily="18" charset="0"/>
              </a:rPr>
              <a:t>               </a:t>
            </a:r>
            <a:r>
              <a:rPr lang="en-US" altLang="zh-CN" sz="2500" b="1" i="1" dirty="0">
                <a:latin typeface="Times New Roman" panose="02020603050405020304" pitchFamily="18" charset="0"/>
                <a:cs typeface="Times New Roman" panose="02020603050405020304" pitchFamily="18" charset="0"/>
              </a:rPr>
              <a:t>brother</a:t>
            </a:r>
            <a:r>
              <a:rPr lang="en-US" altLang="zh-CN" sz="2500" b="1" dirty="0">
                <a:latin typeface="Times New Roman" panose="02020603050405020304" pitchFamily="18" charset="0"/>
                <a:cs typeface="Times New Roman" panose="02020603050405020304" pitchFamily="18" charset="0"/>
              </a:rPr>
              <a:t> ( </a:t>
            </a:r>
            <a:r>
              <a:rPr lang="en-US" altLang="zh-CN" sz="2500" b="1" i="1" dirty="0">
                <a:latin typeface="Times New Roman" panose="02020603050405020304" pitchFamily="18" charset="0"/>
                <a:cs typeface="Times New Roman" panose="02020603050405020304" pitchFamily="18" charset="0"/>
              </a:rPr>
              <a:t>x</a:t>
            </a:r>
            <a:r>
              <a:rPr lang="en-US" altLang="zh-CN" sz="2500" b="1" dirty="0">
                <a:latin typeface="Times New Roman" panose="02020603050405020304" pitchFamily="18" charset="0"/>
                <a:cs typeface="Times New Roman" panose="02020603050405020304" pitchFamily="18" charset="0"/>
              </a:rPr>
              <a:t>, </a:t>
            </a:r>
            <a:r>
              <a:rPr lang="en-US" altLang="zh-CN" sz="2500" b="1" i="1" dirty="0">
                <a:latin typeface="Times New Roman" panose="02020603050405020304" pitchFamily="18" charset="0"/>
                <a:cs typeface="Times New Roman" panose="02020603050405020304" pitchFamily="18" charset="0"/>
              </a:rPr>
              <a:t>y</a:t>
            </a:r>
            <a:r>
              <a:rPr lang="en-US" altLang="zh-CN" sz="2500" b="1" dirty="0">
                <a:latin typeface="Times New Roman" panose="02020603050405020304" pitchFamily="18" charset="0"/>
                <a:cs typeface="Times New Roman" panose="02020603050405020304" pitchFamily="18" charset="0"/>
              </a:rPr>
              <a:t> ) :  </a:t>
            </a:r>
            <a:r>
              <a:rPr lang="en-US" altLang="zh-CN" sz="2500" b="1" i="1" dirty="0">
                <a:latin typeface="Times New Roman" panose="02020603050405020304" pitchFamily="18" charset="0"/>
                <a:cs typeface="Times New Roman" panose="02020603050405020304" pitchFamily="18" charset="0"/>
              </a:rPr>
              <a:t>x </a:t>
            </a:r>
            <a:r>
              <a:rPr lang="zh-CN" altLang="en-US" sz="2500" b="1" dirty="0">
                <a:latin typeface="Times New Roman" panose="02020603050405020304" pitchFamily="18" charset="0"/>
              </a:rPr>
              <a:t>是 </a:t>
            </a:r>
            <a:r>
              <a:rPr lang="en-US" altLang="zh-CN" sz="2500" b="1" i="1" dirty="0">
                <a:latin typeface="Times New Roman" panose="02020603050405020304" pitchFamily="18" charset="0"/>
              </a:rPr>
              <a:t>y</a:t>
            </a:r>
            <a:r>
              <a:rPr lang="en-US" altLang="zh-CN" sz="2500" b="1" dirty="0">
                <a:latin typeface="Times New Roman" panose="02020603050405020304" pitchFamily="18" charset="0"/>
              </a:rPr>
              <a:t>  </a:t>
            </a:r>
            <a:r>
              <a:rPr lang="zh-CN" altLang="en-US" sz="2500" b="1" dirty="0">
                <a:latin typeface="Times New Roman" panose="02020603050405020304" pitchFamily="18" charset="0"/>
              </a:rPr>
              <a:t>的兄弟  </a:t>
            </a:r>
            <a:endParaRPr lang="zh-CN" altLang="en-US" sz="2500" b="1" dirty="0">
              <a:latin typeface="Times New Roman" panose="02020603050405020304" pitchFamily="18" charset="0"/>
              <a:cs typeface="Times New Roman" panose="02020603050405020304" pitchFamily="18" charset="0"/>
            </a:endParaRPr>
          </a:p>
          <a:p>
            <a:pPr marL="0" lvl="0" indent="0" algn="just" eaLnBrk="1" hangingPunct="1">
              <a:lnSpc>
                <a:spcPct val="120000"/>
              </a:lnSpc>
              <a:buNone/>
            </a:pPr>
            <a:r>
              <a:rPr lang="zh-CN" altLang="en-US" sz="2500" b="1" dirty="0">
                <a:latin typeface="Times New Roman" panose="02020603050405020304" pitchFamily="18" charset="0"/>
                <a:cs typeface="Times New Roman" panose="02020603050405020304" pitchFamily="18" charset="0"/>
              </a:rPr>
              <a:t>               </a:t>
            </a:r>
            <a:r>
              <a:rPr lang="en-US" altLang="zh-CN" sz="2500" b="1" i="1" dirty="0">
                <a:latin typeface="Times New Roman" panose="02020603050405020304" pitchFamily="18" charset="0"/>
                <a:cs typeface="Times New Roman" panose="02020603050405020304" pitchFamily="18" charset="0"/>
              </a:rPr>
              <a:t>sister</a:t>
            </a:r>
            <a:r>
              <a:rPr lang="en-US" altLang="zh-CN" sz="2500" b="1" dirty="0">
                <a:latin typeface="Times New Roman" panose="02020603050405020304" pitchFamily="18" charset="0"/>
                <a:cs typeface="Times New Roman" panose="02020603050405020304" pitchFamily="18" charset="0"/>
              </a:rPr>
              <a:t> ( </a:t>
            </a:r>
            <a:r>
              <a:rPr lang="en-US" altLang="zh-CN" sz="2500" b="1" i="1" dirty="0">
                <a:latin typeface="Times New Roman" panose="02020603050405020304" pitchFamily="18" charset="0"/>
                <a:cs typeface="Times New Roman" panose="02020603050405020304" pitchFamily="18" charset="0"/>
              </a:rPr>
              <a:t>x</a:t>
            </a:r>
            <a:r>
              <a:rPr lang="en-US" altLang="zh-CN" sz="2500" b="1" dirty="0">
                <a:latin typeface="Times New Roman" panose="02020603050405020304" pitchFamily="18" charset="0"/>
                <a:cs typeface="Times New Roman" panose="02020603050405020304" pitchFamily="18" charset="0"/>
              </a:rPr>
              <a:t>, </a:t>
            </a:r>
            <a:r>
              <a:rPr lang="en-US" altLang="zh-CN" sz="2500" b="1" i="1" dirty="0">
                <a:latin typeface="Times New Roman" panose="02020603050405020304" pitchFamily="18" charset="0"/>
                <a:cs typeface="Times New Roman" panose="02020603050405020304" pitchFamily="18" charset="0"/>
              </a:rPr>
              <a:t>y</a:t>
            </a:r>
            <a:r>
              <a:rPr lang="en-US" altLang="zh-CN" sz="2500" b="1" dirty="0">
                <a:latin typeface="Times New Roman" panose="02020603050405020304" pitchFamily="18" charset="0"/>
                <a:cs typeface="Times New Roman" panose="02020603050405020304" pitchFamily="18" charset="0"/>
              </a:rPr>
              <a:t> ) :   </a:t>
            </a:r>
            <a:r>
              <a:rPr lang="en-US" altLang="zh-CN" sz="2500" b="1" i="1" dirty="0">
                <a:latin typeface="Times New Roman" panose="02020603050405020304" pitchFamily="18" charset="0"/>
                <a:cs typeface="Times New Roman" panose="02020603050405020304" pitchFamily="18" charset="0"/>
              </a:rPr>
              <a:t>x</a:t>
            </a:r>
            <a:r>
              <a:rPr lang="en-US" altLang="zh-CN" sz="2500" b="1" dirty="0">
                <a:latin typeface="Times New Roman" panose="02020603050405020304" pitchFamily="18" charset="0"/>
                <a:cs typeface="Times New Roman" panose="02020603050405020304" pitchFamily="18" charset="0"/>
              </a:rPr>
              <a:t> </a:t>
            </a:r>
            <a:r>
              <a:rPr lang="zh-CN" altLang="en-US" sz="2500" b="1" dirty="0">
                <a:latin typeface="Times New Roman" panose="02020603050405020304" pitchFamily="18" charset="0"/>
              </a:rPr>
              <a:t>是 </a:t>
            </a:r>
            <a:r>
              <a:rPr lang="en-US" altLang="zh-CN" sz="2500" b="1" i="1" dirty="0">
                <a:latin typeface="Times New Roman" panose="02020603050405020304" pitchFamily="18" charset="0"/>
              </a:rPr>
              <a:t>y</a:t>
            </a:r>
            <a:r>
              <a:rPr lang="en-US" altLang="zh-CN" sz="2500" b="1" dirty="0">
                <a:latin typeface="Times New Roman" panose="02020603050405020304" pitchFamily="18" charset="0"/>
              </a:rPr>
              <a:t>  </a:t>
            </a:r>
            <a:r>
              <a:rPr lang="zh-CN" altLang="en-US" sz="2500" b="1" dirty="0">
                <a:latin typeface="Times New Roman" panose="02020603050405020304" pitchFamily="18" charset="0"/>
              </a:rPr>
              <a:t>的姐妹</a:t>
            </a:r>
            <a:endParaRPr lang="zh-CN" altLang="en-US" sz="2500" b="1" dirty="0">
              <a:latin typeface="Times New Roman" panose="02020603050405020304" pitchFamily="18" charset="0"/>
              <a:cs typeface="Times New Roman" panose="02020603050405020304" pitchFamily="18" charset="0"/>
            </a:endParaRPr>
          </a:p>
          <a:p>
            <a:pPr marL="0" lvl="0" indent="0" algn="just" eaLnBrk="1" hangingPunct="1">
              <a:lnSpc>
                <a:spcPct val="120000"/>
              </a:lnSpc>
              <a:buNone/>
            </a:pPr>
            <a:r>
              <a:rPr lang="zh-CN" altLang="en-US" sz="2500" b="1" dirty="0">
                <a:latin typeface="Times New Roman" panose="02020603050405020304" pitchFamily="18" charset="0"/>
                <a:cs typeface="Times New Roman" panose="02020603050405020304" pitchFamily="18" charset="0"/>
              </a:rPr>
              <a:t>               </a:t>
            </a:r>
            <a:r>
              <a:rPr lang="en-US" altLang="zh-CN" sz="2500" b="1" i="1" dirty="0">
                <a:latin typeface="Times New Roman" panose="02020603050405020304" pitchFamily="18" charset="0"/>
                <a:cs typeface="Times New Roman" panose="02020603050405020304" pitchFamily="18" charset="0"/>
              </a:rPr>
              <a:t>woman </a:t>
            </a:r>
            <a:r>
              <a:rPr lang="en-US" altLang="zh-CN" sz="2500" b="1" dirty="0">
                <a:latin typeface="Times New Roman" panose="02020603050405020304" pitchFamily="18" charset="0"/>
                <a:cs typeface="Times New Roman" panose="02020603050405020304" pitchFamily="18" charset="0"/>
              </a:rPr>
              <a:t>( </a:t>
            </a:r>
            <a:r>
              <a:rPr lang="en-US" altLang="zh-CN" sz="2500" b="1" i="1" dirty="0">
                <a:latin typeface="Times New Roman" panose="02020603050405020304" pitchFamily="18" charset="0"/>
                <a:cs typeface="Times New Roman" panose="02020603050405020304" pitchFamily="18" charset="0"/>
              </a:rPr>
              <a:t>x</a:t>
            </a:r>
            <a:r>
              <a:rPr lang="en-US" altLang="zh-CN" sz="2500" b="1" dirty="0">
                <a:latin typeface="Times New Roman" panose="02020603050405020304" pitchFamily="18" charset="0"/>
                <a:cs typeface="Times New Roman" panose="02020603050405020304" pitchFamily="18" charset="0"/>
              </a:rPr>
              <a:t> ) :  </a:t>
            </a:r>
            <a:r>
              <a:rPr lang="en-US" altLang="zh-CN" sz="2500" b="1" i="1" dirty="0">
                <a:latin typeface="Times New Roman" panose="02020603050405020304" pitchFamily="18" charset="0"/>
                <a:cs typeface="Times New Roman" panose="02020603050405020304" pitchFamily="18" charset="0"/>
              </a:rPr>
              <a:t>x </a:t>
            </a:r>
            <a:r>
              <a:rPr lang="zh-CN" altLang="en-US" sz="2500" b="1" dirty="0">
                <a:latin typeface="Times New Roman" panose="02020603050405020304" pitchFamily="18" charset="0"/>
              </a:rPr>
              <a:t>是女性</a:t>
            </a:r>
            <a:endParaRPr lang="zh-CN" altLang="en-US" sz="2500" b="1" dirty="0">
              <a:latin typeface="Times New Roman" panose="02020603050405020304" pitchFamily="18" charset="0"/>
            </a:endParaRPr>
          </a:p>
        </p:txBody>
      </p:sp>
      <p:sp>
        <p:nvSpPr>
          <p:cNvPr id="96261" name="Rectangle 6"/>
          <p:cNvSpPr/>
          <p:nvPr/>
        </p:nvSpPr>
        <p:spPr>
          <a:xfrm>
            <a:off x="4152900" y="33289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96262" name="Rectangle 8"/>
          <p:cNvSpPr/>
          <p:nvPr/>
        </p:nvSpPr>
        <p:spPr>
          <a:xfrm>
            <a:off x="4510088" y="3357563"/>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96263" name="Rectangle 10"/>
          <p:cNvSpPr/>
          <p:nvPr/>
        </p:nvSpPr>
        <p:spPr>
          <a:xfrm>
            <a:off x="4500563" y="334803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96264" name="Rectangle 12"/>
          <p:cNvSpPr/>
          <p:nvPr/>
        </p:nvSpPr>
        <p:spPr>
          <a:xfrm>
            <a:off x="4210050" y="33289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96265" name="Rectangle 16"/>
          <p:cNvSpPr/>
          <p:nvPr/>
        </p:nvSpPr>
        <p:spPr>
          <a:xfrm>
            <a:off x="4233863" y="33289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3187">
                                            <p:txEl>
                                              <p:charRg st="125" end="135"/>
                                            </p:txEl>
                                          </p:spTgt>
                                        </p:tgtEl>
                                        <p:attrNameLst>
                                          <p:attrName>style.visibility</p:attrName>
                                        </p:attrNameLst>
                                      </p:cBhvr>
                                      <p:to>
                                        <p:strVal val="visible"/>
                                      </p:to>
                                    </p:set>
                                    <p:anim calcmode="lin" valueType="num">
                                      <p:cBhvr additive="base">
                                        <p:cTn id="7" dur="500" fill="hold"/>
                                        <p:tgtEl>
                                          <p:spTgt spid="93187">
                                            <p:txEl>
                                              <p:charRg st="125" end="135"/>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3187">
                                            <p:txEl>
                                              <p:charRg st="125" end="135"/>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93187">
                                            <p:txEl>
                                              <p:charRg st="135" end="183"/>
                                            </p:txEl>
                                          </p:spTgt>
                                        </p:tgtEl>
                                        <p:attrNameLst>
                                          <p:attrName>style.visibility</p:attrName>
                                        </p:attrNameLst>
                                      </p:cBhvr>
                                      <p:to>
                                        <p:strVal val="visible"/>
                                      </p:to>
                                    </p:set>
                                    <p:anim calcmode="lin" valueType="num">
                                      <p:cBhvr additive="base">
                                        <p:cTn id="12" dur="500" fill="hold"/>
                                        <p:tgtEl>
                                          <p:spTgt spid="93187">
                                            <p:txEl>
                                              <p:charRg st="135" end="183"/>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93187">
                                            <p:txEl>
                                              <p:charRg st="135" end="183"/>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93187">
                                            <p:txEl>
                                              <p:charRg st="183" end="229"/>
                                            </p:txEl>
                                          </p:spTgt>
                                        </p:tgtEl>
                                        <p:attrNameLst>
                                          <p:attrName>style.visibility</p:attrName>
                                        </p:attrNameLst>
                                      </p:cBhvr>
                                      <p:to>
                                        <p:strVal val="visible"/>
                                      </p:to>
                                    </p:set>
                                    <p:anim calcmode="lin" valueType="num">
                                      <p:cBhvr additive="base">
                                        <p:cTn id="17" dur="500" fill="hold"/>
                                        <p:tgtEl>
                                          <p:spTgt spid="93187">
                                            <p:txEl>
                                              <p:charRg st="183" end="229"/>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93187">
                                            <p:txEl>
                                              <p:charRg st="183" end="229"/>
                                            </p:txEl>
                                          </p:spTgt>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93187">
                                            <p:txEl>
                                              <p:charRg st="229" end="265"/>
                                            </p:txEl>
                                          </p:spTgt>
                                        </p:tgtEl>
                                        <p:attrNameLst>
                                          <p:attrName>style.visibility</p:attrName>
                                        </p:attrNameLst>
                                      </p:cBhvr>
                                      <p:to>
                                        <p:strVal val="visible"/>
                                      </p:to>
                                    </p:set>
                                    <p:anim calcmode="lin" valueType="num">
                                      <p:cBhvr additive="base">
                                        <p:cTn id="22" dur="500" fill="hold"/>
                                        <p:tgtEl>
                                          <p:spTgt spid="93187">
                                            <p:txEl>
                                              <p:charRg st="229" end="265"/>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93187">
                                            <p:txEl>
                                              <p:charRg st="229" end="26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灯片编号占位符 1"/>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97283" name="Rectangle 2"/>
          <p:cNvSpPr/>
          <p:nvPr/>
        </p:nvSpPr>
        <p:spPr>
          <a:xfrm>
            <a:off x="0" y="0"/>
            <a:ext cx="9144000" cy="765175"/>
          </a:xfrm>
          <a:prstGeom prst="rect">
            <a:avLst/>
          </a:prstGeom>
          <a:solidFill>
            <a:srgbClr val="A50021"/>
          </a:solidFill>
          <a:ln w="9525">
            <a:noFill/>
          </a:ln>
        </p:spPr>
        <p:txBody>
          <a:bodyPr anchor="b"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176530" eaLnBrk="1" hangingPunct="1">
              <a:spcBef>
                <a:spcPct val="0"/>
              </a:spcBef>
              <a:buClrTx/>
              <a:buFontTx/>
              <a:buNone/>
            </a:pPr>
            <a:r>
              <a:rPr lang="en-US" altLang="zh-CN" sz="3600" dirty="0">
                <a:solidFill>
                  <a:schemeClr val="bg1"/>
                </a:solidFill>
                <a:latin typeface="Times New Roman" panose="02020603050405020304" pitchFamily="18" charset="0"/>
                <a:ea typeface="黑体" panose="02010609060101010101" pitchFamily="49" charset="-122"/>
              </a:rPr>
              <a:t>3.5  </a:t>
            </a:r>
            <a:r>
              <a:rPr lang="zh-CN" altLang="en-US" sz="3600" dirty="0">
                <a:solidFill>
                  <a:schemeClr val="bg1"/>
                </a:solidFill>
                <a:latin typeface="Times New Roman" panose="02020603050405020304" pitchFamily="18" charset="0"/>
                <a:ea typeface="黑体" panose="02010609060101010101" pitchFamily="49" charset="-122"/>
              </a:rPr>
              <a:t>归结反演</a:t>
            </a:r>
            <a:endParaRPr lang="zh-CN" altLang="en-US" sz="3600" dirty="0">
              <a:solidFill>
                <a:schemeClr val="bg1"/>
              </a:solidFill>
              <a:latin typeface="Times New Roman" panose="02020603050405020304" pitchFamily="18" charset="0"/>
              <a:ea typeface="黑体" panose="02010609060101010101" pitchFamily="49" charset="-122"/>
            </a:endParaRPr>
          </a:p>
        </p:txBody>
      </p:sp>
      <p:sp>
        <p:nvSpPr>
          <p:cNvPr id="94211" name="Rectangle 3"/>
          <p:cNvSpPr/>
          <p:nvPr/>
        </p:nvSpPr>
        <p:spPr>
          <a:xfrm>
            <a:off x="250825" y="908050"/>
            <a:ext cx="8740775" cy="5721350"/>
          </a:xfrm>
          <a:prstGeom prst="rect">
            <a:avLst/>
          </a:prstGeom>
          <a:gradFill rotWithShape="1">
            <a:gsLst>
              <a:gs pos="0">
                <a:srgbClr val="FFFF99"/>
              </a:gs>
              <a:gs pos="100000">
                <a:schemeClr val="bg1"/>
              </a:gs>
            </a:gsLst>
            <a:path path="shape">
              <a:fillToRect l="50000" t="50000" r="50000" b="50000"/>
            </a:path>
            <a:tileRect/>
          </a:gradFill>
          <a:ln w="9525" cap="flat" cmpd="sng">
            <a:solidFill>
              <a:srgbClr val="808080"/>
            </a:solidFill>
            <a:prstDash val="solid"/>
            <a:miter/>
            <a:headEnd type="none" w="med" len="med"/>
            <a:tailEnd type="none" w="med" len="med"/>
          </a:ln>
        </p:spPr>
        <p:txBody>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469900" lvl="0" indent="-469900" algn="just" eaLnBrk="1" hangingPunct="1"/>
            <a:r>
              <a:rPr lang="zh-CN" altLang="en-US" sz="2400" b="1" dirty="0">
                <a:latin typeface="宋体" panose="02010600030101010101" pitchFamily="2" charset="-122"/>
              </a:rPr>
              <a:t>证明：将规则与事实用谓词公式表示：</a:t>
            </a:r>
            <a:endParaRPr lang="zh-CN" altLang="en-US" sz="2400" b="1" dirty="0">
              <a:latin typeface="Times New Roman" panose="02020603050405020304" pitchFamily="18" charset="0"/>
              <a:cs typeface="Times New Roman" panose="02020603050405020304" pitchFamily="18" charset="0"/>
            </a:endParaRPr>
          </a:p>
          <a:p>
            <a:pPr marL="469900" lvl="0" indent="-469900" eaLnBrk="1" hangingPunct="1">
              <a:buNone/>
            </a:pPr>
            <a:endParaRPr lang="en-US" altLang="zh-CN" dirty="0"/>
          </a:p>
        </p:txBody>
      </p:sp>
      <p:sp>
        <p:nvSpPr>
          <p:cNvPr id="94213" name="Rectangle 5"/>
          <p:cNvSpPr/>
          <p:nvPr/>
        </p:nvSpPr>
        <p:spPr>
          <a:xfrm>
            <a:off x="304800" y="2971800"/>
            <a:ext cx="8001000" cy="45720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algn="just" eaLnBrk="1" hangingPunct="1">
              <a:spcBef>
                <a:spcPct val="0"/>
              </a:spcBef>
              <a:buClr>
                <a:srgbClr val="0000FF"/>
              </a:buClr>
              <a:buFont typeface="Wingdings" panose="05000000000000000000" pitchFamily="2" charset="2"/>
              <a:buChar char="§"/>
            </a:pPr>
            <a:r>
              <a:rPr lang="en-US" altLang="zh-CN" sz="2400" dirty="0">
                <a:latin typeface="宋体" panose="02010600030101010101" pitchFamily="2" charset="-122"/>
              </a:rPr>
              <a:t> </a:t>
            </a:r>
            <a:r>
              <a:rPr lang="zh-CN" altLang="en-US" sz="2400" b="1" dirty="0">
                <a:latin typeface="宋体" panose="02010600030101010101" pitchFamily="2" charset="-122"/>
              </a:rPr>
              <a:t>把要求证的结论用谓词公式表示出来并否定，得：</a:t>
            </a:r>
            <a:endParaRPr lang="zh-CN" altLang="en-US" sz="2400" b="1" dirty="0"/>
          </a:p>
        </p:txBody>
      </p:sp>
      <p:sp>
        <p:nvSpPr>
          <p:cNvPr id="94222" name="Text Box 14"/>
          <p:cNvSpPr txBox="1"/>
          <p:nvPr/>
        </p:nvSpPr>
        <p:spPr>
          <a:xfrm>
            <a:off x="304800" y="3962400"/>
            <a:ext cx="4495800" cy="45720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Clr>
                <a:srgbClr val="0000FF"/>
              </a:buClr>
              <a:buFont typeface="Wingdings" panose="05000000000000000000" pitchFamily="2" charset="2"/>
              <a:buChar char="§"/>
            </a:pPr>
            <a:r>
              <a:rPr lang="en-US" altLang="zh-CN" sz="2400" dirty="0">
                <a:latin typeface="宋体" panose="02010600030101010101" pitchFamily="2" charset="-122"/>
              </a:rPr>
              <a:t> </a:t>
            </a:r>
            <a:r>
              <a:rPr lang="zh-CN" altLang="en-US" sz="2400" b="1" dirty="0">
                <a:latin typeface="宋体" panose="02010600030101010101" pitchFamily="2" charset="-122"/>
              </a:rPr>
              <a:t>把上述公式化成子句集：</a:t>
            </a:r>
            <a:r>
              <a:rPr lang="zh-CN" altLang="en-US" sz="1800" dirty="0"/>
              <a:t> </a:t>
            </a:r>
            <a:endParaRPr lang="zh-CN" altLang="en-US" sz="1800" dirty="0"/>
          </a:p>
        </p:txBody>
      </p:sp>
      <p:sp>
        <p:nvSpPr>
          <p:cNvPr id="94229" name="AutoShape 21"/>
          <p:cNvSpPr/>
          <p:nvPr/>
        </p:nvSpPr>
        <p:spPr>
          <a:xfrm>
            <a:off x="4267200" y="1600200"/>
            <a:ext cx="609600" cy="3962400"/>
          </a:xfrm>
          <a:prstGeom prst="curvedLeftArrow">
            <a:avLst>
              <a:gd name="adj1" fmla="val 130000"/>
              <a:gd name="adj2" fmla="val 260000"/>
              <a:gd name="adj3" fmla="val 33333"/>
            </a:avLst>
          </a:prstGeom>
          <a:gradFill rotWithShape="0">
            <a:gsLst>
              <a:gs pos="0">
                <a:srgbClr val="FF99CC"/>
              </a:gs>
              <a:gs pos="100000">
                <a:schemeClr val="bg1"/>
              </a:gs>
            </a:gsLst>
            <a:path path="rect">
              <a:fillToRect l="50000" t="50000" r="50000" b="50000"/>
            </a:path>
            <a:tileRect/>
          </a:gradFill>
          <a:ln w="9525" cap="flat" cmpd="sng">
            <a:solidFill>
              <a:srgbClr val="FF0000"/>
            </a:solidFill>
            <a:prstDash val="solid"/>
            <a:miter/>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97288" name="Rectangle 23"/>
          <p:cNvSpPr/>
          <p:nvPr/>
        </p:nvSpPr>
        <p:spPr>
          <a:xfrm>
            <a:off x="3448050" y="33289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97289" name="Rectangle 25"/>
          <p:cNvSpPr/>
          <p:nvPr/>
        </p:nvSpPr>
        <p:spPr>
          <a:xfrm>
            <a:off x="3557588" y="33289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97290" name="Rectangle 27"/>
          <p:cNvSpPr/>
          <p:nvPr/>
        </p:nvSpPr>
        <p:spPr>
          <a:xfrm>
            <a:off x="4005263" y="33289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97291" name="Text Box 10"/>
          <p:cNvSpPr txBox="1"/>
          <p:nvPr/>
        </p:nvSpPr>
        <p:spPr>
          <a:xfrm>
            <a:off x="381000" y="1371600"/>
            <a:ext cx="3962400" cy="1552575"/>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ClrTx/>
              <a:buFontTx/>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marL="0" lvl="0" indent="0" eaLnBrk="1" hangingPunct="1">
              <a:spcBef>
                <a:spcPct val="50000"/>
              </a:spcBef>
              <a:buClrTx/>
              <a:buFontTx/>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marL="0" lvl="0" indent="0" eaLnBrk="1" hangingPunct="1">
              <a:spcBef>
                <a:spcPct val="50000"/>
              </a:spcBef>
              <a:buClrTx/>
              <a:buFontTx/>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3</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p:txBody>
      </p:sp>
      <p:graphicFrame>
        <p:nvGraphicFramePr>
          <p:cNvPr id="97292" name="Object 0"/>
          <p:cNvGraphicFramePr>
            <a:graphicFrameLocks noChangeAspect="1"/>
          </p:cNvGraphicFramePr>
          <p:nvPr/>
        </p:nvGraphicFramePr>
        <p:xfrm>
          <a:off x="1103313" y="1371600"/>
          <a:ext cx="5068887" cy="414338"/>
        </p:xfrm>
        <a:graphic>
          <a:graphicData uri="http://schemas.openxmlformats.org/presentationml/2006/ole">
            <mc:AlternateContent xmlns:mc="http://schemas.openxmlformats.org/markup-compatibility/2006">
              <mc:Choice xmlns:v="urn:schemas-microsoft-com:vml" Requires="v">
                <p:oleObj spid="_x0000_s3209" name="" r:id="rId2" imgW="42348150" imgH="3514725" progId="Equation.3">
                  <p:embed/>
                </p:oleObj>
              </mc:Choice>
              <mc:Fallback>
                <p:oleObj name="" r:id="rId2" imgW="42348150" imgH="3514725" progId="Equation.3">
                  <p:embed/>
                  <p:pic>
                    <p:nvPicPr>
                      <p:cNvPr id="0" name="图片 3208"/>
                      <p:cNvPicPr/>
                      <p:nvPr/>
                    </p:nvPicPr>
                    <p:blipFill>
                      <a:blip r:embed="rId3"/>
                      <a:stretch>
                        <a:fillRect/>
                      </a:stretch>
                    </p:blipFill>
                    <p:spPr>
                      <a:xfrm>
                        <a:off x="1103313" y="1371600"/>
                        <a:ext cx="5068887" cy="414338"/>
                      </a:xfrm>
                      <a:prstGeom prst="rect">
                        <a:avLst/>
                      </a:prstGeom>
                      <a:noFill/>
                      <a:ln w="38100">
                        <a:noFill/>
                        <a:miter/>
                      </a:ln>
                    </p:spPr>
                  </p:pic>
                </p:oleObj>
              </mc:Fallback>
            </mc:AlternateContent>
          </a:graphicData>
        </a:graphic>
      </p:graphicFrame>
      <p:graphicFrame>
        <p:nvGraphicFramePr>
          <p:cNvPr id="97293" name="Object 1"/>
          <p:cNvGraphicFramePr>
            <a:graphicFrameLocks noChangeAspect="1"/>
          </p:cNvGraphicFramePr>
          <p:nvPr/>
        </p:nvGraphicFramePr>
        <p:xfrm>
          <a:off x="1100138" y="1981200"/>
          <a:ext cx="4583112" cy="412750"/>
        </p:xfrm>
        <a:graphic>
          <a:graphicData uri="http://schemas.openxmlformats.org/presentationml/2006/ole">
            <mc:AlternateContent xmlns:mc="http://schemas.openxmlformats.org/markup-compatibility/2006">
              <mc:Choice xmlns:v="urn:schemas-microsoft-com:vml" Requires="v">
                <p:oleObj spid="_x0000_s3208" name="" r:id="rId4" imgW="38404800" imgH="3514725" progId="Equation.3">
                  <p:embed/>
                </p:oleObj>
              </mc:Choice>
              <mc:Fallback>
                <p:oleObj name="" r:id="rId4" imgW="38404800" imgH="3514725" progId="Equation.3">
                  <p:embed/>
                  <p:pic>
                    <p:nvPicPr>
                      <p:cNvPr id="0" name="图片 3207"/>
                      <p:cNvPicPr/>
                      <p:nvPr/>
                    </p:nvPicPr>
                    <p:blipFill>
                      <a:blip r:embed="rId5"/>
                      <a:stretch>
                        <a:fillRect/>
                      </a:stretch>
                    </p:blipFill>
                    <p:spPr>
                      <a:xfrm>
                        <a:off x="1100138" y="1981200"/>
                        <a:ext cx="4583112" cy="412750"/>
                      </a:xfrm>
                      <a:prstGeom prst="rect">
                        <a:avLst/>
                      </a:prstGeom>
                      <a:noFill/>
                      <a:ln w="38100">
                        <a:noFill/>
                        <a:miter/>
                      </a:ln>
                    </p:spPr>
                  </p:pic>
                </p:oleObj>
              </mc:Fallback>
            </mc:AlternateContent>
          </a:graphicData>
        </a:graphic>
      </p:graphicFrame>
      <p:graphicFrame>
        <p:nvGraphicFramePr>
          <p:cNvPr id="97294" name="Object 2"/>
          <p:cNvGraphicFramePr>
            <a:graphicFrameLocks noChangeAspect="1"/>
          </p:cNvGraphicFramePr>
          <p:nvPr/>
        </p:nvGraphicFramePr>
        <p:xfrm>
          <a:off x="1143000" y="2514600"/>
          <a:ext cx="2286000" cy="401638"/>
        </p:xfrm>
        <a:graphic>
          <a:graphicData uri="http://schemas.openxmlformats.org/presentationml/2006/ole">
            <mc:AlternateContent xmlns:mc="http://schemas.openxmlformats.org/markup-compatibility/2006">
              <mc:Choice xmlns:v="urn:schemas-microsoft-com:vml" Requires="v">
                <p:oleObj spid="_x0000_s3205" name="" r:id="rId6" imgW="19526250" imgH="3514725" progId="Equation.3">
                  <p:embed/>
                </p:oleObj>
              </mc:Choice>
              <mc:Fallback>
                <p:oleObj name="" r:id="rId6" imgW="19526250" imgH="3514725" progId="Equation.3">
                  <p:embed/>
                  <p:pic>
                    <p:nvPicPr>
                      <p:cNvPr id="0" name="图片 3204"/>
                      <p:cNvPicPr/>
                      <p:nvPr/>
                    </p:nvPicPr>
                    <p:blipFill>
                      <a:blip r:embed="rId7"/>
                      <a:stretch>
                        <a:fillRect/>
                      </a:stretch>
                    </p:blipFill>
                    <p:spPr>
                      <a:xfrm>
                        <a:off x="1143000" y="2514600"/>
                        <a:ext cx="2286000" cy="401638"/>
                      </a:xfrm>
                      <a:prstGeom prst="rect">
                        <a:avLst/>
                      </a:prstGeom>
                      <a:noFill/>
                      <a:ln w="38100">
                        <a:noFill/>
                        <a:miter/>
                      </a:ln>
                    </p:spPr>
                  </p:pic>
                </p:oleObj>
              </mc:Fallback>
            </mc:AlternateContent>
          </a:graphicData>
        </a:graphic>
      </p:graphicFrame>
      <p:sp>
        <p:nvSpPr>
          <p:cNvPr id="97295" name="Rectangle 29"/>
          <p:cNvSpPr/>
          <p:nvPr/>
        </p:nvSpPr>
        <p:spPr>
          <a:xfrm>
            <a:off x="3881438" y="33289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97296" name="Text Box 12"/>
          <p:cNvSpPr txBox="1"/>
          <p:nvPr/>
        </p:nvSpPr>
        <p:spPr>
          <a:xfrm>
            <a:off x="381000" y="3505200"/>
            <a:ext cx="3962400" cy="45720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ClrTx/>
              <a:buFontTx/>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4</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p:txBody>
      </p:sp>
      <p:graphicFrame>
        <p:nvGraphicFramePr>
          <p:cNvPr id="97297" name="Object 3"/>
          <p:cNvGraphicFramePr>
            <a:graphicFrameLocks noChangeAspect="1"/>
          </p:cNvGraphicFramePr>
          <p:nvPr/>
        </p:nvGraphicFramePr>
        <p:xfrm>
          <a:off x="1143000" y="3505200"/>
          <a:ext cx="2795588" cy="441325"/>
        </p:xfrm>
        <a:graphic>
          <a:graphicData uri="http://schemas.openxmlformats.org/presentationml/2006/ole">
            <mc:AlternateContent xmlns:mc="http://schemas.openxmlformats.org/markup-compatibility/2006">
              <mc:Choice xmlns:v="urn:schemas-microsoft-com:vml" Requires="v">
                <p:oleObj spid="_x0000_s3212" name="" r:id="rId8" imgW="21945600" imgH="3514725" progId="Equation.3">
                  <p:embed/>
                </p:oleObj>
              </mc:Choice>
              <mc:Fallback>
                <p:oleObj name="" r:id="rId8" imgW="21945600" imgH="3514725" progId="Equation.3">
                  <p:embed/>
                  <p:pic>
                    <p:nvPicPr>
                      <p:cNvPr id="0" name="图片 3211"/>
                      <p:cNvPicPr/>
                      <p:nvPr/>
                    </p:nvPicPr>
                    <p:blipFill>
                      <a:blip r:embed="rId9"/>
                      <a:stretch>
                        <a:fillRect/>
                      </a:stretch>
                    </p:blipFill>
                    <p:spPr>
                      <a:xfrm>
                        <a:off x="1143000" y="3505200"/>
                        <a:ext cx="2795588" cy="441325"/>
                      </a:xfrm>
                      <a:prstGeom prst="rect">
                        <a:avLst/>
                      </a:prstGeom>
                      <a:noFill/>
                      <a:ln w="38100">
                        <a:noFill/>
                        <a:miter/>
                      </a:ln>
                    </p:spPr>
                  </p:pic>
                </p:oleObj>
              </mc:Fallback>
            </mc:AlternateContent>
          </a:graphicData>
        </a:graphic>
      </p:graphicFrame>
      <p:sp>
        <p:nvSpPr>
          <p:cNvPr id="97298" name="Rectangle 31"/>
          <p:cNvSpPr/>
          <p:nvPr/>
        </p:nvSpPr>
        <p:spPr>
          <a:xfrm>
            <a:off x="3490913" y="3319463"/>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97299" name="Rectangle 33"/>
          <p:cNvSpPr/>
          <p:nvPr/>
        </p:nvSpPr>
        <p:spPr>
          <a:xfrm>
            <a:off x="3600450" y="3319463"/>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97300" name="Rectangle 35"/>
          <p:cNvSpPr/>
          <p:nvPr/>
        </p:nvSpPr>
        <p:spPr>
          <a:xfrm>
            <a:off x="3848100" y="3314700"/>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97301" name="Rectangle 37"/>
          <p:cNvSpPr/>
          <p:nvPr/>
        </p:nvSpPr>
        <p:spPr>
          <a:xfrm>
            <a:off x="3767138" y="3319463"/>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nvGrpSpPr>
          <p:cNvPr id="2" name="Group 47"/>
          <p:cNvGrpSpPr/>
          <p:nvPr/>
        </p:nvGrpSpPr>
        <p:grpSpPr>
          <a:xfrm>
            <a:off x="457200" y="4419600"/>
            <a:ext cx="4724400" cy="2055813"/>
            <a:chOff x="288" y="2784"/>
            <a:chExt cx="2976" cy="1295"/>
          </a:xfrm>
        </p:grpSpPr>
        <p:graphicFrame>
          <p:nvGraphicFramePr>
            <p:cNvPr id="97311" name="Object 7"/>
            <p:cNvGraphicFramePr>
              <a:graphicFrameLocks noChangeAspect="1"/>
            </p:cNvGraphicFramePr>
            <p:nvPr/>
          </p:nvGraphicFramePr>
          <p:xfrm>
            <a:off x="288" y="2784"/>
            <a:ext cx="2976" cy="301"/>
          </p:xfrm>
          <a:graphic>
            <a:graphicData uri="http://schemas.openxmlformats.org/presentationml/2006/ole">
              <mc:AlternateContent xmlns:mc="http://schemas.openxmlformats.org/markup-compatibility/2006">
                <mc:Choice xmlns:v="urn:schemas-microsoft-com:vml" Requires="v">
                  <p:oleObj spid="_x0000_s3213" name="" r:id="rId10" imgW="37299900" imgH="3733800" progId="Equation.3">
                    <p:embed/>
                  </p:oleObj>
                </mc:Choice>
                <mc:Fallback>
                  <p:oleObj name="" r:id="rId10" imgW="37299900" imgH="3733800" progId="Equation.3">
                    <p:embed/>
                    <p:pic>
                      <p:nvPicPr>
                        <p:cNvPr id="0" name="图片 3212"/>
                        <p:cNvPicPr/>
                        <p:nvPr/>
                      </p:nvPicPr>
                      <p:blipFill>
                        <a:blip r:embed="rId11"/>
                        <a:stretch>
                          <a:fillRect/>
                        </a:stretch>
                      </p:blipFill>
                      <p:spPr>
                        <a:xfrm>
                          <a:off x="288" y="2784"/>
                          <a:ext cx="2976" cy="301"/>
                        </a:xfrm>
                        <a:prstGeom prst="rect">
                          <a:avLst/>
                        </a:prstGeom>
                        <a:noFill/>
                        <a:ln w="38100">
                          <a:noFill/>
                          <a:miter/>
                        </a:ln>
                      </p:spPr>
                    </p:pic>
                  </p:oleObj>
                </mc:Fallback>
              </mc:AlternateContent>
            </a:graphicData>
          </a:graphic>
        </p:graphicFrame>
        <p:graphicFrame>
          <p:nvGraphicFramePr>
            <p:cNvPr id="97312" name="Object 8"/>
            <p:cNvGraphicFramePr>
              <a:graphicFrameLocks noChangeAspect="1"/>
            </p:cNvGraphicFramePr>
            <p:nvPr/>
          </p:nvGraphicFramePr>
          <p:xfrm>
            <a:off x="288" y="3120"/>
            <a:ext cx="2832" cy="319"/>
          </p:xfrm>
          <a:graphic>
            <a:graphicData uri="http://schemas.openxmlformats.org/presentationml/2006/ole">
              <mc:AlternateContent xmlns:mc="http://schemas.openxmlformats.org/markup-compatibility/2006">
                <mc:Choice xmlns:v="urn:schemas-microsoft-com:vml" Requires="v">
                  <p:oleObj spid="_x0000_s3206" name="" r:id="rId12" imgW="33575625" imgH="3733800" progId="Equation.3">
                    <p:embed/>
                  </p:oleObj>
                </mc:Choice>
                <mc:Fallback>
                  <p:oleObj name="" r:id="rId12" imgW="33575625" imgH="3733800" progId="Equation.3">
                    <p:embed/>
                    <p:pic>
                      <p:nvPicPr>
                        <p:cNvPr id="0" name="图片 3205"/>
                        <p:cNvPicPr/>
                        <p:nvPr/>
                      </p:nvPicPr>
                      <p:blipFill>
                        <a:blip r:embed="rId13"/>
                        <a:stretch>
                          <a:fillRect/>
                        </a:stretch>
                      </p:blipFill>
                      <p:spPr>
                        <a:xfrm>
                          <a:off x="288" y="3120"/>
                          <a:ext cx="2832" cy="319"/>
                        </a:xfrm>
                        <a:prstGeom prst="rect">
                          <a:avLst/>
                        </a:prstGeom>
                        <a:noFill/>
                        <a:ln w="38100">
                          <a:noFill/>
                          <a:miter/>
                        </a:ln>
                      </p:spPr>
                    </p:pic>
                  </p:oleObj>
                </mc:Fallback>
              </mc:AlternateContent>
            </a:graphicData>
          </a:graphic>
        </p:graphicFrame>
        <p:graphicFrame>
          <p:nvGraphicFramePr>
            <p:cNvPr id="97313" name="Object 9"/>
            <p:cNvGraphicFramePr>
              <a:graphicFrameLocks noChangeAspect="1"/>
            </p:cNvGraphicFramePr>
            <p:nvPr/>
          </p:nvGraphicFramePr>
          <p:xfrm>
            <a:off x="288" y="3456"/>
            <a:ext cx="1968" cy="310"/>
          </p:xfrm>
          <a:graphic>
            <a:graphicData uri="http://schemas.openxmlformats.org/presentationml/2006/ole">
              <mc:AlternateContent xmlns:mc="http://schemas.openxmlformats.org/markup-compatibility/2006">
                <mc:Choice xmlns:v="urn:schemas-microsoft-com:vml" Requires="v">
                  <p:oleObj spid="_x0000_s3203" name="" r:id="rId14" imgW="25012650" imgH="3952875" progId="Equation.3">
                    <p:embed/>
                  </p:oleObj>
                </mc:Choice>
                <mc:Fallback>
                  <p:oleObj name="" r:id="rId14" imgW="25012650" imgH="3952875" progId="Equation.3">
                    <p:embed/>
                    <p:pic>
                      <p:nvPicPr>
                        <p:cNvPr id="0" name="图片 3202"/>
                        <p:cNvPicPr/>
                        <p:nvPr/>
                      </p:nvPicPr>
                      <p:blipFill>
                        <a:blip r:embed="rId15"/>
                        <a:stretch>
                          <a:fillRect/>
                        </a:stretch>
                      </p:blipFill>
                      <p:spPr>
                        <a:xfrm>
                          <a:off x="288" y="3456"/>
                          <a:ext cx="1968" cy="310"/>
                        </a:xfrm>
                        <a:prstGeom prst="rect">
                          <a:avLst/>
                        </a:prstGeom>
                        <a:noFill/>
                        <a:ln w="38100">
                          <a:noFill/>
                          <a:miter/>
                        </a:ln>
                      </p:spPr>
                    </p:pic>
                  </p:oleObj>
                </mc:Fallback>
              </mc:AlternateContent>
            </a:graphicData>
          </a:graphic>
        </p:graphicFrame>
        <p:graphicFrame>
          <p:nvGraphicFramePr>
            <p:cNvPr id="97314" name="Object 10"/>
            <p:cNvGraphicFramePr>
              <a:graphicFrameLocks noChangeAspect="1"/>
            </p:cNvGraphicFramePr>
            <p:nvPr/>
          </p:nvGraphicFramePr>
          <p:xfrm>
            <a:off x="305" y="3792"/>
            <a:ext cx="2078" cy="287"/>
          </p:xfrm>
          <a:graphic>
            <a:graphicData uri="http://schemas.openxmlformats.org/presentationml/2006/ole">
              <mc:AlternateContent xmlns:mc="http://schemas.openxmlformats.org/markup-compatibility/2006">
                <mc:Choice xmlns:v="urn:schemas-microsoft-com:vml" Requires="v">
                  <p:oleObj spid="_x0000_s3207" name="" r:id="rId16" imgW="27432000" imgH="3733800" progId="Equation.3">
                    <p:embed/>
                  </p:oleObj>
                </mc:Choice>
                <mc:Fallback>
                  <p:oleObj name="" r:id="rId16" imgW="27432000" imgH="3733800" progId="Equation.3">
                    <p:embed/>
                    <p:pic>
                      <p:nvPicPr>
                        <p:cNvPr id="0" name="图片 3206"/>
                        <p:cNvPicPr/>
                        <p:nvPr/>
                      </p:nvPicPr>
                      <p:blipFill>
                        <a:blip r:embed="rId17"/>
                        <a:stretch>
                          <a:fillRect/>
                        </a:stretch>
                      </p:blipFill>
                      <p:spPr>
                        <a:xfrm>
                          <a:off x="305" y="3792"/>
                          <a:ext cx="2078" cy="287"/>
                        </a:xfrm>
                        <a:prstGeom prst="rect">
                          <a:avLst/>
                        </a:prstGeom>
                        <a:noFill/>
                        <a:ln w="38100">
                          <a:noFill/>
                          <a:miter/>
                        </a:ln>
                      </p:spPr>
                    </p:pic>
                  </p:oleObj>
                </mc:Fallback>
              </mc:AlternateContent>
            </a:graphicData>
          </a:graphic>
        </p:graphicFrame>
      </p:grpSp>
      <p:sp>
        <p:nvSpPr>
          <p:cNvPr id="94246" name="Text Box 38"/>
          <p:cNvSpPr txBox="1"/>
          <p:nvPr/>
        </p:nvSpPr>
        <p:spPr>
          <a:xfrm>
            <a:off x="5410200" y="3962400"/>
            <a:ext cx="4495800" cy="45720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Clr>
                <a:srgbClr val="0000FF"/>
              </a:buClr>
              <a:buFont typeface="Wingdings" panose="05000000000000000000" pitchFamily="2" charset="2"/>
              <a:buChar char="§"/>
            </a:pPr>
            <a:r>
              <a:rPr lang="en-US" altLang="zh-CN" sz="2400" b="1" dirty="0">
                <a:latin typeface="宋体" panose="02010600030101010101" pitchFamily="2" charset="-122"/>
              </a:rPr>
              <a:t> </a:t>
            </a:r>
            <a:r>
              <a:rPr lang="zh-CN" altLang="en-US" sz="2400" b="1" dirty="0">
                <a:latin typeface="宋体" panose="02010600030101010101" pitchFamily="2" charset="-122"/>
              </a:rPr>
              <a:t>将子句集进行归结：</a:t>
            </a:r>
            <a:r>
              <a:rPr lang="zh-CN" altLang="en-US" sz="1800" dirty="0"/>
              <a:t> </a:t>
            </a:r>
            <a:endParaRPr lang="zh-CN" altLang="en-US" sz="1800" dirty="0"/>
          </a:p>
        </p:txBody>
      </p:sp>
      <p:sp>
        <p:nvSpPr>
          <p:cNvPr id="97304" name="Rectangle 40"/>
          <p:cNvSpPr/>
          <p:nvPr/>
        </p:nvSpPr>
        <p:spPr>
          <a:xfrm>
            <a:off x="3919538" y="3314700"/>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97305" name="Rectangle 42"/>
          <p:cNvSpPr/>
          <p:nvPr/>
        </p:nvSpPr>
        <p:spPr>
          <a:xfrm>
            <a:off x="3767138" y="3314700"/>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97306" name="Rectangle 44"/>
          <p:cNvSpPr/>
          <p:nvPr/>
        </p:nvSpPr>
        <p:spPr>
          <a:xfrm>
            <a:off x="4195763" y="3314700"/>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nvGrpSpPr>
          <p:cNvPr id="3" name="Group 48"/>
          <p:cNvGrpSpPr/>
          <p:nvPr/>
        </p:nvGrpSpPr>
        <p:grpSpPr>
          <a:xfrm>
            <a:off x="5486400" y="4419600"/>
            <a:ext cx="3429000" cy="1774825"/>
            <a:chOff x="3456" y="2784"/>
            <a:chExt cx="2160" cy="1118"/>
          </a:xfrm>
        </p:grpSpPr>
        <p:graphicFrame>
          <p:nvGraphicFramePr>
            <p:cNvPr id="97308" name="Object 4"/>
            <p:cNvGraphicFramePr>
              <a:graphicFrameLocks noChangeAspect="1"/>
            </p:cNvGraphicFramePr>
            <p:nvPr/>
          </p:nvGraphicFramePr>
          <p:xfrm>
            <a:off x="3456" y="2784"/>
            <a:ext cx="1824" cy="319"/>
          </p:xfrm>
          <a:graphic>
            <a:graphicData uri="http://schemas.openxmlformats.org/presentationml/2006/ole">
              <mc:AlternateContent xmlns:mc="http://schemas.openxmlformats.org/markup-compatibility/2006">
                <mc:Choice xmlns:v="urn:schemas-microsoft-com:vml" Requires="v">
                  <p:oleObj spid="_x0000_s3210" name="" r:id="rId18" imgW="22602825" imgH="3952875" progId="Equation.3">
                    <p:embed/>
                  </p:oleObj>
                </mc:Choice>
                <mc:Fallback>
                  <p:oleObj name="" r:id="rId18" imgW="22602825" imgH="3952875" progId="Equation.3">
                    <p:embed/>
                    <p:pic>
                      <p:nvPicPr>
                        <p:cNvPr id="0" name="图片 3209"/>
                        <p:cNvPicPr/>
                        <p:nvPr/>
                      </p:nvPicPr>
                      <p:blipFill>
                        <a:blip r:embed="rId19"/>
                        <a:stretch>
                          <a:fillRect/>
                        </a:stretch>
                      </p:blipFill>
                      <p:spPr>
                        <a:xfrm>
                          <a:off x="3456" y="2784"/>
                          <a:ext cx="1824" cy="319"/>
                        </a:xfrm>
                        <a:prstGeom prst="rect">
                          <a:avLst/>
                        </a:prstGeom>
                        <a:noFill/>
                        <a:ln w="38100">
                          <a:noFill/>
                          <a:miter/>
                        </a:ln>
                      </p:spPr>
                    </p:pic>
                  </p:oleObj>
                </mc:Fallback>
              </mc:AlternateContent>
            </a:graphicData>
          </a:graphic>
        </p:graphicFrame>
        <p:graphicFrame>
          <p:nvGraphicFramePr>
            <p:cNvPr id="97309" name="Object 5"/>
            <p:cNvGraphicFramePr>
              <a:graphicFrameLocks noChangeAspect="1"/>
            </p:cNvGraphicFramePr>
            <p:nvPr/>
          </p:nvGraphicFramePr>
          <p:xfrm>
            <a:off x="3456" y="3168"/>
            <a:ext cx="2160" cy="307"/>
          </p:xfrm>
          <a:graphic>
            <a:graphicData uri="http://schemas.openxmlformats.org/presentationml/2006/ole">
              <mc:AlternateContent xmlns:mc="http://schemas.openxmlformats.org/markup-compatibility/2006">
                <mc:Choice xmlns:v="urn:schemas-microsoft-com:vml" Requires="v">
                  <p:oleObj spid="_x0000_s3204" name="" r:id="rId20" imgW="27870150" imgH="3952875" progId="Equation.3">
                    <p:embed/>
                  </p:oleObj>
                </mc:Choice>
                <mc:Fallback>
                  <p:oleObj name="" r:id="rId20" imgW="27870150" imgH="3952875" progId="Equation.3">
                    <p:embed/>
                    <p:pic>
                      <p:nvPicPr>
                        <p:cNvPr id="0" name="图片 3203"/>
                        <p:cNvPicPr/>
                        <p:nvPr/>
                      </p:nvPicPr>
                      <p:blipFill>
                        <a:blip r:embed="rId21"/>
                        <a:stretch>
                          <a:fillRect/>
                        </a:stretch>
                      </p:blipFill>
                      <p:spPr>
                        <a:xfrm>
                          <a:off x="3456" y="3168"/>
                          <a:ext cx="2160" cy="307"/>
                        </a:xfrm>
                        <a:prstGeom prst="rect">
                          <a:avLst/>
                        </a:prstGeom>
                        <a:noFill/>
                        <a:ln w="38100">
                          <a:noFill/>
                          <a:miter/>
                        </a:ln>
                      </p:spPr>
                    </p:pic>
                  </p:oleObj>
                </mc:Fallback>
              </mc:AlternateContent>
            </a:graphicData>
          </a:graphic>
        </p:graphicFrame>
        <p:graphicFrame>
          <p:nvGraphicFramePr>
            <p:cNvPr id="97310" name="Object 6"/>
            <p:cNvGraphicFramePr>
              <a:graphicFrameLocks noChangeAspect="1"/>
            </p:cNvGraphicFramePr>
            <p:nvPr/>
          </p:nvGraphicFramePr>
          <p:xfrm>
            <a:off x="3456" y="3552"/>
            <a:ext cx="1152" cy="350"/>
          </p:xfrm>
          <a:graphic>
            <a:graphicData uri="http://schemas.openxmlformats.org/presentationml/2006/ole">
              <mc:AlternateContent xmlns:mc="http://schemas.openxmlformats.org/markup-compatibility/2006">
                <mc:Choice xmlns:v="urn:schemas-microsoft-com:vml" Requires="v">
                  <p:oleObj spid="_x0000_s3211" name="" r:id="rId22" imgW="12944475" imgH="3952875" progId="Equation.3">
                    <p:embed/>
                  </p:oleObj>
                </mc:Choice>
                <mc:Fallback>
                  <p:oleObj name="" r:id="rId22" imgW="12944475" imgH="3952875" progId="Equation.3">
                    <p:embed/>
                    <p:pic>
                      <p:nvPicPr>
                        <p:cNvPr id="0" name="图片 3210"/>
                        <p:cNvPicPr/>
                        <p:nvPr/>
                      </p:nvPicPr>
                      <p:blipFill>
                        <a:blip r:embed="rId23"/>
                        <a:stretch>
                          <a:fillRect/>
                        </a:stretch>
                      </p:blipFill>
                      <p:spPr>
                        <a:xfrm>
                          <a:off x="3456" y="3552"/>
                          <a:ext cx="1152" cy="350"/>
                        </a:xfrm>
                        <a:prstGeom prst="rect">
                          <a:avLst/>
                        </a:prstGeom>
                        <a:noFill/>
                        <a:ln w="38100">
                          <a:noFill/>
                          <a:miter/>
                        </a:ln>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4211">
                                            <p:txEl>
                                              <p:charRg st="0" end="18"/>
                                            </p:txEl>
                                          </p:spTgt>
                                        </p:tgtEl>
                                        <p:attrNameLst>
                                          <p:attrName>style.visibility</p:attrName>
                                        </p:attrNameLst>
                                      </p:cBhvr>
                                      <p:to>
                                        <p:strVal val="visible"/>
                                      </p:to>
                                    </p:set>
                                    <p:anim calcmode="lin" valueType="num">
                                      <p:cBhvr additive="base">
                                        <p:cTn id="7" dur="500" fill="hold"/>
                                        <p:tgtEl>
                                          <p:spTgt spid="94211">
                                            <p:txEl>
                                              <p:charRg st="0" end="18"/>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4211">
                                            <p:txEl>
                                              <p:charRg st="0" end="18"/>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94213"/>
                                        </p:tgtEl>
                                        <p:attrNameLst>
                                          <p:attrName>style.visibility</p:attrName>
                                        </p:attrNameLst>
                                      </p:cBhvr>
                                      <p:to>
                                        <p:strVal val="visible"/>
                                      </p:to>
                                    </p:set>
                                    <p:anim calcmode="lin" valueType="num">
                                      <p:cBhvr additive="base">
                                        <p:cTn id="12" dur="500" fill="hold"/>
                                        <p:tgtEl>
                                          <p:spTgt spid="94213"/>
                                        </p:tgtEl>
                                        <p:attrNameLst>
                                          <p:attrName>ppt_x</p:attrName>
                                        </p:attrNameLst>
                                      </p:cBhvr>
                                      <p:tavLst>
                                        <p:tav tm="0">
                                          <p:val>
                                            <p:strVal val="0-#ppt_w/2"/>
                                          </p:val>
                                        </p:tav>
                                        <p:tav tm="100000">
                                          <p:val>
                                            <p:strVal val="#ppt_x"/>
                                          </p:val>
                                        </p:tav>
                                      </p:tavLst>
                                    </p:anim>
                                    <p:anim calcmode="lin" valueType="num">
                                      <p:cBhvr additive="base">
                                        <p:cTn id="13" dur="500" fill="hold"/>
                                        <p:tgtEl>
                                          <p:spTgt spid="9421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94222"/>
                                        </p:tgtEl>
                                        <p:attrNameLst>
                                          <p:attrName>style.visibility</p:attrName>
                                        </p:attrNameLst>
                                      </p:cBhvr>
                                      <p:to>
                                        <p:strVal val="visible"/>
                                      </p:to>
                                    </p:set>
                                    <p:anim calcmode="lin" valueType="num">
                                      <p:cBhvr additive="base">
                                        <p:cTn id="18" dur="500" fill="hold"/>
                                        <p:tgtEl>
                                          <p:spTgt spid="94222"/>
                                        </p:tgtEl>
                                        <p:attrNameLst>
                                          <p:attrName>ppt_x</p:attrName>
                                        </p:attrNameLst>
                                      </p:cBhvr>
                                      <p:tavLst>
                                        <p:tav tm="0">
                                          <p:val>
                                            <p:strVal val="0-#ppt_w/2"/>
                                          </p:val>
                                        </p:tav>
                                        <p:tav tm="100000">
                                          <p:val>
                                            <p:strVal val="#ppt_x"/>
                                          </p:val>
                                        </p:tav>
                                      </p:tavLst>
                                    </p:anim>
                                    <p:anim calcmode="lin" valueType="num">
                                      <p:cBhvr additive="base">
                                        <p:cTn id="19" dur="500" fill="hold"/>
                                        <p:tgtEl>
                                          <p:spTgt spid="94222"/>
                                        </p:tgtEl>
                                        <p:attrNameLst>
                                          <p:attrName>ppt_y</p:attrName>
                                        </p:attrNameLst>
                                      </p:cBhvr>
                                      <p:tavLst>
                                        <p:tav tm="0">
                                          <p:val>
                                            <p:strVal val="#ppt_y"/>
                                          </p:val>
                                        </p:tav>
                                        <p:tav tm="100000">
                                          <p:val>
                                            <p:strVal val="#ppt_y"/>
                                          </p:val>
                                        </p:tav>
                                      </p:tavLst>
                                    </p:anim>
                                  </p:childTnLst>
                                </p:cTn>
                              </p:par>
                            </p:childTnLst>
                          </p:cTn>
                        </p:par>
                        <p:par>
                          <p:cTn id="20" fill="hold">
                            <p:stCondLst>
                              <p:cond delay="500"/>
                            </p:stCondLst>
                            <p:childTnLst>
                              <p:par>
                                <p:cTn id="21" presetID="17" presetClass="entr" presetSubtype="1" fill="hold" grpId="0" nodeType="afterEffect">
                                  <p:stCondLst>
                                    <p:cond delay="0"/>
                                  </p:stCondLst>
                                  <p:childTnLst>
                                    <p:set>
                                      <p:cBhvr>
                                        <p:cTn id="22" dur="1" fill="hold">
                                          <p:stCondLst>
                                            <p:cond delay="0"/>
                                          </p:stCondLst>
                                        </p:cTn>
                                        <p:tgtEl>
                                          <p:spTgt spid="94229"/>
                                        </p:tgtEl>
                                        <p:attrNameLst>
                                          <p:attrName>style.visibility</p:attrName>
                                        </p:attrNameLst>
                                      </p:cBhvr>
                                      <p:to>
                                        <p:strVal val="visible"/>
                                      </p:to>
                                    </p:set>
                                    <p:anim calcmode="lin" valueType="num">
                                      <p:cBhvr>
                                        <p:cTn id="23" dur="500" fill="hold"/>
                                        <p:tgtEl>
                                          <p:spTgt spid="94229"/>
                                        </p:tgtEl>
                                        <p:attrNameLst>
                                          <p:attrName>ppt_x</p:attrName>
                                        </p:attrNameLst>
                                      </p:cBhvr>
                                      <p:tavLst>
                                        <p:tav tm="0">
                                          <p:val>
                                            <p:strVal val="#ppt_x"/>
                                          </p:val>
                                        </p:tav>
                                        <p:tav tm="100000">
                                          <p:val>
                                            <p:strVal val="#ppt_x"/>
                                          </p:val>
                                        </p:tav>
                                      </p:tavLst>
                                    </p:anim>
                                    <p:anim calcmode="lin" valueType="num">
                                      <p:cBhvr>
                                        <p:cTn id="24" dur="500" fill="hold"/>
                                        <p:tgtEl>
                                          <p:spTgt spid="94229"/>
                                        </p:tgtEl>
                                        <p:attrNameLst>
                                          <p:attrName>ppt_y</p:attrName>
                                        </p:attrNameLst>
                                      </p:cBhvr>
                                      <p:tavLst>
                                        <p:tav tm="0">
                                          <p:val>
                                            <p:strVal val="#ppt_y-#ppt_h/2"/>
                                          </p:val>
                                        </p:tav>
                                        <p:tav tm="100000">
                                          <p:val>
                                            <p:strVal val="#ppt_y"/>
                                          </p:val>
                                        </p:tav>
                                      </p:tavLst>
                                    </p:anim>
                                    <p:anim calcmode="lin" valueType="num">
                                      <p:cBhvr>
                                        <p:cTn id="25" dur="500" fill="hold"/>
                                        <p:tgtEl>
                                          <p:spTgt spid="94229"/>
                                        </p:tgtEl>
                                        <p:attrNameLst>
                                          <p:attrName>ppt_w</p:attrName>
                                        </p:attrNameLst>
                                      </p:cBhvr>
                                      <p:tavLst>
                                        <p:tav tm="0">
                                          <p:val>
                                            <p:strVal val="#ppt_w"/>
                                          </p:val>
                                        </p:tav>
                                        <p:tav tm="100000">
                                          <p:val>
                                            <p:strVal val="#ppt_w"/>
                                          </p:val>
                                        </p:tav>
                                      </p:tavLst>
                                    </p:anim>
                                    <p:anim calcmode="lin" valueType="num">
                                      <p:cBhvr>
                                        <p:cTn id="26" dur="500" fill="hold"/>
                                        <p:tgtEl>
                                          <p:spTgt spid="94229"/>
                                        </p:tgtEl>
                                        <p:attrNameLst>
                                          <p:attrName>ppt_h</p:attrName>
                                        </p:attrNameLst>
                                      </p:cBhvr>
                                      <p:tavLst>
                                        <p:tav tm="0">
                                          <p:val>
                                            <p:fltVal val="0.000000"/>
                                          </p:val>
                                        </p:tav>
                                        <p:tav tm="100000">
                                          <p:val>
                                            <p:strVal val="#ppt_h"/>
                                          </p:val>
                                        </p:tav>
                                      </p:tavLst>
                                    </p:anim>
                                  </p:childTnLst>
                                </p:cTn>
                              </p:par>
                            </p:childTnLst>
                          </p:cTn>
                        </p:par>
                        <p:par>
                          <p:cTn id="27" fill="hold">
                            <p:stCondLst>
                              <p:cond delay="1000"/>
                            </p:stCondLst>
                            <p:childTnLst>
                              <p:par>
                                <p:cTn id="28" presetID="55" presetClass="entr" presetSubtype="0" fill="hold" nodeType="afterEffect">
                                  <p:stCondLst>
                                    <p:cond delay="0"/>
                                  </p:stCondLst>
                                  <p:childTnLst>
                                    <p:set>
                                      <p:cBhvr>
                                        <p:cTn id="29" dur="1" fill="hold">
                                          <p:stCondLst>
                                            <p:cond delay="0"/>
                                          </p:stCondLst>
                                        </p:cTn>
                                        <p:tgtEl>
                                          <p:spTgt spid="2"/>
                                        </p:tgtEl>
                                        <p:attrNameLst>
                                          <p:attrName>style.visibility</p:attrName>
                                        </p:attrNameLst>
                                      </p:cBhvr>
                                      <p:to>
                                        <p:strVal val="visible"/>
                                      </p:to>
                                    </p:set>
                                    <p:anim calcmode="lin" valueType="num">
                                      <p:cBhvr>
                                        <p:cTn id="30" dur="1000" fill="hold"/>
                                        <p:tgtEl>
                                          <p:spTgt spid="2"/>
                                        </p:tgtEl>
                                        <p:attrNameLst>
                                          <p:attrName>ppt_w</p:attrName>
                                        </p:attrNameLst>
                                      </p:cBhvr>
                                      <p:tavLst>
                                        <p:tav tm="0">
                                          <p:val>
                                            <p:strVal val="#ppt_w*0.70"/>
                                          </p:val>
                                        </p:tav>
                                        <p:tav tm="100000">
                                          <p:val>
                                            <p:strVal val="#ppt_w"/>
                                          </p:val>
                                        </p:tav>
                                      </p:tavLst>
                                    </p:anim>
                                    <p:anim calcmode="lin" valueType="num">
                                      <p:cBhvr>
                                        <p:cTn id="31" dur="1000" fill="hold"/>
                                        <p:tgtEl>
                                          <p:spTgt spid="2"/>
                                        </p:tgtEl>
                                        <p:attrNameLst>
                                          <p:attrName>ppt_h</p:attrName>
                                        </p:attrNameLst>
                                      </p:cBhvr>
                                      <p:tavLst>
                                        <p:tav tm="0">
                                          <p:val>
                                            <p:strVal val="#ppt_h"/>
                                          </p:val>
                                        </p:tav>
                                        <p:tav tm="100000">
                                          <p:val>
                                            <p:strVal val="#ppt_h"/>
                                          </p:val>
                                        </p:tav>
                                      </p:tavLst>
                                    </p:anim>
                                    <p:animEffect transition="in" filter="fade">
                                      <p:cBhvr>
                                        <p:cTn id="32" dur="10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94246"/>
                                        </p:tgtEl>
                                        <p:attrNameLst>
                                          <p:attrName>style.visibility</p:attrName>
                                        </p:attrNameLst>
                                      </p:cBhvr>
                                      <p:to>
                                        <p:strVal val="visible"/>
                                      </p:to>
                                    </p:set>
                                    <p:anim calcmode="lin" valueType="num">
                                      <p:cBhvr additive="base">
                                        <p:cTn id="37" dur="500" fill="hold"/>
                                        <p:tgtEl>
                                          <p:spTgt spid="94246"/>
                                        </p:tgtEl>
                                        <p:attrNameLst>
                                          <p:attrName>ppt_x</p:attrName>
                                        </p:attrNameLst>
                                      </p:cBhvr>
                                      <p:tavLst>
                                        <p:tav tm="0">
                                          <p:val>
                                            <p:strVal val="0-#ppt_w/2"/>
                                          </p:val>
                                        </p:tav>
                                        <p:tav tm="100000">
                                          <p:val>
                                            <p:strVal val="#ppt_x"/>
                                          </p:val>
                                        </p:tav>
                                      </p:tavLst>
                                    </p:anim>
                                    <p:anim calcmode="lin" valueType="num">
                                      <p:cBhvr additive="base">
                                        <p:cTn id="38" dur="500" fill="hold"/>
                                        <p:tgtEl>
                                          <p:spTgt spid="94246"/>
                                        </p:tgtEl>
                                        <p:attrNameLst>
                                          <p:attrName>ppt_y</p:attrName>
                                        </p:attrNameLst>
                                      </p:cBhvr>
                                      <p:tavLst>
                                        <p:tav tm="0">
                                          <p:val>
                                            <p:strVal val="#ppt_y"/>
                                          </p:val>
                                        </p:tav>
                                        <p:tav tm="100000">
                                          <p:val>
                                            <p:strVal val="#ppt_y"/>
                                          </p:val>
                                        </p:tav>
                                      </p:tavLst>
                                    </p:anim>
                                  </p:childTnLst>
                                </p:cTn>
                              </p:par>
                            </p:childTnLst>
                          </p:cTn>
                        </p:par>
                        <p:par>
                          <p:cTn id="39" fill="hold">
                            <p:stCondLst>
                              <p:cond delay="500"/>
                            </p:stCondLst>
                            <p:childTnLst>
                              <p:par>
                                <p:cTn id="40" presetID="55" presetClass="entr" presetSubtype="0" fill="hold" nodeType="afterEffect">
                                  <p:stCondLst>
                                    <p:cond delay="0"/>
                                  </p:stCondLst>
                                  <p:childTnLst>
                                    <p:set>
                                      <p:cBhvr>
                                        <p:cTn id="41" dur="1" fill="hold">
                                          <p:stCondLst>
                                            <p:cond delay="0"/>
                                          </p:stCondLst>
                                        </p:cTn>
                                        <p:tgtEl>
                                          <p:spTgt spid="3"/>
                                        </p:tgtEl>
                                        <p:attrNameLst>
                                          <p:attrName>style.visibility</p:attrName>
                                        </p:attrNameLst>
                                      </p:cBhvr>
                                      <p:to>
                                        <p:strVal val="visible"/>
                                      </p:to>
                                    </p:set>
                                    <p:anim calcmode="lin" valueType="num">
                                      <p:cBhvr>
                                        <p:cTn id="42" dur="1000" fill="hold"/>
                                        <p:tgtEl>
                                          <p:spTgt spid="3"/>
                                        </p:tgtEl>
                                        <p:attrNameLst>
                                          <p:attrName>ppt_w</p:attrName>
                                        </p:attrNameLst>
                                      </p:cBhvr>
                                      <p:tavLst>
                                        <p:tav tm="0">
                                          <p:val>
                                            <p:strVal val="#ppt_w*0.70"/>
                                          </p:val>
                                        </p:tav>
                                        <p:tav tm="100000">
                                          <p:val>
                                            <p:strVal val="#ppt_w"/>
                                          </p:val>
                                        </p:tav>
                                      </p:tavLst>
                                    </p:anim>
                                    <p:anim calcmode="lin" valueType="num">
                                      <p:cBhvr>
                                        <p:cTn id="43" dur="1000" fill="hold"/>
                                        <p:tgtEl>
                                          <p:spTgt spid="3"/>
                                        </p:tgtEl>
                                        <p:attrNameLst>
                                          <p:attrName>ppt_h</p:attrName>
                                        </p:attrNameLst>
                                      </p:cBhvr>
                                      <p:tavLst>
                                        <p:tav tm="0">
                                          <p:val>
                                            <p:strVal val="#ppt_h"/>
                                          </p:val>
                                        </p:tav>
                                        <p:tav tm="100000">
                                          <p:val>
                                            <p:strVal val="#ppt_h"/>
                                          </p:val>
                                        </p:tav>
                                      </p:tavLst>
                                    </p:anim>
                                    <p:animEffect transition="in" filter="fade">
                                      <p:cBhvr>
                                        <p:cTn id="44"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build="p"/>
      <p:bldP spid="94213" grpId="0"/>
      <p:bldP spid="94222" grpId="0"/>
      <p:bldP spid="94229" grpId="0" animBg="1"/>
      <p:bldP spid="94246"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grpSp>
        <p:nvGrpSpPr>
          <p:cNvPr id="98307" name="Group 1026"/>
          <p:cNvGrpSpPr/>
          <p:nvPr/>
        </p:nvGrpSpPr>
        <p:grpSpPr>
          <a:xfrm>
            <a:off x="457200" y="2362200"/>
            <a:ext cx="8001000" cy="3429000"/>
            <a:chOff x="576" y="1488"/>
            <a:chExt cx="4512" cy="2160"/>
          </a:xfrm>
        </p:grpSpPr>
        <p:sp>
          <p:nvSpPr>
            <p:cNvPr id="98310" name="AutoShape 1027"/>
            <p:cNvSpPr/>
            <p:nvPr/>
          </p:nvSpPr>
          <p:spPr>
            <a:xfrm>
              <a:off x="576" y="1488"/>
              <a:ext cx="3888" cy="2064"/>
            </a:xfrm>
            <a:prstGeom prst="rightArrowCallout">
              <a:avLst>
                <a:gd name="adj1" fmla="val 18796"/>
                <a:gd name="adj2" fmla="val 24564"/>
                <a:gd name="adj3" fmla="val 19238"/>
                <a:gd name="adj4" fmla="val 84130"/>
              </a:avLst>
            </a:prstGeom>
            <a:solidFill>
              <a:srgbClr val="CCFFCC"/>
            </a:soli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98311" name="Text Box 1028"/>
            <p:cNvSpPr txBox="1"/>
            <p:nvPr/>
          </p:nvSpPr>
          <p:spPr>
            <a:xfrm>
              <a:off x="4560" y="1501"/>
              <a:ext cx="528" cy="2147"/>
            </a:xfrm>
            <a:prstGeom prst="rect">
              <a:avLst/>
            </a:prstGeom>
            <a:solidFill>
              <a:srgbClr val="FFFF99"/>
            </a:solidFill>
            <a:ln w="9525" cap="flat" cmpd="sng">
              <a:solidFill>
                <a:srgbClr val="808080"/>
              </a:solidFill>
              <a:prstDash val="solid"/>
              <a:miter/>
              <a:headEnd type="none" w="med" len="med"/>
              <a:tailEnd type="none" w="med" len="med"/>
            </a:ln>
          </p:spPr>
          <p:txBody>
            <a:bodyPr anchor="ctr" anchorCtr="1">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30000"/>
                </a:spcBef>
                <a:buClrTx/>
                <a:buFontTx/>
                <a:buNone/>
              </a:pPr>
              <a:r>
                <a:rPr lang="zh-CN" altLang="en-US" sz="2900" b="1" dirty="0"/>
                <a:t>归</a:t>
              </a:r>
              <a:endParaRPr lang="zh-CN" altLang="en-US" sz="2900" b="1" dirty="0"/>
            </a:p>
            <a:p>
              <a:pPr marL="0" lvl="0" indent="0" eaLnBrk="1" hangingPunct="1">
                <a:spcBef>
                  <a:spcPct val="30000"/>
                </a:spcBef>
                <a:buClrTx/>
                <a:buFontTx/>
                <a:buNone/>
              </a:pPr>
              <a:r>
                <a:rPr lang="zh-CN" altLang="en-US" sz="2900" b="1" dirty="0"/>
                <a:t>结</a:t>
              </a:r>
              <a:endParaRPr lang="zh-CN" altLang="en-US" sz="2900" b="1" dirty="0"/>
            </a:p>
            <a:p>
              <a:pPr marL="0" lvl="0" indent="0" eaLnBrk="1" hangingPunct="1">
                <a:spcBef>
                  <a:spcPct val="30000"/>
                </a:spcBef>
                <a:buClrTx/>
                <a:buFontTx/>
                <a:buNone/>
              </a:pPr>
              <a:r>
                <a:rPr lang="zh-CN" altLang="en-US" sz="2900" b="1" dirty="0"/>
                <a:t>演</a:t>
              </a:r>
              <a:endParaRPr lang="zh-CN" altLang="en-US" sz="2900" b="1" dirty="0"/>
            </a:p>
            <a:p>
              <a:pPr marL="0" lvl="0" indent="0" eaLnBrk="1" hangingPunct="1">
                <a:spcBef>
                  <a:spcPct val="30000"/>
                </a:spcBef>
                <a:buClrTx/>
                <a:buFontTx/>
                <a:buNone/>
              </a:pPr>
              <a:r>
                <a:rPr lang="zh-CN" altLang="en-US" sz="2900" b="1" dirty="0"/>
                <a:t>绎</a:t>
              </a:r>
              <a:endParaRPr lang="zh-CN" altLang="en-US" sz="2900" b="1" dirty="0"/>
            </a:p>
            <a:p>
              <a:pPr marL="0" lvl="0" indent="0" eaLnBrk="1" hangingPunct="1">
                <a:spcBef>
                  <a:spcPct val="30000"/>
                </a:spcBef>
                <a:buClrTx/>
                <a:buFontTx/>
                <a:buNone/>
              </a:pPr>
              <a:r>
                <a:rPr lang="zh-CN" altLang="en-US" sz="2900" b="1" dirty="0"/>
                <a:t>推</a:t>
              </a:r>
              <a:endParaRPr lang="zh-CN" altLang="en-US" sz="2900" b="1" dirty="0"/>
            </a:p>
            <a:p>
              <a:pPr marL="0" lvl="0" indent="0" eaLnBrk="1" hangingPunct="1">
                <a:spcBef>
                  <a:spcPct val="30000"/>
                </a:spcBef>
                <a:buClrTx/>
                <a:buFontTx/>
                <a:buNone/>
              </a:pPr>
              <a:r>
                <a:rPr lang="zh-CN" altLang="en-US" sz="2900" b="1" dirty="0"/>
                <a:t>理</a:t>
              </a:r>
              <a:endParaRPr lang="zh-CN" altLang="en-US" sz="2900" b="1" dirty="0"/>
            </a:p>
          </p:txBody>
        </p:sp>
      </p:grpSp>
      <p:sp>
        <p:nvSpPr>
          <p:cNvPr id="98308" name="Rectangle 1029"/>
          <p:cNvSpPr>
            <a:spLocks noGrp="1"/>
          </p:cNvSpPr>
          <p:nvPr>
            <p:ph type="title"/>
          </p:nvPr>
        </p:nvSpPr>
        <p:spPr/>
        <p:txBody>
          <a:bodyPr vert="horz" wrap="square" lIns="91440" tIns="45720" rIns="91440" bIns="45720" anchor="b" anchorCtr="0"/>
          <a:p>
            <a:pPr eaLnBrk="1" hangingPunct="1"/>
            <a:r>
              <a:rPr lang="zh-CN" altLang="en-US" sz="3600" b="0" dirty="0">
                <a:latin typeface="Times New Roman" panose="02020603050405020304" pitchFamily="18" charset="0"/>
                <a:ea typeface="黑体" panose="02010609060101010101" pitchFamily="49" charset="-122"/>
              </a:rPr>
              <a:t>第</a:t>
            </a:r>
            <a:r>
              <a:rPr lang="en-US" altLang="zh-CN" sz="3600" b="0" dirty="0">
                <a:latin typeface="Times New Roman" panose="02020603050405020304" pitchFamily="18" charset="0"/>
                <a:ea typeface="黑体" panose="02010609060101010101" pitchFamily="49" charset="-122"/>
              </a:rPr>
              <a:t>3</a:t>
            </a:r>
            <a:r>
              <a:rPr lang="zh-CN" altLang="en-US" sz="3600" b="0" dirty="0">
                <a:latin typeface="Times New Roman" panose="02020603050405020304" pitchFamily="18" charset="0"/>
                <a:ea typeface="黑体" panose="02010609060101010101" pitchFamily="49" charset="-122"/>
              </a:rPr>
              <a:t>章  确定性推理方法</a:t>
            </a:r>
            <a:endParaRPr lang="zh-CN" altLang="en-US" sz="3600" b="0" dirty="0">
              <a:latin typeface="Times New Roman" panose="02020603050405020304" pitchFamily="18" charset="0"/>
              <a:ea typeface="黑体" panose="02010609060101010101" pitchFamily="49" charset="-122"/>
            </a:endParaRPr>
          </a:p>
        </p:txBody>
      </p:sp>
      <p:sp>
        <p:nvSpPr>
          <p:cNvPr id="98309" name="Rectangle 1030"/>
          <p:cNvSpPr>
            <a:spLocks noGrp="1"/>
          </p:cNvSpPr>
          <p:nvPr>
            <p:ph idx="1"/>
          </p:nvPr>
        </p:nvSpPr>
        <p:spPr>
          <a:xfrm>
            <a:off x="425450" y="908050"/>
            <a:ext cx="8642350" cy="5400675"/>
          </a:xfrm>
        </p:spPr>
        <p:txBody>
          <a:bodyPr vert="horz" wrap="square" lIns="91440" tIns="45720" rIns="91440" bIns="45720" anchor="t" anchorCtr="0"/>
          <a:p>
            <a:pPr eaLnBrk="1" hangingPunct="1">
              <a:lnSpc>
                <a:spcPct val="120000"/>
              </a:lnSpc>
            </a:pPr>
            <a:r>
              <a:rPr lang="en-US" altLang="zh-CN" sz="2800" b="1" dirty="0">
                <a:latin typeface="Times New Roman" panose="02020603050405020304" pitchFamily="18" charset="0"/>
              </a:rPr>
              <a:t>3.1  </a:t>
            </a:r>
            <a:r>
              <a:rPr lang="zh-CN" altLang="en-US" sz="2800" b="1" dirty="0">
                <a:latin typeface="Times New Roman" panose="02020603050405020304" pitchFamily="18" charset="0"/>
              </a:rPr>
              <a:t>推理的基本概念 </a:t>
            </a:r>
            <a:endParaRPr lang="zh-CN" altLang="en-US" sz="2800" b="1" dirty="0">
              <a:latin typeface="Times New Roman" panose="02020603050405020304" pitchFamily="18" charset="0"/>
            </a:endParaRPr>
          </a:p>
          <a:p>
            <a:pPr eaLnBrk="1" hangingPunct="1">
              <a:lnSpc>
                <a:spcPct val="120000"/>
              </a:lnSpc>
            </a:pPr>
            <a:r>
              <a:rPr lang="en-US" altLang="zh-CN" sz="2800" b="1" dirty="0">
                <a:latin typeface="Times New Roman" panose="02020603050405020304" pitchFamily="18" charset="0"/>
              </a:rPr>
              <a:t>3.2  </a:t>
            </a:r>
            <a:r>
              <a:rPr lang="zh-CN" altLang="en-US" sz="2800" b="1" dirty="0">
                <a:latin typeface="Times New Roman" panose="02020603050405020304" pitchFamily="18" charset="0"/>
              </a:rPr>
              <a:t>自然演绎推理</a:t>
            </a:r>
            <a:endParaRPr lang="zh-CN" altLang="en-US" sz="2800" b="1" dirty="0">
              <a:latin typeface="Times New Roman" panose="02020603050405020304" pitchFamily="18" charset="0"/>
            </a:endParaRPr>
          </a:p>
          <a:p>
            <a:pPr eaLnBrk="1" hangingPunct="1">
              <a:lnSpc>
                <a:spcPct val="120000"/>
              </a:lnSpc>
            </a:pPr>
            <a:r>
              <a:rPr lang="en-US" altLang="zh-CN" sz="2800" b="1" dirty="0">
                <a:latin typeface="Times New Roman" panose="02020603050405020304" pitchFamily="18" charset="0"/>
              </a:rPr>
              <a:t>3.3  </a:t>
            </a:r>
            <a:r>
              <a:rPr lang="zh-CN" altLang="en-US" sz="2800" b="1" dirty="0">
                <a:latin typeface="Times New Roman" panose="02020603050405020304" pitchFamily="18" charset="0"/>
              </a:rPr>
              <a:t>谓词公式化为子句集的方法</a:t>
            </a:r>
            <a:endParaRPr lang="zh-CN" altLang="en-US" sz="2800" b="1" dirty="0">
              <a:latin typeface="Times New Roman" panose="02020603050405020304" pitchFamily="18" charset="0"/>
            </a:endParaRPr>
          </a:p>
          <a:p>
            <a:pPr eaLnBrk="1" hangingPunct="1">
              <a:lnSpc>
                <a:spcPct val="120000"/>
              </a:lnSpc>
            </a:pPr>
            <a:r>
              <a:rPr lang="en-US" altLang="zh-CN" sz="2800" b="1" dirty="0">
                <a:latin typeface="Times New Roman" panose="02020603050405020304" pitchFamily="18" charset="0"/>
              </a:rPr>
              <a:t>3.4  </a:t>
            </a:r>
            <a:r>
              <a:rPr lang="zh-CN" altLang="en-US" sz="2800" b="1" dirty="0">
                <a:latin typeface="Times New Roman" panose="02020603050405020304" pitchFamily="18" charset="0"/>
              </a:rPr>
              <a:t>鲁宾逊归结原理</a:t>
            </a:r>
            <a:endParaRPr lang="zh-CN" altLang="en-US" sz="2800" b="1" dirty="0">
              <a:latin typeface="Times New Roman" panose="02020603050405020304" pitchFamily="18" charset="0"/>
            </a:endParaRPr>
          </a:p>
          <a:p>
            <a:pPr eaLnBrk="1" hangingPunct="1">
              <a:lnSpc>
                <a:spcPct val="120000"/>
              </a:lnSpc>
            </a:pPr>
            <a:r>
              <a:rPr lang="en-US" altLang="zh-CN" sz="2800" b="1" dirty="0">
                <a:latin typeface="Times New Roman" panose="02020603050405020304" pitchFamily="18" charset="0"/>
              </a:rPr>
              <a:t>3.5  </a:t>
            </a:r>
            <a:r>
              <a:rPr lang="zh-CN" altLang="en-US" sz="2800" b="1" dirty="0">
                <a:latin typeface="Times New Roman" panose="02020603050405020304" pitchFamily="18" charset="0"/>
              </a:rPr>
              <a:t>归结反演</a:t>
            </a:r>
            <a:endParaRPr lang="zh-CN" altLang="en-US" sz="2800" b="1" dirty="0">
              <a:latin typeface="Times New Roman" panose="02020603050405020304" pitchFamily="18" charset="0"/>
            </a:endParaRPr>
          </a:p>
          <a:p>
            <a:pPr eaLnBrk="1" hangingPunct="1">
              <a:lnSpc>
                <a:spcPct val="120000"/>
              </a:lnSpc>
            </a:pPr>
            <a:r>
              <a:rPr lang="en-US" altLang="zh-CN" sz="2800" b="1" dirty="0">
                <a:solidFill>
                  <a:srgbClr val="0000FF"/>
                </a:solidFill>
                <a:latin typeface="Times New Roman" panose="02020603050405020304" pitchFamily="18" charset="0"/>
              </a:rPr>
              <a:t>3.6  </a:t>
            </a:r>
            <a:r>
              <a:rPr lang="zh-CN" altLang="en-US" sz="2800" b="1" dirty="0">
                <a:solidFill>
                  <a:srgbClr val="0000FF"/>
                </a:solidFill>
                <a:latin typeface="Times New Roman" panose="02020603050405020304" pitchFamily="18" charset="0"/>
              </a:rPr>
              <a:t>应用归结反演求解问题</a:t>
            </a:r>
            <a:r>
              <a:rPr lang="zh-CN" altLang="en-US" sz="2800" b="1" dirty="0"/>
              <a:t> </a:t>
            </a:r>
            <a:endParaRPr lang="zh-CN" altLang="en-US" sz="2800" b="1" dirty="0"/>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99331" name="Rectangle 13"/>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3.6  </a:t>
            </a:r>
            <a:r>
              <a:rPr lang="zh-CN" altLang="en-US" sz="3600" b="0" dirty="0">
                <a:latin typeface="Times New Roman" panose="02020603050405020304" pitchFamily="18" charset="0"/>
                <a:ea typeface="黑体" panose="02010609060101010101" pitchFamily="49" charset="-122"/>
              </a:rPr>
              <a:t>应用归结原理求解问题</a:t>
            </a:r>
            <a:endParaRPr lang="zh-CN" altLang="en-US" sz="3600" b="0" dirty="0">
              <a:latin typeface="Times New Roman" panose="02020603050405020304" pitchFamily="18" charset="0"/>
              <a:ea typeface="黑体" panose="02010609060101010101" pitchFamily="49" charset="-122"/>
            </a:endParaRPr>
          </a:p>
        </p:txBody>
      </p:sp>
      <p:sp>
        <p:nvSpPr>
          <p:cNvPr id="99332" name="Rectangle 14"/>
          <p:cNvSpPr>
            <a:spLocks noGrp="1"/>
          </p:cNvSpPr>
          <p:nvPr>
            <p:ph idx="1"/>
          </p:nvPr>
        </p:nvSpPr>
        <p:spPr/>
        <p:txBody>
          <a:bodyPr vert="horz" wrap="square" lIns="91440" tIns="45720" rIns="91440" bIns="45720" anchor="t" anchorCtr="0"/>
          <a:p>
            <a:pPr eaLnBrk="1" hangingPunct="1">
              <a:lnSpc>
                <a:spcPct val="120000"/>
              </a:lnSpc>
            </a:pPr>
            <a:r>
              <a:rPr lang="en-US" altLang="zh-CN" sz="2800" b="1" dirty="0">
                <a:latin typeface="Times New Roman" panose="02020603050405020304" pitchFamily="18" charset="0"/>
              </a:rPr>
              <a:t> </a:t>
            </a:r>
            <a:r>
              <a:rPr lang="zh-CN" altLang="en-US" sz="2600" b="1" dirty="0">
                <a:latin typeface="Times New Roman" panose="02020603050405020304" pitchFamily="18" charset="0"/>
              </a:rPr>
              <a:t>应用归结原理也可以进行反演</a:t>
            </a:r>
            <a:r>
              <a:rPr lang="zh-CN" altLang="en-US" sz="2600" b="1" dirty="0">
                <a:latin typeface="Times New Roman" panose="02020603050405020304" pitchFamily="18" charset="0"/>
              </a:rPr>
              <a:t>求解：</a:t>
            </a:r>
            <a:endParaRPr lang="zh-CN" altLang="en-US" sz="2600" b="1" dirty="0">
              <a:latin typeface="Times New Roman" panose="02020603050405020304" pitchFamily="18" charset="0"/>
            </a:endParaRPr>
          </a:p>
          <a:p>
            <a:pPr eaLnBrk="1" hangingPunct="1">
              <a:lnSpc>
                <a:spcPct val="120000"/>
              </a:lnSpc>
              <a:buNone/>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a:t>
            </a:r>
            <a:r>
              <a:rPr lang="en-US" altLang="zh-CN" sz="2400" b="1" i="1" dirty="0">
                <a:latin typeface="Times New Roman" panose="02020603050405020304" pitchFamily="18" charset="0"/>
              </a:rPr>
              <a:t>“</a:t>
            </a:r>
            <a:r>
              <a:rPr lang="zh-CN" altLang="en-US" sz="2400" b="1" i="1" dirty="0">
                <a:latin typeface="Times New Roman" panose="02020603050405020304" pitchFamily="18" charset="0"/>
              </a:rPr>
              <a:t>如果无论约翰</a:t>
            </a:r>
            <a:r>
              <a:rPr lang="en-US" altLang="zh-CN" sz="2400" b="1" i="1" dirty="0">
                <a:latin typeface="Times New Roman" panose="02020603050405020304" pitchFamily="18" charset="0"/>
              </a:rPr>
              <a:t>(John)</a:t>
            </a:r>
            <a:r>
              <a:rPr lang="zh-CN" altLang="en-US" sz="2400" b="1" i="1" dirty="0">
                <a:latin typeface="Times New Roman" panose="02020603050405020304" pitchFamily="18" charset="0"/>
              </a:rPr>
              <a:t>到哪里去，菲多</a:t>
            </a:r>
            <a:r>
              <a:rPr lang="en-US" altLang="zh-CN" sz="2400" b="1" i="1" dirty="0">
                <a:latin typeface="Times New Roman" panose="02020603050405020304" pitchFamily="18" charset="0"/>
              </a:rPr>
              <a:t>(Fido)</a:t>
            </a:r>
            <a:r>
              <a:rPr lang="zh-CN" altLang="en-US" sz="2400" b="1" i="1" dirty="0">
                <a:latin typeface="Times New Roman" panose="02020603050405020304" pitchFamily="18" charset="0"/>
              </a:rPr>
              <a:t>也就去那里，那么如果约翰在学校里，菲多在哪里呢</a:t>
            </a:r>
            <a:r>
              <a:rPr lang="en-US" altLang="zh-CN" sz="2400" b="1" i="1" dirty="0">
                <a:latin typeface="Times New Roman" panose="02020603050405020304" pitchFamily="18" charset="0"/>
              </a:rPr>
              <a:t>?”</a:t>
            </a:r>
            <a:r>
              <a:rPr lang="en-US" altLang="zh-CN" sz="2400" b="1" i="1" dirty="0">
                <a:latin typeface="Times New Roman" panose="02020603050405020304" pitchFamily="18" charset="0"/>
              </a:rPr>
              <a:t> </a:t>
            </a:r>
            <a:endParaRPr lang="zh-CN" altLang="en-US" sz="2400" b="1" dirty="0">
              <a:latin typeface="Times New Roman" panose="02020603050405020304" pitchFamily="18" charset="0"/>
            </a:endParaRPr>
          </a:p>
          <a:p>
            <a:pPr eaLnBrk="1" hangingPunct="1">
              <a:lnSpc>
                <a:spcPct val="120000"/>
              </a:lnSpc>
              <a:buNone/>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2</a:t>
            </a:r>
            <a:r>
              <a:rPr lang="zh-CN" altLang="en-US" sz="2400" b="1" dirty="0">
                <a:latin typeface="Times New Roman" panose="02020603050405020304" pitchFamily="18" charset="0"/>
              </a:rPr>
              <a:t>）</a:t>
            </a:r>
            <a:r>
              <a:rPr lang="en-US" sz="2400" b="1" dirty="0">
                <a:latin typeface="Times New Roman" panose="02020603050405020304" pitchFamily="18" charset="0"/>
              </a:rPr>
              <a:t>“</a:t>
            </a:r>
            <a:r>
              <a:rPr lang="zh-CN" altLang="en-US" sz="2400" b="1" i="1" dirty="0">
                <a:latin typeface="Times New Roman" panose="02020603050405020304" pitchFamily="18" charset="0"/>
              </a:rPr>
              <a:t>如果x和y是同班同学，则x的教室也是y的教室；张和李是同班同学；现在张在302教室上课，那现在李在哪个教室上课?</a:t>
            </a:r>
            <a:r>
              <a:rPr lang="en-US" sz="2400" b="1" dirty="0">
                <a:latin typeface="Times New Roman" panose="02020603050405020304" pitchFamily="18" charset="0"/>
              </a:rPr>
              <a:t>”</a:t>
            </a:r>
            <a:endParaRPr lang="zh-CN" altLang="en-US" sz="2400" b="1" dirty="0">
              <a:latin typeface="Times New Roman" panose="02020603050405020304" pitchFamily="18" charset="0"/>
            </a:endParaRPr>
          </a:p>
        </p:txBody>
      </p:sp>
      <p:sp>
        <p:nvSpPr>
          <p:cNvPr id="99333" name="Rectangle 5"/>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99335" name="Rectangle 7"/>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Tree>
  </p:cSld>
  <p:clrMapOvr>
    <a:masterClrMapping/>
  </p:clrMapOvr>
  <p:transition>
    <p:rand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99331" name="Rectangle 13"/>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3.6  </a:t>
            </a:r>
            <a:r>
              <a:rPr lang="zh-CN" altLang="en-US" sz="3600" b="0" dirty="0">
                <a:latin typeface="Times New Roman" panose="02020603050405020304" pitchFamily="18" charset="0"/>
                <a:ea typeface="黑体" panose="02010609060101010101" pitchFamily="49" charset="-122"/>
              </a:rPr>
              <a:t>应用归结原理求解问题</a:t>
            </a:r>
            <a:endParaRPr lang="zh-CN" altLang="en-US" sz="3600" b="0" dirty="0">
              <a:latin typeface="Times New Roman" panose="02020603050405020304" pitchFamily="18" charset="0"/>
              <a:ea typeface="黑体" panose="02010609060101010101" pitchFamily="49" charset="-122"/>
            </a:endParaRPr>
          </a:p>
        </p:txBody>
      </p:sp>
      <p:sp>
        <p:nvSpPr>
          <p:cNvPr id="99332" name="Rectangle 14"/>
          <p:cNvSpPr>
            <a:spLocks noGrp="1"/>
          </p:cNvSpPr>
          <p:nvPr>
            <p:ph idx="1"/>
          </p:nvPr>
        </p:nvSpPr>
        <p:spPr/>
        <p:txBody>
          <a:bodyPr vert="horz" wrap="square" lIns="91440" tIns="45720" rIns="91440" bIns="45720" anchor="t" anchorCtr="0"/>
          <a:p>
            <a:pPr eaLnBrk="1" hangingPunct="1">
              <a:lnSpc>
                <a:spcPct val="120000"/>
              </a:lnSpc>
            </a:pPr>
            <a:r>
              <a:rPr lang="en-US" altLang="zh-CN" sz="2800" b="1" dirty="0">
                <a:latin typeface="Times New Roman" panose="02020603050405020304" pitchFamily="18" charset="0"/>
              </a:rPr>
              <a:t> </a:t>
            </a:r>
            <a:r>
              <a:rPr lang="zh-CN" altLang="en-US" sz="2600" b="1" dirty="0">
                <a:latin typeface="Times New Roman" panose="02020603050405020304" pitchFamily="18" charset="0"/>
              </a:rPr>
              <a:t>应用归结原理求解问题的步骤：</a:t>
            </a:r>
            <a:endParaRPr lang="zh-CN" altLang="en-US" sz="2600" b="1" dirty="0">
              <a:latin typeface="Times New Roman" panose="02020603050405020304" pitchFamily="18" charset="0"/>
            </a:endParaRPr>
          </a:p>
          <a:p>
            <a:pPr eaLnBrk="1" hangingPunct="1">
              <a:lnSpc>
                <a:spcPct val="120000"/>
              </a:lnSpc>
              <a:buNone/>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）已知前提 </a:t>
            </a:r>
            <a:r>
              <a:rPr lang="en-US" altLang="zh-CN" sz="2400" b="1" i="1" dirty="0">
                <a:latin typeface="Times New Roman" panose="02020603050405020304" pitchFamily="18" charset="0"/>
              </a:rPr>
              <a:t>F</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用谓词公式表示，并化为子句集 </a:t>
            </a:r>
            <a:r>
              <a:rPr lang="en-US" altLang="zh-CN" sz="2400" b="1" i="1" dirty="0">
                <a:solidFill>
                  <a:schemeClr val="accent2"/>
                </a:solidFill>
                <a:latin typeface="Times New Roman" panose="02020603050405020304" pitchFamily="18" charset="0"/>
              </a:rPr>
              <a:t>S</a:t>
            </a:r>
            <a:r>
              <a:rPr lang="en-US" altLang="zh-CN" sz="2400" b="1" i="1" dirty="0">
                <a:latin typeface="Times New Roman" panose="02020603050405020304" pitchFamily="18" charset="0"/>
              </a:rPr>
              <a:t> </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a:p>
            <a:pPr eaLnBrk="1" hangingPunct="1">
              <a:lnSpc>
                <a:spcPct val="120000"/>
              </a:lnSpc>
              <a:buNone/>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2</a:t>
            </a:r>
            <a:r>
              <a:rPr lang="zh-CN" altLang="en-US" sz="2400" b="1" dirty="0">
                <a:latin typeface="Times New Roman" panose="02020603050405020304" pitchFamily="18" charset="0"/>
              </a:rPr>
              <a:t>）把待求解的问题 </a:t>
            </a:r>
            <a:r>
              <a:rPr lang="en-US" altLang="zh-CN" sz="2400" b="1" i="1" dirty="0">
                <a:latin typeface="Times New Roman" panose="02020603050405020304" pitchFamily="18" charset="0"/>
              </a:rPr>
              <a:t>Q</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用谓词公式表示，并否定 </a:t>
            </a:r>
            <a:r>
              <a:rPr lang="en-US" altLang="zh-CN" sz="2400" b="1" i="1" dirty="0">
                <a:latin typeface="Times New Roman" panose="02020603050405020304" pitchFamily="18" charset="0"/>
              </a:rPr>
              <a:t>Q</a:t>
            </a:r>
            <a:r>
              <a:rPr lang="zh-CN" altLang="en-US" sz="2400" b="1" dirty="0">
                <a:latin typeface="Times New Roman" panose="02020603050405020304" pitchFamily="18" charset="0"/>
              </a:rPr>
              <a:t>，再与  </a:t>
            </a:r>
            <a:r>
              <a:rPr lang="en-US" altLang="zh-CN" sz="2400" b="1" i="1" dirty="0">
                <a:latin typeface="Times New Roman" panose="02020603050405020304" pitchFamily="18" charset="0"/>
              </a:rPr>
              <a:t>ANSWER </a:t>
            </a:r>
            <a:r>
              <a:rPr lang="zh-CN" altLang="en-US" sz="2400" b="1" dirty="0">
                <a:latin typeface="Times New Roman" panose="02020603050405020304" pitchFamily="18" charset="0"/>
              </a:rPr>
              <a:t>构成析取式（</a:t>
            </a:r>
            <a:r>
              <a:rPr lang="en-US" altLang="zh-CN" sz="2600" b="1" dirty="0">
                <a:solidFill>
                  <a:schemeClr val="accent2"/>
                </a:solidFill>
              </a:rPr>
              <a:t>﹁</a:t>
            </a:r>
            <a:r>
              <a:rPr lang="en-US" altLang="zh-CN" sz="2400" b="1" dirty="0">
                <a:solidFill>
                  <a:schemeClr val="accent2"/>
                </a:solidFill>
                <a:latin typeface="Times New Roman" panose="02020603050405020304" pitchFamily="18" charset="0"/>
              </a:rPr>
              <a:t> </a:t>
            </a:r>
            <a:r>
              <a:rPr lang="en-US" altLang="zh-CN" sz="2400" b="1" i="1" dirty="0">
                <a:solidFill>
                  <a:schemeClr val="accent2"/>
                </a:solidFill>
                <a:latin typeface="Times New Roman" panose="02020603050405020304" pitchFamily="18" charset="0"/>
              </a:rPr>
              <a:t>Q </a:t>
            </a:r>
            <a:r>
              <a:rPr lang="en-US" altLang="en-US" sz="2600" b="1" dirty="0">
                <a:solidFill>
                  <a:schemeClr val="accent2"/>
                </a:solidFill>
              </a:rPr>
              <a:t>∨ </a:t>
            </a:r>
            <a:r>
              <a:rPr lang="en-US" altLang="zh-CN" sz="2400" b="1" i="1" dirty="0">
                <a:solidFill>
                  <a:schemeClr val="accent2"/>
                </a:solidFill>
                <a:latin typeface="Times New Roman" panose="02020603050405020304" pitchFamily="18" charset="0"/>
              </a:rPr>
              <a:t>ANSWER</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sp>
        <p:nvSpPr>
          <p:cNvPr id="99333" name="Rectangle 5"/>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nvGrpSpPr>
          <p:cNvPr id="99334" name="Group 15"/>
          <p:cNvGrpSpPr/>
          <p:nvPr/>
        </p:nvGrpSpPr>
        <p:grpSpPr>
          <a:xfrm>
            <a:off x="228600" y="3200400"/>
            <a:ext cx="8534400" cy="968375"/>
            <a:chOff x="144" y="2016"/>
            <a:chExt cx="5376" cy="610"/>
          </a:xfrm>
        </p:grpSpPr>
        <p:sp>
          <p:nvSpPr>
            <p:cNvPr id="99340" name="Rectangle 10"/>
            <p:cNvSpPr/>
            <p:nvPr/>
          </p:nvSpPr>
          <p:spPr>
            <a:xfrm>
              <a:off x="144" y="2016"/>
              <a:ext cx="5376" cy="61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342900" lvl="0" indent="-342900" eaLnBrk="1" hangingPunct="1">
                <a:lnSpc>
                  <a:spcPct val="120000"/>
                </a:lnSpc>
                <a:spcBef>
                  <a:spcPct val="50000"/>
                </a:spcBef>
                <a:buNone/>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3</a:t>
              </a:r>
              <a:r>
                <a:rPr lang="zh-CN" altLang="en-US" sz="2400" b="1" dirty="0">
                  <a:latin typeface="Times New Roman" panose="02020603050405020304" pitchFamily="18" charset="0"/>
                </a:rPr>
                <a:t>）把（</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Q</a:t>
              </a:r>
              <a:r>
                <a:rPr lang="en-US" altLang="en-US" sz="2400" b="1" dirty="0">
                  <a:latin typeface="Times New Roman" panose="02020603050405020304" pitchFamily="18" charset="0"/>
                </a:rPr>
                <a:t>∨ </a:t>
              </a:r>
              <a:r>
                <a:rPr lang="en-US" altLang="zh-CN" sz="2400" b="1" i="1" dirty="0">
                  <a:latin typeface="Times New Roman" panose="02020603050405020304" pitchFamily="18" charset="0"/>
                </a:rPr>
                <a:t>ANSWER</a:t>
              </a:r>
              <a:r>
                <a:rPr lang="zh-CN" altLang="en-US" sz="2400" b="1" dirty="0">
                  <a:latin typeface="Times New Roman" panose="02020603050405020304" pitchFamily="18" charset="0"/>
                </a:rPr>
                <a:t>）</a:t>
              </a:r>
              <a:r>
                <a:rPr lang="zh-CN" altLang="en-US" sz="1800" b="1" dirty="0"/>
                <a:t> </a:t>
              </a:r>
              <a:r>
                <a:rPr lang="zh-CN" altLang="en-US" sz="2400" b="1" dirty="0">
                  <a:latin typeface="Times New Roman" panose="02020603050405020304" pitchFamily="18" charset="0"/>
                </a:rPr>
                <a:t>化为子句集，并入到子句集 </a:t>
              </a:r>
              <a:r>
                <a:rPr lang="en-US" altLang="zh-CN" sz="2400" b="1" i="1" dirty="0">
                  <a:latin typeface="Times New Roman" panose="02020603050405020304" pitchFamily="18" charset="0"/>
                </a:rPr>
                <a:t>S</a:t>
              </a:r>
              <a:r>
                <a:rPr lang="zh-CN" altLang="en-US" sz="2400" b="1" dirty="0">
                  <a:latin typeface="Times New Roman" panose="02020603050405020304" pitchFamily="18" charset="0"/>
                </a:rPr>
                <a:t>中，得到子句集      ；</a:t>
              </a:r>
              <a:endParaRPr lang="zh-CN" altLang="en-US" sz="2400" b="1" dirty="0">
                <a:latin typeface="Times New Roman" panose="02020603050405020304" pitchFamily="18" charset="0"/>
              </a:endParaRPr>
            </a:p>
          </p:txBody>
        </p:sp>
        <p:graphicFrame>
          <p:nvGraphicFramePr>
            <p:cNvPr id="99341" name="Object 1025"/>
            <p:cNvGraphicFramePr>
              <a:graphicFrameLocks noChangeAspect="1"/>
            </p:cNvGraphicFramePr>
            <p:nvPr/>
          </p:nvGraphicFramePr>
          <p:xfrm>
            <a:off x="1840" y="2352"/>
            <a:ext cx="224" cy="240"/>
          </p:xfrm>
          <a:graphic>
            <a:graphicData uri="http://schemas.openxmlformats.org/presentationml/2006/ole">
              <mc:AlternateContent xmlns:mc="http://schemas.openxmlformats.org/markup-compatibility/2006">
                <mc:Choice xmlns:v="urn:schemas-microsoft-com:vml" Requires="v">
                  <p:oleObj spid="_x0000_s3214" name="" r:id="rId2" imgW="67945" imgH="87630" progId="Equation.3">
                    <p:embed/>
                  </p:oleObj>
                </mc:Choice>
                <mc:Fallback>
                  <p:oleObj name="" r:id="rId2" imgW="67945" imgH="87630" progId="Equation.3">
                    <p:embed/>
                    <p:pic>
                      <p:nvPicPr>
                        <p:cNvPr id="0" name="图片 3213"/>
                        <p:cNvPicPr/>
                        <p:nvPr/>
                      </p:nvPicPr>
                      <p:blipFill>
                        <a:blip r:embed="rId3">
                          <a:clrChange>
                            <a:clrFrom>
                              <a:srgbClr val="000000"/>
                            </a:clrFrom>
                            <a:clrTo>
                              <a:srgbClr val="CC0000"/>
                            </a:clrTo>
                          </a:clrChange>
                        </a:blip>
                        <a:stretch>
                          <a:fillRect/>
                        </a:stretch>
                      </p:blipFill>
                      <p:spPr>
                        <a:xfrm>
                          <a:off x="1840" y="2352"/>
                          <a:ext cx="224" cy="240"/>
                        </a:xfrm>
                        <a:prstGeom prst="rect">
                          <a:avLst/>
                        </a:prstGeom>
                        <a:noFill/>
                        <a:ln w="38100">
                          <a:noFill/>
                          <a:miter/>
                        </a:ln>
                      </p:spPr>
                    </p:pic>
                  </p:oleObj>
                </mc:Fallback>
              </mc:AlternateContent>
            </a:graphicData>
          </a:graphic>
        </p:graphicFrame>
      </p:grpSp>
      <p:sp>
        <p:nvSpPr>
          <p:cNvPr id="99335" name="Rectangle 7"/>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nvGrpSpPr>
          <p:cNvPr id="99336" name="Group 12"/>
          <p:cNvGrpSpPr/>
          <p:nvPr/>
        </p:nvGrpSpPr>
        <p:grpSpPr>
          <a:xfrm>
            <a:off x="228600" y="4191000"/>
            <a:ext cx="5257800" cy="530225"/>
            <a:chOff x="144" y="2640"/>
            <a:chExt cx="3024" cy="334"/>
          </a:xfrm>
        </p:grpSpPr>
        <p:sp>
          <p:nvSpPr>
            <p:cNvPr id="99338" name="Rectangle 9"/>
            <p:cNvSpPr/>
            <p:nvPr/>
          </p:nvSpPr>
          <p:spPr>
            <a:xfrm>
              <a:off x="144" y="2640"/>
              <a:ext cx="3024" cy="334"/>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342900" lvl="0" indent="-342900" eaLnBrk="1" hangingPunct="1">
                <a:lnSpc>
                  <a:spcPct val="120000"/>
                </a:lnSpc>
                <a:spcBef>
                  <a:spcPct val="50000"/>
                </a:spcBef>
                <a:buNone/>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4</a:t>
              </a:r>
              <a:r>
                <a:rPr lang="zh-CN" altLang="en-US" sz="2400" b="1" dirty="0">
                  <a:latin typeface="Times New Roman" panose="02020603050405020304" pitchFamily="18" charset="0"/>
                </a:rPr>
                <a:t>）对       应用归结原理进行归结；</a:t>
              </a:r>
              <a:endParaRPr lang="zh-CN" altLang="en-US" sz="2400" b="1" dirty="0">
                <a:latin typeface="Times New Roman" panose="02020603050405020304" pitchFamily="18" charset="0"/>
              </a:endParaRPr>
            </a:p>
          </p:txBody>
        </p:sp>
        <p:graphicFrame>
          <p:nvGraphicFramePr>
            <p:cNvPr id="99339" name="Object 1024"/>
            <p:cNvGraphicFramePr>
              <a:graphicFrameLocks noChangeAspect="1"/>
            </p:cNvGraphicFramePr>
            <p:nvPr/>
          </p:nvGraphicFramePr>
          <p:xfrm>
            <a:off x="910" y="2688"/>
            <a:ext cx="194" cy="240"/>
          </p:xfrm>
          <a:graphic>
            <a:graphicData uri="http://schemas.openxmlformats.org/presentationml/2006/ole">
              <mc:AlternateContent xmlns:mc="http://schemas.openxmlformats.org/markup-compatibility/2006">
                <mc:Choice xmlns:v="urn:schemas-microsoft-com:vml" Requires="v">
                  <p:oleObj spid="_x0000_s3224" name="" r:id="rId4" imgW="67945" imgH="87630" progId="Equation.3">
                    <p:embed/>
                  </p:oleObj>
                </mc:Choice>
                <mc:Fallback>
                  <p:oleObj name="" r:id="rId4" imgW="67945" imgH="87630" progId="Equation.3">
                    <p:embed/>
                    <p:pic>
                      <p:nvPicPr>
                        <p:cNvPr id="0" name="图片 3223"/>
                        <p:cNvPicPr/>
                        <p:nvPr/>
                      </p:nvPicPr>
                      <p:blipFill>
                        <a:blip r:embed="rId5">
                          <a:clrChange>
                            <a:clrFrom>
                              <a:srgbClr val="000000"/>
                            </a:clrFrom>
                            <a:clrTo>
                              <a:srgbClr val="CC0000"/>
                            </a:clrTo>
                          </a:clrChange>
                        </a:blip>
                        <a:stretch>
                          <a:fillRect/>
                        </a:stretch>
                      </p:blipFill>
                      <p:spPr>
                        <a:xfrm>
                          <a:off x="910" y="2688"/>
                          <a:ext cx="194" cy="240"/>
                        </a:xfrm>
                        <a:prstGeom prst="rect">
                          <a:avLst/>
                        </a:prstGeom>
                        <a:noFill/>
                        <a:ln w="38100">
                          <a:noFill/>
                          <a:miter/>
                        </a:ln>
                      </p:spPr>
                    </p:pic>
                  </p:oleObj>
                </mc:Fallback>
              </mc:AlternateContent>
            </a:graphicData>
          </a:graphic>
        </p:graphicFrame>
      </p:grpSp>
      <p:sp>
        <p:nvSpPr>
          <p:cNvPr id="99337" name="Rectangle 8"/>
          <p:cNvSpPr/>
          <p:nvPr/>
        </p:nvSpPr>
        <p:spPr>
          <a:xfrm>
            <a:off x="228600" y="4800600"/>
            <a:ext cx="8305800" cy="530225"/>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342900" lvl="0" indent="-342900" eaLnBrk="1" hangingPunct="1">
              <a:lnSpc>
                <a:spcPct val="120000"/>
              </a:lnSpc>
              <a:spcBef>
                <a:spcPct val="50000"/>
              </a:spcBef>
              <a:buNone/>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5</a:t>
            </a:r>
            <a:r>
              <a:rPr lang="zh-CN" altLang="en-US" sz="2400" b="1" dirty="0">
                <a:latin typeface="Times New Roman" panose="02020603050405020304" pitchFamily="18" charset="0"/>
              </a:rPr>
              <a:t>）若得到归结式 </a:t>
            </a:r>
            <a:r>
              <a:rPr lang="en-US" altLang="zh-CN" sz="2400" b="1" i="1" dirty="0">
                <a:latin typeface="Times New Roman" panose="02020603050405020304" pitchFamily="18" charset="0"/>
              </a:rPr>
              <a:t>ANSWER</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，则答案就在 </a:t>
            </a:r>
            <a:r>
              <a:rPr lang="en-US" altLang="zh-CN" sz="2400" b="1" i="1" dirty="0">
                <a:latin typeface="Times New Roman" panose="02020603050405020304" pitchFamily="18" charset="0"/>
              </a:rPr>
              <a:t>ANSWER </a:t>
            </a:r>
            <a:r>
              <a:rPr lang="zh-CN" altLang="en-US" sz="2400" b="1" dirty="0">
                <a:latin typeface="Times New Roman" panose="02020603050405020304" pitchFamily="18" charset="0"/>
              </a:rPr>
              <a:t>中。</a:t>
            </a:r>
            <a:endParaRPr lang="zh-CN" altLang="en-US" sz="2400" b="1" dirty="0">
              <a:latin typeface="Times New Roman" panose="02020603050405020304" pitchFamily="18" charset="0"/>
            </a:endParaRPr>
          </a:p>
        </p:txBody>
      </p:sp>
    </p:spTree>
  </p:cSld>
  <p:clrMapOvr>
    <a:masterClrMapping/>
  </p:clrMapOvr>
  <p:transition>
    <p:rand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43012" name="Rectangle 4"/>
          <p:cNvSpPr>
            <a:spLocks noGrp="1" noChangeArrowheads="1"/>
          </p:cNvSpPr>
          <p:nvPr>
            <p:ph idx="1"/>
          </p:nvPr>
        </p:nvSpPr>
        <p:spPr>
          <a:xfrm>
            <a:off x="403225" y="1212850"/>
            <a:ext cx="8283575" cy="4121150"/>
          </a:xfrm>
          <a:gradFill rotWithShape="0">
            <a:gsLst>
              <a:gs pos="0">
                <a:srgbClr val="CCFFFF"/>
              </a:gs>
              <a:gs pos="50000">
                <a:schemeClr val="bg1"/>
              </a:gs>
              <a:gs pos="100000">
                <a:srgbClr val="CCFFFF"/>
              </a:gs>
            </a:gsLst>
            <a:lin ang="5400000" scaled="1"/>
          </a:gradFill>
          <a:ln>
            <a:solidFill>
              <a:srgbClr val="008080"/>
            </a:solidFill>
          </a:ln>
        </p:spPr>
        <p:txBody>
          <a:bodyPr vert="horz" wrap="square" lIns="91440" tIns="45720" rIns="91440" bIns="45720" numCol="1" anchor="t" anchorCtr="0" compatLnSpc="1"/>
          <a:lstStyle/>
          <a:p>
            <a:pPr marL="0" marR="0" lvl="0" indent="0" algn="just" defTabSz="914400" rtl="0" eaLnBrk="1" fontAlgn="base" latinLnBrk="0" hangingPunct="1">
              <a:lnSpc>
                <a:spcPct val="100000"/>
              </a:lnSpc>
              <a:spcBef>
                <a:spcPct val="40000"/>
              </a:spcBef>
              <a:spcAft>
                <a:spcPct val="0"/>
              </a:spcAft>
              <a:buClr>
                <a:schemeClr val="accent2"/>
              </a:buClr>
              <a:buSzTx/>
              <a:buFont typeface="Wingdings" panose="05000000000000000000" pitchFamily="2" charset="2"/>
              <a:buBlip>
                <a:blip r:embed="rId1"/>
              </a:buBlip>
              <a:defRPr/>
            </a:pPr>
            <a:r>
              <a:rPr kumimoji="0" lang="en-US" altLang="zh-CN" sz="2800" b="1" i="0" u="none" strike="noStrike" kern="0" cap="none" spc="0" normalizeH="0" baseline="0" noProof="0">
                <a:ln>
                  <a:noFill/>
                </a:ln>
                <a:solidFill>
                  <a:schemeClr val="tx1"/>
                </a:solidFill>
                <a:effectLst/>
                <a:uLnTx/>
                <a:uFillTx/>
                <a:latin typeface="宋体" panose="02010600030101010101" pitchFamily="2" charset="-122"/>
                <a:ea typeface="+mn-ea"/>
                <a:cs typeface="+mn-cs"/>
              </a:rPr>
              <a:t> </a:t>
            </a:r>
            <a:r>
              <a:rPr kumimoji="0" lang="zh-CN" altLang="en-US" sz="2800" b="1" i="0" u="none" strike="noStrike" kern="0" cap="none" spc="0" normalizeH="0" baseline="0" noProof="0">
                <a:ln>
                  <a:noFill/>
                </a:ln>
                <a:solidFill>
                  <a:schemeClr val="tx1"/>
                </a:solidFill>
                <a:effectLst/>
                <a:uLnTx/>
                <a:uFillTx/>
                <a:latin typeface="宋体" panose="02010600030101010101" pitchFamily="2" charset="-122"/>
                <a:ea typeface="+mn-ea"/>
                <a:cs typeface="+mn-cs"/>
              </a:rPr>
              <a:t>例</a:t>
            </a:r>
            <a:r>
              <a:rPr kumimoji="0" lang="en-US" altLang="zh-CN" sz="2800" b="1" i="0" u="none" strike="noStrike" kern="0" cap="none" spc="0" normalizeH="0" baseline="0" noProof="0">
                <a:ln>
                  <a:noFill/>
                </a:ln>
                <a:solidFill>
                  <a:schemeClr val="tx1"/>
                </a:solidFill>
                <a:effectLst/>
                <a:uLnTx/>
                <a:uFillTx/>
                <a:latin typeface="宋体" panose="02010600030101010101" pitchFamily="2" charset="-122"/>
                <a:ea typeface="+mn-ea"/>
                <a:cs typeface="+mn-cs"/>
              </a:rPr>
              <a:t>3.</a:t>
            </a:r>
            <a:r>
              <a:rPr kumimoji="0" lang="en-US" altLang="zh-CN" sz="2800" b="1" i="0" u="none" strike="noStrike" kern="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11</a:t>
            </a:r>
            <a:r>
              <a:rPr kumimoji="0" lang="en-US" altLang="zh-CN" sz="2800" b="0" i="0" u="none" strike="noStrike" kern="0" cap="none" spc="0" normalizeH="0" baseline="0" noProof="0">
                <a:ln>
                  <a:noFill/>
                </a:ln>
                <a:solidFill>
                  <a:schemeClr val="tx1"/>
                </a:solidFill>
                <a:effectLst/>
                <a:uLnTx/>
                <a:uFillTx/>
                <a:latin typeface="宋体" panose="02010600030101010101" pitchFamily="2" charset="-122"/>
                <a:ea typeface="+mn-ea"/>
                <a:cs typeface="+mn-cs"/>
              </a:rPr>
              <a:t> </a:t>
            </a:r>
            <a:r>
              <a:rPr kumimoji="0" lang="zh-CN" altLang="en-US" sz="2800" b="0" i="0" u="none" strike="noStrike" kern="0" cap="none" spc="0" normalizeH="0" baseline="0" noProof="0">
                <a:ln>
                  <a:noFill/>
                </a:ln>
                <a:solidFill>
                  <a:schemeClr val="tx1"/>
                </a:solidFill>
                <a:effectLst/>
                <a:uLnTx/>
                <a:uFillTx/>
                <a:latin typeface="宋体" panose="02010600030101010101" pitchFamily="2" charset="-122"/>
                <a:ea typeface="+mn-ea"/>
                <a:cs typeface="+mn-cs"/>
              </a:rPr>
              <a:t>已知：</a:t>
            </a:r>
            <a:endParaRPr kumimoji="0" lang="zh-CN" altLang="en-US" sz="2800" b="0" i="0" u="none" strike="noStrike" kern="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base" latinLnBrk="0" hangingPunct="1">
              <a:lnSpc>
                <a:spcPct val="100000"/>
              </a:lnSpc>
              <a:spcBef>
                <a:spcPct val="40000"/>
              </a:spcBef>
              <a:spcAft>
                <a:spcPct val="0"/>
              </a:spcAft>
              <a:buClr>
                <a:schemeClr val="accent2"/>
              </a:buClr>
              <a:buSzTx/>
              <a:buFont typeface="Wingdings" panose="05000000000000000000" pitchFamily="2" charset="2"/>
              <a:buNone/>
              <a:defRPr/>
            </a:pPr>
            <a:r>
              <a:rPr kumimoji="0" lang="zh-CN" altLang="en-US" sz="2800" b="0" i="0" u="none" strike="noStrike" kern="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800" b="0" i="0" u="none" strike="noStrike" kern="0" cap="none" spc="0" normalizeH="0" baseline="0" noProof="0">
                <a:ln>
                  <a:noFill/>
                </a:ln>
                <a:solidFill>
                  <a:schemeClr val="tx1"/>
                </a:solidFill>
                <a:effectLst/>
                <a:uLnTx/>
                <a:uFillTx/>
                <a:latin typeface="宋体" panose="02010600030101010101" pitchFamily="2" charset="-122"/>
                <a:ea typeface="+mn-ea"/>
                <a:cs typeface="+mn-cs"/>
              </a:rPr>
              <a:t>：王（</a:t>
            </a:r>
            <a:r>
              <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Wang</a:t>
            </a:r>
            <a:r>
              <a:rPr kumimoji="0" lang="zh-CN" altLang="en-US" sz="2800" b="0"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）先生是小李（</a:t>
            </a:r>
            <a:r>
              <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Li</a:t>
            </a:r>
            <a:r>
              <a:rPr kumimoji="0" lang="zh-CN" altLang="en-US" sz="2800" b="0"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）的老师。</a:t>
            </a:r>
            <a:endParaRPr kumimoji="0" lang="zh-CN" altLang="en-US" sz="2800" b="0" i="0" u="none" strike="noStrike" kern="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base" latinLnBrk="0" hangingPunct="1">
              <a:lnSpc>
                <a:spcPct val="100000"/>
              </a:lnSpc>
              <a:spcBef>
                <a:spcPct val="40000"/>
              </a:spcBef>
              <a:spcAft>
                <a:spcPct val="0"/>
              </a:spcAft>
              <a:buClr>
                <a:schemeClr val="accent2"/>
              </a:buClr>
              <a:buSzTx/>
              <a:buFont typeface="Wingdings" panose="05000000000000000000" pitchFamily="2" charset="2"/>
              <a:buNone/>
              <a:defRPr/>
            </a:pPr>
            <a:r>
              <a:rPr kumimoji="0" lang="zh-CN" altLang="en-US" sz="2800" b="0"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        ：小李与小张（</a:t>
            </a:r>
            <a:r>
              <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Zhang</a:t>
            </a:r>
            <a:r>
              <a:rPr kumimoji="0" lang="zh-CN" altLang="en-US" sz="2800" b="0"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）是同班同学。</a:t>
            </a:r>
            <a:endParaRPr kumimoji="0" lang="zh-CN" altLang="en-US" sz="2800" b="0" i="0" u="none" strike="noStrike" kern="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base" latinLnBrk="0" hangingPunct="1">
              <a:lnSpc>
                <a:spcPct val="100000"/>
              </a:lnSpc>
              <a:spcBef>
                <a:spcPct val="40000"/>
              </a:spcBef>
              <a:spcAft>
                <a:spcPct val="0"/>
              </a:spcAft>
              <a:buClr>
                <a:schemeClr val="accent2"/>
              </a:buClr>
              <a:buSzTx/>
              <a:buFont typeface="Wingdings" panose="05000000000000000000" pitchFamily="2" charset="2"/>
              <a:buNone/>
              <a:defRPr/>
            </a:pPr>
            <a:r>
              <a:rPr kumimoji="0" lang="zh-CN" altLang="en-US" sz="2800" b="0"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        ：如果  与  是同班同学，则  的老师也是</a:t>
            </a:r>
            <a:endParaRPr kumimoji="0" lang="zh-CN" altLang="en-US" sz="2800" b="0" i="0" u="none" strike="noStrike" kern="0" cap="none" spc="0" normalizeH="0" baseline="0" noProof="0">
              <a:ln>
                <a:noFill/>
              </a:ln>
              <a:solidFill>
                <a:schemeClr val="tx1"/>
              </a:solidFill>
              <a:effectLst/>
              <a:uLnTx/>
              <a:uFillTx/>
              <a:latin typeface="Times New Roman" panose="02020603050405020304" pitchFamily="18" charset="0"/>
              <a:ea typeface="+mn-ea"/>
              <a:cs typeface="+mn-cs"/>
            </a:endParaRPr>
          </a:p>
          <a:p>
            <a:pPr marL="0" marR="0" lvl="0" indent="0" algn="just" defTabSz="914400" rtl="0" eaLnBrk="1" fontAlgn="base" latinLnBrk="0" hangingPunct="1">
              <a:lnSpc>
                <a:spcPct val="100000"/>
              </a:lnSpc>
              <a:spcBef>
                <a:spcPct val="40000"/>
              </a:spcBef>
              <a:spcAft>
                <a:spcPct val="0"/>
              </a:spcAft>
              <a:buClr>
                <a:schemeClr val="accent2"/>
              </a:buClr>
              <a:buSzTx/>
              <a:buFont typeface="Wingdings" panose="05000000000000000000" pitchFamily="2" charset="2"/>
              <a:buNone/>
              <a:defRPr/>
            </a:pPr>
            <a:r>
              <a:rPr kumimoji="0" lang="zh-CN" altLang="en-US" sz="2800" b="0"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            的老师。</a:t>
            </a:r>
            <a:endParaRPr kumimoji="0" lang="zh-CN" altLang="en-US" sz="2800" b="0" i="0" u="none" strike="noStrike" kern="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00356" name="Rectangle 14"/>
          <p:cNvSpPr/>
          <p:nvPr/>
        </p:nvSpPr>
        <p:spPr>
          <a:xfrm>
            <a:off x="685800" y="4419600"/>
            <a:ext cx="4572000" cy="519113"/>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None/>
            </a:pPr>
            <a:r>
              <a:rPr lang="zh-CN" altLang="en-US" sz="2800" dirty="0">
                <a:latin typeface="宋体" panose="02010600030101010101" pitchFamily="2" charset="-122"/>
              </a:rPr>
              <a:t>求：小张的老师是谁？</a:t>
            </a:r>
            <a:r>
              <a:rPr lang="zh-CN" altLang="en-US" sz="2800" dirty="0"/>
              <a:t> </a:t>
            </a:r>
            <a:endParaRPr lang="zh-CN" altLang="en-US" sz="2800" dirty="0"/>
          </a:p>
        </p:txBody>
      </p:sp>
      <p:sp>
        <p:nvSpPr>
          <p:cNvPr id="100357"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3.6  </a:t>
            </a:r>
            <a:r>
              <a:rPr lang="zh-CN" altLang="en-US" sz="3600" b="0" dirty="0">
                <a:latin typeface="Times New Roman" panose="02020603050405020304" pitchFamily="18" charset="0"/>
                <a:ea typeface="黑体" panose="02010609060101010101" pitchFamily="49" charset="-122"/>
              </a:rPr>
              <a:t>应用归结原理求解问题</a:t>
            </a:r>
            <a:endParaRPr lang="zh-CN" altLang="en-US" sz="3600" b="0" dirty="0">
              <a:latin typeface="Times New Roman" panose="02020603050405020304" pitchFamily="18" charset="0"/>
              <a:ea typeface="黑体" panose="02010609060101010101" pitchFamily="49" charset="-122"/>
            </a:endParaRPr>
          </a:p>
        </p:txBody>
      </p:sp>
      <p:sp>
        <p:nvSpPr>
          <p:cNvPr id="100358" name="Rectangle 6"/>
          <p:cNvSpPr/>
          <p:nvPr/>
        </p:nvSpPr>
        <p:spPr>
          <a:xfrm>
            <a:off x="4491038" y="3319463"/>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100359" name="Object 1024"/>
          <p:cNvGraphicFramePr>
            <a:graphicFrameLocks noChangeAspect="1"/>
          </p:cNvGraphicFramePr>
          <p:nvPr/>
        </p:nvGraphicFramePr>
        <p:xfrm>
          <a:off x="825500" y="1828800"/>
          <a:ext cx="393700" cy="533400"/>
        </p:xfrm>
        <a:graphic>
          <a:graphicData uri="http://schemas.openxmlformats.org/presentationml/2006/ole">
            <mc:AlternateContent xmlns:mc="http://schemas.openxmlformats.org/markup-compatibility/2006">
              <mc:Choice xmlns:v="urn:schemas-microsoft-com:vml" Requires="v">
                <p:oleObj spid="_x0000_s3219" name="" r:id="rId2" imgW="2847975" imgH="3733800" progId="Equation.3">
                  <p:embed/>
                </p:oleObj>
              </mc:Choice>
              <mc:Fallback>
                <p:oleObj name="" r:id="rId2" imgW="2847975" imgH="3733800" progId="Equation.3">
                  <p:embed/>
                  <p:pic>
                    <p:nvPicPr>
                      <p:cNvPr id="0" name="图片 3218"/>
                      <p:cNvPicPr/>
                      <p:nvPr/>
                    </p:nvPicPr>
                    <p:blipFill>
                      <a:blip r:embed="rId3"/>
                      <a:stretch>
                        <a:fillRect/>
                      </a:stretch>
                    </p:blipFill>
                    <p:spPr>
                      <a:xfrm>
                        <a:off x="825500" y="1828800"/>
                        <a:ext cx="393700" cy="533400"/>
                      </a:xfrm>
                      <a:prstGeom prst="rect">
                        <a:avLst/>
                      </a:prstGeom>
                      <a:noFill/>
                      <a:ln w="38100">
                        <a:noFill/>
                        <a:miter/>
                      </a:ln>
                    </p:spPr>
                  </p:pic>
                </p:oleObj>
              </mc:Fallback>
            </mc:AlternateContent>
          </a:graphicData>
        </a:graphic>
      </p:graphicFrame>
      <p:graphicFrame>
        <p:nvGraphicFramePr>
          <p:cNvPr id="100360" name="Object 1025"/>
          <p:cNvGraphicFramePr>
            <a:graphicFrameLocks noChangeAspect="1"/>
          </p:cNvGraphicFramePr>
          <p:nvPr/>
        </p:nvGraphicFramePr>
        <p:xfrm>
          <a:off x="795338" y="2438400"/>
          <a:ext cx="423862" cy="533400"/>
        </p:xfrm>
        <a:graphic>
          <a:graphicData uri="http://schemas.openxmlformats.org/presentationml/2006/ole">
            <mc:AlternateContent xmlns:mc="http://schemas.openxmlformats.org/markup-compatibility/2006">
              <mc:Choice xmlns:v="urn:schemas-microsoft-com:vml" Requires="v">
                <p:oleObj spid="_x0000_s3221" name="" r:id="rId4" imgW="3076575" imgH="3733800" progId="Equation.3">
                  <p:embed/>
                </p:oleObj>
              </mc:Choice>
              <mc:Fallback>
                <p:oleObj name="" r:id="rId4" imgW="3076575" imgH="3733800" progId="Equation.3">
                  <p:embed/>
                  <p:pic>
                    <p:nvPicPr>
                      <p:cNvPr id="0" name="图片 3220"/>
                      <p:cNvPicPr/>
                      <p:nvPr/>
                    </p:nvPicPr>
                    <p:blipFill>
                      <a:blip r:embed="rId5"/>
                      <a:stretch>
                        <a:fillRect/>
                      </a:stretch>
                    </p:blipFill>
                    <p:spPr>
                      <a:xfrm>
                        <a:off x="795338" y="2438400"/>
                        <a:ext cx="423862" cy="533400"/>
                      </a:xfrm>
                      <a:prstGeom prst="rect">
                        <a:avLst/>
                      </a:prstGeom>
                      <a:noFill/>
                      <a:ln w="38100">
                        <a:noFill/>
                        <a:miter/>
                      </a:ln>
                    </p:spPr>
                  </p:pic>
                </p:oleObj>
              </mc:Fallback>
            </mc:AlternateContent>
          </a:graphicData>
        </a:graphic>
      </p:graphicFrame>
      <p:graphicFrame>
        <p:nvGraphicFramePr>
          <p:cNvPr id="100361" name="Object 1026"/>
          <p:cNvGraphicFramePr>
            <a:graphicFrameLocks noChangeAspect="1"/>
          </p:cNvGraphicFramePr>
          <p:nvPr/>
        </p:nvGraphicFramePr>
        <p:xfrm>
          <a:off x="795338" y="3016250"/>
          <a:ext cx="423862" cy="565150"/>
        </p:xfrm>
        <a:graphic>
          <a:graphicData uri="http://schemas.openxmlformats.org/presentationml/2006/ole">
            <mc:AlternateContent xmlns:mc="http://schemas.openxmlformats.org/markup-compatibility/2006">
              <mc:Choice xmlns:v="urn:schemas-microsoft-com:vml" Requires="v">
                <p:oleObj spid="_x0000_s3215" name="" r:id="rId6" imgW="3076575" imgH="3952875" progId="Equation.3">
                  <p:embed/>
                </p:oleObj>
              </mc:Choice>
              <mc:Fallback>
                <p:oleObj name="" r:id="rId6" imgW="3076575" imgH="3952875" progId="Equation.3">
                  <p:embed/>
                  <p:pic>
                    <p:nvPicPr>
                      <p:cNvPr id="0" name="图片 3214"/>
                      <p:cNvPicPr/>
                      <p:nvPr/>
                    </p:nvPicPr>
                    <p:blipFill>
                      <a:blip r:embed="rId7"/>
                      <a:stretch>
                        <a:fillRect/>
                      </a:stretch>
                    </p:blipFill>
                    <p:spPr>
                      <a:xfrm>
                        <a:off x="795338" y="3016250"/>
                        <a:ext cx="423862" cy="565150"/>
                      </a:xfrm>
                      <a:prstGeom prst="rect">
                        <a:avLst/>
                      </a:prstGeom>
                      <a:noFill/>
                      <a:ln w="38100">
                        <a:noFill/>
                        <a:miter/>
                      </a:ln>
                    </p:spPr>
                  </p:pic>
                </p:oleObj>
              </mc:Fallback>
            </mc:AlternateContent>
          </a:graphicData>
        </a:graphic>
      </p:graphicFrame>
      <p:sp>
        <p:nvSpPr>
          <p:cNvPr id="100362" name="Rectangle 10"/>
          <p:cNvSpPr/>
          <p:nvPr/>
        </p:nvSpPr>
        <p:spPr>
          <a:xfrm>
            <a:off x="4510088" y="3357563"/>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100363" name="Object 1027"/>
          <p:cNvGraphicFramePr>
            <a:graphicFrameLocks noChangeAspect="1"/>
          </p:cNvGraphicFramePr>
          <p:nvPr/>
        </p:nvGraphicFramePr>
        <p:xfrm>
          <a:off x="2251075" y="3124200"/>
          <a:ext cx="263525" cy="304800"/>
        </p:xfrm>
        <a:graphic>
          <a:graphicData uri="http://schemas.openxmlformats.org/presentationml/2006/ole">
            <mc:AlternateContent xmlns:mc="http://schemas.openxmlformats.org/markup-compatibility/2006">
              <mc:Choice xmlns:v="urn:schemas-microsoft-com:vml" Requires="v">
                <p:oleObj spid="_x0000_s3216" name="" r:id="rId8" imgW="2190750" imgH="2409825" progId="Equation.3">
                  <p:embed/>
                </p:oleObj>
              </mc:Choice>
              <mc:Fallback>
                <p:oleObj name="" r:id="rId8" imgW="2190750" imgH="2409825" progId="Equation.3">
                  <p:embed/>
                  <p:pic>
                    <p:nvPicPr>
                      <p:cNvPr id="0" name="图片 3215"/>
                      <p:cNvPicPr/>
                      <p:nvPr/>
                    </p:nvPicPr>
                    <p:blipFill>
                      <a:blip r:embed="rId9"/>
                      <a:stretch>
                        <a:fillRect/>
                      </a:stretch>
                    </p:blipFill>
                    <p:spPr>
                      <a:xfrm>
                        <a:off x="2251075" y="3124200"/>
                        <a:ext cx="263525" cy="304800"/>
                      </a:xfrm>
                      <a:prstGeom prst="rect">
                        <a:avLst/>
                      </a:prstGeom>
                      <a:noFill/>
                      <a:ln w="38100">
                        <a:noFill/>
                        <a:miter/>
                      </a:ln>
                    </p:spPr>
                  </p:pic>
                </p:oleObj>
              </mc:Fallback>
            </mc:AlternateContent>
          </a:graphicData>
        </a:graphic>
      </p:graphicFrame>
      <p:graphicFrame>
        <p:nvGraphicFramePr>
          <p:cNvPr id="100364" name="Object 1028"/>
          <p:cNvGraphicFramePr>
            <a:graphicFrameLocks noChangeAspect="1"/>
          </p:cNvGraphicFramePr>
          <p:nvPr/>
        </p:nvGraphicFramePr>
        <p:xfrm>
          <a:off x="5451475" y="3124200"/>
          <a:ext cx="263525" cy="304800"/>
        </p:xfrm>
        <a:graphic>
          <a:graphicData uri="http://schemas.openxmlformats.org/presentationml/2006/ole">
            <mc:AlternateContent xmlns:mc="http://schemas.openxmlformats.org/markup-compatibility/2006">
              <mc:Choice xmlns:v="urn:schemas-microsoft-com:vml" Requires="v">
                <p:oleObj spid="_x0000_s3222" name="" r:id="rId10" imgW="2190750" imgH="2409825" progId="Equation.3">
                  <p:embed/>
                </p:oleObj>
              </mc:Choice>
              <mc:Fallback>
                <p:oleObj name="" r:id="rId10" imgW="2190750" imgH="2409825" progId="Equation.3">
                  <p:embed/>
                  <p:pic>
                    <p:nvPicPr>
                      <p:cNvPr id="0" name="图片 3221"/>
                      <p:cNvPicPr/>
                      <p:nvPr/>
                    </p:nvPicPr>
                    <p:blipFill>
                      <a:blip r:embed="rId11"/>
                      <a:stretch>
                        <a:fillRect/>
                      </a:stretch>
                    </p:blipFill>
                    <p:spPr>
                      <a:xfrm>
                        <a:off x="5451475" y="3124200"/>
                        <a:ext cx="263525" cy="304800"/>
                      </a:xfrm>
                      <a:prstGeom prst="rect">
                        <a:avLst/>
                      </a:prstGeom>
                      <a:noFill/>
                      <a:ln w="38100">
                        <a:noFill/>
                        <a:miter/>
                      </a:ln>
                    </p:spPr>
                  </p:pic>
                </p:oleObj>
              </mc:Fallback>
            </mc:AlternateContent>
          </a:graphicData>
        </a:graphic>
      </p:graphicFrame>
      <p:graphicFrame>
        <p:nvGraphicFramePr>
          <p:cNvPr id="100365" name="Object 1029"/>
          <p:cNvGraphicFramePr>
            <a:graphicFrameLocks noChangeAspect="1"/>
          </p:cNvGraphicFramePr>
          <p:nvPr/>
        </p:nvGraphicFramePr>
        <p:xfrm>
          <a:off x="7467600" y="3124200"/>
          <a:ext cx="290513" cy="360363"/>
        </p:xfrm>
        <a:graphic>
          <a:graphicData uri="http://schemas.openxmlformats.org/presentationml/2006/ole">
            <mc:AlternateContent xmlns:mc="http://schemas.openxmlformats.org/markup-compatibility/2006">
              <mc:Choice xmlns:v="urn:schemas-microsoft-com:vml" Requires="v">
                <p:oleObj spid="_x0000_s3217" name="" r:id="rId12" imgW="2409825" imgH="2847975" progId="Equation.3">
                  <p:embed/>
                </p:oleObj>
              </mc:Choice>
              <mc:Fallback>
                <p:oleObj name="" r:id="rId12" imgW="2409825" imgH="2847975" progId="Equation.3">
                  <p:embed/>
                  <p:pic>
                    <p:nvPicPr>
                      <p:cNvPr id="0" name="图片 3216"/>
                      <p:cNvPicPr/>
                      <p:nvPr/>
                    </p:nvPicPr>
                    <p:blipFill>
                      <a:blip r:embed="rId13"/>
                      <a:stretch>
                        <a:fillRect/>
                      </a:stretch>
                    </p:blipFill>
                    <p:spPr>
                      <a:xfrm>
                        <a:off x="7467600" y="3124200"/>
                        <a:ext cx="290513" cy="360363"/>
                      </a:xfrm>
                      <a:prstGeom prst="rect">
                        <a:avLst/>
                      </a:prstGeom>
                      <a:noFill/>
                      <a:ln w="38100">
                        <a:noFill/>
                        <a:miter/>
                      </a:ln>
                    </p:spPr>
                  </p:pic>
                </p:oleObj>
              </mc:Fallback>
            </mc:AlternateContent>
          </a:graphicData>
        </a:graphic>
      </p:graphicFrame>
      <p:graphicFrame>
        <p:nvGraphicFramePr>
          <p:cNvPr id="100366" name="Object 1030"/>
          <p:cNvGraphicFramePr>
            <a:graphicFrameLocks noChangeAspect="1"/>
          </p:cNvGraphicFramePr>
          <p:nvPr/>
        </p:nvGraphicFramePr>
        <p:xfrm>
          <a:off x="2743200" y="3124200"/>
          <a:ext cx="290513" cy="360363"/>
        </p:xfrm>
        <a:graphic>
          <a:graphicData uri="http://schemas.openxmlformats.org/presentationml/2006/ole">
            <mc:AlternateContent xmlns:mc="http://schemas.openxmlformats.org/markup-compatibility/2006">
              <mc:Choice xmlns:v="urn:schemas-microsoft-com:vml" Requires="v">
                <p:oleObj spid="_x0000_s3220" name="" r:id="rId14" imgW="2409825" imgH="2847975" progId="Equation.3">
                  <p:embed/>
                </p:oleObj>
              </mc:Choice>
              <mc:Fallback>
                <p:oleObj name="" r:id="rId14" imgW="2409825" imgH="2847975" progId="Equation.3">
                  <p:embed/>
                  <p:pic>
                    <p:nvPicPr>
                      <p:cNvPr id="0" name="图片 3219"/>
                      <p:cNvPicPr/>
                      <p:nvPr/>
                    </p:nvPicPr>
                    <p:blipFill>
                      <a:blip r:embed="rId13"/>
                      <a:stretch>
                        <a:fillRect/>
                      </a:stretch>
                    </p:blipFill>
                    <p:spPr>
                      <a:xfrm>
                        <a:off x="2743200" y="3124200"/>
                        <a:ext cx="290513" cy="360363"/>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01379"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3.6  </a:t>
            </a:r>
            <a:r>
              <a:rPr lang="zh-CN" altLang="en-US" sz="3600" b="0" dirty="0">
                <a:latin typeface="Times New Roman" panose="02020603050405020304" pitchFamily="18" charset="0"/>
                <a:ea typeface="黑体" panose="02010609060101010101" pitchFamily="49" charset="-122"/>
              </a:rPr>
              <a:t>应用归结原理求解问题</a:t>
            </a:r>
            <a:endParaRPr lang="zh-CN" altLang="en-US" sz="3600" b="0" dirty="0">
              <a:latin typeface="Times New Roman" panose="02020603050405020304" pitchFamily="18" charset="0"/>
              <a:ea typeface="黑体" panose="02010609060101010101" pitchFamily="49" charset="-122"/>
            </a:endParaRPr>
          </a:p>
        </p:txBody>
      </p:sp>
      <p:sp>
        <p:nvSpPr>
          <p:cNvPr id="44040" name="Rectangle 8"/>
          <p:cNvSpPr>
            <a:spLocks noGrp="1"/>
          </p:cNvSpPr>
          <p:nvPr>
            <p:ph idx="1"/>
          </p:nvPr>
        </p:nvSpPr>
        <p:spPr>
          <a:xfrm>
            <a:off x="250825" y="908050"/>
            <a:ext cx="8642350" cy="5264150"/>
          </a:xfrm>
          <a:solidFill>
            <a:srgbClr val="E7FFE7">
              <a:alpha val="100000"/>
            </a:srgbClr>
          </a:solidFill>
          <a:ln>
            <a:solidFill>
              <a:srgbClr val="808080">
                <a:alpha val="100000"/>
              </a:srgbClr>
            </a:solidFill>
            <a:miter lim="800000"/>
          </a:ln>
        </p:spPr>
        <p:txBody>
          <a:bodyPr vert="horz" wrap="square" lIns="91440" tIns="45720" rIns="91440" bIns="45720" anchor="t" anchorCtr="0"/>
          <a:p>
            <a:pPr marL="0" indent="0" algn="just" eaLnBrk="1" hangingPunct="1">
              <a:buBlip>
                <a:blip r:embed="rId1"/>
              </a:buBlip>
            </a:pPr>
            <a:r>
              <a:rPr lang="en-US" altLang="zh-CN" sz="2600" b="1" dirty="0">
                <a:latin typeface="宋体" panose="02010600030101010101" pitchFamily="2" charset="-122"/>
              </a:rPr>
              <a:t> </a:t>
            </a:r>
            <a:r>
              <a:rPr lang="zh-CN" altLang="en-US" sz="2600" b="1" dirty="0">
                <a:latin typeface="宋体" panose="02010600030101010101" pitchFamily="2" charset="-122"/>
              </a:rPr>
              <a:t>解：</a:t>
            </a:r>
            <a:endParaRPr lang="zh-CN" altLang="en-US" sz="2600" b="1" dirty="0">
              <a:latin typeface="宋体" panose="02010600030101010101" pitchFamily="2" charset="-122"/>
            </a:endParaRPr>
          </a:p>
          <a:p>
            <a:pPr marL="0" indent="0" algn="just" eaLnBrk="1" hangingPunct="1">
              <a:buFont typeface="Wingdings" panose="05000000000000000000" pitchFamily="2" charset="2"/>
              <a:buChar char="§"/>
            </a:pPr>
            <a:r>
              <a:rPr lang="zh-CN" altLang="en-US" sz="2600" b="1" dirty="0">
                <a:solidFill>
                  <a:schemeClr val="folHlink"/>
                </a:solidFill>
                <a:latin typeface="宋体" panose="02010600030101010101" pitchFamily="2" charset="-122"/>
              </a:rPr>
              <a:t> </a:t>
            </a:r>
            <a:r>
              <a:rPr lang="zh-CN" altLang="en-US" sz="2400" b="1" dirty="0">
                <a:solidFill>
                  <a:schemeClr val="folHlink"/>
                </a:solidFill>
                <a:latin typeface="宋体" panose="02010600030101010101" pitchFamily="2" charset="-122"/>
              </a:rPr>
              <a:t>定义谓词</a:t>
            </a:r>
            <a:r>
              <a:rPr lang="zh-CN" altLang="en-US" sz="2400" b="1" dirty="0">
                <a:latin typeface="宋体" panose="02010600030101010101" pitchFamily="2" charset="-122"/>
              </a:rPr>
              <a:t>：</a:t>
            </a:r>
            <a:endParaRPr lang="zh-CN" altLang="en-US" sz="2400" b="1" dirty="0">
              <a:latin typeface="Times New Roman" panose="02020603050405020304" pitchFamily="18" charset="0"/>
              <a:cs typeface="Times New Roman" panose="02020603050405020304" pitchFamily="18" charset="0"/>
            </a:endParaRPr>
          </a:p>
          <a:p>
            <a:pPr marL="0" indent="0" algn="just" eaLnBrk="1" hangingPunct="1">
              <a:buNone/>
            </a:pPr>
            <a:r>
              <a:rPr lang="zh-CN" altLang="en-US" sz="2600" dirty="0">
                <a:latin typeface="Times New Roman" panose="02020603050405020304" pitchFamily="18" charset="0"/>
                <a:cs typeface="Times New Roman" panose="02020603050405020304" pitchFamily="18" charset="0"/>
              </a:rPr>
              <a:t>                </a:t>
            </a:r>
            <a:endParaRPr lang="zh-CN" altLang="en-US" sz="2600" dirty="0"/>
          </a:p>
        </p:txBody>
      </p:sp>
      <p:sp>
        <p:nvSpPr>
          <p:cNvPr id="101381" name="Rectangle 10"/>
          <p:cNvSpPr/>
          <p:nvPr/>
        </p:nvSpPr>
        <p:spPr>
          <a:xfrm>
            <a:off x="4338638" y="33289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nvGrpSpPr>
          <p:cNvPr id="2" name="Group 25"/>
          <p:cNvGrpSpPr/>
          <p:nvPr/>
        </p:nvGrpSpPr>
        <p:grpSpPr>
          <a:xfrm>
            <a:off x="533400" y="1905000"/>
            <a:ext cx="5257800" cy="1039813"/>
            <a:chOff x="336" y="1200"/>
            <a:chExt cx="3312" cy="655"/>
          </a:xfrm>
        </p:grpSpPr>
        <p:sp>
          <p:nvSpPr>
            <p:cNvPr id="101392" name="Rectangle 16"/>
            <p:cNvSpPr/>
            <p:nvPr/>
          </p:nvSpPr>
          <p:spPr>
            <a:xfrm>
              <a:off x="768" y="1200"/>
              <a:ext cx="2880" cy="634"/>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20000"/>
                </a:spcBef>
                <a:buNone/>
              </a:pPr>
              <a:r>
                <a:rPr lang="en-US" altLang="zh-CN" sz="2400" dirty="0">
                  <a:latin typeface="宋体" panose="02010600030101010101" pitchFamily="2" charset="-122"/>
                </a:rPr>
                <a:t> </a:t>
              </a:r>
              <a:r>
                <a:rPr lang="zh-CN" altLang="en-US" sz="2400" dirty="0">
                  <a:latin typeface="宋体" panose="02010600030101010101" pitchFamily="2" charset="-122"/>
                </a:rPr>
                <a:t>：  是   的老师。</a:t>
              </a:r>
              <a:endParaRPr lang="zh-CN" altLang="en-US" sz="2400" dirty="0">
                <a:latin typeface="Times New Roman" panose="02020603050405020304" pitchFamily="18" charset="0"/>
                <a:cs typeface="Times New Roman" panose="02020603050405020304" pitchFamily="18" charset="0"/>
              </a:endParaRPr>
            </a:p>
            <a:p>
              <a:pPr marL="0" lvl="0" indent="0" eaLnBrk="1" hangingPunct="1">
                <a:spcBef>
                  <a:spcPct val="20000"/>
                </a:spcBef>
                <a:buNone/>
              </a:pPr>
              <a:r>
                <a:rPr lang="zh-CN" altLang="en-US" sz="2400" dirty="0">
                  <a:latin typeface="宋体" panose="02010600030101010101" pitchFamily="2" charset="-122"/>
                </a:rPr>
                <a:t> ：  与   是同班同学</a:t>
              </a:r>
              <a:r>
                <a:rPr lang="zh-CN" altLang="en-US" dirty="0">
                  <a:latin typeface="宋体" panose="02010600030101010101" pitchFamily="2" charset="-122"/>
                </a:rPr>
                <a:t>。</a:t>
              </a:r>
              <a:endParaRPr lang="zh-CN" altLang="en-US" dirty="0">
                <a:latin typeface="宋体" panose="02010600030101010101" pitchFamily="2" charset="-122"/>
              </a:endParaRPr>
            </a:p>
          </p:txBody>
        </p:sp>
        <p:graphicFrame>
          <p:nvGraphicFramePr>
            <p:cNvPr id="101393" name="Object 1028"/>
            <p:cNvGraphicFramePr>
              <a:graphicFrameLocks noChangeAspect="1"/>
            </p:cNvGraphicFramePr>
            <p:nvPr/>
          </p:nvGraphicFramePr>
          <p:xfrm>
            <a:off x="336" y="1248"/>
            <a:ext cx="579" cy="248"/>
          </p:xfrm>
          <a:graphic>
            <a:graphicData uri="http://schemas.openxmlformats.org/presentationml/2006/ole">
              <mc:AlternateContent xmlns:mc="http://schemas.openxmlformats.org/markup-compatibility/2006">
                <mc:Choice xmlns:v="urn:schemas-microsoft-com:vml" Requires="v">
                  <p:oleObj spid="_x0000_s3218" name="" r:id="rId3" imgW="208915" imgH="87630" progId="Equation.3">
                    <p:embed/>
                  </p:oleObj>
                </mc:Choice>
                <mc:Fallback>
                  <p:oleObj name="" r:id="rId3" imgW="208915" imgH="87630" progId="Equation.3">
                    <p:embed/>
                    <p:pic>
                      <p:nvPicPr>
                        <p:cNvPr id="0" name="图片 3217"/>
                        <p:cNvPicPr/>
                        <p:nvPr/>
                      </p:nvPicPr>
                      <p:blipFill>
                        <a:blip r:embed="rId4">
                          <a:clrChange>
                            <a:clrFrom>
                              <a:srgbClr val="000000"/>
                            </a:clrFrom>
                            <a:clrTo>
                              <a:srgbClr val="0000FF"/>
                            </a:clrTo>
                          </a:clrChange>
                        </a:blip>
                        <a:stretch>
                          <a:fillRect/>
                        </a:stretch>
                      </p:blipFill>
                      <p:spPr>
                        <a:xfrm>
                          <a:off x="336" y="1248"/>
                          <a:ext cx="579" cy="248"/>
                        </a:xfrm>
                        <a:prstGeom prst="rect">
                          <a:avLst/>
                        </a:prstGeom>
                        <a:noFill/>
                        <a:ln w="38100">
                          <a:noFill/>
                          <a:miter/>
                        </a:ln>
                      </p:spPr>
                    </p:pic>
                  </p:oleObj>
                </mc:Fallback>
              </mc:AlternateContent>
            </a:graphicData>
          </a:graphic>
        </p:graphicFrame>
        <p:graphicFrame>
          <p:nvGraphicFramePr>
            <p:cNvPr id="101394" name="Object 1029"/>
            <p:cNvGraphicFramePr>
              <a:graphicFrameLocks noChangeAspect="1"/>
            </p:cNvGraphicFramePr>
            <p:nvPr/>
          </p:nvGraphicFramePr>
          <p:xfrm>
            <a:off x="336" y="1584"/>
            <a:ext cx="594" cy="248"/>
          </p:xfrm>
          <a:graphic>
            <a:graphicData uri="http://schemas.openxmlformats.org/presentationml/2006/ole">
              <mc:AlternateContent xmlns:mc="http://schemas.openxmlformats.org/markup-compatibility/2006">
                <mc:Choice xmlns:v="urn:schemas-microsoft-com:vml" Requires="v">
                  <p:oleObj spid="_x0000_s3223" name="" r:id="rId5" imgW="213995" imgH="87630" progId="Equation.3">
                    <p:embed/>
                  </p:oleObj>
                </mc:Choice>
                <mc:Fallback>
                  <p:oleObj name="" r:id="rId5" imgW="213995" imgH="87630" progId="Equation.3">
                    <p:embed/>
                    <p:pic>
                      <p:nvPicPr>
                        <p:cNvPr id="0" name="图片 3222"/>
                        <p:cNvPicPr/>
                        <p:nvPr/>
                      </p:nvPicPr>
                      <p:blipFill>
                        <a:blip r:embed="rId6">
                          <a:clrChange>
                            <a:clrFrom>
                              <a:srgbClr val="000000"/>
                            </a:clrFrom>
                            <a:clrTo>
                              <a:srgbClr val="0000FF"/>
                            </a:clrTo>
                          </a:clrChange>
                        </a:blip>
                        <a:stretch>
                          <a:fillRect/>
                        </a:stretch>
                      </p:blipFill>
                      <p:spPr>
                        <a:xfrm>
                          <a:off x="336" y="1584"/>
                          <a:ext cx="594" cy="248"/>
                        </a:xfrm>
                        <a:prstGeom prst="rect">
                          <a:avLst/>
                        </a:prstGeom>
                        <a:noFill/>
                        <a:ln w="38100">
                          <a:noFill/>
                          <a:miter/>
                        </a:ln>
                      </p:spPr>
                    </p:pic>
                  </p:oleObj>
                </mc:Fallback>
              </mc:AlternateContent>
            </a:graphicData>
          </a:graphic>
        </p:graphicFrame>
        <p:graphicFrame>
          <p:nvGraphicFramePr>
            <p:cNvPr id="101395" name="Object 1030"/>
            <p:cNvGraphicFramePr>
              <a:graphicFrameLocks noChangeAspect="1"/>
            </p:cNvGraphicFramePr>
            <p:nvPr/>
          </p:nvGraphicFramePr>
          <p:xfrm>
            <a:off x="1056" y="1632"/>
            <a:ext cx="171" cy="188"/>
          </p:xfrm>
          <a:graphic>
            <a:graphicData uri="http://schemas.openxmlformats.org/presentationml/2006/ole">
              <mc:AlternateContent xmlns:mc="http://schemas.openxmlformats.org/markup-compatibility/2006">
                <mc:Choice xmlns:v="urn:schemas-microsoft-com:vml" Requires="v">
                  <p:oleObj spid="_x0000_s3225" name="" r:id="rId7" imgW="2190750" imgH="2409825" progId="Equation.3">
                    <p:embed/>
                  </p:oleObj>
                </mc:Choice>
                <mc:Fallback>
                  <p:oleObj name="" r:id="rId7" imgW="2190750" imgH="2409825" progId="Equation.3">
                    <p:embed/>
                    <p:pic>
                      <p:nvPicPr>
                        <p:cNvPr id="0" name="图片 3224"/>
                        <p:cNvPicPr/>
                        <p:nvPr/>
                      </p:nvPicPr>
                      <p:blipFill>
                        <a:blip r:embed="rId8"/>
                        <a:stretch>
                          <a:fillRect/>
                        </a:stretch>
                      </p:blipFill>
                      <p:spPr>
                        <a:xfrm>
                          <a:off x="1056" y="1632"/>
                          <a:ext cx="171" cy="188"/>
                        </a:xfrm>
                        <a:prstGeom prst="rect">
                          <a:avLst/>
                        </a:prstGeom>
                        <a:noFill/>
                        <a:ln w="38100">
                          <a:noFill/>
                          <a:miter/>
                        </a:ln>
                      </p:spPr>
                    </p:pic>
                  </p:oleObj>
                </mc:Fallback>
              </mc:AlternateContent>
            </a:graphicData>
          </a:graphic>
        </p:graphicFrame>
        <p:graphicFrame>
          <p:nvGraphicFramePr>
            <p:cNvPr id="101396" name="Object 1031"/>
            <p:cNvGraphicFramePr>
              <a:graphicFrameLocks noChangeAspect="1"/>
            </p:cNvGraphicFramePr>
            <p:nvPr/>
          </p:nvGraphicFramePr>
          <p:xfrm>
            <a:off x="1584" y="1248"/>
            <a:ext cx="188" cy="222"/>
          </p:xfrm>
          <a:graphic>
            <a:graphicData uri="http://schemas.openxmlformats.org/presentationml/2006/ole">
              <mc:AlternateContent xmlns:mc="http://schemas.openxmlformats.org/markup-compatibility/2006">
                <mc:Choice xmlns:v="urn:schemas-microsoft-com:vml" Requires="v">
                  <p:oleObj spid="_x0000_s3226" name="" r:id="rId9" imgW="2409825" imgH="2847975" progId="Equation.3">
                    <p:embed/>
                  </p:oleObj>
                </mc:Choice>
                <mc:Fallback>
                  <p:oleObj name="" r:id="rId9" imgW="2409825" imgH="2847975" progId="Equation.3">
                    <p:embed/>
                    <p:pic>
                      <p:nvPicPr>
                        <p:cNvPr id="0" name="图片 3225"/>
                        <p:cNvPicPr/>
                        <p:nvPr/>
                      </p:nvPicPr>
                      <p:blipFill>
                        <a:blip r:embed="rId10"/>
                        <a:stretch>
                          <a:fillRect/>
                        </a:stretch>
                      </p:blipFill>
                      <p:spPr>
                        <a:xfrm>
                          <a:off x="1584" y="1248"/>
                          <a:ext cx="188" cy="222"/>
                        </a:xfrm>
                        <a:prstGeom prst="rect">
                          <a:avLst/>
                        </a:prstGeom>
                        <a:noFill/>
                        <a:ln w="38100">
                          <a:noFill/>
                          <a:miter/>
                        </a:ln>
                      </p:spPr>
                    </p:pic>
                  </p:oleObj>
                </mc:Fallback>
              </mc:AlternateContent>
            </a:graphicData>
          </a:graphic>
        </p:graphicFrame>
        <p:graphicFrame>
          <p:nvGraphicFramePr>
            <p:cNvPr id="101397" name="Object 1032"/>
            <p:cNvGraphicFramePr>
              <a:graphicFrameLocks noChangeAspect="1"/>
            </p:cNvGraphicFramePr>
            <p:nvPr/>
          </p:nvGraphicFramePr>
          <p:xfrm>
            <a:off x="1104" y="1248"/>
            <a:ext cx="171" cy="188"/>
          </p:xfrm>
          <a:graphic>
            <a:graphicData uri="http://schemas.openxmlformats.org/presentationml/2006/ole">
              <mc:AlternateContent xmlns:mc="http://schemas.openxmlformats.org/markup-compatibility/2006">
                <mc:Choice xmlns:v="urn:schemas-microsoft-com:vml" Requires="v">
                  <p:oleObj spid="_x0000_s3236" name="" r:id="rId11" imgW="2190750" imgH="2409825" progId="Equation.3">
                    <p:embed/>
                  </p:oleObj>
                </mc:Choice>
                <mc:Fallback>
                  <p:oleObj name="" r:id="rId11" imgW="2190750" imgH="2409825" progId="Equation.3">
                    <p:embed/>
                    <p:pic>
                      <p:nvPicPr>
                        <p:cNvPr id="0" name="图片 3235"/>
                        <p:cNvPicPr/>
                        <p:nvPr/>
                      </p:nvPicPr>
                      <p:blipFill>
                        <a:blip r:embed="rId8"/>
                        <a:stretch>
                          <a:fillRect/>
                        </a:stretch>
                      </p:blipFill>
                      <p:spPr>
                        <a:xfrm>
                          <a:off x="1104" y="1248"/>
                          <a:ext cx="171" cy="188"/>
                        </a:xfrm>
                        <a:prstGeom prst="rect">
                          <a:avLst/>
                        </a:prstGeom>
                        <a:noFill/>
                        <a:ln w="38100">
                          <a:noFill/>
                          <a:miter/>
                        </a:ln>
                      </p:spPr>
                    </p:pic>
                  </p:oleObj>
                </mc:Fallback>
              </mc:AlternateContent>
            </a:graphicData>
          </a:graphic>
        </p:graphicFrame>
        <p:graphicFrame>
          <p:nvGraphicFramePr>
            <p:cNvPr id="101398" name="Object 1033"/>
            <p:cNvGraphicFramePr>
              <a:graphicFrameLocks noChangeAspect="1"/>
            </p:cNvGraphicFramePr>
            <p:nvPr/>
          </p:nvGraphicFramePr>
          <p:xfrm>
            <a:off x="1584" y="1632"/>
            <a:ext cx="188" cy="223"/>
          </p:xfrm>
          <a:graphic>
            <a:graphicData uri="http://schemas.openxmlformats.org/presentationml/2006/ole">
              <mc:AlternateContent xmlns:mc="http://schemas.openxmlformats.org/markup-compatibility/2006">
                <mc:Choice xmlns:v="urn:schemas-microsoft-com:vml" Requires="v">
                  <p:oleObj spid="_x0000_s3229" name="" r:id="rId12" imgW="2409825" imgH="2847975" progId="Equation.3">
                    <p:embed/>
                  </p:oleObj>
                </mc:Choice>
                <mc:Fallback>
                  <p:oleObj name="" r:id="rId12" imgW="2409825" imgH="2847975" progId="Equation.3">
                    <p:embed/>
                    <p:pic>
                      <p:nvPicPr>
                        <p:cNvPr id="0" name="图片 3228"/>
                        <p:cNvPicPr/>
                        <p:nvPr/>
                      </p:nvPicPr>
                      <p:blipFill>
                        <a:blip r:embed="rId10"/>
                        <a:stretch>
                          <a:fillRect/>
                        </a:stretch>
                      </p:blipFill>
                      <p:spPr>
                        <a:xfrm>
                          <a:off x="1584" y="1632"/>
                          <a:ext cx="188" cy="223"/>
                        </a:xfrm>
                        <a:prstGeom prst="rect">
                          <a:avLst/>
                        </a:prstGeom>
                        <a:noFill/>
                        <a:ln w="38100">
                          <a:noFill/>
                          <a:miter/>
                        </a:ln>
                      </p:spPr>
                    </p:pic>
                  </p:oleObj>
                </mc:Fallback>
              </mc:AlternateContent>
            </a:graphicData>
          </a:graphic>
        </p:graphicFrame>
      </p:grpSp>
      <p:sp>
        <p:nvSpPr>
          <p:cNvPr id="44049" name="Text Box 17"/>
          <p:cNvSpPr txBox="1"/>
          <p:nvPr/>
        </p:nvSpPr>
        <p:spPr>
          <a:xfrm>
            <a:off x="228600" y="2971800"/>
            <a:ext cx="6705600" cy="45720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Font typeface="Wingdings" panose="05000000000000000000" pitchFamily="2" charset="2"/>
              <a:buChar char="§"/>
            </a:pPr>
            <a:r>
              <a:rPr lang="en-US" altLang="zh-CN" sz="2400" dirty="0">
                <a:latin typeface="宋体" panose="02010600030101010101" pitchFamily="2" charset="-122"/>
              </a:rPr>
              <a:t> </a:t>
            </a:r>
            <a:r>
              <a:rPr lang="zh-CN" altLang="en-US" sz="2400" b="1" dirty="0">
                <a:solidFill>
                  <a:schemeClr val="folHlink"/>
                </a:solidFill>
                <a:latin typeface="宋体" panose="02010600030101010101" pitchFamily="2" charset="-122"/>
              </a:rPr>
              <a:t>把已知前提表示成谓词公式</a:t>
            </a:r>
            <a:r>
              <a:rPr lang="zh-CN" altLang="en-US" sz="2400" b="1" dirty="0">
                <a:latin typeface="宋体" panose="02010600030101010101" pitchFamily="2" charset="-122"/>
              </a:rPr>
              <a:t>：</a:t>
            </a:r>
            <a:r>
              <a:rPr lang="zh-CN" altLang="en-US" sz="1800" dirty="0"/>
              <a:t> </a:t>
            </a:r>
            <a:endParaRPr lang="zh-CN" altLang="en-US" sz="1800" dirty="0"/>
          </a:p>
        </p:txBody>
      </p:sp>
      <p:sp>
        <p:nvSpPr>
          <p:cNvPr id="101384" name="Rectangle 21"/>
          <p:cNvSpPr/>
          <p:nvPr/>
        </p:nvSpPr>
        <p:spPr>
          <a:xfrm>
            <a:off x="3100388" y="3314700"/>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192512" name="Object 1024"/>
          <p:cNvGraphicFramePr>
            <a:graphicFrameLocks noChangeAspect="1"/>
          </p:cNvGraphicFramePr>
          <p:nvPr/>
        </p:nvGraphicFramePr>
        <p:xfrm>
          <a:off x="533400" y="3513138"/>
          <a:ext cx="2209800" cy="449262"/>
        </p:xfrm>
        <a:graphic>
          <a:graphicData uri="http://schemas.openxmlformats.org/presentationml/2006/ole">
            <mc:AlternateContent xmlns:mc="http://schemas.openxmlformats.org/markup-compatibility/2006">
              <mc:Choice xmlns:v="urn:schemas-microsoft-com:vml" Requires="v">
                <p:oleObj spid="_x0000_s3232" name="" r:id="rId13" imgW="18649950" imgH="3733800" progId="Equation.3">
                  <p:embed/>
                </p:oleObj>
              </mc:Choice>
              <mc:Fallback>
                <p:oleObj name="" r:id="rId13" imgW="18649950" imgH="3733800" progId="Equation.3">
                  <p:embed/>
                  <p:pic>
                    <p:nvPicPr>
                      <p:cNvPr id="0" name="图片 3231"/>
                      <p:cNvPicPr/>
                      <p:nvPr/>
                    </p:nvPicPr>
                    <p:blipFill>
                      <a:blip r:embed="rId14"/>
                      <a:stretch>
                        <a:fillRect/>
                      </a:stretch>
                    </p:blipFill>
                    <p:spPr>
                      <a:xfrm>
                        <a:off x="533400" y="3513138"/>
                        <a:ext cx="2209800" cy="449262"/>
                      </a:xfrm>
                      <a:prstGeom prst="rect">
                        <a:avLst/>
                      </a:prstGeom>
                      <a:noFill/>
                      <a:ln w="38100">
                        <a:noFill/>
                        <a:miter/>
                      </a:ln>
                    </p:spPr>
                  </p:pic>
                </p:oleObj>
              </mc:Fallback>
            </mc:AlternateContent>
          </a:graphicData>
        </a:graphic>
      </p:graphicFrame>
      <p:graphicFrame>
        <p:nvGraphicFramePr>
          <p:cNvPr id="192513" name="Object 1025"/>
          <p:cNvGraphicFramePr>
            <a:graphicFrameLocks noChangeAspect="1"/>
          </p:cNvGraphicFramePr>
          <p:nvPr/>
        </p:nvGraphicFramePr>
        <p:xfrm>
          <a:off x="533400" y="4000500"/>
          <a:ext cx="2438400" cy="461963"/>
        </p:xfrm>
        <a:graphic>
          <a:graphicData uri="http://schemas.openxmlformats.org/presentationml/2006/ole">
            <mc:AlternateContent xmlns:mc="http://schemas.openxmlformats.org/markup-compatibility/2006">
              <mc:Choice xmlns:v="urn:schemas-microsoft-com:vml" Requires="v">
                <p:oleObj spid="_x0000_s3234" name="" r:id="rId15" imgW="19964400" imgH="3733800" progId="Equation.3">
                  <p:embed/>
                </p:oleObj>
              </mc:Choice>
              <mc:Fallback>
                <p:oleObj name="" r:id="rId15" imgW="19964400" imgH="3733800" progId="Equation.3">
                  <p:embed/>
                  <p:pic>
                    <p:nvPicPr>
                      <p:cNvPr id="0" name="图片 3233"/>
                      <p:cNvPicPr/>
                      <p:nvPr/>
                    </p:nvPicPr>
                    <p:blipFill>
                      <a:blip r:embed="rId16"/>
                      <a:stretch>
                        <a:fillRect/>
                      </a:stretch>
                    </p:blipFill>
                    <p:spPr>
                      <a:xfrm>
                        <a:off x="533400" y="4000500"/>
                        <a:ext cx="2438400" cy="461963"/>
                      </a:xfrm>
                      <a:prstGeom prst="rect">
                        <a:avLst/>
                      </a:prstGeom>
                      <a:noFill/>
                      <a:ln w="38100">
                        <a:noFill/>
                        <a:miter/>
                      </a:ln>
                    </p:spPr>
                  </p:pic>
                </p:oleObj>
              </mc:Fallback>
            </mc:AlternateContent>
          </a:graphicData>
        </a:graphic>
      </p:graphicFrame>
      <p:graphicFrame>
        <p:nvGraphicFramePr>
          <p:cNvPr id="192514" name="Object 1026"/>
          <p:cNvGraphicFramePr>
            <a:graphicFrameLocks noChangeAspect="1"/>
          </p:cNvGraphicFramePr>
          <p:nvPr/>
        </p:nvGraphicFramePr>
        <p:xfrm>
          <a:off x="533400" y="4495800"/>
          <a:ext cx="6096000" cy="473075"/>
        </p:xfrm>
        <a:graphic>
          <a:graphicData uri="http://schemas.openxmlformats.org/presentationml/2006/ole">
            <mc:AlternateContent xmlns:mc="http://schemas.openxmlformats.org/markup-compatibility/2006">
              <mc:Choice xmlns:v="urn:schemas-microsoft-com:vml" Requires="v">
                <p:oleObj spid="_x0000_s3235" name="" r:id="rId17" imgW="50911125" imgH="3952875" progId="Equation.3">
                  <p:embed/>
                </p:oleObj>
              </mc:Choice>
              <mc:Fallback>
                <p:oleObj name="" r:id="rId17" imgW="50911125" imgH="3952875" progId="Equation.3">
                  <p:embed/>
                  <p:pic>
                    <p:nvPicPr>
                      <p:cNvPr id="0" name="图片 3234"/>
                      <p:cNvPicPr/>
                      <p:nvPr/>
                    </p:nvPicPr>
                    <p:blipFill>
                      <a:blip r:embed="rId18"/>
                      <a:stretch>
                        <a:fillRect/>
                      </a:stretch>
                    </p:blipFill>
                    <p:spPr>
                      <a:xfrm>
                        <a:off x="533400" y="4495800"/>
                        <a:ext cx="6096000" cy="473075"/>
                      </a:xfrm>
                      <a:prstGeom prst="rect">
                        <a:avLst/>
                      </a:prstGeom>
                      <a:noFill/>
                      <a:ln w="38100">
                        <a:noFill/>
                        <a:miter/>
                      </a:ln>
                    </p:spPr>
                  </p:pic>
                </p:oleObj>
              </mc:Fallback>
            </mc:AlternateContent>
          </a:graphicData>
        </a:graphic>
      </p:graphicFrame>
      <p:sp>
        <p:nvSpPr>
          <p:cNvPr id="44054" name="Text Box 22"/>
          <p:cNvSpPr txBox="1"/>
          <p:nvPr/>
        </p:nvSpPr>
        <p:spPr>
          <a:xfrm>
            <a:off x="304800" y="5029200"/>
            <a:ext cx="8839200" cy="45720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Font typeface="Wingdings" panose="05000000000000000000" pitchFamily="2" charset="2"/>
              <a:buChar char="§"/>
            </a:pPr>
            <a:r>
              <a:rPr lang="en-US" altLang="zh-CN" sz="2400" dirty="0">
                <a:latin typeface="宋体" panose="02010600030101010101" pitchFamily="2" charset="-122"/>
              </a:rPr>
              <a:t> </a:t>
            </a:r>
            <a:r>
              <a:rPr lang="zh-CN" altLang="en-US" sz="2400" b="1" dirty="0">
                <a:solidFill>
                  <a:schemeClr val="folHlink"/>
                </a:solidFill>
                <a:latin typeface="宋体" panose="02010600030101010101" pitchFamily="2" charset="-122"/>
              </a:rPr>
              <a:t>把目标表示成谓词公式，并把它否定后与 </a:t>
            </a:r>
            <a:r>
              <a:rPr lang="en-US" altLang="zh-CN" sz="2400" b="1" i="1" dirty="0">
                <a:solidFill>
                  <a:schemeClr val="folHlink"/>
                </a:solidFill>
                <a:latin typeface="Times New Roman" panose="02020603050405020304" pitchFamily="18" charset="0"/>
              </a:rPr>
              <a:t>ANSWER </a:t>
            </a:r>
            <a:r>
              <a:rPr lang="zh-CN" altLang="en-US" sz="2400" b="1" dirty="0">
                <a:solidFill>
                  <a:schemeClr val="folHlink"/>
                </a:solidFill>
                <a:latin typeface="宋体" panose="02010600030101010101" pitchFamily="2" charset="-122"/>
              </a:rPr>
              <a:t>析取：</a:t>
            </a:r>
            <a:r>
              <a:rPr lang="zh-CN" altLang="en-US" sz="2400" dirty="0"/>
              <a:t> </a:t>
            </a:r>
            <a:endParaRPr lang="zh-CN" altLang="en-US" sz="2400" dirty="0"/>
          </a:p>
        </p:txBody>
      </p:sp>
      <p:sp>
        <p:nvSpPr>
          <p:cNvPr id="101389" name="Rectangle 24"/>
          <p:cNvSpPr/>
          <p:nvPr/>
        </p:nvSpPr>
        <p:spPr>
          <a:xfrm>
            <a:off x="3333750" y="33289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aphicFrame>
        <p:nvGraphicFramePr>
          <p:cNvPr id="192515" name="Object 1027"/>
          <p:cNvGraphicFramePr>
            <a:graphicFrameLocks noChangeAspect="1"/>
          </p:cNvGraphicFramePr>
          <p:nvPr/>
        </p:nvGraphicFramePr>
        <p:xfrm>
          <a:off x="609600" y="5562600"/>
          <a:ext cx="5486400" cy="442913"/>
        </p:xfrm>
        <a:graphic>
          <a:graphicData uri="http://schemas.openxmlformats.org/presentationml/2006/ole">
            <mc:AlternateContent xmlns:mc="http://schemas.openxmlformats.org/markup-compatibility/2006">
              <mc:Choice xmlns:v="urn:schemas-microsoft-com:vml" Requires="v">
                <p:oleObj spid="_x0000_s3227" name="" r:id="rId19" imgW="42786300" imgH="3514725" progId="Equation.3">
                  <p:embed/>
                </p:oleObj>
              </mc:Choice>
              <mc:Fallback>
                <p:oleObj name="" r:id="rId19" imgW="42786300" imgH="3514725" progId="Equation.3">
                  <p:embed/>
                  <p:pic>
                    <p:nvPicPr>
                      <p:cNvPr id="0" name="图片 3226"/>
                      <p:cNvPicPr/>
                      <p:nvPr/>
                    </p:nvPicPr>
                    <p:blipFill>
                      <a:blip r:embed="rId20"/>
                      <a:stretch>
                        <a:fillRect/>
                      </a:stretch>
                    </p:blipFill>
                    <p:spPr>
                      <a:xfrm>
                        <a:off x="609600" y="5562600"/>
                        <a:ext cx="5486400" cy="442913"/>
                      </a:xfrm>
                      <a:prstGeom prst="rect">
                        <a:avLst/>
                      </a:prstGeom>
                      <a:noFill/>
                      <a:ln w="38100">
                        <a:noFill/>
                        <a:miter/>
                      </a:ln>
                    </p:spPr>
                  </p:pic>
                </p:oleObj>
              </mc:Fallback>
            </mc:AlternateContent>
          </a:graphicData>
        </a:graphic>
      </p:graphicFrame>
      <p:sp>
        <p:nvSpPr>
          <p:cNvPr id="44058" name="Rectangle 26"/>
          <p:cNvSpPr>
            <a:spLocks noChangeArrowheads="1"/>
          </p:cNvSpPr>
          <p:nvPr/>
        </p:nvSpPr>
        <p:spPr bwMode="auto">
          <a:xfrm>
            <a:off x="2613025" y="914400"/>
            <a:ext cx="6302375" cy="2133600"/>
          </a:xfrm>
          <a:prstGeom prst="rect">
            <a:avLst/>
          </a:prstGeom>
          <a:gradFill rotWithShape="0">
            <a:gsLst>
              <a:gs pos="0">
                <a:srgbClr val="CCFFFF"/>
              </a:gs>
              <a:gs pos="50000">
                <a:schemeClr val="bg1"/>
              </a:gs>
              <a:gs pos="100000">
                <a:srgbClr val="CCFFFF"/>
              </a:gs>
            </a:gsLst>
            <a:lin ang="5400000" scaled="1"/>
          </a:gradFill>
          <a:ln w="9525">
            <a:solidFill>
              <a:srgbClr val="008080"/>
            </a:solidFill>
            <a:miter lim="800000"/>
          </a:ln>
          <a:effec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20000"/>
              </a:lnSpc>
              <a:spcBef>
                <a:spcPct val="0"/>
              </a:spcBef>
              <a:spcAft>
                <a:spcPct val="0"/>
              </a:spcAft>
              <a:buClr>
                <a:schemeClr val="accent2"/>
              </a:buClr>
              <a:buSzTx/>
              <a:buFont typeface="Wingdings" panose="05000000000000000000" pitchFamily="2" charset="2"/>
              <a:buNone/>
              <a:defRPr/>
            </a:pPr>
            <a:r>
              <a:rPr kumimoji="0" lang="en-US" altLang="zh-CN" sz="22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F</a:t>
            </a:r>
            <a:r>
              <a:rPr kumimoji="0" lang="en-US" altLang="zh-CN" sz="2200" b="1" i="0"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：王（</a:t>
            </a:r>
            <a:r>
              <a:rPr kumimoji="0" lang="en-US" altLang="zh-CN" sz="2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Wang</a:t>
            </a:r>
            <a:r>
              <a:rPr kumimoji="0" lang="zh-CN" altLang="en-US" sz="2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）先生是小李（</a:t>
            </a:r>
            <a:r>
              <a:rPr kumimoji="0" lang="en-US" altLang="zh-CN" sz="2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Li</a:t>
            </a:r>
            <a:r>
              <a:rPr kumimoji="0" lang="zh-CN" altLang="en-US" sz="2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）的老师。</a:t>
            </a:r>
            <a:endParaRPr kumimoji="0" lang="zh-CN" altLang="en-US" sz="2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20000"/>
              </a:lnSpc>
              <a:spcBef>
                <a:spcPct val="0"/>
              </a:spcBef>
              <a:spcAft>
                <a:spcPct val="0"/>
              </a:spcAft>
              <a:buClr>
                <a:schemeClr val="accent2"/>
              </a:buClr>
              <a:buSzTx/>
              <a:buFont typeface="Wingdings" panose="05000000000000000000" pitchFamily="2" charset="2"/>
              <a:buNone/>
              <a:defRPr/>
            </a:pPr>
            <a:r>
              <a:rPr kumimoji="0" lang="en-US" altLang="zh-CN" sz="22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F</a:t>
            </a:r>
            <a:r>
              <a:rPr kumimoji="0" lang="en-US" altLang="zh-CN" sz="2200" b="1" i="0"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2</a:t>
            </a:r>
            <a:r>
              <a:rPr kumimoji="0" lang="zh-CN" altLang="en-US" sz="2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：小李与小张（</a:t>
            </a:r>
            <a:r>
              <a:rPr kumimoji="0" lang="en-US" altLang="zh-CN" sz="2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Zhang</a:t>
            </a:r>
            <a:r>
              <a:rPr kumimoji="0" lang="zh-CN" altLang="en-US" sz="2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）是同班同学。</a:t>
            </a:r>
            <a:endParaRPr kumimoji="0" lang="zh-CN" altLang="en-US" sz="2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20000"/>
              </a:lnSpc>
              <a:spcBef>
                <a:spcPct val="0"/>
              </a:spcBef>
              <a:spcAft>
                <a:spcPct val="0"/>
              </a:spcAft>
              <a:buClr>
                <a:schemeClr val="accent2"/>
              </a:buClr>
              <a:buSzTx/>
              <a:buFont typeface="Wingdings" panose="05000000000000000000" pitchFamily="2" charset="2"/>
              <a:buNone/>
              <a:defRPr/>
            </a:pPr>
            <a:r>
              <a:rPr kumimoji="0" lang="en-US" altLang="zh-CN" sz="22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F</a:t>
            </a:r>
            <a:r>
              <a:rPr kumimoji="0" lang="en-US" altLang="zh-CN" sz="2200" b="1" i="0"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3</a:t>
            </a:r>
            <a:r>
              <a:rPr kumimoji="0" lang="zh-CN" altLang="en-US" sz="2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：如果 </a:t>
            </a:r>
            <a:r>
              <a:rPr kumimoji="0" lang="en-US" altLang="zh-CN" sz="22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x</a:t>
            </a:r>
            <a:r>
              <a:rPr kumimoji="0" lang="zh-CN" altLang="en-US" sz="2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与 </a:t>
            </a:r>
            <a:r>
              <a:rPr kumimoji="0" lang="en-US" altLang="zh-CN" sz="22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y </a:t>
            </a:r>
            <a:r>
              <a:rPr kumimoji="0" lang="zh-CN" altLang="en-US" sz="2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是同班同学，则 </a:t>
            </a:r>
            <a:r>
              <a:rPr kumimoji="0" lang="en-US" altLang="zh-CN" sz="22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x</a:t>
            </a:r>
            <a:r>
              <a:rPr kumimoji="0" lang="zh-CN" altLang="en-US" sz="2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的老师也是 </a:t>
            </a:r>
            <a:r>
              <a:rPr kumimoji="0" lang="en-US" altLang="zh-CN" sz="22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y</a:t>
            </a:r>
            <a:r>
              <a:rPr kumimoji="0" lang="zh-CN" altLang="en-US" sz="2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的  </a:t>
            </a:r>
            <a:endParaRPr kumimoji="0" lang="zh-CN" altLang="en-US" sz="2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20000"/>
              </a:lnSpc>
              <a:spcBef>
                <a:spcPct val="0"/>
              </a:spcBef>
              <a:spcAft>
                <a:spcPct val="0"/>
              </a:spcAft>
              <a:buClr>
                <a:schemeClr val="accent2"/>
              </a:buClr>
              <a:buSzTx/>
              <a:buFont typeface="Wingdings" panose="05000000000000000000" pitchFamily="2" charset="2"/>
              <a:buNone/>
              <a:defRPr/>
            </a:pPr>
            <a:r>
              <a:rPr kumimoji="0" lang="zh-CN" altLang="en-US" sz="2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老师。</a:t>
            </a:r>
            <a:endParaRPr kumimoji="0" lang="zh-CN" altLang="en-US" sz="2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20000"/>
              </a:lnSpc>
              <a:spcBef>
                <a:spcPct val="0"/>
              </a:spcBef>
              <a:spcAft>
                <a:spcPct val="0"/>
              </a:spcAft>
              <a:buClr>
                <a:schemeClr val="accent2"/>
              </a:buClr>
              <a:buSzTx/>
              <a:buFont typeface="Wingdings" panose="05000000000000000000" pitchFamily="2" charset="2"/>
              <a:buNone/>
              <a:defRPr/>
            </a:pPr>
            <a:r>
              <a:rPr kumimoji="0" lang="zh-CN" altLang="en-US" sz="2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求：小张的老师是谁？</a:t>
            </a:r>
            <a:endParaRPr kumimoji="0" lang="zh-CN" altLang="en-US" sz="2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4040">
                                            <p:txEl>
                                              <p:charRg st="4" end="1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4040">
                                            <p:txEl>
                                              <p:charRg st="11" end="28"/>
                                            </p:txEl>
                                          </p:spTgt>
                                        </p:tgtEl>
                                        <p:attrNameLst>
                                          <p:attrName>style.visibility</p:attrName>
                                        </p:attrNameLst>
                                      </p:cBhvr>
                                      <p:to>
                                        <p:strVal val="visible"/>
                                      </p:to>
                                    </p:set>
                                  </p:childTnLst>
                                </p:cTn>
                              </p:par>
                            </p:childTnLst>
                          </p:cTn>
                        </p:par>
                        <p:par>
                          <p:cTn id="11" fill="hold">
                            <p:stCondLst>
                              <p:cond delay="500"/>
                            </p:stCondLst>
                            <p:childTnLst>
                              <p:par>
                                <p:cTn id="12" presetID="16" presetClass="entr" presetSubtype="26"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Horizontal)">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4049"/>
                                        </p:tgtEl>
                                        <p:attrNameLst>
                                          <p:attrName>style.visibility</p:attrName>
                                        </p:attrNameLst>
                                      </p:cBhvr>
                                      <p:to>
                                        <p:strVal val="visible"/>
                                      </p:to>
                                    </p:set>
                                    <p:anim calcmode="lin" valueType="num">
                                      <p:cBhvr additive="base">
                                        <p:cTn id="19" dur="500" fill="hold"/>
                                        <p:tgtEl>
                                          <p:spTgt spid="44049"/>
                                        </p:tgtEl>
                                        <p:attrNameLst>
                                          <p:attrName>ppt_x</p:attrName>
                                        </p:attrNameLst>
                                      </p:cBhvr>
                                      <p:tavLst>
                                        <p:tav tm="0">
                                          <p:val>
                                            <p:strVal val="0-#ppt_w/2"/>
                                          </p:val>
                                        </p:tav>
                                        <p:tav tm="100000">
                                          <p:val>
                                            <p:strVal val="#ppt_x"/>
                                          </p:val>
                                        </p:tav>
                                      </p:tavLst>
                                    </p:anim>
                                    <p:anim calcmode="lin" valueType="num">
                                      <p:cBhvr additive="base">
                                        <p:cTn id="20" dur="500" fill="hold"/>
                                        <p:tgtEl>
                                          <p:spTgt spid="44049"/>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1" presetClass="entr" presetSubtype="0" fill="hold" grpId="0" nodeType="afterEffect">
                                  <p:stCondLst>
                                    <p:cond delay="0"/>
                                  </p:stCondLst>
                                  <p:childTnLst>
                                    <p:set>
                                      <p:cBhvr>
                                        <p:cTn id="23" dur="1" fill="hold">
                                          <p:stCondLst>
                                            <p:cond delay="0"/>
                                          </p:stCondLst>
                                        </p:cTn>
                                        <p:tgtEl>
                                          <p:spTgt spid="44058"/>
                                        </p:tgtEl>
                                        <p:attrNameLst>
                                          <p:attrName>style.visibility</p:attrName>
                                        </p:attrNameLst>
                                      </p:cBhvr>
                                      <p:to>
                                        <p:strVal val="visible"/>
                                      </p:to>
                                    </p:set>
                                  </p:childTnLst>
                                </p:cTn>
                              </p:par>
                            </p:childTnLst>
                          </p:cTn>
                        </p:par>
                        <p:par>
                          <p:cTn id="24" fill="hold">
                            <p:stCondLst>
                              <p:cond delay="500"/>
                            </p:stCondLst>
                            <p:childTnLst>
                              <p:par>
                                <p:cTn id="25" presetID="2" presetClass="entr" presetSubtype="8" fill="hold" nodeType="afterEffect">
                                  <p:stCondLst>
                                    <p:cond delay="0"/>
                                  </p:stCondLst>
                                  <p:childTnLst>
                                    <p:set>
                                      <p:cBhvr>
                                        <p:cTn id="26" dur="1" fill="hold">
                                          <p:stCondLst>
                                            <p:cond delay="0"/>
                                          </p:stCondLst>
                                        </p:cTn>
                                        <p:tgtEl>
                                          <p:spTgt spid="192512"/>
                                        </p:tgtEl>
                                        <p:attrNameLst>
                                          <p:attrName>style.visibility</p:attrName>
                                        </p:attrNameLst>
                                      </p:cBhvr>
                                      <p:to>
                                        <p:strVal val="visible"/>
                                      </p:to>
                                    </p:set>
                                    <p:anim calcmode="lin" valueType="num">
                                      <p:cBhvr additive="base">
                                        <p:cTn id="27" dur="500" fill="hold"/>
                                        <p:tgtEl>
                                          <p:spTgt spid="192512"/>
                                        </p:tgtEl>
                                        <p:attrNameLst>
                                          <p:attrName>ppt_x</p:attrName>
                                        </p:attrNameLst>
                                      </p:cBhvr>
                                      <p:tavLst>
                                        <p:tav tm="0">
                                          <p:val>
                                            <p:strVal val="0-#ppt_w/2"/>
                                          </p:val>
                                        </p:tav>
                                        <p:tav tm="100000">
                                          <p:val>
                                            <p:strVal val="#ppt_x"/>
                                          </p:val>
                                        </p:tav>
                                      </p:tavLst>
                                    </p:anim>
                                    <p:anim calcmode="lin" valueType="num">
                                      <p:cBhvr additive="base">
                                        <p:cTn id="28" dur="500" fill="hold"/>
                                        <p:tgtEl>
                                          <p:spTgt spid="192512"/>
                                        </p:tgtEl>
                                        <p:attrNameLst>
                                          <p:attrName>ppt_y</p:attrName>
                                        </p:attrNameLst>
                                      </p:cBhvr>
                                      <p:tavLst>
                                        <p:tav tm="0">
                                          <p:val>
                                            <p:strVal val="#ppt_y"/>
                                          </p:val>
                                        </p:tav>
                                        <p:tav tm="100000">
                                          <p:val>
                                            <p:strVal val="#ppt_y"/>
                                          </p:val>
                                        </p:tav>
                                      </p:tavLst>
                                    </p:anim>
                                  </p:childTnLst>
                                </p:cTn>
                              </p:par>
                            </p:childTnLst>
                          </p:cTn>
                        </p:par>
                        <p:par>
                          <p:cTn id="29" fill="hold">
                            <p:stCondLst>
                              <p:cond delay="1000"/>
                            </p:stCondLst>
                            <p:childTnLst>
                              <p:par>
                                <p:cTn id="30" presetID="2" presetClass="entr" presetSubtype="8" fill="hold" nodeType="afterEffect">
                                  <p:stCondLst>
                                    <p:cond delay="0"/>
                                  </p:stCondLst>
                                  <p:childTnLst>
                                    <p:set>
                                      <p:cBhvr>
                                        <p:cTn id="31" dur="1" fill="hold">
                                          <p:stCondLst>
                                            <p:cond delay="0"/>
                                          </p:stCondLst>
                                        </p:cTn>
                                        <p:tgtEl>
                                          <p:spTgt spid="192513"/>
                                        </p:tgtEl>
                                        <p:attrNameLst>
                                          <p:attrName>style.visibility</p:attrName>
                                        </p:attrNameLst>
                                      </p:cBhvr>
                                      <p:to>
                                        <p:strVal val="visible"/>
                                      </p:to>
                                    </p:set>
                                    <p:anim calcmode="lin" valueType="num">
                                      <p:cBhvr additive="base">
                                        <p:cTn id="32" dur="500" fill="hold"/>
                                        <p:tgtEl>
                                          <p:spTgt spid="192513"/>
                                        </p:tgtEl>
                                        <p:attrNameLst>
                                          <p:attrName>ppt_x</p:attrName>
                                        </p:attrNameLst>
                                      </p:cBhvr>
                                      <p:tavLst>
                                        <p:tav tm="0">
                                          <p:val>
                                            <p:strVal val="0-#ppt_w/2"/>
                                          </p:val>
                                        </p:tav>
                                        <p:tav tm="100000">
                                          <p:val>
                                            <p:strVal val="#ppt_x"/>
                                          </p:val>
                                        </p:tav>
                                      </p:tavLst>
                                    </p:anim>
                                    <p:anim calcmode="lin" valueType="num">
                                      <p:cBhvr additive="base">
                                        <p:cTn id="33" dur="500" fill="hold"/>
                                        <p:tgtEl>
                                          <p:spTgt spid="192513"/>
                                        </p:tgtEl>
                                        <p:attrNameLst>
                                          <p:attrName>ppt_y</p:attrName>
                                        </p:attrNameLst>
                                      </p:cBhvr>
                                      <p:tavLst>
                                        <p:tav tm="0">
                                          <p:val>
                                            <p:strVal val="#ppt_y"/>
                                          </p:val>
                                        </p:tav>
                                        <p:tav tm="100000">
                                          <p:val>
                                            <p:strVal val="#ppt_y"/>
                                          </p:val>
                                        </p:tav>
                                      </p:tavLst>
                                    </p:anim>
                                  </p:childTnLst>
                                </p:cTn>
                              </p:par>
                            </p:childTnLst>
                          </p:cTn>
                        </p:par>
                        <p:par>
                          <p:cTn id="34" fill="hold">
                            <p:stCondLst>
                              <p:cond delay="1500"/>
                            </p:stCondLst>
                            <p:childTnLst>
                              <p:par>
                                <p:cTn id="35" presetID="2" presetClass="entr" presetSubtype="8" fill="hold" nodeType="afterEffect">
                                  <p:stCondLst>
                                    <p:cond delay="0"/>
                                  </p:stCondLst>
                                  <p:childTnLst>
                                    <p:set>
                                      <p:cBhvr>
                                        <p:cTn id="36" dur="1" fill="hold">
                                          <p:stCondLst>
                                            <p:cond delay="0"/>
                                          </p:stCondLst>
                                        </p:cTn>
                                        <p:tgtEl>
                                          <p:spTgt spid="192514"/>
                                        </p:tgtEl>
                                        <p:attrNameLst>
                                          <p:attrName>style.visibility</p:attrName>
                                        </p:attrNameLst>
                                      </p:cBhvr>
                                      <p:to>
                                        <p:strVal val="visible"/>
                                      </p:to>
                                    </p:set>
                                    <p:anim calcmode="lin" valueType="num">
                                      <p:cBhvr additive="base">
                                        <p:cTn id="37" dur="500" fill="hold"/>
                                        <p:tgtEl>
                                          <p:spTgt spid="192514"/>
                                        </p:tgtEl>
                                        <p:attrNameLst>
                                          <p:attrName>ppt_x</p:attrName>
                                        </p:attrNameLst>
                                      </p:cBhvr>
                                      <p:tavLst>
                                        <p:tav tm="0">
                                          <p:val>
                                            <p:strVal val="0-#ppt_w/2"/>
                                          </p:val>
                                        </p:tav>
                                        <p:tav tm="100000">
                                          <p:val>
                                            <p:strVal val="#ppt_x"/>
                                          </p:val>
                                        </p:tav>
                                      </p:tavLst>
                                    </p:anim>
                                    <p:anim calcmode="lin" valueType="num">
                                      <p:cBhvr additive="base">
                                        <p:cTn id="38" dur="500" fill="hold"/>
                                        <p:tgtEl>
                                          <p:spTgt spid="192514"/>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44054"/>
                                        </p:tgtEl>
                                        <p:attrNameLst>
                                          <p:attrName>style.visibility</p:attrName>
                                        </p:attrNameLst>
                                      </p:cBhvr>
                                      <p:to>
                                        <p:strVal val="visible"/>
                                      </p:to>
                                    </p:set>
                                    <p:anim calcmode="lin" valueType="num">
                                      <p:cBhvr additive="base">
                                        <p:cTn id="43" dur="500" fill="hold"/>
                                        <p:tgtEl>
                                          <p:spTgt spid="44054"/>
                                        </p:tgtEl>
                                        <p:attrNameLst>
                                          <p:attrName>ppt_x</p:attrName>
                                        </p:attrNameLst>
                                      </p:cBhvr>
                                      <p:tavLst>
                                        <p:tav tm="0">
                                          <p:val>
                                            <p:strVal val="0-#ppt_w/2"/>
                                          </p:val>
                                        </p:tav>
                                        <p:tav tm="100000">
                                          <p:val>
                                            <p:strVal val="#ppt_x"/>
                                          </p:val>
                                        </p:tav>
                                      </p:tavLst>
                                    </p:anim>
                                    <p:anim calcmode="lin" valueType="num">
                                      <p:cBhvr additive="base">
                                        <p:cTn id="44" dur="500" fill="hold"/>
                                        <p:tgtEl>
                                          <p:spTgt spid="44054"/>
                                        </p:tgtEl>
                                        <p:attrNameLst>
                                          <p:attrName>ppt_y</p:attrName>
                                        </p:attrNameLst>
                                      </p:cBhvr>
                                      <p:tavLst>
                                        <p:tav tm="0">
                                          <p:val>
                                            <p:strVal val="#ppt_y"/>
                                          </p:val>
                                        </p:tav>
                                        <p:tav tm="100000">
                                          <p:val>
                                            <p:strVal val="#ppt_y"/>
                                          </p:val>
                                        </p:tav>
                                      </p:tavLst>
                                    </p:anim>
                                  </p:childTnLst>
                                </p:cTn>
                              </p:par>
                            </p:childTnLst>
                          </p:cTn>
                        </p:par>
                        <p:par>
                          <p:cTn id="45" fill="hold">
                            <p:stCondLst>
                              <p:cond delay="500"/>
                            </p:stCondLst>
                            <p:childTnLst>
                              <p:par>
                                <p:cTn id="46" presetID="2" presetClass="entr" presetSubtype="4" fill="hold" nodeType="afterEffect">
                                  <p:stCondLst>
                                    <p:cond delay="0"/>
                                  </p:stCondLst>
                                  <p:childTnLst>
                                    <p:set>
                                      <p:cBhvr>
                                        <p:cTn id="47" dur="1" fill="hold">
                                          <p:stCondLst>
                                            <p:cond delay="0"/>
                                          </p:stCondLst>
                                        </p:cTn>
                                        <p:tgtEl>
                                          <p:spTgt spid="192515"/>
                                        </p:tgtEl>
                                        <p:attrNameLst>
                                          <p:attrName>style.visibility</p:attrName>
                                        </p:attrNameLst>
                                      </p:cBhvr>
                                      <p:to>
                                        <p:strVal val="visible"/>
                                      </p:to>
                                    </p:set>
                                    <p:anim calcmode="lin" valueType="num">
                                      <p:cBhvr additive="base">
                                        <p:cTn id="48" dur="500" fill="hold"/>
                                        <p:tgtEl>
                                          <p:spTgt spid="192515"/>
                                        </p:tgtEl>
                                        <p:attrNameLst>
                                          <p:attrName>ppt_x</p:attrName>
                                        </p:attrNameLst>
                                      </p:cBhvr>
                                      <p:tavLst>
                                        <p:tav tm="0">
                                          <p:val>
                                            <p:strVal val="#ppt_x"/>
                                          </p:val>
                                        </p:tav>
                                        <p:tav tm="100000">
                                          <p:val>
                                            <p:strVal val="#ppt_x"/>
                                          </p:val>
                                        </p:tav>
                                      </p:tavLst>
                                    </p:anim>
                                    <p:anim calcmode="lin" valueType="num">
                                      <p:cBhvr additive="base">
                                        <p:cTn id="49" dur="500" fill="hold"/>
                                        <p:tgtEl>
                                          <p:spTgt spid="1925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40" grpId="0" build="p"/>
      <p:bldP spid="44049" grpId="0"/>
      <p:bldP spid="44054" grpId="0"/>
      <p:bldP spid="44058"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02403" name="Text Box 1028"/>
          <p:cNvSpPr txBox="1"/>
          <p:nvPr/>
        </p:nvSpPr>
        <p:spPr>
          <a:xfrm>
            <a:off x="381000" y="1066800"/>
            <a:ext cx="8534400" cy="5260975"/>
          </a:xfrm>
          <a:prstGeom prst="rect">
            <a:avLst/>
          </a:prstGeom>
          <a:solidFill>
            <a:srgbClr val="E7FFE7"/>
          </a:solidFill>
          <a:ln w="9525" cap="flat" cmpd="sng">
            <a:solidFill>
              <a:srgbClr val="808080"/>
            </a:solidFill>
            <a:prstDash val="solid"/>
            <a:miter/>
            <a:headEnd type="none" w="med" len="med"/>
            <a:tailEnd type="none" w="med" len="med"/>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Font typeface="Wingdings" panose="05000000000000000000" pitchFamily="2" charset="2"/>
              <a:buChar char="§"/>
            </a:pPr>
            <a:r>
              <a:rPr lang="en-US" altLang="zh-CN" sz="2400" dirty="0">
                <a:latin typeface="宋体" panose="02010600030101010101" pitchFamily="2" charset="-122"/>
              </a:rPr>
              <a:t> </a:t>
            </a:r>
            <a:r>
              <a:rPr lang="zh-CN" altLang="en-US" sz="2400" b="1" dirty="0">
                <a:solidFill>
                  <a:schemeClr val="folHlink"/>
                </a:solidFill>
                <a:latin typeface="宋体" panose="02010600030101010101" pitchFamily="2" charset="-122"/>
              </a:rPr>
              <a:t>把上述公式化为子句集：</a:t>
            </a:r>
            <a:endParaRPr lang="zh-CN" altLang="en-US" sz="2400" b="1" dirty="0">
              <a:solidFill>
                <a:schemeClr val="folHlink"/>
              </a:solidFill>
              <a:latin typeface="宋体" panose="02010600030101010101" pitchFamily="2" charset="-122"/>
            </a:endParaRPr>
          </a:p>
          <a:p>
            <a:pPr marL="0" lvl="0" indent="0" eaLnBrk="1" hangingPunct="1">
              <a:spcBef>
                <a:spcPct val="50000"/>
              </a:spcBef>
              <a:buFont typeface="Wingdings" panose="05000000000000000000" pitchFamily="2" charset="2"/>
              <a:buChar char="§"/>
            </a:pPr>
            <a:endParaRPr lang="zh-CN" altLang="en-US" sz="2400" b="1" dirty="0">
              <a:solidFill>
                <a:schemeClr val="folHlink"/>
              </a:solidFill>
              <a:latin typeface="宋体" panose="02010600030101010101" pitchFamily="2" charset="-122"/>
            </a:endParaRPr>
          </a:p>
          <a:p>
            <a:pPr marL="0" lvl="0" indent="0" eaLnBrk="1" hangingPunct="1">
              <a:spcBef>
                <a:spcPct val="50000"/>
              </a:spcBef>
              <a:buFont typeface="Wingdings" panose="05000000000000000000" pitchFamily="2" charset="2"/>
              <a:buChar char="§"/>
            </a:pPr>
            <a:endParaRPr lang="zh-CN" altLang="en-US" sz="2400" b="1" dirty="0">
              <a:solidFill>
                <a:schemeClr val="folHlink"/>
              </a:solidFill>
              <a:latin typeface="宋体" panose="02010600030101010101" pitchFamily="2" charset="-122"/>
            </a:endParaRPr>
          </a:p>
          <a:p>
            <a:pPr marL="0" lvl="0" indent="0" eaLnBrk="1" hangingPunct="1">
              <a:spcBef>
                <a:spcPct val="50000"/>
              </a:spcBef>
              <a:buFont typeface="Wingdings" panose="05000000000000000000" pitchFamily="2" charset="2"/>
              <a:buChar char="§"/>
            </a:pPr>
            <a:endParaRPr lang="zh-CN" altLang="en-US" sz="2400" b="1" dirty="0">
              <a:solidFill>
                <a:schemeClr val="folHlink"/>
              </a:solidFill>
              <a:latin typeface="宋体" panose="02010600030101010101" pitchFamily="2" charset="-122"/>
            </a:endParaRPr>
          </a:p>
          <a:p>
            <a:pPr marL="0" lvl="0" indent="0" eaLnBrk="1" hangingPunct="1">
              <a:spcBef>
                <a:spcPct val="50000"/>
              </a:spcBef>
              <a:buFont typeface="Wingdings" panose="05000000000000000000" pitchFamily="2" charset="2"/>
              <a:buChar char="§"/>
            </a:pPr>
            <a:endParaRPr lang="zh-CN" altLang="en-US" sz="2400" b="1" dirty="0">
              <a:solidFill>
                <a:schemeClr val="folHlink"/>
              </a:solidFill>
              <a:latin typeface="宋体" panose="02010600030101010101" pitchFamily="2" charset="-122"/>
            </a:endParaRPr>
          </a:p>
          <a:p>
            <a:pPr marL="0" lvl="0" indent="0" eaLnBrk="1" hangingPunct="1">
              <a:spcBef>
                <a:spcPct val="50000"/>
              </a:spcBef>
              <a:buFont typeface="Wingdings" panose="05000000000000000000" pitchFamily="2" charset="2"/>
              <a:buChar char="§"/>
            </a:pPr>
            <a:endParaRPr lang="zh-CN" altLang="en-US" sz="2400" b="1" dirty="0">
              <a:solidFill>
                <a:schemeClr val="folHlink"/>
              </a:solidFill>
              <a:latin typeface="宋体" panose="02010600030101010101" pitchFamily="2" charset="-122"/>
            </a:endParaRPr>
          </a:p>
          <a:p>
            <a:pPr marL="0" lvl="0" indent="0" eaLnBrk="1" hangingPunct="1">
              <a:spcBef>
                <a:spcPct val="50000"/>
              </a:spcBef>
              <a:buFont typeface="Wingdings" panose="05000000000000000000" pitchFamily="2" charset="2"/>
              <a:buChar char="§"/>
            </a:pPr>
            <a:endParaRPr lang="zh-CN" altLang="en-US" sz="2400" b="1" dirty="0">
              <a:solidFill>
                <a:schemeClr val="folHlink"/>
              </a:solidFill>
              <a:latin typeface="宋体" panose="02010600030101010101" pitchFamily="2" charset="-122"/>
            </a:endParaRPr>
          </a:p>
          <a:p>
            <a:pPr marL="0" lvl="0" indent="0" eaLnBrk="1" hangingPunct="1">
              <a:spcBef>
                <a:spcPct val="50000"/>
              </a:spcBef>
              <a:buFont typeface="Wingdings" panose="05000000000000000000" pitchFamily="2" charset="2"/>
              <a:buChar char="§"/>
            </a:pPr>
            <a:endParaRPr lang="zh-CN" altLang="en-US" sz="2400" b="1" dirty="0">
              <a:solidFill>
                <a:schemeClr val="folHlink"/>
              </a:solidFill>
              <a:latin typeface="宋体" panose="02010600030101010101" pitchFamily="2" charset="-122"/>
            </a:endParaRPr>
          </a:p>
          <a:p>
            <a:pPr marL="0" lvl="0" indent="0" eaLnBrk="1" hangingPunct="1">
              <a:spcBef>
                <a:spcPct val="50000"/>
              </a:spcBef>
              <a:buFont typeface="Wingdings" panose="05000000000000000000" pitchFamily="2" charset="2"/>
              <a:buChar char="§"/>
            </a:pPr>
            <a:endParaRPr lang="zh-CN" altLang="en-US" sz="2400" b="1" dirty="0">
              <a:solidFill>
                <a:schemeClr val="folHlink"/>
              </a:solidFill>
              <a:latin typeface="宋体" panose="02010600030101010101" pitchFamily="2" charset="-122"/>
            </a:endParaRPr>
          </a:p>
          <a:p>
            <a:pPr marL="0" lvl="0" indent="0" eaLnBrk="1" hangingPunct="1">
              <a:spcBef>
                <a:spcPct val="50000"/>
              </a:spcBef>
              <a:buNone/>
            </a:pPr>
            <a:r>
              <a:rPr lang="zh-CN" altLang="en-US" sz="1800" dirty="0"/>
              <a:t> </a:t>
            </a:r>
            <a:endParaRPr lang="zh-CN" altLang="en-US" sz="1800" dirty="0"/>
          </a:p>
        </p:txBody>
      </p:sp>
      <p:sp>
        <p:nvSpPr>
          <p:cNvPr id="102404" name="Rectangle 1026"/>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3.6  </a:t>
            </a:r>
            <a:r>
              <a:rPr lang="zh-CN" altLang="en-US" sz="3600" b="0" dirty="0">
                <a:latin typeface="Times New Roman" panose="02020603050405020304" pitchFamily="18" charset="0"/>
                <a:ea typeface="黑体" panose="02010609060101010101" pitchFamily="49" charset="-122"/>
              </a:rPr>
              <a:t>应用归结原理求解问题</a:t>
            </a:r>
            <a:endParaRPr lang="zh-CN" altLang="en-US" sz="3600" b="0" dirty="0">
              <a:latin typeface="Times New Roman" panose="02020603050405020304" pitchFamily="18" charset="0"/>
              <a:ea typeface="黑体" panose="02010609060101010101" pitchFamily="49" charset="-122"/>
            </a:endParaRPr>
          </a:p>
        </p:txBody>
      </p:sp>
      <p:grpSp>
        <p:nvGrpSpPr>
          <p:cNvPr id="2" name="Group 1043"/>
          <p:cNvGrpSpPr/>
          <p:nvPr/>
        </p:nvGrpSpPr>
        <p:grpSpPr>
          <a:xfrm>
            <a:off x="381000" y="1600200"/>
            <a:ext cx="4635500" cy="2100263"/>
            <a:chOff x="240" y="1008"/>
            <a:chExt cx="2920" cy="1323"/>
          </a:xfrm>
        </p:grpSpPr>
        <p:sp>
          <p:nvSpPr>
            <p:cNvPr id="102415" name="Text Box 1029"/>
            <p:cNvSpPr txBox="1"/>
            <p:nvPr/>
          </p:nvSpPr>
          <p:spPr>
            <a:xfrm>
              <a:off x="240" y="1008"/>
              <a:ext cx="2016" cy="1323"/>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ClrTx/>
                <a:buFontTx/>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 </a:t>
              </a:r>
              <a:endParaRPr lang="zh-CN" altLang="en-US" sz="2400" dirty="0">
                <a:latin typeface="Times New Roman" panose="02020603050405020304" pitchFamily="18" charset="0"/>
              </a:endParaRPr>
            </a:p>
            <a:p>
              <a:pPr marL="0" lvl="0" indent="0" eaLnBrk="1" hangingPunct="1">
                <a:spcBef>
                  <a:spcPct val="50000"/>
                </a:spcBef>
                <a:buClrTx/>
                <a:buFontTx/>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marL="0" lvl="0" indent="0" eaLnBrk="1" hangingPunct="1">
                <a:spcBef>
                  <a:spcPct val="50000"/>
                </a:spcBef>
                <a:buClrTx/>
                <a:buFontTx/>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3</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marL="0" lvl="0" indent="0" eaLnBrk="1" hangingPunct="1">
                <a:spcBef>
                  <a:spcPct val="50000"/>
                </a:spcBef>
                <a:buClrTx/>
                <a:buFontTx/>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4</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p:txBody>
        </p:sp>
        <p:graphicFrame>
          <p:nvGraphicFramePr>
            <p:cNvPr id="102416" name="Object 1027"/>
            <p:cNvGraphicFramePr>
              <a:graphicFrameLocks noChangeAspect="1"/>
            </p:cNvGraphicFramePr>
            <p:nvPr/>
          </p:nvGraphicFramePr>
          <p:xfrm>
            <a:off x="912" y="1056"/>
            <a:ext cx="1056" cy="264"/>
          </p:xfrm>
          <a:graphic>
            <a:graphicData uri="http://schemas.openxmlformats.org/presentationml/2006/ole">
              <mc:AlternateContent xmlns:mc="http://schemas.openxmlformats.org/markup-compatibility/2006">
                <mc:Choice xmlns:v="urn:schemas-microsoft-com:vml" Requires="v">
                  <p:oleObj spid="_x0000_s3230" name="" r:id="rId2" imgW="13820775" imgH="3514725" progId="Equation.3">
                    <p:embed/>
                  </p:oleObj>
                </mc:Choice>
                <mc:Fallback>
                  <p:oleObj name="" r:id="rId2" imgW="13820775" imgH="3514725" progId="Equation.3">
                    <p:embed/>
                    <p:pic>
                      <p:nvPicPr>
                        <p:cNvPr id="0" name="图片 3229"/>
                        <p:cNvPicPr/>
                        <p:nvPr/>
                      </p:nvPicPr>
                      <p:blipFill>
                        <a:blip r:embed="rId3"/>
                        <a:stretch>
                          <a:fillRect/>
                        </a:stretch>
                      </p:blipFill>
                      <p:spPr>
                        <a:xfrm>
                          <a:off x="912" y="1056"/>
                          <a:ext cx="1056" cy="264"/>
                        </a:xfrm>
                        <a:prstGeom prst="rect">
                          <a:avLst/>
                        </a:prstGeom>
                        <a:noFill/>
                        <a:ln w="38100">
                          <a:noFill/>
                          <a:miter/>
                        </a:ln>
                      </p:spPr>
                    </p:pic>
                  </p:oleObj>
                </mc:Fallback>
              </mc:AlternateContent>
            </a:graphicData>
          </a:graphic>
        </p:graphicFrame>
        <p:graphicFrame>
          <p:nvGraphicFramePr>
            <p:cNvPr id="102417" name="Object 1028"/>
            <p:cNvGraphicFramePr>
              <a:graphicFrameLocks noChangeAspect="1"/>
            </p:cNvGraphicFramePr>
            <p:nvPr/>
          </p:nvGraphicFramePr>
          <p:xfrm>
            <a:off x="864" y="1392"/>
            <a:ext cx="1104" cy="255"/>
          </p:xfrm>
          <a:graphic>
            <a:graphicData uri="http://schemas.openxmlformats.org/presentationml/2006/ole">
              <mc:AlternateContent xmlns:mc="http://schemas.openxmlformats.org/markup-compatibility/2006">
                <mc:Choice xmlns:v="urn:schemas-microsoft-com:vml" Requires="v">
                  <p:oleObj spid="_x0000_s3228" name="" r:id="rId4" imgW="14925675" imgH="3514725" progId="Equation.3">
                    <p:embed/>
                  </p:oleObj>
                </mc:Choice>
                <mc:Fallback>
                  <p:oleObj name="" r:id="rId4" imgW="14925675" imgH="3514725" progId="Equation.3">
                    <p:embed/>
                    <p:pic>
                      <p:nvPicPr>
                        <p:cNvPr id="0" name="图片 3227"/>
                        <p:cNvPicPr/>
                        <p:nvPr/>
                      </p:nvPicPr>
                      <p:blipFill>
                        <a:blip r:embed="rId5"/>
                        <a:stretch>
                          <a:fillRect/>
                        </a:stretch>
                      </p:blipFill>
                      <p:spPr>
                        <a:xfrm>
                          <a:off x="864" y="1392"/>
                          <a:ext cx="1104" cy="255"/>
                        </a:xfrm>
                        <a:prstGeom prst="rect">
                          <a:avLst/>
                        </a:prstGeom>
                        <a:noFill/>
                        <a:ln w="38100">
                          <a:noFill/>
                          <a:miter/>
                        </a:ln>
                      </p:spPr>
                    </p:pic>
                  </p:oleObj>
                </mc:Fallback>
              </mc:AlternateContent>
            </a:graphicData>
          </a:graphic>
        </p:graphicFrame>
        <p:graphicFrame>
          <p:nvGraphicFramePr>
            <p:cNvPr id="102418" name="Object 1029"/>
            <p:cNvGraphicFramePr>
              <a:graphicFrameLocks noChangeAspect="1"/>
            </p:cNvGraphicFramePr>
            <p:nvPr/>
          </p:nvGraphicFramePr>
          <p:xfrm>
            <a:off x="872" y="1728"/>
            <a:ext cx="2288" cy="251"/>
          </p:xfrm>
          <a:graphic>
            <a:graphicData uri="http://schemas.openxmlformats.org/presentationml/2006/ole">
              <mc:AlternateContent xmlns:mc="http://schemas.openxmlformats.org/markup-compatibility/2006">
                <mc:Choice xmlns:v="urn:schemas-microsoft-com:vml" Requires="v">
                  <p:oleObj spid="_x0000_s3231" name="" r:id="rId6" imgW="821690" imgH="87630" progId="Equation.3">
                    <p:embed/>
                  </p:oleObj>
                </mc:Choice>
                <mc:Fallback>
                  <p:oleObj name="" r:id="rId6" imgW="821690" imgH="87630" progId="Equation.3">
                    <p:embed/>
                    <p:pic>
                      <p:nvPicPr>
                        <p:cNvPr id="0" name="图片 3230"/>
                        <p:cNvPicPr/>
                        <p:nvPr/>
                      </p:nvPicPr>
                      <p:blipFill>
                        <a:blip r:embed="rId7">
                          <a:clrChange>
                            <a:clrFrom>
                              <a:srgbClr val="000000"/>
                            </a:clrFrom>
                            <a:clrTo>
                              <a:srgbClr val="CC0000"/>
                            </a:clrTo>
                          </a:clrChange>
                        </a:blip>
                        <a:stretch>
                          <a:fillRect/>
                        </a:stretch>
                      </p:blipFill>
                      <p:spPr>
                        <a:xfrm>
                          <a:off x="872" y="1728"/>
                          <a:ext cx="2288" cy="251"/>
                        </a:xfrm>
                        <a:prstGeom prst="rect">
                          <a:avLst/>
                        </a:prstGeom>
                        <a:noFill/>
                        <a:ln w="38100">
                          <a:noFill/>
                          <a:miter/>
                        </a:ln>
                      </p:spPr>
                    </p:pic>
                  </p:oleObj>
                </mc:Fallback>
              </mc:AlternateContent>
            </a:graphicData>
          </a:graphic>
        </p:graphicFrame>
        <p:graphicFrame>
          <p:nvGraphicFramePr>
            <p:cNvPr id="102419" name="Object 1030"/>
            <p:cNvGraphicFramePr>
              <a:graphicFrameLocks noChangeAspect="1"/>
            </p:cNvGraphicFramePr>
            <p:nvPr/>
          </p:nvGraphicFramePr>
          <p:xfrm>
            <a:off x="864" y="2064"/>
            <a:ext cx="2208" cy="240"/>
          </p:xfrm>
          <a:graphic>
            <a:graphicData uri="http://schemas.openxmlformats.org/presentationml/2006/ole">
              <mc:AlternateContent xmlns:mc="http://schemas.openxmlformats.org/markup-compatibility/2006">
                <mc:Choice xmlns:v="urn:schemas-microsoft-com:vml" Requires="v">
                  <p:oleObj spid="_x0000_s3233" name="" r:id="rId8" imgW="826770" imgH="87630" progId="Equation.3">
                    <p:embed/>
                  </p:oleObj>
                </mc:Choice>
                <mc:Fallback>
                  <p:oleObj name="" r:id="rId8" imgW="826770" imgH="87630" progId="Equation.3">
                    <p:embed/>
                    <p:pic>
                      <p:nvPicPr>
                        <p:cNvPr id="0" name="图片 3232"/>
                        <p:cNvPicPr/>
                        <p:nvPr/>
                      </p:nvPicPr>
                      <p:blipFill>
                        <a:blip r:embed="rId9">
                          <a:clrChange>
                            <a:clrFrom>
                              <a:srgbClr val="000000"/>
                            </a:clrFrom>
                            <a:clrTo>
                              <a:srgbClr val="CC0000"/>
                            </a:clrTo>
                          </a:clrChange>
                        </a:blip>
                        <a:stretch>
                          <a:fillRect/>
                        </a:stretch>
                      </p:blipFill>
                      <p:spPr>
                        <a:xfrm>
                          <a:off x="864" y="2064"/>
                          <a:ext cx="2208" cy="240"/>
                        </a:xfrm>
                        <a:prstGeom prst="rect">
                          <a:avLst/>
                        </a:prstGeom>
                        <a:noFill/>
                        <a:ln w="38100">
                          <a:noFill/>
                          <a:miter/>
                        </a:ln>
                      </p:spPr>
                    </p:pic>
                  </p:oleObj>
                </mc:Fallback>
              </mc:AlternateContent>
            </a:graphicData>
          </a:graphic>
        </p:graphicFrame>
      </p:grpSp>
      <p:sp>
        <p:nvSpPr>
          <p:cNvPr id="72715" name="Text Box 1035"/>
          <p:cNvSpPr txBox="1"/>
          <p:nvPr/>
        </p:nvSpPr>
        <p:spPr>
          <a:xfrm>
            <a:off x="457200" y="3810000"/>
            <a:ext cx="4038600" cy="45720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Font typeface="Wingdings" panose="05000000000000000000" pitchFamily="2" charset="2"/>
              <a:buChar char="§"/>
            </a:pPr>
            <a:r>
              <a:rPr lang="en-US" altLang="zh-CN" sz="2400" dirty="0">
                <a:latin typeface="宋体" panose="02010600030101010101" pitchFamily="2" charset="-122"/>
              </a:rPr>
              <a:t> </a:t>
            </a:r>
            <a:r>
              <a:rPr lang="zh-CN" altLang="en-US" sz="2400" b="1" dirty="0">
                <a:solidFill>
                  <a:schemeClr val="folHlink"/>
                </a:solidFill>
                <a:latin typeface="宋体" panose="02010600030101010101" pitchFamily="2" charset="-122"/>
              </a:rPr>
              <a:t>应用归结原理进行归结：</a:t>
            </a:r>
            <a:r>
              <a:rPr lang="zh-CN" altLang="en-US" sz="2400" dirty="0"/>
              <a:t> </a:t>
            </a:r>
            <a:endParaRPr lang="zh-CN" altLang="en-US" sz="2400" dirty="0"/>
          </a:p>
        </p:txBody>
      </p:sp>
      <p:sp>
        <p:nvSpPr>
          <p:cNvPr id="102407" name="Rectangle 1038"/>
          <p:cNvSpPr/>
          <p:nvPr/>
        </p:nvSpPr>
        <p:spPr>
          <a:xfrm>
            <a:off x="3824288" y="33289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102408" name="Rectangle 1040"/>
          <p:cNvSpPr/>
          <p:nvPr/>
        </p:nvSpPr>
        <p:spPr>
          <a:xfrm>
            <a:off x="3481388" y="33289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sp>
        <p:nvSpPr>
          <p:cNvPr id="102409" name="Rectangle 1042"/>
          <p:cNvSpPr/>
          <p:nvPr/>
        </p:nvSpPr>
        <p:spPr>
          <a:xfrm>
            <a:off x="4019550" y="3328988"/>
            <a:ext cx="9144000" cy="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lnSpc>
                <a:spcPct val="120000"/>
              </a:lnSpc>
              <a:spcBef>
                <a:spcPct val="0"/>
              </a:spcBef>
              <a:buClrTx/>
              <a:buFontTx/>
              <a:buNone/>
            </a:pPr>
            <a:endParaRPr lang="zh-CN" altLang="en-US" sz="1800" b="1" dirty="0"/>
          </a:p>
        </p:txBody>
      </p:sp>
      <p:grpSp>
        <p:nvGrpSpPr>
          <p:cNvPr id="3" name="Group 1044"/>
          <p:cNvGrpSpPr/>
          <p:nvPr/>
        </p:nvGrpSpPr>
        <p:grpSpPr>
          <a:xfrm>
            <a:off x="381000" y="4343400"/>
            <a:ext cx="7772400" cy="1570038"/>
            <a:chOff x="240" y="2736"/>
            <a:chExt cx="4896" cy="989"/>
          </a:xfrm>
        </p:grpSpPr>
        <p:sp>
          <p:nvSpPr>
            <p:cNvPr id="102411" name="Text Box 1036"/>
            <p:cNvSpPr txBox="1"/>
            <p:nvPr/>
          </p:nvSpPr>
          <p:spPr>
            <a:xfrm>
              <a:off x="240" y="2736"/>
              <a:ext cx="4896" cy="978"/>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1"/>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algn="just" eaLnBrk="1" hangingPunct="1">
                <a:spcBef>
                  <a:spcPct val="50000"/>
                </a:spcBef>
                <a:buClrTx/>
                <a:buFontTx/>
                <a:buNone/>
              </a:pPr>
              <a:r>
                <a:rPr lang="zh-CN" altLang="en-US" sz="2400" dirty="0">
                  <a:latin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5</a:t>
              </a:r>
              <a:r>
                <a:rPr lang="zh-CN" altLang="en-US" sz="2400" dirty="0">
                  <a:latin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rPr>
                <a:t>）与（</a:t>
              </a:r>
              <a:r>
                <a:rPr lang="en-US" altLang="zh-CN" sz="2400" dirty="0">
                  <a:latin typeface="Times New Roman" panose="02020603050405020304" pitchFamily="18" charset="0"/>
                  <a:cs typeface="Times New Roman" panose="02020603050405020304" pitchFamily="18" charset="0"/>
                </a:rPr>
                <a:t>3</a:t>
              </a:r>
              <a:r>
                <a:rPr lang="zh-CN" altLang="en-US" sz="2400" dirty="0">
                  <a:latin typeface="Times New Roman" panose="02020603050405020304" pitchFamily="18" charset="0"/>
                </a:rPr>
                <a:t>）归结</a:t>
              </a:r>
              <a:endParaRPr lang="zh-CN" altLang="en-US" sz="2400" dirty="0">
                <a:latin typeface="Times New Roman" panose="02020603050405020304" pitchFamily="18" charset="0"/>
                <a:cs typeface="Times New Roman" panose="02020603050405020304" pitchFamily="18" charset="0"/>
              </a:endParaRPr>
            </a:p>
            <a:p>
              <a:pPr marL="0" lvl="0" indent="0" algn="just" eaLnBrk="1" hangingPunct="1">
                <a:spcBef>
                  <a:spcPct val="50000"/>
                </a:spcBef>
                <a:buClrTx/>
                <a:buFontTx/>
                <a:buNone/>
              </a:pPr>
              <a:r>
                <a:rPr lang="zh-CN" altLang="en-US" sz="2400" dirty="0">
                  <a:latin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6</a:t>
              </a:r>
              <a:r>
                <a:rPr lang="zh-CN" altLang="en-US" sz="2400" dirty="0">
                  <a:latin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4</a:t>
              </a:r>
              <a:r>
                <a:rPr lang="zh-CN" altLang="en-US" sz="2400" dirty="0">
                  <a:latin typeface="Times New Roman" panose="02020603050405020304" pitchFamily="18" charset="0"/>
                </a:rPr>
                <a:t>）与（</a:t>
              </a:r>
              <a:r>
                <a:rPr lang="en-US" altLang="zh-CN" sz="2400" dirty="0">
                  <a:latin typeface="Times New Roman" panose="02020603050405020304" pitchFamily="18" charset="0"/>
                  <a:cs typeface="Times New Roman" panose="02020603050405020304" pitchFamily="18" charset="0"/>
                </a:rPr>
                <a:t>5</a:t>
              </a:r>
              <a:r>
                <a:rPr lang="zh-CN" altLang="en-US" sz="2400" dirty="0">
                  <a:latin typeface="Times New Roman" panose="02020603050405020304" pitchFamily="18" charset="0"/>
                </a:rPr>
                <a:t>）归结</a:t>
              </a:r>
              <a:endParaRPr lang="zh-CN" altLang="en-US" sz="2400" dirty="0">
                <a:latin typeface="Times New Roman" panose="02020603050405020304" pitchFamily="18" charset="0"/>
                <a:cs typeface="Times New Roman" panose="02020603050405020304" pitchFamily="18" charset="0"/>
              </a:endParaRPr>
            </a:p>
            <a:p>
              <a:pPr marL="0" lvl="0" indent="0" algn="just" eaLnBrk="1" hangingPunct="1">
                <a:spcBef>
                  <a:spcPct val="50000"/>
                </a:spcBef>
                <a:buClrTx/>
                <a:buFontTx/>
                <a:buNone/>
              </a:pPr>
              <a:r>
                <a:rPr lang="zh-CN" altLang="en-US" sz="2400" dirty="0">
                  <a:latin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7</a:t>
              </a:r>
              <a:r>
                <a:rPr lang="zh-CN" altLang="en-US" sz="2400" dirty="0">
                  <a:latin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2</a:t>
              </a:r>
              <a:r>
                <a:rPr lang="zh-CN" altLang="en-US" sz="2400" dirty="0">
                  <a:latin typeface="Times New Roman" panose="02020603050405020304" pitchFamily="18" charset="0"/>
                </a:rPr>
                <a:t>）与（</a:t>
              </a:r>
              <a:r>
                <a:rPr lang="en-US" altLang="zh-CN" sz="2400" dirty="0">
                  <a:latin typeface="Times New Roman" panose="02020603050405020304" pitchFamily="18" charset="0"/>
                  <a:cs typeface="Times New Roman" panose="02020603050405020304" pitchFamily="18" charset="0"/>
                </a:rPr>
                <a:t>6</a:t>
              </a:r>
              <a:r>
                <a:rPr lang="zh-CN" altLang="en-US" sz="2400" dirty="0">
                  <a:latin typeface="Times New Roman" panose="02020603050405020304" pitchFamily="18" charset="0"/>
                </a:rPr>
                <a:t>）归结</a:t>
              </a:r>
              <a:endParaRPr lang="zh-CN" altLang="en-US" sz="2400" dirty="0">
                <a:latin typeface="Times New Roman" panose="02020603050405020304" pitchFamily="18" charset="0"/>
              </a:endParaRPr>
            </a:p>
          </p:txBody>
        </p:sp>
        <p:graphicFrame>
          <p:nvGraphicFramePr>
            <p:cNvPr id="102412" name="Object 1024"/>
            <p:cNvGraphicFramePr>
              <a:graphicFrameLocks noChangeAspect="1"/>
            </p:cNvGraphicFramePr>
            <p:nvPr/>
          </p:nvGraphicFramePr>
          <p:xfrm>
            <a:off x="816" y="2736"/>
            <a:ext cx="1920" cy="257"/>
          </p:xfrm>
          <a:graphic>
            <a:graphicData uri="http://schemas.openxmlformats.org/presentationml/2006/ole">
              <mc:AlternateContent xmlns:mc="http://schemas.openxmlformats.org/markup-compatibility/2006">
                <mc:Choice xmlns:v="urn:schemas-microsoft-com:vml" Requires="v">
                  <p:oleObj spid="_x0000_s3237" name="" r:id="rId10" imgW="25888950" imgH="3514725" progId="Equation.3">
                    <p:embed/>
                  </p:oleObj>
                </mc:Choice>
                <mc:Fallback>
                  <p:oleObj name="" r:id="rId10" imgW="25888950" imgH="3514725" progId="Equation.3">
                    <p:embed/>
                    <p:pic>
                      <p:nvPicPr>
                        <p:cNvPr id="0" name="图片 3236"/>
                        <p:cNvPicPr/>
                        <p:nvPr/>
                      </p:nvPicPr>
                      <p:blipFill>
                        <a:blip r:embed="rId11"/>
                        <a:stretch>
                          <a:fillRect/>
                        </a:stretch>
                      </p:blipFill>
                      <p:spPr>
                        <a:xfrm>
                          <a:off x="816" y="2736"/>
                          <a:ext cx="1920" cy="257"/>
                        </a:xfrm>
                        <a:prstGeom prst="rect">
                          <a:avLst/>
                        </a:prstGeom>
                        <a:noFill/>
                        <a:ln w="38100">
                          <a:noFill/>
                          <a:miter/>
                        </a:ln>
                      </p:spPr>
                    </p:pic>
                  </p:oleObj>
                </mc:Fallback>
              </mc:AlternateContent>
            </a:graphicData>
          </a:graphic>
        </p:graphicFrame>
        <p:graphicFrame>
          <p:nvGraphicFramePr>
            <p:cNvPr id="102413" name="Object 1025"/>
            <p:cNvGraphicFramePr>
              <a:graphicFrameLocks noChangeAspect="1"/>
            </p:cNvGraphicFramePr>
            <p:nvPr/>
          </p:nvGraphicFramePr>
          <p:xfrm>
            <a:off x="768" y="3120"/>
            <a:ext cx="2544" cy="233"/>
          </p:xfrm>
          <a:graphic>
            <a:graphicData uri="http://schemas.openxmlformats.org/presentationml/2006/ole">
              <mc:AlternateContent xmlns:mc="http://schemas.openxmlformats.org/markup-compatibility/2006">
                <mc:Choice xmlns:v="urn:schemas-microsoft-com:vml" Requires="v">
                  <p:oleObj spid="_x0000_s3239" name="" r:id="rId12" imgW="37738050" imgH="3514725" progId="Equation.3">
                    <p:embed/>
                  </p:oleObj>
                </mc:Choice>
                <mc:Fallback>
                  <p:oleObj name="" r:id="rId12" imgW="37738050" imgH="3514725" progId="Equation.3">
                    <p:embed/>
                    <p:pic>
                      <p:nvPicPr>
                        <p:cNvPr id="0" name="图片 3238"/>
                        <p:cNvPicPr/>
                        <p:nvPr/>
                      </p:nvPicPr>
                      <p:blipFill>
                        <a:blip r:embed="rId13"/>
                        <a:stretch>
                          <a:fillRect/>
                        </a:stretch>
                      </p:blipFill>
                      <p:spPr>
                        <a:xfrm>
                          <a:off x="768" y="3120"/>
                          <a:ext cx="2544" cy="233"/>
                        </a:xfrm>
                        <a:prstGeom prst="rect">
                          <a:avLst/>
                        </a:prstGeom>
                        <a:noFill/>
                        <a:ln w="38100">
                          <a:noFill/>
                          <a:miter/>
                        </a:ln>
                      </p:spPr>
                    </p:pic>
                  </p:oleObj>
                </mc:Fallback>
              </mc:AlternateContent>
            </a:graphicData>
          </a:graphic>
        </p:graphicFrame>
        <p:graphicFrame>
          <p:nvGraphicFramePr>
            <p:cNvPr id="102414" name="Object 1026"/>
            <p:cNvGraphicFramePr>
              <a:graphicFrameLocks noChangeAspect="1"/>
            </p:cNvGraphicFramePr>
            <p:nvPr/>
          </p:nvGraphicFramePr>
          <p:xfrm>
            <a:off x="816" y="3456"/>
            <a:ext cx="1488" cy="269"/>
          </p:xfrm>
          <a:graphic>
            <a:graphicData uri="http://schemas.openxmlformats.org/presentationml/2006/ole">
              <mc:AlternateContent xmlns:mc="http://schemas.openxmlformats.org/markup-compatibility/2006">
                <mc:Choice xmlns:v="urn:schemas-microsoft-com:vml" Requires="v">
                  <p:oleObj spid="_x0000_s3238" name="" r:id="rId14" imgW="19088100" imgH="3514725" progId="Equation.3">
                    <p:embed/>
                  </p:oleObj>
                </mc:Choice>
                <mc:Fallback>
                  <p:oleObj name="" r:id="rId14" imgW="19088100" imgH="3514725" progId="Equation.3">
                    <p:embed/>
                    <p:pic>
                      <p:nvPicPr>
                        <p:cNvPr id="0" name="图片 3237"/>
                        <p:cNvPicPr/>
                        <p:nvPr/>
                      </p:nvPicPr>
                      <p:blipFill>
                        <a:blip r:embed="rId15"/>
                        <a:stretch>
                          <a:fillRect/>
                        </a:stretch>
                      </p:blipFill>
                      <p:spPr>
                        <a:xfrm>
                          <a:off x="816" y="3456"/>
                          <a:ext cx="1488" cy="269"/>
                        </a:xfrm>
                        <a:prstGeom prst="rect">
                          <a:avLst/>
                        </a:prstGeom>
                        <a:noFill/>
                        <a:ln w="38100">
                          <a:noFill/>
                          <a:miter/>
                        </a:ln>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72715"/>
                                        </p:tgtEl>
                                        <p:attrNameLst>
                                          <p:attrName>style.visibility</p:attrName>
                                        </p:attrNameLst>
                                      </p:cBhvr>
                                      <p:to>
                                        <p:strVal val="visible"/>
                                      </p:to>
                                    </p:set>
                                    <p:anim calcmode="lin" valueType="num">
                                      <p:cBhvr additive="base">
                                        <p:cTn id="12" dur="500" fill="hold"/>
                                        <p:tgtEl>
                                          <p:spTgt spid="72715"/>
                                        </p:tgtEl>
                                        <p:attrNameLst>
                                          <p:attrName>ppt_x</p:attrName>
                                        </p:attrNameLst>
                                      </p:cBhvr>
                                      <p:tavLst>
                                        <p:tav tm="0">
                                          <p:val>
                                            <p:strVal val="0-#ppt_w/2"/>
                                          </p:val>
                                        </p:tav>
                                        <p:tav tm="100000">
                                          <p:val>
                                            <p:strVal val="#ppt_x"/>
                                          </p:val>
                                        </p:tav>
                                      </p:tavLst>
                                    </p:anim>
                                    <p:anim calcmode="lin" valueType="num">
                                      <p:cBhvr additive="base">
                                        <p:cTn id="13" dur="500" fill="hold"/>
                                        <p:tgtEl>
                                          <p:spTgt spid="72715"/>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17" presetClass="entr" presetSubtype="8"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500" fill="hold"/>
                                        <p:tgtEl>
                                          <p:spTgt spid="3"/>
                                        </p:tgtEl>
                                        <p:attrNameLst>
                                          <p:attrName>ppt_x</p:attrName>
                                        </p:attrNameLst>
                                      </p:cBhvr>
                                      <p:tavLst>
                                        <p:tav tm="0">
                                          <p:val>
                                            <p:strVal val="#ppt_x-#ppt_w/2"/>
                                          </p:val>
                                        </p:tav>
                                        <p:tav tm="100000">
                                          <p:val>
                                            <p:strVal val="#ppt_x"/>
                                          </p:val>
                                        </p:tav>
                                      </p:tavLst>
                                    </p:anim>
                                    <p:anim calcmode="lin" valueType="num">
                                      <p:cBhvr>
                                        <p:cTn id="18" dur="500" fill="hold"/>
                                        <p:tgtEl>
                                          <p:spTgt spid="3"/>
                                        </p:tgtEl>
                                        <p:attrNameLst>
                                          <p:attrName>ppt_y</p:attrName>
                                        </p:attrNameLst>
                                      </p:cBhvr>
                                      <p:tavLst>
                                        <p:tav tm="0">
                                          <p:val>
                                            <p:strVal val="#ppt_y"/>
                                          </p:val>
                                        </p:tav>
                                        <p:tav tm="100000">
                                          <p:val>
                                            <p:strVal val="#ppt_y"/>
                                          </p:val>
                                        </p:tav>
                                      </p:tavLst>
                                    </p:anim>
                                    <p:anim calcmode="lin" valueType="num">
                                      <p:cBhvr>
                                        <p:cTn id="19" dur="500" fill="hold"/>
                                        <p:tgtEl>
                                          <p:spTgt spid="3"/>
                                        </p:tgtEl>
                                        <p:attrNameLst>
                                          <p:attrName>ppt_w</p:attrName>
                                        </p:attrNameLst>
                                      </p:cBhvr>
                                      <p:tavLst>
                                        <p:tav tm="0">
                                          <p:val>
                                            <p:fltVal val="0.000000"/>
                                          </p:val>
                                        </p:tav>
                                        <p:tav tm="100000">
                                          <p:val>
                                            <p:strVal val="#ppt_w"/>
                                          </p:val>
                                        </p:tav>
                                      </p:tavLst>
                                    </p:anim>
                                    <p:anim calcmode="lin" valueType="num">
                                      <p:cBhvr>
                                        <p:cTn id="20" dur="500" fill="hold"/>
                                        <p:tgtEl>
                                          <p:spTgt spid="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15"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pic>
        <p:nvPicPr>
          <p:cNvPr id="103427" name="Picture 26"/>
          <p:cNvPicPr>
            <a:picLocks noChangeAspect="1"/>
          </p:cNvPicPr>
          <p:nvPr/>
        </p:nvPicPr>
        <p:blipFill>
          <a:blip r:embed="rId1"/>
          <a:stretch>
            <a:fillRect/>
          </a:stretch>
        </p:blipFill>
        <p:spPr>
          <a:xfrm>
            <a:off x="1066800" y="1633538"/>
            <a:ext cx="7010400" cy="4005262"/>
          </a:xfrm>
          <a:prstGeom prst="rect">
            <a:avLst/>
          </a:prstGeom>
          <a:noFill/>
          <a:ln w="9525">
            <a:noFill/>
          </a:ln>
        </p:spPr>
      </p:pic>
      <p:sp>
        <p:nvSpPr>
          <p:cNvPr id="103428"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3.6  </a:t>
            </a:r>
            <a:r>
              <a:rPr lang="zh-CN" altLang="en-US" sz="3600" b="0" dirty="0">
                <a:latin typeface="Times New Roman" panose="02020603050405020304" pitchFamily="18" charset="0"/>
                <a:ea typeface="黑体" panose="02010609060101010101" pitchFamily="49" charset="-122"/>
              </a:rPr>
              <a:t>应用归结原理求解问题</a:t>
            </a:r>
            <a:endParaRPr lang="zh-CN" altLang="en-US" sz="3600" b="0" dirty="0">
              <a:latin typeface="Times New Roman" panose="02020603050405020304" pitchFamily="18" charset="0"/>
              <a:ea typeface="黑体" panose="02010609060101010101" pitchFamily="49" charset="-122"/>
            </a:endParaRPr>
          </a:p>
        </p:txBody>
      </p:sp>
      <p:grpSp>
        <p:nvGrpSpPr>
          <p:cNvPr id="2" name="Group 12"/>
          <p:cNvGrpSpPr/>
          <p:nvPr/>
        </p:nvGrpSpPr>
        <p:grpSpPr>
          <a:xfrm>
            <a:off x="1905000" y="2209800"/>
            <a:ext cx="3962400" cy="508000"/>
            <a:chOff x="1296" y="1200"/>
            <a:chExt cx="2304" cy="336"/>
          </a:xfrm>
        </p:grpSpPr>
        <p:sp>
          <p:nvSpPr>
            <p:cNvPr id="103446" name="Line 6"/>
            <p:cNvSpPr/>
            <p:nvPr/>
          </p:nvSpPr>
          <p:spPr>
            <a:xfrm>
              <a:off x="1296" y="1200"/>
              <a:ext cx="768" cy="336"/>
            </a:xfrm>
            <a:prstGeom prst="line">
              <a:avLst/>
            </a:prstGeom>
            <a:ln w="38100" cap="flat" cmpd="sng">
              <a:solidFill>
                <a:schemeClr val="accent2"/>
              </a:solidFill>
              <a:prstDash val="solid"/>
              <a:headEnd type="none" w="med" len="med"/>
              <a:tailEnd type="none" w="med" len="med"/>
            </a:ln>
          </p:spPr>
        </p:sp>
        <p:sp>
          <p:nvSpPr>
            <p:cNvPr id="103447" name="Line 7"/>
            <p:cNvSpPr/>
            <p:nvPr/>
          </p:nvSpPr>
          <p:spPr>
            <a:xfrm flipH="1">
              <a:off x="2064" y="1200"/>
              <a:ext cx="1536" cy="336"/>
            </a:xfrm>
            <a:prstGeom prst="line">
              <a:avLst/>
            </a:prstGeom>
            <a:ln w="38100" cap="flat" cmpd="sng">
              <a:solidFill>
                <a:schemeClr val="accent2"/>
              </a:solidFill>
              <a:prstDash val="solid"/>
              <a:headEnd type="none" w="med" len="med"/>
              <a:tailEnd type="none" w="med" len="med"/>
            </a:ln>
          </p:spPr>
        </p:sp>
      </p:grpSp>
      <p:grpSp>
        <p:nvGrpSpPr>
          <p:cNvPr id="3" name="Group 13"/>
          <p:cNvGrpSpPr/>
          <p:nvPr/>
        </p:nvGrpSpPr>
        <p:grpSpPr>
          <a:xfrm>
            <a:off x="2667000" y="3276600"/>
            <a:ext cx="3556000" cy="609600"/>
            <a:chOff x="1728" y="1872"/>
            <a:chExt cx="2112" cy="432"/>
          </a:xfrm>
        </p:grpSpPr>
        <p:sp>
          <p:nvSpPr>
            <p:cNvPr id="103444" name="Line 8"/>
            <p:cNvSpPr/>
            <p:nvPr/>
          </p:nvSpPr>
          <p:spPr>
            <a:xfrm>
              <a:off x="1728" y="1872"/>
              <a:ext cx="816" cy="432"/>
            </a:xfrm>
            <a:prstGeom prst="line">
              <a:avLst/>
            </a:prstGeom>
            <a:ln w="38100" cap="flat" cmpd="sng">
              <a:solidFill>
                <a:schemeClr val="accent2"/>
              </a:solidFill>
              <a:prstDash val="solid"/>
              <a:headEnd type="none" w="med" len="med"/>
              <a:tailEnd type="none" w="med" len="med"/>
            </a:ln>
          </p:spPr>
        </p:sp>
        <p:sp>
          <p:nvSpPr>
            <p:cNvPr id="103445" name="Line 9"/>
            <p:cNvSpPr/>
            <p:nvPr/>
          </p:nvSpPr>
          <p:spPr>
            <a:xfrm flipH="1">
              <a:off x="2544" y="1872"/>
              <a:ext cx="1296" cy="432"/>
            </a:xfrm>
            <a:prstGeom prst="line">
              <a:avLst/>
            </a:prstGeom>
            <a:ln w="38100" cap="flat" cmpd="sng">
              <a:solidFill>
                <a:schemeClr val="accent2"/>
              </a:solidFill>
              <a:prstDash val="solid"/>
              <a:headEnd type="none" w="med" len="med"/>
              <a:tailEnd type="none" w="med" len="med"/>
            </a:ln>
          </p:spPr>
        </p:sp>
      </p:grpSp>
      <p:grpSp>
        <p:nvGrpSpPr>
          <p:cNvPr id="4" name="Group 14"/>
          <p:cNvGrpSpPr/>
          <p:nvPr/>
        </p:nvGrpSpPr>
        <p:grpSpPr>
          <a:xfrm>
            <a:off x="3962400" y="4419600"/>
            <a:ext cx="3276600" cy="609600"/>
            <a:chOff x="2496" y="2592"/>
            <a:chExt cx="1920" cy="432"/>
          </a:xfrm>
        </p:grpSpPr>
        <p:sp>
          <p:nvSpPr>
            <p:cNvPr id="103442" name="Line 10"/>
            <p:cNvSpPr/>
            <p:nvPr/>
          </p:nvSpPr>
          <p:spPr>
            <a:xfrm>
              <a:off x="2496" y="2592"/>
              <a:ext cx="1440" cy="432"/>
            </a:xfrm>
            <a:prstGeom prst="line">
              <a:avLst/>
            </a:prstGeom>
            <a:ln w="38100" cap="flat" cmpd="sng">
              <a:solidFill>
                <a:schemeClr val="accent2"/>
              </a:solidFill>
              <a:prstDash val="solid"/>
              <a:headEnd type="none" w="med" len="med"/>
              <a:tailEnd type="none" w="med" len="med"/>
            </a:ln>
          </p:spPr>
        </p:sp>
        <p:sp>
          <p:nvSpPr>
            <p:cNvPr id="103443" name="Line 11"/>
            <p:cNvSpPr/>
            <p:nvPr/>
          </p:nvSpPr>
          <p:spPr>
            <a:xfrm flipH="1">
              <a:off x="3936" y="2640"/>
              <a:ext cx="480" cy="384"/>
            </a:xfrm>
            <a:prstGeom prst="line">
              <a:avLst/>
            </a:prstGeom>
            <a:ln w="38100" cap="flat" cmpd="sng">
              <a:solidFill>
                <a:schemeClr val="accent2"/>
              </a:solidFill>
              <a:prstDash val="solid"/>
              <a:headEnd type="none" w="med" len="med"/>
              <a:tailEnd type="none" w="med" len="med"/>
            </a:ln>
          </p:spPr>
        </p:sp>
      </p:grpSp>
      <p:grpSp>
        <p:nvGrpSpPr>
          <p:cNvPr id="5" name="Group 22"/>
          <p:cNvGrpSpPr/>
          <p:nvPr/>
        </p:nvGrpSpPr>
        <p:grpSpPr>
          <a:xfrm>
            <a:off x="1676400" y="2209800"/>
            <a:ext cx="4572000" cy="473075"/>
            <a:chOff x="1824" y="1104"/>
            <a:chExt cx="2880" cy="298"/>
          </a:xfrm>
        </p:grpSpPr>
        <p:sp>
          <p:nvSpPr>
            <p:cNvPr id="103440" name="Text Box 15"/>
            <p:cNvSpPr txBox="1"/>
            <p:nvPr/>
          </p:nvSpPr>
          <p:spPr>
            <a:xfrm>
              <a:off x="1824" y="1104"/>
              <a:ext cx="432" cy="25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ClrTx/>
                <a:buFontTx/>
                <a:buNone/>
              </a:pPr>
              <a:r>
                <a:rPr lang="en-US" altLang="zh-CN" sz="2000" dirty="0">
                  <a:solidFill>
                    <a:schemeClr val="accent2"/>
                  </a:solidFill>
                  <a:latin typeface="Times New Roman" panose="02020603050405020304" pitchFamily="18" charset="0"/>
                </a:rPr>
                <a:t>(1)</a:t>
              </a:r>
              <a:endParaRPr lang="en-US" altLang="zh-CN" sz="2000" dirty="0">
                <a:solidFill>
                  <a:schemeClr val="accent2"/>
                </a:solidFill>
                <a:latin typeface="Times New Roman" panose="02020603050405020304" pitchFamily="18" charset="0"/>
              </a:endParaRPr>
            </a:p>
          </p:txBody>
        </p:sp>
        <p:sp>
          <p:nvSpPr>
            <p:cNvPr id="103441" name="Text Box 16"/>
            <p:cNvSpPr txBox="1"/>
            <p:nvPr/>
          </p:nvSpPr>
          <p:spPr>
            <a:xfrm>
              <a:off x="4272" y="1152"/>
              <a:ext cx="432" cy="25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ClrTx/>
                <a:buFontTx/>
                <a:buNone/>
              </a:pPr>
              <a:r>
                <a:rPr lang="en-US" altLang="zh-CN" sz="2000" dirty="0">
                  <a:solidFill>
                    <a:schemeClr val="accent2"/>
                  </a:solidFill>
                  <a:latin typeface="Times New Roman" panose="02020603050405020304" pitchFamily="18" charset="0"/>
                </a:rPr>
                <a:t>(3)</a:t>
              </a:r>
              <a:endParaRPr lang="en-US" altLang="zh-CN" sz="2000" dirty="0">
                <a:solidFill>
                  <a:schemeClr val="accent2"/>
                </a:solidFill>
                <a:latin typeface="Times New Roman" panose="02020603050405020304" pitchFamily="18" charset="0"/>
              </a:endParaRPr>
            </a:p>
          </p:txBody>
        </p:sp>
      </p:grpSp>
      <p:grpSp>
        <p:nvGrpSpPr>
          <p:cNvPr id="6" name="Group 23"/>
          <p:cNvGrpSpPr/>
          <p:nvPr/>
        </p:nvGrpSpPr>
        <p:grpSpPr>
          <a:xfrm>
            <a:off x="3657600" y="3276600"/>
            <a:ext cx="3810000" cy="396875"/>
            <a:chOff x="2448" y="1824"/>
            <a:chExt cx="2400" cy="250"/>
          </a:xfrm>
        </p:grpSpPr>
        <p:sp>
          <p:nvSpPr>
            <p:cNvPr id="103438" name="Text Box 17"/>
            <p:cNvSpPr txBox="1"/>
            <p:nvPr/>
          </p:nvSpPr>
          <p:spPr>
            <a:xfrm>
              <a:off x="2448" y="1824"/>
              <a:ext cx="432" cy="25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ClrTx/>
                <a:buFontTx/>
                <a:buNone/>
              </a:pPr>
              <a:r>
                <a:rPr lang="en-US" altLang="zh-CN" sz="2000" dirty="0">
                  <a:solidFill>
                    <a:schemeClr val="accent2"/>
                  </a:solidFill>
                  <a:latin typeface="Times New Roman" panose="02020603050405020304" pitchFamily="18" charset="0"/>
                </a:rPr>
                <a:t>(5)</a:t>
              </a:r>
              <a:endParaRPr lang="en-US" altLang="zh-CN" sz="2000" dirty="0">
                <a:solidFill>
                  <a:schemeClr val="accent2"/>
                </a:solidFill>
                <a:latin typeface="Times New Roman" panose="02020603050405020304" pitchFamily="18" charset="0"/>
              </a:endParaRPr>
            </a:p>
          </p:txBody>
        </p:sp>
        <p:sp>
          <p:nvSpPr>
            <p:cNvPr id="103439" name="Text Box 18"/>
            <p:cNvSpPr txBox="1"/>
            <p:nvPr/>
          </p:nvSpPr>
          <p:spPr>
            <a:xfrm>
              <a:off x="4416" y="1824"/>
              <a:ext cx="432" cy="25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ClrTx/>
                <a:buFontTx/>
                <a:buNone/>
              </a:pPr>
              <a:r>
                <a:rPr lang="en-US" altLang="zh-CN" sz="2000" dirty="0">
                  <a:solidFill>
                    <a:schemeClr val="accent2"/>
                  </a:solidFill>
                  <a:latin typeface="Times New Roman" panose="02020603050405020304" pitchFamily="18" charset="0"/>
                </a:rPr>
                <a:t>(4)</a:t>
              </a:r>
              <a:endParaRPr lang="en-US" altLang="zh-CN" sz="2000" dirty="0">
                <a:solidFill>
                  <a:schemeClr val="accent2"/>
                </a:solidFill>
                <a:latin typeface="Times New Roman" panose="02020603050405020304" pitchFamily="18" charset="0"/>
              </a:endParaRPr>
            </a:p>
          </p:txBody>
        </p:sp>
      </p:grpSp>
      <p:grpSp>
        <p:nvGrpSpPr>
          <p:cNvPr id="7" name="Group 24"/>
          <p:cNvGrpSpPr/>
          <p:nvPr/>
        </p:nvGrpSpPr>
        <p:grpSpPr>
          <a:xfrm>
            <a:off x="5562600" y="4419600"/>
            <a:ext cx="2362200" cy="396875"/>
            <a:chOff x="3408" y="2592"/>
            <a:chExt cx="1488" cy="250"/>
          </a:xfrm>
        </p:grpSpPr>
        <p:sp>
          <p:nvSpPr>
            <p:cNvPr id="103436" name="Text Box 19"/>
            <p:cNvSpPr txBox="1"/>
            <p:nvPr/>
          </p:nvSpPr>
          <p:spPr>
            <a:xfrm>
              <a:off x="4464" y="2592"/>
              <a:ext cx="432" cy="25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ClrTx/>
                <a:buFontTx/>
                <a:buNone/>
              </a:pPr>
              <a:r>
                <a:rPr lang="en-US" altLang="zh-CN" sz="2000" dirty="0">
                  <a:solidFill>
                    <a:schemeClr val="accent2"/>
                  </a:solidFill>
                  <a:latin typeface="Times New Roman" panose="02020603050405020304" pitchFamily="18" charset="0"/>
                </a:rPr>
                <a:t>(2)</a:t>
              </a:r>
              <a:endParaRPr lang="en-US" altLang="zh-CN" sz="2000" dirty="0">
                <a:solidFill>
                  <a:schemeClr val="accent2"/>
                </a:solidFill>
                <a:latin typeface="Times New Roman" panose="02020603050405020304" pitchFamily="18" charset="0"/>
              </a:endParaRPr>
            </a:p>
          </p:txBody>
        </p:sp>
        <p:sp>
          <p:nvSpPr>
            <p:cNvPr id="103437" name="Text Box 20"/>
            <p:cNvSpPr txBox="1"/>
            <p:nvPr/>
          </p:nvSpPr>
          <p:spPr>
            <a:xfrm>
              <a:off x="3408" y="2592"/>
              <a:ext cx="432" cy="250"/>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ClrTx/>
                <a:buFontTx/>
                <a:buNone/>
              </a:pPr>
              <a:r>
                <a:rPr lang="en-US" altLang="zh-CN" sz="2000" dirty="0">
                  <a:solidFill>
                    <a:schemeClr val="accent2"/>
                  </a:solidFill>
                  <a:latin typeface="Times New Roman" panose="02020603050405020304" pitchFamily="18" charset="0"/>
                </a:rPr>
                <a:t>(6)</a:t>
              </a:r>
              <a:endParaRPr lang="en-US" altLang="zh-CN" sz="2000" dirty="0">
                <a:solidFill>
                  <a:schemeClr val="accent2"/>
                </a:solidFill>
                <a:latin typeface="Times New Roman" panose="02020603050405020304" pitchFamily="18" charset="0"/>
              </a:endParaRPr>
            </a:p>
          </p:txBody>
        </p:sp>
      </p:grpSp>
      <p:sp>
        <p:nvSpPr>
          <p:cNvPr id="45077" name="Text Box 21"/>
          <p:cNvSpPr txBox="1"/>
          <p:nvPr/>
        </p:nvSpPr>
        <p:spPr>
          <a:xfrm>
            <a:off x="6400800" y="5622925"/>
            <a:ext cx="685800" cy="396875"/>
          </a:xfrm>
          <a:prstGeom prst="rect">
            <a:avLst/>
          </a:prstGeom>
          <a:noFill/>
          <a:ln w="9525">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2"/>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eaLnBrk="1" hangingPunct="1">
              <a:spcBef>
                <a:spcPct val="50000"/>
              </a:spcBef>
              <a:buClrTx/>
              <a:buFontTx/>
              <a:buNone/>
            </a:pPr>
            <a:r>
              <a:rPr lang="en-US" altLang="zh-CN" sz="2000" dirty="0">
                <a:solidFill>
                  <a:schemeClr val="accent2"/>
                </a:solidFill>
                <a:latin typeface="Times New Roman" panose="02020603050405020304" pitchFamily="18" charset="0"/>
              </a:rPr>
              <a:t>(7)</a:t>
            </a:r>
            <a:endParaRPr lang="en-US" altLang="zh-CN" sz="2000" dirty="0">
              <a:solidFill>
                <a:schemeClr val="accent2"/>
              </a:solidFill>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6"/>
                                        </p:tgtEl>
                                        <p:attrNameLst>
                                          <p:attrName>style.visibility</p:attrName>
                                        </p:attrNameLst>
                                      </p:cBhvr>
                                      <p:to>
                                        <p:strVal val="visible"/>
                                      </p:to>
                                    </p:set>
                                  </p:childTnLst>
                                </p:cTn>
                              </p:par>
                            </p:childTnLst>
                          </p:cTn>
                        </p:par>
                        <p:par>
                          <p:cTn id="15" fill="hold">
                            <p:stCondLst>
                              <p:cond delay="500"/>
                            </p:stCondLst>
                            <p:childTnLst>
                              <p:par>
                                <p:cTn id="16" presetID="1" presetClass="entr" presetSubtype="0" fill="hold" nodeType="afterEffect">
                                  <p:stCondLst>
                                    <p:cond delay="0"/>
                                  </p:stCondLst>
                                  <p:childTnLst>
                                    <p:set>
                                      <p:cBhvr>
                                        <p:cTn id="17" dur="1" fill="hold">
                                          <p:stCondLst>
                                            <p:cond delay="499"/>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499"/>
                                          </p:stCondLst>
                                        </p:cTn>
                                        <p:tgtEl>
                                          <p:spTgt spid="7"/>
                                        </p:tgtEl>
                                        <p:attrNameLst>
                                          <p:attrName>style.visibility</p:attrName>
                                        </p:attrNameLst>
                                      </p:cBhvr>
                                      <p:to>
                                        <p:strVal val="visible"/>
                                      </p:to>
                                    </p:set>
                                  </p:childTnLst>
                                </p:cTn>
                              </p:par>
                            </p:childTnLst>
                          </p:cTn>
                        </p:par>
                        <p:par>
                          <p:cTn id="22" fill="hold">
                            <p:stCondLst>
                              <p:cond delay="500"/>
                            </p:stCondLst>
                            <p:childTnLst>
                              <p:par>
                                <p:cTn id="23" presetID="1" presetClass="entr" presetSubtype="0" fill="hold" nodeType="afterEffect">
                                  <p:stCondLst>
                                    <p:cond delay="0"/>
                                  </p:stCondLst>
                                  <p:childTnLst>
                                    <p:set>
                                      <p:cBhvr>
                                        <p:cTn id="24" dur="1" fill="hold">
                                          <p:stCondLst>
                                            <p:cond delay="499"/>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45077"/>
                                        </p:tgtEl>
                                        <p:attrNameLst>
                                          <p:attrName>style.visibility</p:attrName>
                                        </p:attrNameLst>
                                      </p:cBhvr>
                                      <p:to>
                                        <p:strVal val="visible"/>
                                      </p:to>
                                    </p:set>
                                    <p:animEffect transition="in" filter="box(in)">
                                      <p:cBhvr>
                                        <p:cTn id="29" dur="500"/>
                                        <p:tgtEl>
                                          <p:spTgt spid="450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77"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03428"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3.6  </a:t>
            </a:r>
            <a:r>
              <a:rPr lang="zh-CN" altLang="en-US" sz="3600" b="0" dirty="0">
                <a:latin typeface="Times New Roman" panose="02020603050405020304" pitchFamily="18" charset="0"/>
                <a:ea typeface="黑体" panose="02010609060101010101" pitchFamily="49" charset="-122"/>
              </a:rPr>
              <a:t>应用归结原理求解问题</a:t>
            </a:r>
            <a:endParaRPr lang="zh-CN" altLang="en-US" sz="3600" b="0" dirty="0">
              <a:latin typeface="Times New Roman" panose="02020603050405020304" pitchFamily="18" charset="0"/>
              <a:ea typeface="黑体" panose="02010609060101010101" pitchFamily="49" charset="-122"/>
            </a:endParaRPr>
          </a:p>
        </p:txBody>
      </p:sp>
      <p:sp>
        <p:nvSpPr>
          <p:cNvPr id="143367" name="Rectangle 7"/>
          <p:cNvSpPr>
            <a:spLocks noGrp="1"/>
          </p:cNvSpPr>
          <p:nvPr/>
        </p:nvSpPr>
        <p:spPr>
          <a:xfrm>
            <a:off x="250825" y="1022350"/>
            <a:ext cx="8642350" cy="854075"/>
          </a:xfrm>
          <a:prstGeom prst="rect">
            <a:avLst/>
          </a:prstGeom>
          <a:noFill/>
          <a:ln w="9525">
            <a:noFill/>
          </a:ln>
        </p:spPr>
        <p:txBody>
          <a:bodyPr vert="horz" wrap="square" lIns="91440" tIns="45720" rIns="91440" bIns="45720" anchor="t" anchorCtr="0"/>
          <a:lst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a:lstStyle>
          <a:p>
            <a:pPr algn="just" eaLnBrk="1" hangingPunct="1">
              <a:lnSpc>
                <a:spcPct val="110000"/>
              </a:lnSpc>
              <a:spcBef>
                <a:spcPct val="30000"/>
              </a:spcBef>
              <a:buFont typeface="Wingdings" panose="05000000000000000000" pitchFamily="2" charset="2"/>
              <a:buChar char="§"/>
            </a:pPr>
            <a:r>
              <a:rPr lang="en-US" altLang="zh-CN" sz="2800" b="1" kern="0" noProof="0">
                <a:ln>
                  <a:noFill/>
                </a:ln>
                <a:effectLst/>
                <a:uLnTx/>
                <a:uFillTx/>
                <a:latin typeface="Times New Roman" panose="02020603050405020304" pitchFamily="18" charset="0"/>
                <a:cs typeface="Times New Roman" panose="02020603050405020304" pitchFamily="18" charset="0"/>
              </a:rPr>
              <a:t>例3.12：</a:t>
            </a:r>
            <a:endParaRPr lang="en-US" altLang="zh-CN" kern="0" noProof="0">
              <a:ln>
                <a:noFill/>
              </a:ln>
              <a:effectLst/>
              <a:uLnTx/>
              <a:uFillTx/>
              <a:latin typeface="Times New Roman" panose="02020603050405020304" pitchFamily="18" charset="0"/>
              <a:cs typeface="Times New Roman" panose="02020603050405020304" pitchFamily="18" charset="0"/>
            </a:endParaRPr>
          </a:p>
        </p:txBody>
      </p:sp>
      <p:sp>
        <p:nvSpPr>
          <p:cNvPr id="250" name="textbox 250"/>
          <p:cNvSpPr/>
          <p:nvPr/>
        </p:nvSpPr>
        <p:spPr>
          <a:xfrm>
            <a:off x="195580" y="1698625"/>
            <a:ext cx="4269740" cy="5159375"/>
          </a:xfrm>
          <a:prstGeom prst="rect">
            <a:avLst/>
          </a:prstGeom>
          <a:noFill/>
          <a:ln w="0" cap="flat">
            <a:noFill/>
            <a:prstDash val="solid"/>
            <a:miter lim="0"/>
          </a:ln>
        </p:spPr>
        <p:txBody>
          <a:bodyPr vert="horz" wrap="square" lIns="0" tIns="0" rIns="0" bIns="0"/>
          <a:p>
            <a:pPr algn="l" rtl="0" eaLnBrk="0">
              <a:lnSpc>
                <a:spcPct val="100000"/>
              </a:lnSpc>
              <a:spcBef>
                <a:spcPts val="400"/>
              </a:spcBef>
            </a:pPr>
            <a:r>
              <a:rPr lang="zh-CN" altLang="en-US" sz="2000" b="1" kern="0" dirty="0">
                <a:solidFill>
                  <a:srgbClr val="FF0000"/>
                </a:solidFill>
                <a:latin typeface="Times New Roman" panose="02020603050405020304" pitchFamily="18" charset="0"/>
                <a:ea typeface="+mn-ea"/>
              </a:rPr>
              <a:t>已知</a:t>
            </a:r>
            <a:r>
              <a:rPr lang="zh-CN" altLang="en-US" sz="2000" b="1" kern="0" dirty="0">
                <a:latin typeface="Times New Roman" panose="02020603050405020304" pitchFamily="18" charset="0"/>
                <a:ea typeface="+mn-ea"/>
              </a:rPr>
              <a:t>：A,B,C三人中有人从不说真话，也有人从不说假话。某人向这三人分别提出同一个问题：谁是说谎者?</a:t>
            </a:r>
            <a:endParaRPr lang="zh-CN" altLang="en-US" sz="2000" b="1" kern="0" dirty="0">
              <a:latin typeface="Times New Roman" panose="02020603050405020304" pitchFamily="18" charset="0"/>
              <a:ea typeface="+mn-ea"/>
            </a:endParaRPr>
          </a:p>
          <a:p>
            <a:pPr algn="l" rtl="0">
              <a:lnSpc>
                <a:spcPct val="100000"/>
              </a:lnSpc>
              <a:spcBef>
                <a:spcPts val="400"/>
              </a:spcBef>
              <a:buClr>
                <a:schemeClr val="accent2"/>
              </a:buClr>
              <a:buSzTx/>
              <a:buFontTx/>
            </a:pPr>
            <a:r>
              <a:rPr lang="zh-CN" altLang="en-US" sz="2000" b="1" kern="0" dirty="0">
                <a:latin typeface="Times New Roman" panose="02020603050405020304" pitchFamily="18" charset="0"/>
                <a:ea typeface="+mn-ea"/>
              </a:rPr>
              <a:t>A 答：“B和C都是说谎者”;</a:t>
            </a:r>
            <a:endParaRPr lang="zh-CN" altLang="en-US" sz="2000" b="1" kern="0" dirty="0">
              <a:latin typeface="Times New Roman" panose="02020603050405020304" pitchFamily="18" charset="0"/>
              <a:ea typeface="+mn-ea"/>
            </a:endParaRPr>
          </a:p>
          <a:p>
            <a:pPr algn="l" rtl="0">
              <a:lnSpc>
                <a:spcPct val="100000"/>
              </a:lnSpc>
              <a:spcBef>
                <a:spcPts val="400"/>
              </a:spcBef>
              <a:buClr>
                <a:schemeClr val="accent2"/>
              </a:buClr>
              <a:buSzTx/>
              <a:buFontTx/>
            </a:pPr>
            <a:r>
              <a:rPr lang="zh-CN" altLang="en-US" sz="2000" b="1" kern="0" dirty="0">
                <a:latin typeface="Times New Roman" panose="02020603050405020304" pitchFamily="18" charset="0"/>
                <a:ea typeface="+mn-ea"/>
              </a:rPr>
              <a:t>B 答：“A和C都是说谎者”;</a:t>
            </a:r>
            <a:endParaRPr lang="zh-CN" altLang="en-US" sz="2000" b="1" kern="0" dirty="0">
              <a:latin typeface="Times New Roman" panose="02020603050405020304" pitchFamily="18" charset="0"/>
              <a:ea typeface="+mn-ea"/>
            </a:endParaRPr>
          </a:p>
          <a:p>
            <a:pPr algn="l" rtl="0">
              <a:lnSpc>
                <a:spcPct val="100000"/>
              </a:lnSpc>
              <a:spcBef>
                <a:spcPts val="400"/>
              </a:spcBef>
              <a:buClr>
                <a:schemeClr val="accent2"/>
              </a:buClr>
              <a:buSzTx/>
              <a:buFontTx/>
            </a:pPr>
            <a:r>
              <a:rPr lang="zh-CN" altLang="en-US" sz="2000" b="1" kern="0" dirty="0">
                <a:latin typeface="Times New Roman" panose="02020603050405020304" pitchFamily="18" charset="0"/>
                <a:ea typeface="+mn-ea"/>
              </a:rPr>
              <a:t>C答：“A和B中至少有一个人是说谎</a:t>
            </a:r>
            <a:endParaRPr lang="zh-CN" altLang="en-US" sz="2000" b="1" kern="0" dirty="0">
              <a:latin typeface="Times New Roman" panose="02020603050405020304" pitchFamily="18" charset="0"/>
              <a:ea typeface="+mn-ea"/>
            </a:endParaRPr>
          </a:p>
          <a:p>
            <a:pPr algn="l" rtl="0">
              <a:lnSpc>
                <a:spcPct val="100000"/>
              </a:lnSpc>
              <a:spcBef>
                <a:spcPts val="400"/>
              </a:spcBef>
              <a:buClr>
                <a:schemeClr val="accent2"/>
              </a:buClr>
              <a:buSzTx/>
              <a:buFontTx/>
            </a:pPr>
            <a:r>
              <a:rPr lang="zh-CN" altLang="en-US" sz="2000" b="1" kern="0" dirty="0">
                <a:latin typeface="Times New Roman" panose="02020603050405020304" pitchFamily="18" charset="0"/>
                <a:ea typeface="+mn-ea"/>
              </a:rPr>
              <a:t>者”。</a:t>
            </a:r>
            <a:endParaRPr lang="zh-CN" altLang="en-US" sz="2000" b="1" kern="0" dirty="0">
              <a:latin typeface="Times New Roman" panose="02020603050405020304" pitchFamily="18" charset="0"/>
              <a:ea typeface="+mn-ea"/>
            </a:endParaRPr>
          </a:p>
          <a:p>
            <a:pPr algn="l" rtl="0">
              <a:lnSpc>
                <a:spcPct val="100000"/>
              </a:lnSpc>
              <a:spcBef>
                <a:spcPts val="400"/>
              </a:spcBef>
              <a:buClr>
                <a:schemeClr val="accent2"/>
              </a:buClr>
              <a:buSzTx/>
              <a:buFontTx/>
            </a:pPr>
            <a:r>
              <a:rPr lang="zh-CN" altLang="en-US" sz="2000" b="1" kern="0" dirty="0">
                <a:solidFill>
                  <a:srgbClr val="FF0000"/>
                </a:solidFill>
                <a:latin typeface="Times New Roman" panose="02020603050405020304" pitchFamily="18" charset="0"/>
                <a:ea typeface="+mn-ea"/>
              </a:rPr>
              <a:t>思考</a:t>
            </a:r>
            <a:r>
              <a:rPr lang="zh-CN" altLang="en-US" sz="2000" b="1" kern="0" dirty="0">
                <a:latin typeface="Times New Roman" panose="02020603050405020304" pitchFamily="18" charset="0"/>
                <a:ea typeface="+mn-ea"/>
              </a:rPr>
              <a:t>：谁是老实人，谁是说谎者?</a:t>
            </a:r>
            <a:endParaRPr lang="zh-CN" altLang="en-US" sz="2000" b="1" kern="0" dirty="0">
              <a:latin typeface="Times New Roman" panose="02020603050405020304" pitchFamily="18" charset="0"/>
              <a:ea typeface="+mn-ea"/>
            </a:endParaRPr>
          </a:p>
          <a:p>
            <a:pPr algn="l" rtl="0">
              <a:lnSpc>
                <a:spcPct val="100000"/>
              </a:lnSpc>
              <a:spcBef>
                <a:spcPts val="400"/>
              </a:spcBef>
              <a:buClr>
                <a:schemeClr val="accent2"/>
              </a:buClr>
              <a:buSzTx/>
              <a:buFontTx/>
            </a:pPr>
            <a:r>
              <a:rPr lang="zh-CN" altLang="en-US" sz="2000" b="1" kern="0" dirty="0">
                <a:solidFill>
                  <a:srgbClr val="FF0000"/>
                </a:solidFill>
                <a:latin typeface="Times New Roman" panose="02020603050405020304" pitchFamily="18" charset="0"/>
                <a:ea typeface="+mn-ea"/>
              </a:rPr>
              <a:t>解</a:t>
            </a:r>
            <a:r>
              <a:rPr lang="zh-CN" altLang="en-US" sz="2000" b="1" kern="0" dirty="0">
                <a:latin typeface="Times New Roman" panose="02020603050405020304" pitchFamily="18" charset="0"/>
                <a:ea typeface="+mn-ea"/>
              </a:rPr>
              <a:t>：首先定义谓词</a:t>
            </a:r>
            <a:endParaRPr lang="zh-CN" altLang="en-US" sz="2000" b="1" kern="0" dirty="0">
              <a:latin typeface="Times New Roman" panose="02020603050405020304" pitchFamily="18" charset="0"/>
              <a:ea typeface="+mn-ea"/>
            </a:endParaRPr>
          </a:p>
          <a:p>
            <a:pPr algn="l" rtl="0">
              <a:lnSpc>
                <a:spcPct val="100000"/>
              </a:lnSpc>
              <a:spcBef>
                <a:spcPts val="400"/>
              </a:spcBef>
              <a:buClr>
                <a:schemeClr val="accent2"/>
              </a:buClr>
              <a:buSzTx/>
              <a:buFontTx/>
            </a:pPr>
            <a:r>
              <a:rPr lang="zh-CN" altLang="en-US" sz="2000" b="1" kern="0" dirty="0">
                <a:latin typeface="Times New Roman" panose="02020603050405020304" pitchFamily="18" charset="0"/>
                <a:ea typeface="+mn-ea"/>
              </a:rPr>
              <a:t>T(x):  表示x说真话</a:t>
            </a:r>
            <a:endParaRPr sz="2000" dirty="0">
              <a:latin typeface="Times New Roman" panose="02020603050405020304"/>
              <a:ea typeface="Times New Roman" panose="02020603050405020304"/>
              <a:cs typeface="Times New Roman" panose="02020603050405020304"/>
            </a:endParaRPr>
          </a:p>
        </p:txBody>
      </p:sp>
      <p:sp>
        <p:nvSpPr>
          <p:cNvPr id="254" name="textbox 254"/>
          <p:cNvSpPr/>
          <p:nvPr/>
        </p:nvSpPr>
        <p:spPr>
          <a:xfrm>
            <a:off x="4659630" y="1698625"/>
            <a:ext cx="4352925" cy="4015740"/>
          </a:xfrm>
          <a:prstGeom prst="rect">
            <a:avLst/>
          </a:prstGeom>
          <a:noFill/>
          <a:ln w="0" cap="flat">
            <a:noFill/>
            <a:prstDash val="solid"/>
            <a:miter lim="0"/>
          </a:ln>
        </p:spPr>
        <p:txBody>
          <a:bodyPr vert="horz" wrap="square" lIns="0" tIns="0" rIns="0" bIns="0"/>
          <a:p>
            <a:pPr algn="l" rtl="0" eaLnBrk="0">
              <a:lnSpc>
                <a:spcPct val="100000"/>
              </a:lnSpc>
              <a:spcBef>
                <a:spcPts val="400"/>
              </a:spcBef>
              <a:buClrTx/>
              <a:buSzTx/>
              <a:buFontTx/>
            </a:pPr>
            <a:r>
              <a:rPr lang="zh-CN" altLang="en-US" sz="2000" b="1" kern="0" dirty="0">
                <a:latin typeface="Times New Roman" panose="02020603050405020304" pitchFamily="18" charset="0"/>
                <a:ea typeface="+mn-ea"/>
              </a:rPr>
              <a:t>把已知前提用谓词公式表示如下：</a:t>
            </a:r>
            <a:endParaRPr lang="zh-CN" altLang="en-US" sz="2000" b="1" kern="0" dirty="0">
              <a:latin typeface="Times New Roman" panose="02020603050405020304" pitchFamily="18" charset="0"/>
              <a:ea typeface="+mn-ea"/>
            </a:endParaRPr>
          </a:p>
          <a:p>
            <a:pPr algn="l" rtl="0" eaLnBrk="0">
              <a:lnSpc>
                <a:spcPct val="100000"/>
              </a:lnSpc>
              <a:spcBef>
                <a:spcPts val="400"/>
              </a:spcBef>
              <a:buClrTx/>
              <a:buSzTx/>
              <a:buFontTx/>
            </a:pPr>
            <a:r>
              <a:rPr lang="zh-CN" altLang="en-US" sz="2000" b="1" kern="0" dirty="0">
                <a:latin typeface="Times New Roman" panose="02020603050405020304" pitchFamily="18" charset="0"/>
                <a:ea typeface="+mn-ea"/>
              </a:rPr>
              <a:t>如果A 说的是真话，则有：</a:t>
            </a:r>
            <a:endParaRPr lang="zh-CN" altLang="en-US" sz="2000" b="1" kern="0" dirty="0">
              <a:latin typeface="Times New Roman" panose="02020603050405020304" pitchFamily="18" charset="0"/>
              <a:ea typeface="+mn-ea"/>
            </a:endParaRPr>
          </a:p>
          <a:p>
            <a:pPr algn="l" rtl="0" eaLnBrk="0">
              <a:lnSpc>
                <a:spcPct val="100000"/>
              </a:lnSpc>
              <a:spcBef>
                <a:spcPts val="400"/>
              </a:spcBef>
              <a:buClrTx/>
              <a:buSzTx/>
              <a:buFontTx/>
            </a:pPr>
            <a:r>
              <a:rPr lang="zh-CN" altLang="en-US" sz="2000" b="1" kern="0" dirty="0">
                <a:latin typeface="Times New Roman" panose="02020603050405020304" pitchFamily="18" charset="0"/>
                <a:ea typeface="+mn-ea"/>
              </a:rPr>
              <a:t>T(A)→</a:t>
            </a:r>
            <a:r>
              <a:rPr lang="en-US" altLang="zh-CN" sz="2000" dirty="0">
                <a:latin typeface="宋体" panose="02010600030101010101" pitchFamily="2" charset="-122"/>
                <a:sym typeface="+mn-ea"/>
              </a:rPr>
              <a:t>﹁</a:t>
            </a:r>
            <a:r>
              <a:rPr lang="zh-CN" altLang="en-US" sz="2000" b="1" kern="0" dirty="0">
                <a:latin typeface="Times New Roman" panose="02020603050405020304" pitchFamily="18" charset="0"/>
                <a:ea typeface="+mn-ea"/>
              </a:rPr>
              <a:t>T(B)</a:t>
            </a:r>
            <a:r>
              <a:rPr lang="zh-CN" altLang="en-US" sz="2000" dirty="0">
                <a:latin typeface="宋体" panose="02010600030101010101" pitchFamily="2" charset="-122"/>
                <a:sym typeface="+mn-ea"/>
              </a:rPr>
              <a:t>∧</a:t>
            </a:r>
            <a:r>
              <a:rPr lang="en-US" altLang="zh-CN" sz="2000" dirty="0">
                <a:latin typeface="宋体" panose="02010600030101010101" pitchFamily="2" charset="-122"/>
                <a:sym typeface="+mn-ea"/>
              </a:rPr>
              <a:t>﹁</a:t>
            </a:r>
            <a:r>
              <a:rPr lang="zh-CN" altLang="en-US" sz="2000" b="1" kern="0" dirty="0">
                <a:latin typeface="Times New Roman" panose="02020603050405020304" pitchFamily="18" charset="0"/>
                <a:ea typeface="+mn-ea"/>
              </a:rPr>
              <a:t>T(C)</a:t>
            </a:r>
            <a:endParaRPr lang="zh-CN" altLang="en-US" sz="2000" b="1" kern="0" dirty="0">
              <a:latin typeface="Times New Roman" panose="02020603050405020304" pitchFamily="18" charset="0"/>
              <a:ea typeface="+mn-ea"/>
            </a:endParaRPr>
          </a:p>
          <a:p>
            <a:pPr algn="l" rtl="0" eaLnBrk="0">
              <a:lnSpc>
                <a:spcPct val="100000"/>
              </a:lnSpc>
              <a:spcBef>
                <a:spcPts val="400"/>
              </a:spcBef>
              <a:buClrTx/>
              <a:buSzTx/>
              <a:buFontTx/>
            </a:pPr>
            <a:r>
              <a:rPr lang="zh-CN" altLang="en-US" sz="2000" b="1" kern="0" dirty="0">
                <a:latin typeface="Times New Roman" panose="02020603050405020304" pitchFamily="18" charset="0"/>
                <a:ea typeface="+mn-ea"/>
              </a:rPr>
              <a:t>如果</a:t>
            </a:r>
            <a:r>
              <a:rPr lang="zh-CN" altLang="en-US" sz="2000" b="1" kern="0" dirty="0">
                <a:latin typeface="Times New Roman" panose="02020603050405020304" pitchFamily="18" charset="0"/>
                <a:ea typeface="+mn-ea"/>
              </a:rPr>
              <a:t>A说的是假话，则有：</a:t>
            </a:r>
            <a:endParaRPr lang="zh-CN" altLang="en-US" sz="2000" b="1" kern="0" dirty="0">
              <a:latin typeface="Times New Roman" panose="02020603050405020304" pitchFamily="18" charset="0"/>
              <a:ea typeface="+mn-ea"/>
            </a:endParaRPr>
          </a:p>
          <a:p>
            <a:pPr algn="l" rtl="0" eaLnBrk="0">
              <a:lnSpc>
                <a:spcPct val="100000"/>
              </a:lnSpc>
              <a:spcBef>
                <a:spcPts val="400"/>
              </a:spcBef>
              <a:buClrTx/>
              <a:buSzTx/>
              <a:buFontTx/>
            </a:pPr>
            <a:r>
              <a:rPr lang="en-US" altLang="zh-CN" sz="2000" dirty="0">
                <a:latin typeface="宋体" panose="02010600030101010101" pitchFamily="2" charset="-122"/>
                <a:sym typeface="+mn-ea"/>
              </a:rPr>
              <a:t>﹁</a:t>
            </a:r>
            <a:r>
              <a:rPr lang="zh-CN" altLang="en-US" sz="2000" b="1" kern="0" dirty="0">
                <a:latin typeface="Times New Roman" panose="02020603050405020304" pitchFamily="18" charset="0"/>
                <a:ea typeface="+mn-ea"/>
              </a:rPr>
              <a:t>T(A)→T(B)</a:t>
            </a:r>
            <a:r>
              <a:rPr lang="zh-CN" altLang="en-US" sz="2000" dirty="0">
                <a:latin typeface="宋体" panose="02010600030101010101" pitchFamily="2" charset="-122"/>
                <a:sym typeface="+mn-ea"/>
              </a:rPr>
              <a:t>∨</a:t>
            </a:r>
            <a:r>
              <a:rPr lang="zh-CN" altLang="en-US" sz="2000" b="1" kern="0" dirty="0">
                <a:latin typeface="Times New Roman" panose="02020603050405020304" pitchFamily="18" charset="0"/>
                <a:ea typeface="+mn-ea"/>
              </a:rPr>
              <a:t>T(C)</a:t>
            </a:r>
            <a:endParaRPr lang="zh-CN" altLang="en-US" sz="2000" b="1" kern="0" dirty="0">
              <a:latin typeface="Times New Roman" panose="02020603050405020304" pitchFamily="18" charset="0"/>
              <a:ea typeface="+mn-ea"/>
            </a:endParaRPr>
          </a:p>
          <a:p>
            <a:pPr algn="l" rtl="0" eaLnBrk="0">
              <a:lnSpc>
                <a:spcPct val="100000"/>
              </a:lnSpc>
              <a:spcBef>
                <a:spcPts val="400"/>
              </a:spcBef>
              <a:buClrTx/>
              <a:buSzTx/>
              <a:buFontTx/>
            </a:pPr>
            <a:r>
              <a:rPr lang="zh-CN" altLang="en-US" sz="2000" b="1" kern="0" dirty="0">
                <a:latin typeface="Times New Roman" panose="02020603050405020304" pitchFamily="18" charset="0"/>
                <a:ea typeface="+mn-ea"/>
              </a:rPr>
              <a:t>对B和</a:t>
            </a:r>
            <a:r>
              <a:rPr lang="zh-CN" altLang="en-US" sz="2000" b="1" kern="0" dirty="0">
                <a:latin typeface="Times New Roman" panose="02020603050405020304" pitchFamily="18" charset="0"/>
                <a:ea typeface="+mn-ea"/>
              </a:rPr>
              <a:t>C 说的话作相同的处理，可得：</a:t>
            </a:r>
            <a:endParaRPr lang="zh-CN" altLang="en-US" sz="2000" b="1" kern="0" dirty="0">
              <a:latin typeface="Times New Roman" panose="02020603050405020304" pitchFamily="18" charset="0"/>
              <a:ea typeface="+mn-ea"/>
            </a:endParaRPr>
          </a:p>
          <a:p>
            <a:pPr algn="l" rtl="0" eaLnBrk="0">
              <a:lnSpc>
                <a:spcPct val="100000"/>
              </a:lnSpc>
              <a:spcBef>
                <a:spcPts val="400"/>
              </a:spcBef>
              <a:buClrTx/>
              <a:buSzTx/>
              <a:buFontTx/>
            </a:pPr>
            <a:r>
              <a:rPr lang="zh-CN" altLang="en-US" sz="2000" b="1" kern="0" dirty="0">
                <a:latin typeface="Times New Roman" panose="02020603050405020304" pitchFamily="18" charset="0"/>
                <a:ea typeface="+mn-ea"/>
                <a:sym typeface="+mn-ea"/>
              </a:rPr>
              <a:t>T(</a:t>
            </a:r>
            <a:r>
              <a:rPr lang="en-US" altLang="zh-CN" sz="2000" b="1" kern="0" dirty="0">
                <a:latin typeface="Times New Roman" panose="02020603050405020304" pitchFamily="18" charset="0"/>
                <a:ea typeface="+mn-ea"/>
                <a:sym typeface="+mn-ea"/>
              </a:rPr>
              <a:t>B</a:t>
            </a:r>
            <a:r>
              <a:rPr lang="zh-CN" altLang="en-US" sz="2000" b="1" kern="0" dirty="0">
                <a:latin typeface="Times New Roman" panose="02020603050405020304" pitchFamily="18" charset="0"/>
                <a:ea typeface="+mn-ea"/>
                <a:sym typeface="+mn-ea"/>
              </a:rPr>
              <a:t>)→</a:t>
            </a:r>
            <a:r>
              <a:rPr lang="en-US" altLang="zh-CN" sz="2000" dirty="0">
                <a:latin typeface="宋体" panose="02010600030101010101" pitchFamily="2" charset="-122"/>
                <a:sym typeface="+mn-ea"/>
              </a:rPr>
              <a:t>﹁</a:t>
            </a:r>
            <a:r>
              <a:rPr lang="zh-CN" altLang="en-US" sz="2000" b="1" kern="0" dirty="0">
                <a:latin typeface="Times New Roman" panose="02020603050405020304" pitchFamily="18" charset="0"/>
                <a:ea typeface="+mn-ea"/>
                <a:sym typeface="+mn-ea"/>
              </a:rPr>
              <a:t>T(</a:t>
            </a:r>
            <a:r>
              <a:rPr lang="en-US" altLang="zh-CN" sz="2000" b="1" kern="0" dirty="0">
                <a:latin typeface="Times New Roman" panose="02020603050405020304" pitchFamily="18" charset="0"/>
                <a:ea typeface="+mn-ea"/>
                <a:sym typeface="+mn-ea"/>
              </a:rPr>
              <a:t>A</a:t>
            </a:r>
            <a:r>
              <a:rPr lang="zh-CN" altLang="en-US" sz="2000" b="1" kern="0" dirty="0">
                <a:latin typeface="Times New Roman" panose="02020603050405020304" pitchFamily="18" charset="0"/>
                <a:ea typeface="+mn-ea"/>
                <a:sym typeface="+mn-ea"/>
              </a:rPr>
              <a:t>)</a:t>
            </a:r>
            <a:r>
              <a:rPr lang="zh-CN" altLang="en-US" sz="2000" dirty="0">
                <a:latin typeface="宋体" panose="02010600030101010101" pitchFamily="2" charset="-122"/>
                <a:sym typeface="+mn-ea"/>
              </a:rPr>
              <a:t>∧</a:t>
            </a:r>
            <a:r>
              <a:rPr lang="en-US" altLang="zh-CN" sz="2000" dirty="0">
                <a:latin typeface="宋体" panose="02010600030101010101" pitchFamily="2" charset="-122"/>
                <a:sym typeface="+mn-ea"/>
              </a:rPr>
              <a:t>﹁</a:t>
            </a:r>
            <a:r>
              <a:rPr lang="zh-CN" altLang="en-US" sz="2000" b="1" kern="0" dirty="0">
                <a:latin typeface="Times New Roman" panose="02020603050405020304" pitchFamily="18" charset="0"/>
                <a:ea typeface="+mn-ea"/>
                <a:sym typeface="+mn-ea"/>
              </a:rPr>
              <a:t>T(C)</a:t>
            </a:r>
            <a:endParaRPr lang="zh-CN" altLang="en-US" sz="2000" b="1" kern="0" dirty="0">
              <a:latin typeface="Times New Roman" panose="02020603050405020304" pitchFamily="18" charset="0"/>
              <a:ea typeface="+mn-ea"/>
            </a:endParaRPr>
          </a:p>
          <a:p>
            <a:pPr algn="l" rtl="0" eaLnBrk="0">
              <a:lnSpc>
                <a:spcPct val="100000"/>
              </a:lnSpc>
              <a:spcBef>
                <a:spcPts val="400"/>
              </a:spcBef>
              <a:buClrTx/>
              <a:buSzTx/>
              <a:buFontTx/>
            </a:pPr>
            <a:r>
              <a:rPr lang="en-US" altLang="zh-CN" sz="2000" dirty="0">
                <a:latin typeface="宋体" panose="02010600030101010101" pitchFamily="2" charset="-122"/>
                <a:sym typeface="+mn-ea"/>
              </a:rPr>
              <a:t>﹁</a:t>
            </a:r>
            <a:r>
              <a:rPr lang="zh-CN" altLang="en-US" sz="2000" b="1" kern="0" dirty="0">
                <a:latin typeface="Times New Roman" panose="02020603050405020304" pitchFamily="18" charset="0"/>
                <a:ea typeface="+mn-ea"/>
                <a:sym typeface="+mn-ea"/>
              </a:rPr>
              <a:t>T(</a:t>
            </a:r>
            <a:r>
              <a:rPr lang="en-US" altLang="zh-CN" sz="2000" b="1" kern="0" dirty="0">
                <a:latin typeface="Times New Roman" panose="02020603050405020304" pitchFamily="18" charset="0"/>
                <a:ea typeface="+mn-ea"/>
                <a:sym typeface="+mn-ea"/>
              </a:rPr>
              <a:t>B</a:t>
            </a:r>
            <a:r>
              <a:rPr lang="zh-CN" altLang="en-US" sz="2000" b="1" kern="0" dirty="0">
                <a:latin typeface="Times New Roman" panose="02020603050405020304" pitchFamily="18" charset="0"/>
                <a:ea typeface="+mn-ea"/>
                <a:sym typeface="+mn-ea"/>
              </a:rPr>
              <a:t>)→T(</a:t>
            </a:r>
            <a:r>
              <a:rPr lang="en-US" altLang="zh-CN" sz="2000" b="1" kern="0" dirty="0">
                <a:latin typeface="Times New Roman" panose="02020603050405020304" pitchFamily="18" charset="0"/>
                <a:ea typeface="+mn-ea"/>
                <a:sym typeface="+mn-ea"/>
              </a:rPr>
              <a:t>A</a:t>
            </a:r>
            <a:r>
              <a:rPr lang="zh-CN" altLang="en-US" sz="2000" b="1" kern="0" dirty="0">
                <a:latin typeface="Times New Roman" panose="02020603050405020304" pitchFamily="18" charset="0"/>
                <a:ea typeface="+mn-ea"/>
                <a:sym typeface="+mn-ea"/>
              </a:rPr>
              <a:t>)</a:t>
            </a:r>
            <a:r>
              <a:rPr lang="zh-CN" altLang="en-US" sz="2000" dirty="0">
                <a:latin typeface="宋体" panose="02010600030101010101" pitchFamily="2" charset="-122"/>
                <a:sym typeface="+mn-ea"/>
              </a:rPr>
              <a:t>∨</a:t>
            </a:r>
            <a:r>
              <a:rPr lang="zh-CN" altLang="en-US" sz="2000" b="1" kern="0" dirty="0">
                <a:latin typeface="Times New Roman" panose="02020603050405020304" pitchFamily="18" charset="0"/>
                <a:ea typeface="+mn-ea"/>
                <a:sym typeface="+mn-ea"/>
              </a:rPr>
              <a:t>T(C)</a:t>
            </a:r>
            <a:endParaRPr lang="zh-CN" altLang="en-US" sz="2000" b="1" kern="0" dirty="0">
              <a:latin typeface="Times New Roman" panose="02020603050405020304" pitchFamily="18" charset="0"/>
              <a:ea typeface="+mn-ea"/>
            </a:endParaRPr>
          </a:p>
          <a:p>
            <a:pPr algn="l" rtl="0" eaLnBrk="0">
              <a:lnSpc>
                <a:spcPct val="100000"/>
              </a:lnSpc>
              <a:spcBef>
                <a:spcPts val="400"/>
              </a:spcBef>
              <a:buClrTx/>
              <a:buSzTx/>
              <a:buFontTx/>
            </a:pPr>
            <a:r>
              <a:rPr lang="zh-CN" altLang="en-US" sz="2000" b="1" kern="0" dirty="0">
                <a:latin typeface="Times New Roman" panose="02020603050405020304" pitchFamily="18" charset="0"/>
                <a:ea typeface="+mn-ea"/>
                <a:sym typeface="+mn-ea"/>
              </a:rPr>
              <a:t>T(</a:t>
            </a:r>
            <a:r>
              <a:rPr lang="en-US" altLang="zh-CN" sz="2000" b="1" kern="0" dirty="0">
                <a:latin typeface="Times New Roman" panose="02020603050405020304" pitchFamily="18" charset="0"/>
                <a:ea typeface="+mn-ea"/>
                <a:sym typeface="+mn-ea"/>
              </a:rPr>
              <a:t>C</a:t>
            </a:r>
            <a:r>
              <a:rPr lang="zh-CN" altLang="en-US" sz="2000" b="1" kern="0" dirty="0">
                <a:latin typeface="Times New Roman" panose="02020603050405020304" pitchFamily="18" charset="0"/>
                <a:ea typeface="+mn-ea"/>
                <a:sym typeface="+mn-ea"/>
              </a:rPr>
              <a:t>)→</a:t>
            </a:r>
            <a:r>
              <a:rPr lang="en-US" altLang="zh-CN" sz="2000" dirty="0">
                <a:latin typeface="宋体" panose="02010600030101010101" pitchFamily="2" charset="-122"/>
                <a:sym typeface="+mn-ea"/>
              </a:rPr>
              <a:t>﹁</a:t>
            </a:r>
            <a:r>
              <a:rPr lang="zh-CN" altLang="en-US" sz="2000" b="1" kern="0" dirty="0">
                <a:latin typeface="Times New Roman" panose="02020603050405020304" pitchFamily="18" charset="0"/>
                <a:ea typeface="+mn-ea"/>
                <a:sym typeface="+mn-ea"/>
              </a:rPr>
              <a:t>T(</a:t>
            </a:r>
            <a:r>
              <a:rPr lang="en-US" altLang="zh-CN" sz="2000" b="1" kern="0" dirty="0">
                <a:latin typeface="Times New Roman" panose="02020603050405020304" pitchFamily="18" charset="0"/>
                <a:ea typeface="+mn-ea"/>
                <a:sym typeface="+mn-ea"/>
              </a:rPr>
              <a:t>A</a:t>
            </a:r>
            <a:r>
              <a:rPr lang="zh-CN" altLang="en-US" sz="2000" b="1" kern="0" dirty="0">
                <a:latin typeface="Times New Roman" panose="02020603050405020304" pitchFamily="18" charset="0"/>
                <a:ea typeface="+mn-ea"/>
                <a:sym typeface="+mn-ea"/>
              </a:rPr>
              <a:t>)</a:t>
            </a:r>
            <a:r>
              <a:rPr lang="zh-CN" altLang="en-US" sz="2000" dirty="0">
                <a:latin typeface="宋体" panose="02010600030101010101" pitchFamily="2" charset="-122"/>
                <a:sym typeface="+mn-ea"/>
              </a:rPr>
              <a:t>∨</a:t>
            </a:r>
            <a:r>
              <a:rPr lang="en-US" altLang="zh-CN" sz="2000" dirty="0">
                <a:latin typeface="宋体" panose="02010600030101010101" pitchFamily="2" charset="-122"/>
                <a:sym typeface="+mn-ea"/>
              </a:rPr>
              <a:t>﹁</a:t>
            </a:r>
            <a:r>
              <a:rPr lang="zh-CN" altLang="en-US" sz="2000" b="1" kern="0" dirty="0">
                <a:latin typeface="Times New Roman" panose="02020603050405020304" pitchFamily="18" charset="0"/>
                <a:ea typeface="+mn-ea"/>
                <a:sym typeface="+mn-ea"/>
              </a:rPr>
              <a:t>T(</a:t>
            </a:r>
            <a:r>
              <a:rPr lang="en-US" altLang="zh-CN" sz="2000" b="1" kern="0" dirty="0">
                <a:latin typeface="Times New Roman" panose="02020603050405020304" pitchFamily="18" charset="0"/>
                <a:ea typeface="+mn-ea"/>
                <a:sym typeface="+mn-ea"/>
              </a:rPr>
              <a:t>B</a:t>
            </a:r>
            <a:r>
              <a:rPr lang="zh-CN" altLang="en-US" sz="2000" b="1" kern="0" dirty="0">
                <a:latin typeface="Times New Roman" panose="02020603050405020304" pitchFamily="18" charset="0"/>
                <a:ea typeface="+mn-ea"/>
                <a:sym typeface="+mn-ea"/>
              </a:rPr>
              <a:t>)</a:t>
            </a:r>
            <a:endParaRPr lang="zh-CN" altLang="en-US" sz="2000" b="1" kern="0" dirty="0">
              <a:latin typeface="Times New Roman" panose="02020603050405020304" pitchFamily="18" charset="0"/>
              <a:ea typeface="+mn-ea"/>
            </a:endParaRPr>
          </a:p>
          <a:p>
            <a:pPr algn="l" rtl="0" eaLnBrk="0">
              <a:lnSpc>
                <a:spcPct val="100000"/>
              </a:lnSpc>
              <a:spcBef>
                <a:spcPts val="400"/>
              </a:spcBef>
              <a:buClrTx/>
              <a:buSzTx/>
              <a:buFontTx/>
            </a:pPr>
            <a:r>
              <a:rPr lang="en-US" altLang="zh-CN" sz="2000" dirty="0">
                <a:latin typeface="宋体" panose="02010600030101010101" pitchFamily="2" charset="-122"/>
                <a:sym typeface="+mn-ea"/>
              </a:rPr>
              <a:t>﹁</a:t>
            </a:r>
            <a:r>
              <a:rPr lang="zh-CN" altLang="en-US" sz="2000" b="1" kern="0" dirty="0">
                <a:latin typeface="Times New Roman" panose="02020603050405020304" pitchFamily="18" charset="0"/>
                <a:ea typeface="+mn-ea"/>
                <a:sym typeface="+mn-ea"/>
              </a:rPr>
              <a:t>T(</a:t>
            </a:r>
            <a:r>
              <a:rPr lang="en-US" altLang="zh-CN" sz="2000" b="1" kern="0" dirty="0">
                <a:latin typeface="Times New Roman" panose="02020603050405020304" pitchFamily="18" charset="0"/>
                <a:ea typeface="+mn-ea"/>
                <a:sym typeface="+mn-ea"/>
              </a:rPr>
              <a:t>C</a:t>
            </a:r>
            <a:r>
              <a:rPr lang="zh-CN" altLang="en-US" sz="2000" b="1" kern="0" dirty="0">
                <a:latin typeface="Times New Roman" panose="02020603050405020304" pitchFamily="18" charset="0"/>
                <a:ea typeface="+mn-ea"/>
                <a:sym typeface="+mn-ea"/>
              </a:rPr>
              <a:t>)→T(</a:t>
            </a:r>
            <a:r>
              <a:rPr lang="en-US" altLang="zh-CN" sz="2000" b="1" kern="0" dirty="0">
                <a:latin typeface="Times New Roman" panose="02020603050405020304" pitchFamily="18" charset="0"/>
                <a:ea typeface="+mn-ea"/>
                <a:sym typeface="+mn-ea"/>
              </a:rPr>
              <a:t>A</a:t>
            </a:r>
            <a:r>
              <a:rPr lang="zh-CN" altLang="en-US" sz="2000" b="1" kern="0" dirty="0">
                <a:latin typeface="Times New Roman" panose="02020603050405020304" pitchFamily="18" charset="0"/>
                <a:ea typeface="+mn-ea"/>
                <a:sym typeface="+mn-ea"/>
              </a:rPr>
              <a:t>)</a:t>
            </a:r>
            <a:r>
              <a:rPr lang="zh-CN" altLang="en-US" sz="2000" dirty="0">
                <a:latin typeface="宋体" panose="02010600030101010101" pitchFamily="2" charset="-122"/>
                <a:sym typeface="+mn-ea"/>
              </a:rPr>
              <a:t>∧</a:t>
            </a:r>
            <a:r>
              <a:rPr lang="zh-CN" altLang="en-US" sz="2000" b="1" kern="0" dirty="0">
                <a:latin typeface="Times New Roman" panose="02020603050405020304" pitchFamily="18" charset="0"/>
                <a:ea typeface="+mn-ea"/>
                <a:sym typeface="+mn-ea"/>
              </a:rPr>
              <a:t>T(</a:t>
            </a:r>
            <a:r>
              <a:rPr lang="en-US" altLang="zh-CN" sz="2000" b="1" kern="0" dirty="0">
                <a:latin typeface="Times New Roman" panose="02020603050405020304" pitchFamily="18" charset="0"/>
                <a:ea typeface="+mn-ea"/>
                <a:sym typeface="+mn-ea"/>
              </a:rPr>
              <a:t>B</a:t>
            </a:r>
            <a:r>
              <a:rPr lang="zh-CN" altLang="en-US" sz="2000" b="1" kern="0" dirty="0">
                <a:latin typeface="Times New Roman" panose="02020603050405020304" pitchFamily="18" charset="0"/>
                <a:ea typeface="+mn-ea"/>
                <a:sym typeface="+mn-ea"/>
              </a:rPr>
              <a:t>)</a:t>
            </a:r>
            <a:endParaRPr lang="zh-CN" altLang="en-US" sz="2000" b="1" kern="0" dirty="0">
              <a:solidFill>
                <a:srgbClr val="FF0000"/>
              </a:solidFill>
              <a:latin typeface="Times New Roman" panose="02020603050405020304" pitchFamily="18" charset="0"/>
              <a:ea typeface="+mn-ea"/>
            </a:endParaRPr>
          </a:p>
        </p:txBody>
      </p:sp>
      <p:cxnSp>
        <p:nvCxnSpPr>
          <p:cNvPr id="8" name="直接连接符 7"/>
          <p:cNvCxnSpPr/>
          <p:nvPr/>
        </p:nvCxnSpPr>
        <p:spPr>
          <a:xfrm>
            <a:off x="4467860" y="1777365"/>
            <a:ext cx="0" cy="454152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4">
                                            <p:txEl>
                                              <p:pRg st="0" end="0"/>
                                            </p:txEl>
                                          </p:spTgt>
                                        </p:tgtEl>
                                        <p:attrNameLst>
                                          <p:attrName>style.visibility</p:attrName>
                                        </p:attrNameLst>
                                      </p:cBhvr>
                                      <p:to>
                                        <p:strVal val="visible"/>
                                      </p:to>
                                    </p:set>
                                    <p:anim calcmode="lin" valueType="num">
                                      <p:cBhvr additive="base">
                                        <p:cTn id="7" dur="500" fill="hold"/>
                                        <p:tgtEl>
                                          <p:spTgt spid="25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54">
                                            <p:txEl>
                                              <p:pRg st="1" end="1"/>
                                            </p:txEl>
                                          </p:spTgt>
                                        </p:tgtEl>
                                        <p:attrNameLst>
                                          <p:attrName>style.visibility</p:attrName>
                                        </p:attrNameLst>
                                      </p:cBhvr>
                                      <p:to>
                                        <p:strVal val="visible"/>
                                      </p:to>
                                    </p:set>
                                    <p:anim calcmode="lin" valueType="num">
                                      <p:cBhvr additive="base">
                                        <p:cTn id="13" dur="500" fill="hold"/>
                                        <p:tgtEl>
                                          <p:spTgt spid="25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5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54">
                                            <p:txEl>
                                              <p:pRg st="2" end="2"/>
                                            </p:txEl>
                                          </p:spTgt>
                                        </p:tgtEl>
                                        <p:attrNameLst>
                                          <p:attrName>style.visibility</p:attrName>
                                        </p:attrNameLst>
                                      </p:cBhvr>
                                      <p:to>
                                        <p:strVal val="visible"/>
                                      </p:to>
                                    </p:set>
                                    <p:anim calcmode="lin" valueType="num">
                                      <p:cBhvr additive="base">
                                        <p:cTn id="19" dur="500" fill="hold"/>
                                        <p:tgtEl>
                                          <p:spTgt spid="25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5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54">
                                            <p:txEl>
                                              <p:pRg st="3" end="3"/>
                                            </p:txEl>
                                          </p:spTgt>
                                        </p:tgtEl>
                                        <p:attrNameLst>
                                          <p:attrName>style.visibility</p:attrName>
                                        </p:attrNameLst>
                                      </p:cBhvr>
                                      <p:to>
                                        <p:strVal val="visible"/>
                                      </p:to>
                                    </p:set>
                                    <p:anim calcmode="lin" valueType="num">
                                      <p:cBhvr additive="base">
                                        <p:cTn id="25" dur="500" fill="hold"/>
                                        <p:tgtEl>
                                          <p:spTgt spid="25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5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54">
                                            <p:txEl>
                                              <p:pRg st="4" end="4"/>
                                            </p:txEl>
                                          </p:spTgt>
                                        </p:tgtEl>
                                        <p:attrNameLst>
                                          <p:attrName>style.visibility</p:attrName>
                                        </p:attrNameLst>
                                      </p:cBhvr>
                                      <p:to>
                                        <p:strVal val="visible"/>
                                      </p:to>
                                    </p:set>
                                    <p:anim calcmode="lin" valueType="num">
                                      <p:cBhvr additive="base">
                                        <p:cTn id="31" dur="500" fill="hold"/>
                                        <p:tgtEl>
                                          <p:spTgt spid="25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5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54">
                                            <p:txEl>
                                              <p:pRg st="5" end="5"/>
                                            </p:txEl>
                                          </p:spTgt>
                                        </p:tgtEl>
                                        <p:attrNameLst>
                                          <p:attrName>style.visibility</p:attrName>
                                        </p:attrNameLst>
                                      </p:cBhvr>
                                      <p:to>
                                        <p:strVal val="visible"/>
                                      </p:to>
                                    </p:set>
                                    <p:anim calcmode="lin" valueType="num">
                                      <p:cBhvr additive="base">
                                        <p:cTn id="37" dur="500" fill="hold"/>
                                        <p:tgtEl>
                                          <p:spTgt spid="25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5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54">
                                            <p:txEl>
                                              <p:pRg st="6" end="6"/>
                                            </p:txEl>
                                          </p:spTgt>
                                        </p:tgtEl>
                                        <p:attrNameLst>
                                          <p:attrName>style.visibility</p:attrName>
                                        </p:attrNameLst>
                                      </p:cBhvr>
                                      <p:to>
                                        <p:strVal val="visible"/>
                                      </p:to>
                                    </p:set>
                                    <p:anim calcmode="lin" valueType="num">
                                      <p:cBhvr additive="base">
                                        <p:cTn id="43" dur="500" fill="hold"/>
                                        <p:tgtEl>
                                          <p:spTgt spid="254">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5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54">
                                            <p:txEl>
                                              <p:pRg st="7" end="7"/>
                                            </p:txEl>
                                          </p:spTgt>
                                        </p:tgtEl>
                                        <p:attrNameLst>
                                          <p:attrName>style.visibility</p:attrName>
                                        </p:attrNameLst>
                                      </p:cBhvr>
                                      <p:to>
                                        <p:strVal val="visible"/>
                                      </p:to>
                                    </p:set>
                                    <p:anim calcmode="lin" valueType="num">
                                      <p:cBhvr additive="base">
                                        <p:cTn id="49" dur="500" fill="hold"/>
                                        <p:tgtEl>
                                          <p:spTgt spid="254">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5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54">
                                            <p:txEl>
                                              <p:pRg st="8" end="8"/>
                                            </p:txEl>
                                          </p:spTgt>
                                        </p:tgtEl>
                                        <p:attrNameLst>
                                          <p:attrName>style.visibility</p:attrName>
                                        </p:attrNameLst>
                                      </p:cBhvr>
                                      <p:to>
                                        <p:strVal val="visible"/>
                                      </p:to>
                                    </p:set>
                                    <p:anim calcmode="lin" valueType="num">
                                      <p:cBhvr additive="base">
                                        <p:cTn id="55" dur="500" fill="hold"/>
                                        <p:tgtEl>
                                          <p:spTgt spid="254">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5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254">
                                            <p:txEl>
                                              <p:pRg st="9" end="9"/>
                                            </p:txEl>
                                          </p:spTgt>
                                        </p:tgtEl>
                                        <p:attrNameLst>
                                          <p:attrName>style.visibility</p:attrName>
                                        </p:attrNameLst>
                                      </p:cBhvr>
                                      <p:to>
                                        <p:strVal val="visible"/>
                                      </p:to>
                                    </p:set>
                                    <p:anim calcmode="lin" valueType="num">
                                      <p:cBhvr additive="base">
                                        <p:cTn id="61" dur="500" fill="hold"/>
                                        <p:tgtEl>
                                          <p:spTgt spid="254">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25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03428"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3.6  </a:t>
            </a:r>
            <a:r>
              <a:rPr lang="zh-CN" altLang="en-US" sz="3600" b="0" dirty="0">
                <a:latin typeface="Times New Roman" panose="02020603050405020304" pitchFamily="18" charset="0"/>
                <a:ea typeface="黑体" panose="02010609060101010101" pitchFamily="49" charset="-122"/>
              </a:rPr>
              <a:t>应用归结原理求解问题</a:t>
            </a:r>
            <a:endParaRPr lang="zh-CN" altLang="en-US" sz="3600" b="0" dirty="0">
              <a:latin typeface="Times New Roman" panose="02020603050405020304" pitchFamily="18" charset="0"/>
              <a:ea typeface="黑体" panose="02010609060101010101" pitchFamily="49" charset="-122"/>
            </a:endParaRPr>
          </a:p>
        </p:txBody>
      </p:sp>
      <p:sp>
        <p:nvSpPr>
          <p:cNvPr id="143367" name="Rectangle 7"/>
          <p:cNvSpPr>
            <a:spLocks noGrp="1"/>
          </p:cNvSpPr>
          <p:nvPr/>
        </p:nvSpPr>
        <p:spPr>
          <a:xfrm>
            <a:off x="250825" y="1022350"/>
            <a:ext cx="8642350" cy="854075"/>
          </a:xfrm>
          <a:prstGeom prst="rect">
            <a:avLst/>
          </a:prstGeom>
          <a:noFill/>
          <a:ln w="9525">
            <a:noFill/>
          </a:ln>
        </p:spPr>
        <p:txBody>
          <a:bodyPr vert="horz" wrap="square" lIns="91440" tIns="45720" rIns="91440" bIns="45720" anchor="t" anchorCtr="0"/>
          <a:lst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a:lstStyle>
          <a:p>
            <a:pPr algn="just" eaLnBrk="1" hangingPunct="1">
              <a:lnSpc>
                <a:spcPct val="110000"/>
              </a:lnSpc>
              <a:spcBef>
                <a:spcPct val="30000"/>
              </a:spcBef>
              <a:buFont typeface="Wingdings" panose="05000000000000000000" pitchFamily="2" charset="2"/>
              <a:buChar char="§"/>
            </a:pPr>
            <a:r>
              <a:rPr lang="en-US" altLang="zh-CN" sz="2800" b="1" kern="0" noProof="0">
                <a:ln>
                  <a:noFill/>
                </a:ln>
                <a:effectLst/>
                <a:uLnTx/>
                <a:uFillTx/>
                <a:latin typeface="Times New Roman" panose="02020603050405020304" pitchFamily="18" charset="0"/>
                <a:cs typeface="Times New Roman" panose="02020603050405020304" pitchFamily="18" charset="0"/>
              </a:rPr>
              <a:t>例3.12：</a:t>
            </a:r>
            <a:endParaRPr lang="en-US" altLang="zh-CN" kern="0" noProof="0">
              <a:ln>
                <a:noFill/>
              </a:ln>
              <a:effectLst/>
              <a:uLnTx/>
              <a:uFillTx/>
              <a:latin typeface="Times New Roman" panose="02020603050405020304" pitchFamily="18" charset="0"/>
              <a:cs typeface="Times New Roman" panose="02020603050405020304" pitchFamily="18" charset="0"/>
            </a:endParaRPr>
          </a:p>
        </p:txBody>
      </p:sp>
      <p:sp>
        <p:nvSpPr>
          <p:cNvPr id="254" name="textbox 254"/>
          <p:cNvSpPr/>
          <p:nvPr/>
        </p:nvSpPr>
        <p:spPr>
          <a:xfrm>
            <a:off x="685800" y="1676400"/>
            <a:ext cx="7985125" cy="4015740"/>
          </a:xfrm>
          <a:prstGeom prst="rect">
            <a:avLst/>
          </a:prstGeom>
          <a:noFill/>
          <a:ln w="0" cap="flat">
            <a:noFill/>
            <a:prstDash val="solid"/>
            <a:miter lim="0"/>
          </a:ln>
        </p:spPr>
        <p:txBody>
          <a:bodyPr vert="horz" wrap="square" lIns="0" tIns="0" rIns="0" bIns="0"/>
          <a:p>
            <a:pPr algn="l" rtl="0" eaLnBrk="0">
              <a:lnSpc>
                <a:spcPct val="100000"/>
              </a:lnSpc>
              <a:spcBef>
                <a:spcPts val="400"/>
              </a:spcBef>
              <a:buClrTx/>
              <a:buSzTx/>
              <a:buFontTx/>
            </a:pPr>
            <a:endParaRPr lang="en-US" altLang="zh-CN" sz="2000" b="1" kern="0" dirty="0">
              <a:solidFill>
                <a:srgbClr val="FF0000"/>
              </a:solidFill>
              <a:latin typeface="Times New Roman" panose="02020603050405020304" pitchFamily="18" charset="0"/>
              <a:ea typeface="+mn-ea"/>
            </a:endParaRPr>
          </a:p>
          <a:p>
            <a:pPr algn="l" rtl="0" eaLnBrk="0">
              <a:lnSpc>
                <a:spcPct val="100000"/>
              </a:lnSpc>
              <a:spcBef>
                <a:spcPts val="400"/>
              </a:spcBef>
              <a:buClrTx/>
              <a:buSzTx/>
              <a:buFontTx/>
            </a:pPr>
            <a:r>
              <a:rPr lang="zh-CN" altLang="en-US" sz="2000" b="1" kern="0" dirty="0">
                <a:latin typeface="Times New Roman" panose="02020603050405020304" pitchFamily="18" charset="0"/>
                <a:ea typeface="+mn-ea"/>
              </a:rPr>
              <a:t>把上述公式化成子句集，得到前提子句集S:</a:t>
            </a:r>
            <a:endParaRPr lang="zh-CN" altLang="en-US" sz="2000" b="1" kern="0" dirty="0">
              <a:latin typeface="Times New Roman" panose="02020603050405020304" pitchFamily="18" charset="0"/>
              <a:ea typeface="+mn-ea"/>
            </a:endParaRPr>
          </a:p>
          <a:p>
            <a:pPr algn="l" rtl="0" eaLnBrk="0">
              <a:lnSpc>
                <a:spcPct val="100000"/>
              </a:lnSpc>
              <a:spcBef>
                <a:spcPts val="400"/>
              </a:spcBef>
              <a:buClrTx/>
              <a:buSzTx/>
              <a:buFontTx/>
            </a:pPr>
            <a:r>
              <a:rPr lang="en-US" altLang="zh-CN" sz="2000" dirty="0">
                <a:latin typeface="宋体" panose="02010600030101010101" pitchFamily="2" charset="-122"/>
                <a:sym typeface="+mn-ea"/>
              </a:rPr>
              <a:t>﹁</a:t>
            </a:r>
            <a:r>
              <a:rPr lang="zh-CN" altLang="en-US" sz="2000" b="1" kern="0" dirty="0">
                <a:latin typeface="Times New Roman" panose="02020603050405020304" pitchFamily="18" charset="0"/>
                <a:ea typeface="+mn-ea"/>
              </a:rPr>
              <a:t>T(A)</a:t>
            </a:r>
            <a:r>
              <a:rPr lang="zh-CN" altLang="en-US" sz="2000" dirty="0">
                <a:latin typeface="宋体" panose="02010600030101010101" pitchFamily="2" charset="-122"/>
                <a:sym typeface="+mn-ea"/>
              </a:rPr>
              <a:t>∨</a:t>
            </a:r>
            <a:r>
              <a:rPr lang="en-US" altLang="zh-CN" sz="2000" dirty="0">
                <a:latin typeface="宋体" panose="02010600030101010101" pitchFamily="2" charset="-122"/>
                <a:sym typeface="+mn-ea"/>
              </a:rPr>
              <a:t>﹁</a:t>
            </a:r>
            <a:r>
              <a:rPr lang="zh-CN" altLang="en-US" sz="2000" b="1" kern="0" dirty="0">
                <a:latin typeface="Times New Roman" panose="02020603050405020304" pitchFamily="18" charset="0"/>
                <a:ea typeface="+mn-ea"/>
              </a:rPr>
              <a:t>T(B)</a:t>
            </a:r>
            <a:endParaRPr lang="zh-CN" altLang="en-US" sz="2000" b="1" kern="0" dirty="0">
              <a:latin typeface="Times New Roman" panose="02020603050405020304" pitchFamily="18" charset="0"/>
              <a:ea typeface="+mn-ea"/>
            </a:endParaRPr>
          </a:p>
          <a:p>
            <a:pPr algn="l" rtl="0" eaLnBrk="0">
              <a:lnSpc>
                <a:spcPct val="100000"/>
              </a:lnSpc>
              <a:spcBef>
                <a:spcPts val="400"/>
              </a:spcBef>
              <a:buClrTx/>
              <a:buSzTx/>
              <a:buFontTx/>
            </a:pPr>
            <a:r>
              <a:rPr lang="en-US" altLang="zh-CN" sz="2000" dirty="0">
                <a:latin typeface="宋体" panose="02010600030101010101" pitchFamily="2" charset="-122"/>
                <a:sym typeface="+mn-ea"/>
              </a:rPr>
              <a:t>﹁</a:t>
            </a:r>
            <a:r>
              <a:rPr lang="zh-CN" altLang="en-US" sz="2000" b="1" kern="0" dirty="0">
                <a:latin typeface="Times New Roman" panose="02020603050405020304" pitchFamily="18" charset="0"/>
                <a:ea typeface="+mn-ea"/>
              </a:rPr>
              <a:t>T(A)</a:t>
            </a:r>
            <a:r>
              <a:rPr lang="zh-CN" altLang="en-US" sz="2000" dirty="0">
                <a:latin typeface="宋体" panose="02010600030101010101" pitchFamily="2" charset="-122"/>
                <a:sym typeface="+mn-ea"/>
              </a:rPr>
              <a:t>∨</a:t>
            </a:r>
            <a:r>
              <a:rPr lang="en-US" altLang="zh-CN" sz="2000" dirty="0">
                <a:latin typeface="宋体" panose="02010600030101010101" pitchFamily="2" charset="-122"/>
                <a:sym typeface="+mn-ea"/>
              </a:rPr>
              <a:t>﹁</a:t>
            </a:r>
            <a:r>
              <a:rPr lang="zh-CN" altLang="en-US" sz="2000" b="1" kern="0" dirty="0">
                <a:latin typeface="Times New Roman" panose="02020603050405020304" pitchFamily="18" charset="0"/>
                <a:ea typeface="+mn-ea"/>
              </a:rPr>
              <a:t>T(C)</a:t>
            </a:r>
            <a:endParaRPr lang="zh-CN" altLang="en-US" sz="2000" b="1" kern="0" dirty="0">
              <a:latin typeface="Times New Roman" panose="02020603050405020304" pitchFamily="18" charset="0"/>
              <a:ea typeface="+mn-ea"/>
            </a:endParaRPr>
          </a:p>
          <a:p>
            <a:pPr algn="l" rtl="0" eaLnBrk="0">
              <a:lnSpc>
                <a:spcPct val="100000"/>
              </a:lnSpc>
              <a:spcBef>
                <a:spcPts val="400"/>
              </a:spcBef>
              <a:buClrTx/>
              <a:buSzTx/>
              <a:buFontTx/>
            </a:pPr>
            <a:r>
              <a:rPr lang="zh-CN" altLang="en-US" sz="2000" b="1" kern="0" dirty="0">
                <a:latin typeface="Times New Roman" panose="02020603050405020304" pitchFamily="18" charset="0"/>
                <a:ea typeface="+mn-ea"/>
              </a:rPr>
              <a:t>T(C)</a:t>
            </a:r>
            <a:r>
              <a:rPr lang="zh-CN" altLang="en-US" sz="2000" dirty="0">
                <a:latin typeface="宋体" panose="02010600030101010101" pitchFamily="2" charset="-122"/>
                <a:sym typeface="+mn-ea"/>
              </a:rPr>
              <a:t>∨</a:t>
            </a:r>
            <a:r>
              <a:rPr lang="zh-CN" altLang="en-US" sz="2000" b="1" kern="0" dirty="0">
                <a:latin typeface="Times New Roman" panose="02020603050405020304" pitchFamily="18" charset="0"/>
                <a:ea typeface="+mn-ea"/>
              </a:rPr>
              <a:t>T(A)</a:t>
            </a:r>
            <a:r>
              <a:rPr lang="zh-CN" altLang="en-US" sz="2000" dirty="0">
                <a:latin typeface="宋体" panose="02010600030101010101" pitchFamily="2" charset="-122"/>
                <a:sym typeface="+mn-ea"/>
              </a:rPr>
              <a:t>∨</a:t>
            </a:r>
            <a:r>
              <a:rPr lang="zh-CN" altLang="en-US" sz="2000" b="1" kern="0" dirty="0">
                <a:latin typeface="Times New Roman" panose="02020603050405020304" pitchFamily="18" charset="0"/>
                <a:ea typeface="+mn-ea"/>
              </a:rPr>
              <a:t>T(B)</a:t>
            </a:r>
            <a:endParaRPr lang="zh-CN" altLang="en-US" sz="2000" b="1" kern="0" dirty="0">
              <a:latin typeface="Times New Roman" panose="02020603050405020304" pitchFamily="18" charset="0"/>
              <a:ea typeface="+mn-ea"/>
            </a:endParaRPr>
          </a:p>
          <a:p>
            <a:pPr algn="l" rtl="0" eaLnBrk="0">
              <a:lnSpc>
                <a:spcPct val="100000"/>
              </a:lnSpc>
              <a:spcBef>
                <a:spcPts val="400"/>
              </a:spcBef>
              <a:buClrTx/>
              <a:buSzTx/>
              <a:buFontTx/>
            </a:pPr>
            <a:r>
              <a:rPr lang="en-US" altLang="zh-CN" sz="2000" dirty="0">
                <a:latin typeface="宋体" panose="02010600030101010101" pitchFamily="2" charset="-122"/>
                <a:sym typeface="+mn-ea"/>
              </a:rPr>
              <a:t>﹁</a:t>
            </a:r>
            <a:r>
              <a:rPr lang="zh-CN" altLang="en-US" sz="2000" b="1" kern="0" dirty="0">
                <a:latin typeface="Times New Roman" panose="02020603050405020304" pitchFamily="18" charset="0"/>
                <a:ea typeface="+mn-ea"/>
              </a:rPr>
              <a:t>T(B)</a:t>
            </a:r>
            <a:r>
              <a:rPr lang="zh-CN" altLang="en-US" sz="2000" dirty="0">
                <a:latin typeface="宋体" panose="02010600030101010101" pitchFamily="2" charset="-122"/>
                <a:sym typeface="+mn-ea"/>
              </a:rPr>
              <a:t>∨</a:t>
            </a:r>
            <a:r>
              <a:rPr lang="en-US" altLang="zh-CN" sz="2000" dirty="0">
                <a:latin typeface="宋体" panose="02010600030101010101" pitchFamily="2" charset="-122"/>
                <a:sym typeface="+mn-ea"/>
              </a:rPr>
              <a:t>﹁</a:t>
            </a:r>
            <a:r>
              <a:rPr lang="zh-CN" altLang="en-US" sz="2000" b="1" kern="0" dirty="0">
                <a:latin typeface="Times New Roman" panose="02020603050405020304" pitchFamily="18" charset="0"/>
                <a:ea typeface="+mn-ea"/>
              </a:rPr>
              <a:t>T(C)</a:t>
            </a:r>
            <a:endParaRPr lang="zh-CN" altLang="en-US" sz="2000" b="1" kern="0" dirty="0">
              <a:latin typeface="Times New Roman" panose="02020603050405020304" pitchFamily="18" charset="0"/>
              <a:ea typeface="+mn-ea"/>
            </a:endParaRPr>
          </a:p>
          <a:p>
            <a:pPr algn="l" rtl="0" eaLnBrk="0">
              <a:lnSpc>
                <a:spcPct val="100000"/>
              </a:lnSpc>
              <a:spcBef>
                <a:spcPts val="400"/>
              </a:spcBef>
              <a:buClrTx/>
              <a:buSzTx/>
              <a:buFontTx/>
            </a:pPr>
            <a:r>
              <a:rPr lang="en-US" altLang="zh-CN" sz="2000" dirty="0">
                <a:latin typeface="宋体" panose="02010600030101010101" pitchFamily="2" charset="-122"/>
                <a:sym typeface="+mn-ea"/>
              </a:rPr>
              <a:t>﹁</a:t>
            </a:r>
            <a:r>
              <a:rPr lang="zh-CN" altLang="en-US" sz="2000" b="1" kern="0" dirty="0">
                <a:latin typeface="Times New Roman" panose="02020603050405020304" pitchFamily="18" charset="0"/>
                <a:ea typeface="+mn-ea"/>
              </a:rPr>
              <a:t>T(C)</a:t>
            </a:r>
            <a:r>
              <a:rPr lang="zh-CN" altLang="en-US" sz="2000" dirty="0">
                <a:latin typeface="宋体" panose="02010600030101010101" pitchFamily="2" charset="-122"/>
                <a:sym typeface="+mn-ea"/>
              </a:rPr>
              <a:t>∨</a:t>
            </a:r>
            <a:r>
              <a:rPr lang="en-US" altLang="zh-CN" sz="2000" dirty="0">
                <a:latin typeface="宋体" panose="02010600030101010101" pitchFamily="2" charset="-122"/>
                <a:sym typeface="+mn-ea"/>
              </a:rPr>
              <a:t>﹁</a:t>
            </a:r>
            <a:r>
              <a:rPr lang="zh-CN" altLang="en-US" sz="2000" b="1" kern="0" dirty="0">
                <a:latin typeface="Times New Roman" panose="02020603050405020304" pitchFamily="18" charset="0"/>
                <a:ea typeface="+mn-ea"/>
              </a:rPr>
              <a:t>T(A)</a:t>
            </a:r>
            <a:r>
              <a:rPr lang="zh-CN" altLang="en-US" sz="2000" dirty="0">
                <a:latin typeface="宋体" panose="02010600030101010101" pitchFamily="2" charset="-122"/>
                <a:sym typeface="+mn-ea"/>
              </a:rPr>
              <a:t>∨</a:t>
            </a:r>
            <a:r>
              <a:rPr lang="en-US" altLang="zh-CN" sz="2000" dirty="0">
                <a:latin typeface="宋体" panose="02010600030101010101" pitchFamily="2" charset="-122"/>
                <a:sym typeface="+mn-ea"/>
              </a:rPr>
              <a:t>﹁</a:t>
            </a:r>
            <a:r>
              <a:rPr lang="zh-CN" altLang="en-US" sz="2000" b="1" kern="0" dirty="0">
                <a:latin typeface="Times New Roman" panose="02020603050405020304" pitchFamily="18" charset="0"/>
                <a:ea typeface="+mn-ea"/>
              </a:rPr>
              <a:t>T(B)</a:t>
            </a:r>
            <a:endParaRPr lang="zh-CN" altLang="en-US" sz="2000" b="1" kern="0" dirty="0">
              <a:latin typeface="Times New Roman" panose="02020603050405020304" pitchFamily="18" charset="0"/>
              <a:ea typeface="+mn-ea"/>
            </a:endParaRPr>
          </a:p>
          <a:p>
            <a:pPr algn="l" rtl="0" eaLnBrk="0">
              <a:lnSpc>
                <a:spcPct val="100000"/>
              </a:lnSpc>
              <a:spcBef>
                <a:spcPts val="400"/>
              </a:spcBef>
              <a:buClrTx/>
              <a:buSzTx/>
              <a:buFontTx/>
            </a:pPr>
            <a:r>
              <a:rPr lang="zh-CN" altLang="en-US" sz="2000" b="1" kern="0" dirty="0">
                <a:latin typeface="Times New Roman" panose="02020603050405020304" pitchFamily="18" charset="0"/>
                <a:ea typeface="+mn-ea"/>
              </a:rPr>
              <a:t>T(A)</a:t>
            </a:r>
            <a:r>
              <a:rPr lang="zh-CN" altLang="en-US" sz="2000" dirty="0">
                <a:latin typeface="宋体" panose="02010600030101010101" pitchFamily="2" charset="-122"/>
                <a:sym typeface="+mn-ea"/>
              </a:rPr>
              <a:t>∨</a:t>
            </a:r>
            <a:r>
              <a:rPr lang="zh-CN" altLang="en-US" sz="2000" b="1" kern="0" dirty="0">
                <a:latin typeface="Times New Roman" panose="02020603050405020304" pitchFamily="18" charset="0"/>
                <a:ea typeface="+mn-ea"/>
              </a:rPr>
              <a:t>T(C)</a:t>
            </a:r>
            <a:endParaRPr lang="zh-CN" altLang="en-US" sz="2000" b="1" kern="0" dirty="0">
              <a:latin typeface="Times New Roman" panose="02020603050405020304" pitchFamily="18" charset="0"/>
              <a:ea typeface="+mn-ea"/>
            </a:endParaRPr>
          </a:p>
          <a:p>
            <a:pPr algn="l" rtl="0" eaLnBrk="0">
              <a:lnSpc>
                <a:spcPct val="100000"/>
              </a:lnSpc>
              <a:spcBef>
                <a:spcPts val="400"/>
              </a:spcBef>
              <a:buClrTx/>
              <a:buSzTx/>
              <a:buFontTx/>
            </a:pPr>
            <a:r>
              <a:rPr lang="zh-CN" altLang="en-US" sz="2000" b="1" kern="0" dirty="0">
                <a:latin typeface="Times New Roman" panose="02020603050405020304" pitchFamily="18" charset="0"/>
                <a:ea typeface="+mn-ea"/>
              </a:rPr>
              <a:t>T(B)</a:t>
            </a:r>
            <a:r>
              <a:rPr lang="zh-CN" altLang="en-US" sz="2000" dirty="0">
                <a:latin typeface="宋体" panose="02010600030101010101" pitchFamily="2" charset="-122"/>
                <a:sym typeface="+mn-ea"/>
              </a:rPr>
              <a:t>∨</a:t>
            </a:r>
            <a:r>
              <a:rPr lang="zh-CN" altLang="en-US" sz="2000" b="1" kern="0" dirty="0">
                <a:latin typeface="Times New Roman" panose="02020603050405020304" pitchFamily="18" charset="0"/>
                <a:ea typeface="+mn-ea"/>
              </a:rPr>
              <a:t>T(C)</a:t>
            </a:r>
            <a:endParaRPr lang="zh-CN" altLang="en-US" sz="2000" b="1" kern="0" dirty="0">
              <a:latin typeface="Times New Roman" panose="02020603050405020304" pitchFamily="18" charset="0"/>
              <a:ea typeface="+mn-ea"/>
            </a:endParaRPr>
          </a:p>
          <a:p>
            <a:pPr algn="l" rtl="0" eaLnBrk="0">
              <a:lnSpc>
                <a:spcPct val="100000"/>
              </a:lnSpc>
              <a:spcBef>
                <a:spcPts val="400"/>
              </a:spcBef>
              <a:buClrTx/>
              <a:buSzTx/>
              <a:buFontTx/>
            </a:pPr>
            <a:r>
              <a:rPr lang="zh-CN" altLang="en-US" sz="2000" b="1" kern="0" dirty="0">
                <a:latin typeface="Times New Roman" panose="02020603050405020304" pitchFamily="18" charset="0"/>
                <a:ea typeface="+mn-ea"/>
              </a:rPr>
              <a:t>先证明谁是老实人，假设为：</a:t>
            </a:r>
            <a:r>
              <a:rPr lang="en-US" altLang="zh-CN" sz="2000" b="1" kern="0" dirty="0">
                <a:latin typeface="Times New Roman" panose="02020603050405020304" pitchFamily="18" charset="0"/>
                <a:ea typeface="+mn-ea"/>
              </a:rPr>
              <a:t>T(x)</a:t>
            </a:r>
            <a:endParaRPr lang="en-US" altLang="zh-CN" sz="2000" b="1" kern="0" dirty="0">
              <a:latin typeface="Times New Roman" panose="02020603050405020304" pitchFamily="18" charset="0"/>
              <a:ea typeface="+mn-ea"/>
            </a:endParaRPr>
          </a:p>
          <a:p>
            <a:pPr algn="l" rtl="0" eaLnBrk="0">
              <a:lnSpc>
                <a:spcPct val="100000"/>
              </a:lnSpc>
              <a:spcBef>
                <a:spcPts val="400"/>
              </a:spcBef>
              <a:buClrTx/>
              <a:buSzTx/>
              <a:buFontTx/>
            </a:pPr>
            <a:r>
              <a:rPr lang="zh-CN" altLang="en-US" sz="2000" b="1" kern="0" dirty="0">
                <a:latin typeface="Times New Roman" panose="02020603050405020304" pitchFamily="18" charset="0"/>
                <a:ea typeface="+mn-ea"/>
              </a:rPr>
              <a:t>并把它否定后与</a:t>
            </a:r>
            <a:r>
              <a:rPr lang="en-US" altLang="zh-CN" sz="2000" b="1" kern="0" dirty="0">
                <a:latin typeface="Times New Roman" panose="02020603050405020304" pitchFamily="18" charset="0"/>
                <a:ea typeface="+mn-ea"/>
              </a:rPr>
              <a:t> ANSWER</a:t>
            </a:r>
            <a:r>
              <a:rPr lang="zh-CN" altLang="en-US" sz="2000" kern="0" dirty="0">
                <a:latin typeface="Times New Roman" panose="02020603050405020304" pitchFamily="18" charset="0"/>
                <a:ea typeface="+mn-ea"/>
                <a:sym typeface="+mn-ea"/>
              </a:rPr>
              <a:t>(x)</a:t>
            </a:r>
            <a:r>
              <a:rPr lang="zh-CN" altLang="en-US" sz="2000" b="1" kern="0" dirty="0">
                <a:latin typeface="Times New Roman" panose="02020603050405020304" pitchFamily="18" charset="0"/>
                <a:ea typeface="+mn-ea"/>
              </a:rPr>
              <a:t>析取：</a:t>
            </a:r>
            <a:r>
              <a:rPr lang="en-US" altLang="zh-CN" sz="2000" dirty="0">
                <a:latin typeface="宋体" panose="02010600030101010101" pitchFamily="2" charset="-122"/>
                <a:sym typeface="+mn-ea"/>
              </a:rPr>
              <a:t>﹁</a:t>
            </a:r>
            <a:r>
              <a:rPr lang="en-US" altLang="zh-CN" sz="2000" kern="0" dirty="0">
                <a:latin typeface="Times New Roman" panose="02020603050405020304" pitchFamily="18" charset="0"/>
                <a:ea typeface="+mn-ea"/>
                <a:sym typeface="+mn-ea"/>
              </a:rPr>
              <a:t>T(x)</a:t>
            </a:r>
            <a:r>
              <a:rPr lang="zh-CN" altLang="en-US" sz="2000" dirty="0">
                <a:latin typeface="宋体" panose="02010600030101010101" pitchFamily="2" charset="-122"/>
                <a:sym typeface="+mn-ea"/>
              </a:rPr>
              <a:t>∨</a:t>
            </a:r>
            <a:r>
              <a:rPr lang="en-US" altLang="zh-CN" sz="2000" b="1" kern="0" dirty="0">
                <a:latin typeface="Times New Roman" panose="02020603050405020304" pitchFamily="18" charset="0"/>
                <a:ea typeface="+mn-ea"/>
              </a:rPr>
              <a:t>ANSWER</a:t>
            </a:r>
            <a:r>
              <a:rPr lang="zh-CN" altLang="en-US" sz="2000" b="1" kern="0" dirty="0">
                <a:latin typeface="Times New Roman" panose="02020603050405020304" pitchFamily="18" charset="0"/>
                <a:ea typeface="+mn-ea"/>
              </a:rPr>
              <a:t>(x)</a:t>
            </a:r>
            <a:endParaRPr lang="zh-CN" altLang="en-US" sz="2000" b="1" kern="0" dirty="0">
              <a:latin typeface="Times New Roman" panose="02020603050405020304" pitchFamily="18" charset="0"/>
              <a:ea typeface="+mn-ea"/>
            </a:endParaRPr>
          </a:p>
          <a:p>
            <a:pPr algn="l" rtl="0" eaLnBrk="0">
              <a:lnSpc>
                <a:spcPct val="100000"/>
              </a:lnSpc>
              <a:spcBef>
                <a:spcPts val="400"/>
              </a:spcBef>
              <a:buClrTx/>
              <a:buSzTx/>
              <a:buFontTx/>
            </a:pPr>
            <a:endParaRPr lang="en-US" altLang="zh-CN" sz="2000" b="1" kern="0" dirty="0">
              <a:solidFill>
                <a:srgbClr val="FF0000"/>
              </a:solidFill>
              <a:latin typeface="Times New Roman" panose="02020603050405020304" pitchFamily="18" charset="0"/>
              <a:ea typeface="+mn-ea"/>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4">
                                            <p:txEl>
                                              <p:pRg st="1" end="1"/>
                                            </p:txEl>
                                          </p:spTgt>
                                        </p:tgtEl>
                                        <p:attrNameLst>
                                          <p:attrName>style.visibility</p:attrName>
                                        </p:attrNameLst>
                                      </p:cBhvr>
                                      <p:to>
                                        <p:strVal val="visible"/>
                                      </p:to>
                                    </p:set>
                                    <p:anim calcmode="lin" valueType="num">
                                      <p:cBhvr additive="base">
                                        <p:cTn id="7" dur="500" fill="hold"/>
                                        <p:tgtEl>
                                          <p:spTgt spid="25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54">
                                            <p:txEl>
                                              <p:pRg st="2" end="2"/>
                                            </p:txEl>
                                          </p:spTgt>
                                        </p:tgtEl>
                                        <p:attrNameLst>
                                          <p:attrName>style.visibility</p:attrName>
                                        </p:attrNameLst>
                                      </p:cBhvr>
                                      <p:to>
                                        <p:strVal val="visible"/>
                                      </p:to>
                                    </p:set>
                                    <p:anim calcmode="lin" valueType="num">
                                      <p:cBhvr additive="base">
                                        <p:cTn id="13" dur="500" fill="hold"/>
                                        <p:tgtEl>
                                          <p:spTgt spid="25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5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54">
                                            <p:txEl>
                                              <p:pRg st="3" end="3"/>
                                            </p:txEl>
                                          </p:spTgt>
                                        </p:tgtEl>
                                        <p:attrNameLst>
                                          <p:attrName>style.visibility</p:attrName>
                                        </p:attrNameLst>
                                      </p:cBhvr>
                                      <p:to>
                                        <p:strVal val="visible"/>
                                      </p:to>
                                    </p:set>
                                    <p:anim calcmode="lin" valueType="num">
                                      <p:cBhvr additive="base">
                                        <p:cTn id="19" dur="500" fill="hold"/>
                                        <p:tgtEl>
                                          <p:spTgt spid="25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5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54">
                                            <p:txEl>
                                              <p:pRg st="4" end="4"/>
                                            </p:txEl>
                                          </p:spTgt>
                                        </p:tgtEl>
                                        <p:attrNameLst>
                                          <p:attrName>style.visibility</p:attrName>
                                        </p:attrNameLst>
                                      </p:cBhvr>
                                      <p:to>
                                        <p:strVal val="visible"/>
                                      </p:to>
                                    </p:set>
                                    <p:anim calcmode="lin" valueType="num">
                                      <p:cBhvr additive="base">
                                        <p:cTn id="25" dur="500" fill="hold"/>
                                        <p:tgtEl>
                                          <p:spTgt spid="25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5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54">
                                            <p:txEl>
                                              <p:pRg st="5" end="5"/>
                                            </p:txEl>
                                          </p:spTgt>
                                        </p:tgtEl>
                                        <p:attrNameLst>
                                          <p:attrName>style.visibility</p:attrName>
                                        </p:attrNameLst>
                                      </p:cBhvr>
                                      <p:to>
                                        <p:strVal val="visible"/>
                                      </p:to>
                                    </p:set>
                                    <p:anim calcmode="lin" valueType="num">
                                      <p:cBhvr additive="base">
                                        <p:cTn id="31" dur="500" fill="hold"/>
                                        <p:tgtEl>
                                          <p:spTgt spid="254">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5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54">
                                            <p:txEl>
                                              <p:pRg st="6" end="6"/>
                                            </p:txEl>
                                          </p:spTgt>
                                        </p:tgtEl>
                                        <p:attrNameLst>
                                          <p:attrName>style.visibility</p:attrName>
                                        </p:attrNameLst>
                                      </p:cBhvr>
                                      <p:to>
                                        <p:strVal val="visible"/>
                                      </p:to>
                                    </p:set>
                                    <p:anim calcmode="lin" valueType="num">
                                      <p:cBhvr additive="base">
                                        <p:cTn id="37" dur="500" fill="hold"/>
                                        <p:tgtEl>
                                          <p:spTgt spid="254">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5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54">
                                            <p:txEl>
                                              <p:pRg st="7" end="7"/>
                                            </p:txEl>
                                          </p:spTgt>
                                        </p:tgtEl>
                                        <p:attrNameLst>
                                          <p:attrName>style.visibility</p:attrName>
                                        </p:attrNameLst>
                                      </p:cBhvr>
                                      <p:to>
                                        <p:strVal val="visible"/>
                                      </p:to>
                                    </p:set>
                                    <p:anim calcmode="lin" valueType="num">
                                      <p:cBhvr additive="base">
                                        <p:cTn id="43" dur="500" fill="hold"/>
                                        <p:tgtEl>
                                          <p:spTgt spid="254">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5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54">
                                            <p:txEl>
                                              <p:pRg st="8" end="8"/>
                                            </p:txEl>
                                          </p:spTgt>
                                        </p:tgtEl>
                                        <p:attrNameLst>
                                          <p:attrName>style.visibility</p:attrName>
                                        </p:attrNameLst>
                                      </p:cBhvr>
                                      <p:to>
                                        <p:strVal val="visible"/>
                                      </p:to>
                                    </p:set>
                                    <p:anim calcmode="lin" valueType="num">
                                      <p:cBhvr additive="base">
                                        <p:cTn id="49" dur="500" fill="hold"/>
                                        <p:tgtEl>
                                          <p:spTgt spid="254">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5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54">
                                            <p:txEl>
                                              <p:pRg st="9" end="9"/>
                                            </p:txEl>
                                          </p:spTgt>
                                        </p:tgtEl>
                                        <p:attrNameLst>
                                          <p:attrName>style.visibility</p:attrName>
                                        </p:attrNameLst>
                                      </p:cBhvr>
                                      <p:to>
                                        <p:strVal val="visible"/>
                                      </p:to>
                                    </p:set>
                                    <p:anim calcmode="lin" valueType="num">
                                      <p:cBhvr additive="base">
                                        <p:cTn id="55" dur="500" fill="hold"/>
                                        <p:tgtEl>
                                          <p:spTgt spid="254">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5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254">
                                            <p:txEl>
                                              <p:pRg st="10" end="10"/>
                                            </p:txEl>
                                          </p:spTgt>
                                        </p:tgtEl>
                                        <p:attrNameLst>
                                          <p:attrName>style.visibility</p:attrName>
                                        </p:attrNameLst>
                                      </p:cBhvr>
                                      <p:to>
                                        <p:strVal val="visible"/>
                                      </p:to>
                                    </p:set>
                                    <p:anim calcmode="lin" valueType="num">
                                      <p:cBhvr additive="base">
                                        <p:cTn id="61" dur="500" fill="hold"/>
                                        <p:tgtEl>
                                          <p:spTgt spid="254">
                                            <p:txEl>
                                              <p:pRg st="10" end="1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254">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03428"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3.6  </a:t>
            </a:r>
            <a:r>
              <a:rPr lang="zh-CN" altLang="en-US" sz="3600" b="0" dirty="0">
                <a:latin typeface="Times New Roman" panose="02020603050405020304" pitchFamily="18" charset="0"/>
                <a:ea typeface="黑体" panose="02010609060101010101" pitchFamily="49" charset="-122"/>
              </a:rPr>
              <a:t>应用归结原理求解问题</a:t>
            </a:r>
            <a:endParaRPr lang="zh-CN" altLang="en-US" sz="3600" b="0" dirty="0">
              <a:latin typeface="Times New Roman" panose="02020603050405020304" pitchFamily="18" charset="0"/>
              <a:ea typeface="黑体" panose="02010609060101010101" pitchFamily="49" charset="-122"/>
            </a:endParaRPr>
          </a:p>
        </p:txBody>
      </p:sp>
      <p:sp>
        <p:nvSpPr>
          <p:cNvPr id="143367" name="Rectangle 7"/>
          <p:cNvSpPr>
            <a:spLocks noGrp="1"/>
          </p:cNvSpPr>
          <p:nvPr/>
        </p:nvSpPr>
        <p:spPr>
          <a:xfrm>
            <a:off x="250825" y="1022350"/>
            <a:ext cx="8642350" cy="854075"/>
          </a:xfrm>
          <a:prstGeom prst="rect">
            <a:avLst/>
          </a:prstGeom>
          <a:noFill/>
          <a:ln w="9525">
            <a:noFill/>
          </a:ln>
        </p:spPr>
        <p:txBody>
          <a:bodyPr vert="horz" wrap="square" lIns="91440" tIns="45720" rIns="91440" bIns="45720" anchor="t" anchorCtr="0"/>
          <a:lst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a:lstStyle>
          <a:p>
            <a:pPr algn="just" eaLnBrk="1" hangingPunct="1">
              <a:lnSpc>
                <a:spcPct val="110000"/>
              </a:lnSpc>
              <a:spcBef>
                <a:spcPct val="30000"/>
              </a:spcBef>
              <a:buFont typeface="Wingdings" panose="05000000000000000000" pitchFamily="2" charset="2"/>
              <a:buChar char="§"/>
            </a:pPr>
            <a:r>
              <a:rPr lang="en-US" altLang="zh-CN" sz="2800" b="1" kern="0" noProof="0">
                <a:ln>
                  <a:noFill/>
                </a:ln>
                <a:effectLst/>
                <a:uLnTx/>
                <a:uFillTx/>
                <a:latin typeface="Times New Roman" panose="02020603050405020304" pitchFamily="18" charset="0"/>
                <a:cs typeface="Times New Roman" panose="02020603050405020304" pitchFamily="18" charset="0"/>
              </a:rPr>
              <a:t>例3.12：</a:t>
            </a:r>
            <a:endParaRPr lang="en-US" altLang="zh-CN" kern="0" noProof="0">
              <a:ln>
                <a:noFill/>
              </a:ln>
              <a:effectLst/>
              <a:uLnTx/>
              <a:uFillTx/>
              <a:latin typeface="Times New Roman" panose="02020603050405020304" pitchFamily="18" charset="0"/>
              <a:cs typeface="Times New Roman" panose="02020603050405020304" pitchFamily="18" charset="0"/>
            </a:endParaRPr>
          </a:p>
        </p:txBody>
      </p:sp>
      <p:sp>
        <p:nvSpPr>
          <p:cNvPr id="254" name="textbox 254"/>
          <p:cNvSpPr/>
          <p:nvPr/>
        </p:nvSpPr>
        <p:spPr>
          <a:xfrm>
            <a:off x="685800" y="1676400"/>
            <a:ext cx="6554470" cy="359410"/>
          </a:xfrm>
          <a:prstGeom prst="rect">
            <a:avLst/>
          </a:prstGeom>
          <a:noFill/>
          <a:ln w="0" cap="flat">
            <a:noFill/>
            <a:prstDash val="solid"/>
            <a:miter lim="0"/>
          </a:ln>
        </p:spPr>
        <p:txBody>
          <a:bodyPr vert="horz" wrap="square" lIns="0" tIns="0" rIns="0" bIns="0"/>
          <a:p>
            <a:pPr algn="l" rtl="0" eaLnBrk="0">
              <a:lnSpc>
                <a:spcPct val="100000"/>
              </a:lnSpc>
              <a:spcBef>
                <a:spcPts val="400"/>
              </a:spcBef>
              <a:buClrTx/>
              <a:buSzTx/>
              <a:buFontTx/>
            </a:pPr>
            <a:r>
              <a:rPr sz="2000" kern="0" spc="-20" dirty="0">
                <a:solidFill>
                  <a:srgbClr val="000000">
                    <a:alpha val="100000"/>
                  </a:srgbClr>
                </a:solidFill>
                <a:latin typeface="宋体" panose="02010600030101010101" pitchFamily="2" charset="-122"/>
                <a:cs typeface="宋体" panose="02010600030101010101" pitchFamily="2" charset="-122"/>
                <a:sym typeface="+mn-ea"/>
              </a:rPr>
              <a:t>应用消解原理</a:t>
            </a:r>
            <a:r>
              <a:rPr sz="2000" kern="0" spc="-30" dirty="0">
                <a:solidFill>
                  <a:srgbClr val="000000">
                    <a:alpha val="100000"/>
                  </a:srgbClr>
                </a:solidFill>
                <a:latin typeface="宋体" panose="02010600030101010101" pitchFamily="2" charset="-122"/>
                <a:cs typeface="宋体" panose="02010600030101010101" pitchFamily="2" charset="-122"/>
                <a:sym typeface="+mn-ea"/>
              </a:rPr>
              <a:t>求出其证明树</a:t>
            </a:r>
            <a:r>
              <a:rPr lang="zh-CN" altLang="en-US" sz="2000" b="1" kern="0" dirty="0">
                <a:latin typeface="Times New Roman" panose="02020603050405020304" pitchFamily="18" charset="0"/>
                <a:ea typeface="+mn-ea"/>
              </a:rPr>
              <a:t>:</a:t>
            </a:r>
            <a:endParaRPr lang="en-US" altLang="zh-CN" sz="2000" b="1" kern="0" dirty="0">
              <a:solidFill>
                <a:srgbClr val="FF0000"/>
              </a:solidFill>
              <a:latin typeface="Times New Roman" panose="02020603050405020304" pitchFamily="18" charset="0"/>
              <a:ea typeface="+mn-ea"/>
            </a:endParaRPr>
          </a:p>
        </p:txBody>
      </p:sp>
      <p:sp>
        <p:nvSpPr>
          <p:cNvPr id="2" name="文本框 1"/>
          <p:cNvSpPr txBox="1"/>
          <p:nvPr/>
        </p:nvSpPr>
        <p:spPr>
          <a:xfrm>
            <a:off x="2209800" y="2286000"/>
            <a:ext cx="2052320" cy="398780"/>
          </a:xfrm>
          <a:prstGeom prst="rect">
            <a:avLst/>
          </a:prstGeom>
        </p:spPr>
        <p:style>
          <a:lnRef idx="3">
            <a:schemeClr val="accent1"/>
          </a:lnRef>
          <a:fillRef idx="0">
            <a:srgbClr val="FFFFFF"/>
          </a:fillRef>
          <a:effectRef idx="0">
            <a:srgbClr val="FFFFFF"/>
          </a:effectRef>
          <a:fontRef idx="minor">
            <a:schemeClr val="tx1"/>
          </a:fontRef>
        </p:style>
        <p:txBody>
          <a:bodyPr wrap="square" rtlCol="0" anchor="t">
            <a:spAutoFit/>
          </a:bodyPr>
          <a:p>
            <a:pPr algn="ctr" rtl="0" eaLnBrk="0">
              <a:lnSpc>
                <a:spcPct val="100000"/>
              </a:lnSpc>
              <a:spcBef>
                <a:spcPts val="400"/>
              </a:spcBef>
              <a:buClrTx/>
              <a:buSzTx/>
              <a:buFontTx/>
            </a:pPr>
            <a:r>
              <a:rPr lang="en-US" altLang="zh-CN" sz="2000" dirty="0">
                <a:latin typeface="宋体" panose="02010600030101010101" pitchFamily="2" charset="-122"/>
                <a:sym typeface="+mn-ea"/>
              </a:rPr>
              <a:t>﹁</a:t>
            </a:r>
            <a:r>
              <a:rPr lang="zh-CN" altLang="en-US" sz="2000" kern="0" dirty="0">
                <a:latin typeface="Times New Roman" panose="02020603050405020304" pitchFamily="18" charset="0"/>
                <a:ea typeface="+mn-ea"/>
                <a:sym typeface="+mn-ea"/>
              </a:rPr>
              <a:t>T(A)</a:t>
            </a:r>
            <a:r>
              <a:rPr lang="zh-CN" altLang="en-US" sz="2000" dirty="0">
                <a:latin typeface="宋体" panose="02010600030101010101" pitchFamily="2" charset="-122"/>
                <a:sym typeface="+mn-ea"/>
              </a:rPr>
              <a:t>∨</a:t>
            </a:r>
            <a:r>
              <a:rPr lang="en-US" altLang="zh-CN" sz="2000" dirty="0">
                <a:latin typeface="宋体" panose="02010600030101010101" pitchFamily="2" charset="-122"/>
                <a:sym typeface="+mn-ea"/>
              </a:rPr>
              <a:t>﹁</a:t>
            </a:r>
            <a:r>
              <a:rPr lang="zh-CN" altLang="en-US" sz="2000" kern="0" dirty="0">
                <a:latin typeface="Times New Roman" panose="02020603050405020304" pitchFamily="18" charset="0"/>
                <a:ea typeface="+mn-ea"/>
                <a:sym typeface="+mn-ea"/>
              </a:rPr>
              <a:t>T(B)</a:t>
            </a:r>
            <a:endParaRPr lang="zh-CN" altLang="en-US" sz="2000" kern="0" dirty="0">
              <a:latin typeface="Times New Roman" panose="02020603050405020304" pitchFamily="18" charset="0"/>
              <a:ea typeface="+mn-ea"/>
              <a:sym typeface="+mn-ea"/>
            </a:endParaRPr>
          </a:p>
        </p:txBody>
      </p:sp>
      <p:sp>
        <p:nvSpPr>
          <p:cNvPr id="3" name="文本框 2"/>
          <p:cNvSpPr txBox="1"/>
          <p:nvPr/>
        </p:nvSpPr>
        <p:spPr>
          <a:xfrm>
            <a:off x="4876800" y="2286000"/>
            <a:ext cx="2052320" cy="398780"/>
          </a:xfrm>
          <a:prstGeom prst="rect">
            <a:avLst/>
          </a:prstGeom>
        </p:spPr>
        <p:style>
          <a:lnRef idx="3">
            <a:schemeClr val="accent1"/>
          </a:lnRef>
          <a:fillRef idx="0">
            <a:srgbClr val="FFFFFF"/>
          </a:fillRef>
          <a:effectRef idx="0">
            <a:srgbClr val="FFFFFF"/>
          </a:effectRef>
          <a:fontRef idx="minor">
            <a:schemeClr val="tx1"/>
          </a:fontRef>
        </p:style>
        <p:txBody>
          <a:bodyPr wrap="square" rtlCol="0" anchor="t">
            <a:spAutoFit/>
          </a:bodyPr>
          <a:p>
            <a:pPr algn="ctr" rtl="0" eaLnBrk="0">
              <a:lnSpc>
                <a:spcPct val="100000"/>
              </a:lnSpc>
              <a:spcBef>
                <a:spcPts val="400"/>
              </a:spcBef>
              <a:buClrTx/>
              <a:buSzTx/>
              <a:buFontTx/>
            </a:pPr>
            <a:r>
              <a:rPr lang="zh-CN" altLang="en-US" sz="2000" kern="0" dirty="0">
                <a:latin typeface="Times New Roman" panose="02020603050405020304" pitchFamily="18" charset="0"/>
                <a:sym typeface="+mn-ea"/>
              </a:rPr>
              <a:t>T(B)</a:t>
            </a:r>
            <a:r>
              <a:rPr lang="zh-CN" altLang="en-US" sz="2000" dirty="0">
                <a:latin typeface="宋体" panose="02010600030101010101" pitchFamily="2" charset="-122"/>
                <a:sym typeface="+mn-ea"/>
              </a:rPr>
              <a:t>∨</a:t>
            </a:r>
            <a:r>
              <a:rPr lang="zh-CN" altLang="en-US" sz="2000" kern="0" dirty="0">
                <a:latin typeface="Times New Roman" panose="02020603050405020304" pitchFamily="18" charset="0"/>
                <a:sym typeface="+mn-ea"/>
              </a:rPr>
              <a:t>T(C)</a:t>
            </a:r>
            <a:endParaRPr lang="zh-CN" altLang="en-US" sz="2000" kern="0" dirty="0">
              <a:latin typeface="Times New Roman" panose="02020603050405020304" pitchFamily="18" charset="0"/>
              <a:ea typeface="+mn-ea"/>
              <a:sym typeface="+mn-ea"/>
            </a:endParaRPr>
          </a:p>
        </p:txBody>
      </p:sp>
      <p:cxnSp>
        <p:nvCxnSpPr>
          <p:cNvPr id="4" name="直接连接符 3"/>
          <p:cNvCxnSpPr>
            <a:stCxn id="2" idx="2"/>
            <a:endCxn id="5" idx="0"/>
          </p:cNvCxnSpPr>
          <p:nvPr/>
        </p:nvCxnSpPr>
        <p:spPr>
          <a:xfrm>
            <a:off x="3235960" y="2684780"/>
            <a:ext cx="1336040" cy="668020"/>
          </a:xfrm>
          <a:prstGeom prst="line">
            <a:avLst/>
          </a:prstGeom>
          <a:solidFill>
            <a:srgbClr val="FFFF99"/>
          </a:solidFill>
          <a:ln w="28575" cap="flat" cmpd="sng" algn="ctr">
            <a:solidFill>
              <a:srgbClr val="993300"/>
            </a:solidFill>
            <a:prstDash val="solid"/>
            <a:round/>
            <a:headEnd type="none" w="med" len="med"/>
            <a:tailEnd type="none" w="med" len="med"/>
          </a:ln>
        </p:spPr>
      </p:cxnSp>
      <p:sp>
        <p:nvSpPr>
          <p:cNvPr id="5" name="文本框 4"/>
          <p:cNvSpPr txBox="1"/>
          <p:nvPr/>
        </p:nvSpPr>
        <p:spPr>
          <a:xfrm>
            <a:off x="3545840" y="3352800"/>
            <a:ext cx="2052320" cy="398780"/>
          </a:xfrm>
          <a:prstGeom prst="rect">
            <a:avLst/>
          </a:prstGeom>
        </p:spPr>
        <p:style>
          <a:lnRef idx="3">
            <a:schemeClr val="accent1"/>
          </a:lnRef>
          <a:fillRef idx="0">
            <a:srgbClr val="FFFFFF"/>
          </a:fillRef>
          <a:effectRef idx="0">
            <a:srgbClr val="FFFFFF"/>
          </a:effectRef>
          <a:fontRef idx="minor">
            <a:schemeClr val="tx1"/>
          </a:fontRef>
        </p:style>
        <p:txBody>
          <a:bodyPr wrap="square" rtlCol="0" anchor="t">
            <a:spAutoFit/>
          </a:bodyPr>
          <a:p>
            <a:pPr algn="ctr" rtl="0" eaLnBrk="0">
              <a:lnSpc>
                <a:spcPct val="100000"/>
              </a:lnSpc>
              <a:spcBef>
                <a:spcPts val="400"/>
              </a:spcBef>
              <a:buClrTx/>
              <a:buSzTx/>
              <a:buFontTx/>
            </a:pPr>
            <a:r>
              <a:rPr lang="en-US" altLang="zh-CN" sz="2000" dirty="0">
                <a:latin typeface="宋体" panose="02010600030101010101" pitchFamily="2" charset="-122"/>
                <a:sym typeface="+mn-ea"/>
              </a:rPr>
              <a:t>﹁</a:t>
            </a:r>
            <a:r>
              <a:rPr lang="zh-CN" altLang="en-US" sz="2000" kern="0" dirty="0">
                <a:latin typeface="Times New Roman" panose="02020603050405020304" pitchFamily="18" charset="0"/>
                <a:sym typeface="+mn-ea"/>
              </a:rPr>
              <a:t>T(A)</a:t>
            </a:r>
            <a:r>
              <a:rPr lang="zh-CN" altLang="en-US" sz="2000" dirty="0">
                <a:latin typeface="宋体" panose="02010600030101010101" pitchFamily="2" charset="-122"/>
                <a:sym typeface="+mn-ea"/>
              </a:rPr>
              <a:t>∨</a:t>
            </a:r>
            <a:r>
              <a:rPr lang="zh-CN" altLang="en-US" sz="2000" kern="0" dirty="0">
                <a:latin typeface="Times New Roman" panose="02020603050405020304" pitchFamily="18" charset="0"/>
                <a:sym typeface="+mn-ea"/>
              </a:rPr>
              <a:t>T(C)</a:t>
            </a:r>
            <a:endParaRPr lang="zh-CN" altLang="en-US" sz="2000" kern="0" dirty="0">
              <a:latin typeface="Times New Roman" panose="02020603050405020304" pitchFamily="18" charset="0"/>
              <a:ea typeface="+mn-ea"/>
              <a:sym typeface="+mn-ea"/>
            </a:endParaRPr>
          </a:p>
        </p:txBody>
      </p:sp>
      <p:cxnSp>
        <p:nvCxnSpPr>
          <p:cNvPr id="6" name="直接连接符 5"/>
          <p:cNvCxnSpPr>
            <a:stCxn id="5" idx="0"/>
            <a:endCxn id="3" idx="2"/>
          </p:cNvCxnSpPr>
          <p:nvPr/>
        </p:nvCxnSpPr>
        <p:spPr>
          <a:xfrm flipV="1">
            <a:off x="4572000" y="2684780"/>
            <a:ext cx="1330960" cy="668020"/>
          </a:xfrm>
          <a:prstGeom prst="line">
            <a:avLst/>
          </a:prstGeom>
          <a:solidFill>
            <a:srgbClr val="FFFF99"/>
          </a:solidFill>
          <a:ln w="28575" cap="flat" cmpd="sng" algn="ctr">
            <a:solidFill>
              <a:srgbClr val="993300"/>
            </a:solidFill>
            <a:prstDash val="solid"/>
            <a:round/>
            <a:headEnd type="none" w="med" len="med"/>
            <a:tailEnd type="none" w="med" len="med"/>
          </a:ln>
        </p:spPr>
      </p:cxnSp>
      <p:sp>
        <p:nvSpPr>
          <p:cNvPr id="7" name="文本框 6"/>
          <p:cNvSpPr txBox="1"/>
          <p:nvPr/>
        </p:nvSpPr>
        <p:spPr>
          <a:xfrm>
            <a:off x="6629400" y="3352800"/>
            <a:ext cx="2052320" cy="398780"/>
          </a:xfrm>
          <a:prstGeom prst="rect">
            <a:avLst/>
          </a:prstGeom>
        </p:spPr>
        <p:style>
          <a:lnRef idx="3">
            <a:schemeClr val="accent1"/>
          </a:lnRef>
          <a:fillRef idx="0">
            <a:srgbClr val="FFFFFF"/>
          </a:fillRef>
          <a:effectRef idx="0">
            <a:srgbClr val="FFFFFF"/>
          </a:effectRef>
          <a:fontRef idx="minor">
            <a:schemeClr val="tx1"/>
          </a:fontRef>
        </p:style>
        <p:txBody>
          <a:bodyPr wrap="square" rtlCol="0" anchor="t">
            <a:spAutoFit/>
          </a:bodyPr>
          <a:p>
            <a:pPr algn="ctr" rtl="0" eaLnBrk="0">
              <a:lnSpc>
                <a:spcPct val="100000"/>
              </a:lnSpc>
              <a:spcBef>
                <a:spcPts val="400"/>
              </a:spcBef>
              <a:buClrTx/>
              <a:buSzTx/>
              <a:buFontTx/>
            </a:pPr>
            <a:r>
              <a:rPr lang="zh-CN" altLang="en-US" sz="2000" kern="0" dirty="0">
                <a:latin typeface="Times New Roman" panose="02020603050405020304" pitchFamily="18" charset="0"/>
                <a:sym typeface="+mn-ea"/>
              </a:rPr>
              <a:t>T(A)</a:t>
            </a:r>
            <a:r>
              <a:rPr lang="zh-CN" altLang="en-US" sz="2000" dirty="0">
                <a:latin typeface="宋体" panose="02010600030101010101" pitchFamily="2" charset="-122"/>
                <a:sym typeface="+mn-ea"/>
              </a:rPr>
              <a:t>∨</a:t>
            </a:r>
            <a:r>
              <a:rPr lang="zh-CN" altLang="en-US" sz="2000" kern="0" dirty="0">
                <a:latin typeface="Times New Roman" panose="02020603050405020304" pitchFamily="18" charset="0"/>
                <a:sym typeface="+mn-ea"/>
              </a:rPr>
              <a:t>T(C)</a:t>
            </a:r>
            <a:endParaRPr lang="zh-CN" altLang="en-US" sz="2000" kern="0" dirty="0">
              <a:latin typeface="Times New Roman" panose="02020603050405020304" pitchFamily="18" charset="0"/>
              <a:ea typeface="+mn-ea"/>
              <a:sym typeface="+mn-ea"/>
            </a:endParaRPr>
          </a:p>
        </p:txBody>
      </p:sp>
      <p:cxnSp>
        <p:nvCxnSpPr>
          <p:cNvPr id="8" name="直接连接符 7"/>
          <p:cNvCxnSpPr>
            <a:stCxn id="5" idx="2"/>
            <a:endCxn id="9" idx="0"/>
          </p:cNvCxnSpPr>
          <p:nvPr/>
        </p:nvCxnSpPr>
        <p:spPr>
          <a:xfrm>
            <a:off x="4572000" y="3751580"/>
            <a:ext cx="1711960" cy="668020"/>
          </a:xfrm>
          <a:prstGeom prst="line">
            <a:avLst/>
          </a:prstGeom>
          <a:solidFill>
            <a:srgbClr val="FFFF99"/>
          </a:solidFill>
          <a:ln w="28575" cap="flat" cmpd="sng" algn="ctr">
            <a:solidFill>
              <a:srgbClr val="993300"/>
            </a:solidFill>
            <a:prstDash val="solid"/>
            <a:round/>
            <a:headEnd type="none" w="med" len="med"/>
            <a:tailEnd type="none" w="med" len="med"/>
          </a:ln>
        </p:spPr>
      </p:cxnSp>
      <p:sp>
        <p:nvSpPr>
          <p:cNvPr id="9" name="文本框 8"/>
          <p:cNvSpPr txBox="1"/>
          <p:nvPr/>
        </p:nvSpPr>
        <p:spPr>
          <a:xfrm>
            <a:off x="5257800" y="4419600"/>
            <a:ext cx="2052320" cy="398780"/>
          </a:xfrm>
          <a:prstGeom prst="rect">
            <a:avLst/>
          </a:prstGeom>
        </p:spPr>
        <p:style>
          <a:lnRef idx="3">
            <a:schemeClr val="accent1"/>
          </a:lnRef>
          <a:fillRef idx="0">
            <a:srgbClr val="FFFFFF"/>
          </a:fillRef>
          <a:effectRef idx="0">
            <a:srgbClr val="FFFFFF"/>
          </a:effectRef>
          <a:fontRef idx="minor">
            <a:schemeClr val="tx1"/>
          </a:fontRef>
        </p:style>
        <p:txBody>
          <a:bodyPr wrap="square" rtlCol="0" anchor="t">
            <a:spAutoFit/>
          </a:bodyPr>
          <a:p>
            <a:pPr algn="ctr" rtl="0" eaLnBrk="0">
              <a:lnSpc>
                <a:spcPct val="100000"/>
              </a:lnSpc>
              <a:spcBef>
                <a:spcPts val="400"/>
              </a:spcBef>
              <a:buClrTx/>
              <a:buSzTx/>
              <a:buFontTx/>
            </a:pPr>
            <a:r>
              <a:rPr lang="zh-CN" altLang="en-US" sz="2000" kern="0" dirty="0">
                <a:latin typeface="Times New Roman" panose="02020603050405020304" pitchFamily="18" charset="0"/>
                <a:sym typeface="+mn-ea"/>
              </a:rPr>
              <a:t>T(C)</a:t>
            </a:r>
            <a:endParaRPr lang="zh-CN" altLang="en-US" sz="2000" kern="0" dirty="0">
              <a:latin typeface="Times New Roman" panose="02020603050405020304" pitchFamily="18" charset="0"/>
              <a:ea typeface="+mn-ea"/>
              <a:sym typeface="+mn-ea"/>
            </a:endParaRPr>
          </a:p>
        </p:txBody>
      </p:sp>
      <p:cxnSp>
        <p:nvCxnSpPr>
          <p:cNvPr id="10" name="直接连接符 9"/>
          <p:cNvCxnSpPr>
            <a:stCxn id="7" idx="2"/>
            <a:endCxn id="9" idx="0"/>
          </p:cNvCxnSpPr>
          <p:nvPr/>
        </p:nvCxnSpPr>
        <p:spPr>
          <a:xfrm flipH="1">
            <a:off x="6283960" y="3751580"/>
            <a:ext cx="1371600" cy="668020"/>
          </a:xfrm>
          <a:prstGeom prst="line">
            <a:avLst/>
          </a:prstGeom>
          <a:solidFill>
            <a:srgbClr val="FFFF99"/>
          </a:solidFill>
          <a:ln w="28575" cap="flat" cmpd="sng" algn="ctr">
            <a:solidFill>
              <a:srgbClr val="993300"/>
            </a:solidFill>
            <a:prstDash val="solid"/>
            <a:round/>
            <a:headEnd type="none" w="med" len="med"/>
            <a:tailEnd type="none" w="med" len="med"/>
          </a:ln>
        </p:spPr>
      </p:cxnSp>
      <p:sp>
        <p:nvSpPr>
          <p:cNvPr id="11" name="文本框 10"/>
          <p:cNvSpPr txBox="1"/>
          <p:nvPr/>
        </p:nvSpPr>
        <p:spPr>
          <a:xfrm>
            <a:off x="914400" y="4419600"/>
            <a:ext cx="3073400" cy="398780"/>
          </a:xfrm>
          <a:prstGeom prst="rect">
            <a:avLst/>
          </a:prstGeom>
        </p:spPr>
        <p:style>
          <a:lnRef idx="3">
            <a:schemeClr val="accent1"/>
          </a:lnRef>
          <a:fillRef idx="0">
            <a:srgbClr val="FFFFFF"/>
          </a:fillRef>
          <a:effectRef idx="0">
            <a:srgbClr val="FFFFFF"/>
          </a:effectRef>
          <a:fontRef idx="minor">
            <a:schemeClr val="tx1"/>
          </a:fontRef>
        </p:style>
        <p:txBody>
          <a:bodyPr wrap="square" rtlCol="0" anchor="t">
            <a:spAutoFit/>
          </a:bodyPr>
          <a:p>
            <a:pPr algn="ctr" rtl="0" eaLnBrk="0">
              <a:lnSpc>
                <a:spcPct val="100000"/>
              </a:lnSpc>
              <a:spcBef>
                <a:spcPts val="400"/>
              </a:spcBef>
              <a:buClrTx/>
              <a:buSzTx/>
              <a:buFontTx/>
            </a:pPr>
            <a:r>
              <a:rPr lang="en-US" altLang="zh-CN" sz="2000" dirty="0">
                <a:latin typeface="宋体" panose="02010600030101010101" pitchFamily="2" charset="-122"/>
                <a:sym typeface="+mn-ea"/>
              </a:rPr>
              <a:t>﹁</a:t>
            </a:r>
            <a:r>
              <a:rPr lang="en-US" altLang="zh-CN" sz="2000" kern="0" dirty="0">
                <a:latin typeface="Times New Roman" panose="02020603050405020304" pitchFamily="18" charset="0"/>
                <a:sym typeface="+mn-ea"/>
              </a:rPr>
              <a:t>T(x)</a:t>
            </a:r>
            <a:r>
              <a:rPr lang="zh-CN" altLang="en-US" sz="2000" dirty="0">
                <a:latin typeface="宋体" panose="02010600030101010101" pitchFamily="2" charset="-122"/>
                <a:sym typeface="+mn-ea"/>
              </a:rPr>
              <a:t>∨</a:t>
            </a:r>
            <a:r>
              <a:rPr lang="en-US" altLang="zh-CN" sz="2000" kern="0" dirty="0">
                <a:latin typeface="Times New Roman" panose="02020603050405020304" pitchFamily="18" charset="0"/>
                <a:sym typeface="+mn-ea"/>
              </a:rPr>
              <a:t>ANSWER</a:t>
            </a:r>
            <a:r>
              <a:rPr lang="zh-CN" altLang="en-US" sz="2000" kern="0" dirty="0">
                <a:latin typeface="Times New Roman" panose="02020603050405020304" pitchFamily="18" charset="0"/>
                <a:sym typeface="+mn-ea"/>
              </a:rPr>
              <a:t>(x)</a:t>
            </a:r>
            <a:endParaRPr lang="zh-CN" altLang="en-US" sz="2000" kern="0" dirty="0">
              <a:latin typeface="Times New Roman" panose="02020603050405020304" pitchFamily="18" charset="0"/>
              <a:ea typeface="+mn-ea"/>
              <a:sym typeface="+mn-ea"/>
            </a:endParaRPr>
          </a:p>
        </p:txBody>
      </p:sp>
      <p:cxnSp>
        <p:nvCxnSpPr>
          <p:cNvPr id="12" name="直接连接符 11"/>
          <p:cNvCxnSpPr/>
          <p:nvPr/>
        </p:nvCxnSpPr>
        <p:spPr>
          <a:xfrm>
            <a:off x="2451100" y="4818380"/>
            <a:ext cx="2286000" cy="668020"/>
          </a:xfrm>
          <a:prstGeom prst="line">
            <a:avLst/>
          </a:prstGeom>
          <a:solidFill>
            <a:srgbClr val="FFFF99"/>
          </a:solidFill>
          <a:ln w="28575" cap="flat" cmpd="sng" algn="ctr">
            <a:solidFill>
              <a:srgbClr val="993300"/>
            </a:solidFill>
            <a:prstDash val="solid"/>
            <a:round/>
            <a:headEnd type="none" w="med" len="med"/>
            <a:tailEnd type="none" w="med" len="med"/>
          </a:ln>
        </p:spPr>
      </p:cxnSp>
      <p:sp>
        <p:nvSpPr>
          <p:cNvPr id="13" name="文本框 12"/>
          <p:cNvSpPr txBox="1"/>
          <p:nvPr/>
        </p:nvSpPr>
        <p:spPr>
          <a:xfrm>
            <a:off x="3200400" y="5486400"/>
            <a:ext cx="3073400" cy="398780"/>
          </a:xfrm>
          <a:prstGeom prst="rect">
            <a:avLst/>
          </a:prstGeom>
        </p:spPr>
        <p:style>
          <a:lnRef idx="3">
            <a:schemeClr val="accent1"/>
          </a:lnRef>
          <a:fillRef idx="0">
            <a:srgbClr val="FFFFFF"/>
          </a:fillRef>
          <a:effectRef idx="0">
            <a:srgbClr val="FFFFFF"/>
          </a:effectRef>
          <a:fontRef idx="minor">
            <a:schemeClr val="tx1"/>
          </a:fontRef>
        </p:style>
        <p:txBody>
          <a:bodyPr wrap="square" rtlCol="0" anchor="t">
            <a:spAutoFit/>
          </a:bodyPr>
          <a:p>
            <a:pPr algn="ctr" rtl="0" eaLnBrk="0">
              <a:lnSpc>
                <a:spcPct val="100000"/>
              </a:lnSpc>
              <a:spcBef>
                <a:spcPts val="400"/>
              </a:spcBef>
              <a:buClrTx/>
              <a:buSzTx/>
              <a:buFontTx/>
            </a:pPr>
            <a:r>
              <a:rPr lang="en-US" altLang="zh-CN" sz="2000" kern="0" dirty="0">
                <a:latin typeface="Times New Roman" panose="02020603050405020304" pitchFamily="18" charset="0"/>
                <a:sym typeface="+mn-ea"/>
              </a:rPr>
              <a:t>ANSWER</a:t>
            </a:r>
            <a:r>
              <a:rPr lang="zh-CN" altLang="en-US" sz="2000" kern="0" dirty="0">
                <a:latin typeface="Times New Roman" panose="02020603050405020304" pitchFamily="18" charset="0"/>
                <a:sym typeface="+mn-ea"/>
              </a:rPr>
              <a:t>(</a:t>
            </a:r>
            <a:r>
              <a:rPr lang="en-US" altLang="zh-CN" sz="2000" kern="0" dirty="0">
                <a:latin typeface="Times New Roman" panose="02020603050405020304" pitchFamily="18" charset="0"/>
                <a:sym typeface="+mn-ea"/>
              </a:rPr>
              <a:t>C</a:t>
            </a:r>
            <a:r>
              <a:rPr lang="zh-CN" altLang="en-US" sz="2000" kern="0" dirty="0">
                <a:latin typeface="Times New Roman" panose="02020603050405020304" pitchFamily="18" charset="0"/>
                <a:sym typeface="+mn-ea"/>
              </a:rPr>
              <a:t>)</a:t>
            </a:r>
            <a:endParaRPr lang="zh-CN" altLang="en-US" sz="2000" kern="0" dirty="0">
              <a:latin typeface="Times New Roman" panose="02020603050405020304" pitchFamily="18" charset="0"/>
              <a:ea typeface="+mn-ea"/>
              <a:sym typeface="+mn-ea"/>
            </a:endParaRPr>
          </a:p>
        </p:txBody>
      </p:sp>
      <p:cxnSp>
        <p:nvCxnSpPr>
          <p:cNvPr id="14" name="直接连接符 13"/>
          <p:cNvCxnSpPr>
            <a:stCxn id="13" idx="0"/>
            <a:endCxn id="9" idx="2"/>
          </p:cNvCxnSpPr>
          <p:nvPr/>
        </p:nvCxnSpPr>
        <p:spPr>
          <a:xfrm flipV="1">
            <a:off x="4737100" y="4818380"/>
            <a:ext cx="1546860" cy="668020"/>
          </a:xfrm>
          <a:prstGeom prst="line">
            <a:avLst/>
          </a:prstGeom>
          <a:solidFill>
            <a:srgbClr val="FFFF99"/>
          </a:solidFill>
          <a:ln w="28575" cap="flat" cmpd="sng" algn="ctr">
            <a:solidFill>
              <a:srgbClr val="993300"/>
            </a:solidFill>
            <a:prstDash val="solid"/>
            <a:round/>
            <a:headEnd type="none" w="med" len="med"/>
            <a:tailEnd type="none" w="med" len="med"/>
          </a:ln>
        </p:spPr>
      </p:cxnSp>
      <p:sp>
        <p:nvSpPr>
          <p:cNvPr id="15" name="文本框 14"/>
          <p:cNvSpPr txBox="1"/>
          <p:nvPr/>
        </p:nvSpPr>
        <p:spPr>
          <a:xfrm>
            <a:off x="3429000" y="4876800"/>
            <a:ext cx="1144270" cy="398780"/>
          </a:xfrm>
          <a:prstGeom prst="rect">
            <a:avLst/>
          </a:prstGeom>
          <a:ln>
            <a:noFill/>
          </a:ln>
        </p:spPr>
        <p:style>
          <a:lnRef idx="3">
            <a:schemeClr val="accent1"/>
          </a:lnRef>
          <a:fillRef idx="0">
            <a:srgbClr val="FFFFFF"/>
          </a:fillRef>
          <a:effectRef idx="0">
            <a:srgbClr val="FFFFFF"/>
          </a:effectRef>
          <a:fontRef idx="minor">
            <a:schemeClr val="tx1"/>
          </a:fontRef>
        </p:style>
        <p:txBody>
          <a:bodyPr wrap="square" rtlCol="0" anchor="t">
            <a:spAutoFit/>
          </a:bodyPr>
          <a:p>
            <a:pPr algn="ctr" rtl="0" eaLnBrk="0">
              <a:lnSpc>
                <a:spcPct val="100000"/>
              </a:lnSpc>
              <a:spcBef>
                <a:spcPts val="400"/>
              </a:spcBef>
              <a:buClrTx/>
              <a:buSzTx/>
              <a:buFontTx/>
            </a:pPr>
            <a:r>
              <a:rPr lang="en-US" altLang="zh-CN" sz="2000" kern="0" dirty="0">
                <a:solidFill>
                  <a:srgbClr val="FF0000"/>
                </a:solidFill>
                <a:latin typeface="Times New Roman" panose="02020603050405020304" pitchFamily="18" charset="0"/>
                <a:sym typeface="+mn-ea"/>
              </a:rPr>
              <a:t>{</a:t>
            </a:r>
            <a:r>
              <a:rPr lang="en-US" altLang="zh-CN" sz="2000" kern="0" dirty="0">
                <a:solidFill>
                  <a:srgbClr val="FF0000"/>
                </a:solidFill>
                <a:latin typeface="Times New Roman" panose="02020603050405020304" pitchFamily="18" charset="0"/>
                <a:sym typeface="+mn-ea"/>
              </a:rPr>
              <a:t>C/x</a:t>
            </a:r>
            <a:r>
              <a:rPr lang="en-US" altLang="zh-CN" sz="2000" kern="0" dirty="0">
                <a:solidFill>
                  <a:srgbClr val="FF0000"/>
                </a:solidFill>
                <a:latin typeface="Times New Roman" panose="02020603050405020304" pitchFamily="18" charset="0"/>
                <a:sym typeface="+mn-ea"/>
              </a:rPr>
              <a:t>}</a:t>
            </a:r>
            <a:endParaRPr lang="en-US" altLang="zh-CN" sz="2000" kern="0" dirty="0">
              <a:solidFill>
                <a:srgbClr val="FF0000"/>
              </a:solidFill>
              <a:latin typeface="Times New Roman" panose="02020603050405020304" pitchFamily="18" charset="0"/>
              <a:ea typeface="+mn-ea"/>
              <a:sym typeface="+mn-ea"/>
            </a:endParaRPr>
          </a:p>
        </p:txBody>
      </p:sp>
      <p:sp>
        <p:nvSpPr>
          <p:cNvPr id="16" name="文本框 15"/>
          <p:cNvSpPr txBox="1"/>
          <p:nvPr/>
        </p:nvSpPr>
        <p:spPr>
          <a:xfrm>
            <a:off x="3200400" y="5943600"/>
            <a:ext cx="3074035" cy="398780"/>
          </a:xfrm>
          <a:prstGeom prst="rect">
            <a:avLst/>
          </a:prstGeom>
          <a:noFill/>
        </p:spPr>
        <p:txBody>
          <a:bodyPr wrap="square" rtlCol="0" anchor="t">
            <a:spAutoFit/>
          </a:bodyPr>
          <a:p>
            <a:pPr algn="ctr"/>
            <a:r>
              <a:rPr lang="en-US" sz="2000" kern="0" spc="-30" dirty="0">
                <a:solidFill>
                  <a:srgbClr val="FF0000">
                    <a:alpha val="100000"/>
                  </a:srgbClr>
                </a:solidFill>
                <a:latin typeface="宋体" panose="02010600030101010101" pitchFamily="2" charset="-122"/>
                <a:cs typeface="宋体" panose="02010600030101010101" pitchFamily="2" charset="-122"/>
                <a:sym typeface="+mn-ea"/>
              </a:rPr>
              <a:t>C</a:t>
            </a:r>
            <a:r>
              <a:rPr lang="zh-CN" altLang="en-US" sz="2000" kern="0" spc="-30" dirty="0">
                <a:solidFill>
                  <a:srgbClr val="FF0000">
                    <a:alpha val="100000"/>
                  </a:srgbClr>
                </a:solidFill>
                <a:latin typeface="宋体" panose="02010600030101010101" pitchFamily="2" charset="-122"/>
                <a:cs typeface="宋体" panose="02010600030101010101" pitchFamily="2" charset="-122"/>
                <a:sym typeface="+mn-ea"/>
              </a:rPr>
              <a:t>是老实人</a:t>
            </a:r>
            <a:endParaRPr lang="zh-CN" altLang="en-US" sz="2000" kern="0" spc="-30" dirty="0">
              <a:solidFill>
                <a:srgbClr val="FF0000">
                  <a:alpha val="100000"/>
                </a:srgbClr>
              </a:solidFill>
              <a:latin typeface="宋体" panose="02010600030101010101" pitchFamily="2" charset="-122"/>
              <a:cs typeface="宋体" panose="02010600030101010101" pitchFamily="2" charset="-122"/>
              <a:sym typeface="+mn-ea"/>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4">
                                            <p:txEl>
                                              <p:pRg st="0" end="0"/>
                                            </p:txEl>
                                          </p:spTgt>
                                        </p:tgtEl>
                                        <p:attrNameLst>
                                          <p:attrName>style.visibility</p:attrName>
                                        </p:attrNameLst>
                                      </p:cBhvr>
                                      <p:to>
                                        <p:strVal val="visible"/>
                                      </p:to>
                                    </p:set>
                                    <p:anim calcmode="lin" valueType="num">
                                      <p:cBhvr additive="base">
                                        <p:cTn id="7" dur="500" fill="hold"/>
                                        <p:tgtEl>
                                          <p:spTgt spid="25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03428" name="Rectangle 2"/>
          <p:cNvSpPr>
            <a:spLocks noGrp="1"/>
          </p:cNvSpPr>
          <p:nvPr>
            <p:ph type="title"/>
          </p:nvPr>
        </p:nvSpPr>
        <p:spPr/>
        <p:txBody>
          <a:bodyPr vert="horz" wrap="square" lIns="91440" tIns="45720" rIns="91440" bIns="45720" anchor="b" anchorCtr="0"/>
          <a:p>
            <a:pPr eaLnBrk="1" hangingPunct="1"/>
            <a:r>
              <a:rPr lang="en-US" altLang="zh-CN" sz="3600" b="0" dirty="0">
                <a:latin typeface="Times New Roman" panose="02020603050405020304" pitchFamily="18" charset="0"/>
                <a:ea typeface="黑体" panose="02010609060101010101" pitchFamily="49" charset="-122"/>
              </a:rPr>
              <a:t>3.6  </a:t>
            </a:r>
            <a:r>
              <a:rPr lang="zh-CN" altLang="en-US" sz="3600" b="0" dirty="0">
                <a:latin typeface="Times New Roman" panose="02020603050405020304" pitchFamily="18" charset="0"/>
                <a:ea typeface="黑体" panose="02010609060101010101" pitchFamily="49" charset="-122"/>
              </a:rPr>
              <a:t>应用归结原理求解问题</a:t>
            </a:r>
            <a:endParaRPr lang="zh-CN" altLang="en-US" sz="3600" b="0" dirty="0">
              <a:latin typeface="Times New Roman" panose="02020603050405020304" pitchFamily="18" charset="0"/>
              <a:ea typeface="黑体" panose="02010609060101010101" pitchFamily="49" charset="-122"/>
            </a:endParaRPr>
          </a:p>
        </p:txBody>
      </p:sp>
      <p:sp>
        <p:nvSpPr>
          <p:cNvPr id="143367" name="Rectangle 7"/>
          <p:cNvSpPr>
            <a:spLocks noGrp="1"/>
          </p:cNvSpPr>
          <p:nvPr/>
        </p:nvSpPr>
        <p:spPr>
          <a:xfrm>
            <a:off x="250825" y="1022350"/>
            <a:ext cx="8642350" cy="854075"/>
          </a:xfrm>
          <a:prstGeom prst="rect">
            <a:avLst/>
          </a:prstGeom>
          <a:noFill/>
          <a:ln w="9525">
            <a:noFill/>
          </a:ln>
        </p:spPr>
        <p:txBody>
          <a:bodyPr vert="horz" wrap="square" lIns="91440" tIns="45720" rIns="91440" bIns="45720" anchor="t" anchorCtr="0"/>
          <a:lst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a:lstStyle>
          <a:p>
            <a:pPr algn="just" eaLnBrk="1" hangingPunct="1">
              <a:lnSpc>
                <a:spcPct val="110000"/>
              </a:lnSpc>
              <a:spcBef>
                <a:spcPct val="30000"/>
              </a:spcBef>
              <a:buFont typeface="Wingdings" panose="05000000000000000000" pitchFamily="2" charset="2"/>
              <a:buChar char="§"/>
            </a:pPr>
            <a:r>
              <a:rPr lang="en-US" altLang="zh-CN" sz="2800" b="1" kern="0" noProof="0">
                <a:ln>
                  <a:noFill/>
                </a:ln>
                <a:effectLst/>
                <a:uLnTx/>
                <a:uFillTx/>
                <a:latin typeface="Times New Roman" panose="02020603050405020304" pitchFamily="18" charset="0"/>
                <a:cs typeface="Times New Roman" panose="02020603050405020304" pitchFamily="18" charset="0"/>
              </a:rPr>
              <a:t>例3.12：</a:t>
            </a:r>
            <a:endParaRPr lang="en-US" altLang="zh-CN" kern="0" noProof="0">
              <a:ln>
                <a:noFill/>
              </a:ln>
              <a:effectLst/>
              <a:uLnTx/>
              <a:uFillTx/>
              <a:latin typeface="Times New Roman" panose="02020603050405020304" pitchFamily="18" charset="0"/>
              <a:cs typeface="Times New Roman" panose="02020603050405020304" pitchFamily="18" charset="0"/>
            </a:endParaRPr>
          </a:p>
        </p:txBody>
      </p:sp>
      <p:sp>
        <p:nvSpPr>
          <p:cNvPr id="254" name="textbox 254"/>
          <p:cNvSpPr/>
          <p:nvPr/>
        </p:nvSpPr>
        <p:spPr>
          <a:xfrm>
            <a:off x="685800" y="1676400"/>
            <a:ext cx="6554470" cy="359410"/>
          </a:xfrm>
          <a:prstGeom prst="rect">
            <a:avLst/>
          </a:prstGeom>
          <a:noFill/>
          <a:ln w="0" cap="flat">
            <a:noFill/>
            <a:prstDash val="solid"/>
            <a:miter lim="0"/>
          </a:ln>
        </p:spPr>
        <p:txBody>
          <a:bodyPr vert="horz" wrap="square" lIns="0" tIns="0" rIns="0" bIns="0"/>
          <a:p>
            <a:pPr algn="l" rtl="0" eaLnBrk="0">
              <a:lnSpc>
                <a:spcPct val="100000"/>
              </a:lnSpc>
              <a:spcBef>
                <a:spcPts val="400"/>
              </a:spcBef>
              <a:buClrTx/>
              <a:buSzTx/>
              <a:buFontTx/>
            </a:pPr>
            <a:r>
              <a:rPr lang="zh-CN" sz="2000" kern="0" spc="-20" dirty="0">
                <a:solidFill>
                  <a:srgbClr val="000000">
                    <a:alpha val="100000"/>
                  </a:srgbClr>
                </a:solidFill>
                <a:latin typeface="宋体" panose="02010600030101010101" pitchFamily="2" charset="-122"/>
                <a:cs typeface="宋体" panose="02010600030101010101" pitchFamily="2" charset="-122"/>
                <a:sym typeface="+mn-ea"/>
              </a:rPr>
              <a:t>若想证明</a:t>
            </a:r>
            <a:r>
              <a:rPr lang="en-US" altLang="zh-CN" sz="2000" kern="0" spc="-20" dirty="0">
                <a:solidFill>
                  <a:srgbClr val="000000">
                    <a:alpha val="100000"/>
                  </a:srgbClr>
                </a:solidFill>
                <a:latin typeface="宋体" panose="02010600030101010101" pitchFamily="2" charset="-122"/>
                <a:cs typeface="宋体" panose="02010600030101010101" pitchFamily="2" charset="-122"/>
                <a:sym typeface="+mn-ea"/>
              </a:rPr>
              <a:t>A</a:t>
            </a:r>
            <a:r>
              <a:rPr lang="zh-CN" altLang="en-US" sz="2000" kern="0" spc="-20" dirty="0">
                <a:solidFill>
                  <a:srgbClr val="000000">
                    <a:alpha val="100000"/>
                  </a:srgbClr>
                </a:solidFill>
                <a:latin typeface="宋体" panose="02010600030101010101" pitchFamily="2" charset="-122"/>
                <a:cs typeface="宋体" panose="02010600030101010101" pitchFamily="2" charset="-122"/>
                <a:sym typeface="+mn-ea"/>
              </a:rPr>
              <a:t>不是老实人，则要证明的结论为</a:t>
            </a:r>
            <a:r>
              <a:rPr lang="zh-CN" altLang="en-US" sz="2000" b="1" kern="0" dirty="0">
                <a:latin typeface="Times New Roman" panose="02020603050405020304" pitchFamily="18" charset="0"/>
                <a:ea typeface="+mn-ea"/>
              </a:rPr>
              <a:t>:</a:t>
            </a:r>
            <a:r>
              <a:rPr lang="en-US" altLang="zh-CN" sz="2000" dirty="0">
                <a:latin typeface="宋体" panose="02010600030101010101" pitchFamily="2" charset="-122"/>
                <a:sym typeface="+mn-ea"/>
              </a:rPr>
              <a:t>﹁</a:t>
            </a:r>
            <a:r>
              <a:rPr lang="en-US" altLang="zh-CN" sz="2000" kern="0" dirty="0">
                <a:latin typeface="Times New Roman" panose="02020603050405020304" pitchFamily="18" charset="0"/>
                <a:sym typeface="+mn-ea"/>
              </a:rPr>
              <a:t>T(</a:t>
            </a:r>
            <a:r>
              <a:rPr lang="en-US" altLang="zh-CN" sz="2000" kern="0" dirty="0">
                <a:latin typeface="Times New Roman" panose="02020603050405020304" pitchFamily="18" charset="0"/>
                <a:sym typeface="+mn-ea"/>
              </a:rPr>
              <a:t>A)</a:t>
            </a:r>
            <a:endParaRPr lang="en-US" altLang="zh-CN" sz="2000" b="1" kern="0" dirty="0">
              <a:solidFill>
                <a:srgbClr val="FF0000"/>
              </a:solidFill>
              <a:latin typeface="Times New Roman" panose="02020603050405020304" pitchFamily="18" charset="0"/>
              <a:ea typeface="+mn-ea"/>
            </a:endParaRPr>
          </a:p>
        </p:txBody>
      </p:sp>
      <p:sp>
        <p:nvSpPr>
          <p:cNvPr id="2" name="文本框 1"/>
          <p:cNvSpPr txBox="1"/>
          <p:nvPr/>
        </p:nvSpPr>
        <p:spPr>
          <a:xfrm>
            <a:off x="2209800" y="2286000"/>
            <a:ext cx="2052320" cy="398780"/>
          </a:xfrm>
          <a:prstGeom prst="rect">
            <a:avLst/>
          </a:prstGeom>
        </p:spPr>
        <p:style>
          <a:lnRef idx="3">
            <a:schemeClr val="accent1"/>
          </a:lnRef>
          <a:fillRef idx="0">
            <a:srgbClr val="FFFFFF"/>
          </a:fillRef>
          <a:effectRef idx="0">
            <a:srgbClr val="FFFFFF"/>
          </a:effectRef>
          <a:fontRef idx="minor">
            <a:schemeClr val="tx1"/>
          </a:fontRef>
        </p:style>
        <p:txBody>
          <a:bodyPr wrap="square" rtlCol="0" anchor="t">
            <a:spAutoFit/>
          </a:bodyPr>
          <a:p>
            <a:pPr algn="ctr" rtl="0" eaLnBrk="0">
              <a:lnSpc>
                <a:spcPct val="100000"/>
              </a:lnSpc>
              <a:spcBef>
                <a:spcPts val="400"/>
              </a:spcBef>
              <a:buClrTx/>
              <a:buSzTx/>
              <a:buFontTx/>
            </a:pPr>
            <a:r>
              <a:rPr lang="en-US" altLang="zh-CN" sz="2000" dirty="0">
                <a:latin typeface="宋体" panose="02010600030101010101" pitchFamily="2" charset="-122"/>
                <a:sym typeface="+mn-ea"/>
              </a:rPr>
              <a:t>﹁</a:t>
            </a:r>
            <a:r>
              <a:rPr lang="zh-CN" altLang="en-US" sz="2000" kern="0" dirty="0">
                <a:latin typeface="Times New Roman" panose="02020603050405020304" pitchFamily="18" charset="0"/>
                <a:ea typeface="+mn-ea"/>
                <a:sym typeface="+mn-ea"/>
              </a:rPr>
              <a:t>T(A)</a:t>
            </a:r>
            <a:r>
              <a:rPr lang="zh-CN" altLang="en-US" sz="2000" dirty="0">
                <a:latin typeface="宋体" panose="02010600030101010101" pitchFamily="2" charset="-122"/>
                <a:sym typeface="+mn-ea"/>
              </a:rPr>
              <a:t>∨</a:t>
            </a:r>
            <a:r>
              <a:rPr lang="en-US" altLang="zh-CN" sz="2000" dirty="0">
                <a:latin typeface="宋体" panose="02010600030101010101" pitchFamily="2" charset="-122"/>
                <a:sym typeface="+mn-ea"/>
              </a:rPr>
              <a:t>﹁</a:t>
            </a:r>
            <a:r>
              <a:rPr lang="zh-CN" altLang="en-US" sz="2000" kern="0" dirty="0">
                <a:latin typeface="Times New Roman" panose="02020603050405020304" pitchFamily="18" charset="0"/>
                <a:ea typeface="+mn-ea"/>
                <a:sym typeface="+mn-ea"/>
              </a:rPr>
              <a:t>T(B)</a:t>
            </a:r>
            <a:endParaRPr lang="zh-CN" altLang="en-US" sz="2000" kern="0" dirty="0">
              <a:latin typeface="Times New Roman" panose="02020603050405020304" pitchFamily="18" charset="0"/>
              <a:ea typeface="+mn-ea"/>
              <a:sym typeface="+mn-ea"/>
            </a:endParaRPr>
          </a:p>
        </p:txBody>
      </p:sp>
      <p:sp>
        <p:nvSpPr>
          <p:cNvPr id="3" name="文本框 2"/>
          <p:cNvSpPr txBox="1"/>
          <p:nvPr/>
        </p:nvSpPr>
        <p:spPr>
          <a:xfrm>
            <a:off x="4876800" y="2286000"/>
            <a:ext cx="2052320" cy="398780"/>
          </a:xfrm>
          <a:prstGeom prst="rect">
            <a:avLst/>
          </a:prstGeom>
        </p:spPr>
        <p:style>
          <a:lnRef idx="3">
            <a:schemeClr val="accent1"/>
          </a:lnRef>
          <a:fillRef idx="0">
            <a:srgbClr val="FFFFFF"/>
          </a:fillRef>
          <a:effectRef idx="0">
            <a:srgbClr val="FFFFFF"/>
          </a:effectRef>
          <a:fontRef idx="minor">
            <a:schemeClr val="tx1"/>
          </a:fontRef>
        </p:style>
        <p:txBody>
          <a:bodyPr wrap="square" rtlCol="0" anchor="t">
            <a:spAutoFit/>
          </a:bodyPr>
          <a:p>
            <a:pPr algn="ctr" rtl="0" eaLnBrk="0">
              <a:lnSpc>
                <a:spcPct val="100000"/>
              </a:lnSpc>
              <a:spcBef>
                <a:spcPts val="400"/>
              </a:spcBef>
              <a:buClrTx/>
              <a:buSzTx/>
              <a:buFontTx/>
            </a:pPr>
            <a:r>
              <a:rPr lang="zh-CN" altLang="en-US" sz="2000" kern="0" dirty="0">
                <a:latin typeface="Times New Roman" panose="02020603050405020304" pitchFamily="18" charset="0"/>
                <a:sym typeface="+mn-ea"/>
              </a:rPr>
              <a:t>T(B)</a:t>
            </a:r>
            <a:r>
              <a:rPr lang="zh-CN" altLang="en-US" sz="2000" dirty="0">
                <a:latin typeface="宋体" panose="02010600030101010101" pitchFamily="2" charset="-122"/>
                <a:sym typeface="+mn-ea"/>
              </a:rPr>
              <a:t>∨</a:t>
            </a:r>
            <a:r>
              <a:rPr lang="zh-CN" altLang="en-US" sz="2000" kern="0" dirty="0">
                <a:latin typeface="Times New Roman" panose="02020603050405020304" pitchFamily="18" charset="0"/>
                <a:sym typeface="+mn-ea"/>
              </a:rPr>
              <a:t>T(C)</a:t>
            </a:r>
            <a:endParaRPr lang="zh-CN" altLang="en-US" sz="2000" kern="0" dirty="0">
              <a:latin typeface="Times New Roman" panose="02020603050405020304" pitchFamily="18" charset="0"/>
              <a:ea typeface="+mn-ea"/>
              <a:sym typeface="+mn-ea"/>
            </a:endParaRPr>
          </a:p>
        </p:txBody>
      </p:sp>
      <p:cxnSp>
        <p:nvCxnSpPr>
          <p:cNvPr id="4" name="直接连接符 3"/>
          <p:cNvCxnSpPr>
            <a:stCxn id="2" idx="2"/>
            <a:endCxn id="5" idx="0"/>
          </p:cNvCxnSpPr>
          <p:nvPr/>
        </p:nvCxnSpPr>
        <p:spPr>
          <a:xfrm>
            <a:off x="3235960" y="2684780"/>
            <a:ext cx="1336040" cy="668020"/>
          </a:xfrm>
          <a:prstGeom prst="line">
            <a:avLst/>
          </a:prstGeom>
          <a:solidFill>
            <a:srgbClr val="FFFF99"/>
          </a:solidFill>
          <a:ln w="28575" cap="flat" cmpd="sng" algn="ctr">
            <a:solidFill>
              <a:srgbClr val="993300"/>
            </a:solidFill>
            <a:prstDash val="solid"/>
            <a:round/>
            <a:headEnd type="none" w="med" len="med"/>
            <a:tailEnd type="none" w="med" len="med"/>
          </a:ln>
        </p:spPr>
      </p:cxnSp>
      <p:sp>
        <p:nvSpPr>
          <p:cNvPr id="5" name="文本框 4"/>
          <p:cNvSpPr txBox="1"/>
          <p:nvPr/>
        </p:nvSpPr>
        <p:spPr>
          <a:xfrm>
            <a:off x="3545840" y="3352800"/>
            <a:ext cx="2052320" cy="398780"/>
          </a:xfrm>
          <a:prstGeom prst="rect">
            <a:avLst/>
          </a:prstGeom>
        </p:spPr>
        <p:style>
          <a:lnRef idx="3">
            <a:schemeClr val="accent1"/>
          </a:lnRef>
          <a:fillRef idx="0">
            <a:srgbClr val="FFFFFF"/>
          </a:fillRef>
          <a:effectRef idx="0">
            <a:srgbClr val="FFFFFF"/>
          </a:effectRef>
          <a:fontRef idx="minor">
            <a:schemeClr val="tx1"/>
          </a:fontRef>
        </p:style>
        <p:txBody>
          <a:bodyPr wrap="square" rtlCol="0" anchor="t">
            <a:spAutoFit/>
          </a:bodyPr>
          <a:p>
            <a:pPr algn="ctr" rtl="0" eaLnBrk="0">
              <a:lnSpc>
                <a:spcPct val="100000"/>
              </a:lnSpc>
              <a:spcBef>
                <a:spcPts val="400"/>
              </a:spcBef>
              <a:buClrTx/>
              <a:buSzTx/>
              <a:buFontTx/>
            </a:pPr>
            <a:r>
              <a:rPr lang="en-US" altLang="zh-CN" sz="2000" dirty="0">
                <a:latin typeface="宋体" panose="02010600030101010101" pitchFamily="2" charset="-122"/>
                <a:sym typeface="+mn-ea"/>
              </a:rPr>
              <a:t>﹁</a:t>
            </a:r>
            <a:r>
              <a:rPr lang="zh-CN" altLang="en-US" sz="2000" kern="0" dirty="0">
                <a:latin typeface="Times New Roman" panose="02020603050405020304" pitchFamily="18" charset="0"/>
                <a:sym typeface="+mn-ea"/>
              </a:rPr>
              <a:t>T(A)</a:t>
            </a:r>
            <a:r>
              <a:rPr lang="zh-CN" altLang="en-US" sz="2000" dirty="0">
                <a:latin typeface="宋体" panose="02010600030101010101" pitchFamily="2" charset="-122"/>
                <a:sym typeface="+mn-ea"/>
              </a:rPr>
              <a:t>∨</a:t>
            </a:r>
            <a:r>
              <a:rPr lang="zh-CN" altLang="en-US" sz="2000" kern="0" dirty="0">
                <a:latin typeface="Times New Roman" panose="02020603050405020304" pitchFamily="18" charset="0"/>
                <a:sym typeface="+mn-ea"/>
              </a:rPr>
              <a:t>T(C)</a:t>
            </a:r>
            <a:endParaRPr lang="zh-CN" altLang="en-US" sz="2000" kern="0" dirty="0">
              <a:latin typeface="Times New Roman" panose="02020603050405020304" pitchFamily="18" charset="0"/>
              <a:ea typeface="+mn-ea"/>
              <a:sym typeface="+mn-ea"/>
            </a:endParaRPr>
          </a:p>
        </p:txBody>
      </p:sp>
      <p:cxnSp>
        <p:nvCxnSpPr>
          <p:cNvPr id="6" name="直接连接符 5"/>
          <p:cNvCxnSpPr>
            <a:stCxn id="5" idx="0"/>
            <a:endCxn id="3" idx="2"/>
          </p:cNvCxnSpPr>
          <p:nvPr/>
        </p:nvCxnSpPr>
        <p:spPr>
          <a:xfrm flipV="1">
            <a:off x="4572000" y="2684780"/>
            <a:ext cx="1330960" cy="668020"/>
          </a:xfrm>
          <a:prstGeom prst="line">
            <a:avLst/>
          </a:prstGeom>
          <a:solidFill>
            <a:srgbClr val="FFFF99"/>
          </a:solidFill>
          <a:ln w="28575" cap="flat" cmpd="sng" algn="ctr">
            <a:solidFill>
              <a:srgbClr val="993300"/>
            </a:solidFill>
            <a:prstDash val="solid"/>
            <a:round/>
            <a:headEnd type="none" w="med" len="med"/>
            <a:tailEnd type="none" w="med" len="med"/>
          </a:ln>
        </p:spPr>
      </p:cxnSp>
      <p:sp>
        <p:nvSpPr>
          <p:cNvPr id="7" name="文本框 6"/>
          <p:cNvSpPr txBox="1"/>
          <p:nvPr/>
        </p:nvSpPr>
        <p:spPr>
          <a:xfrm>
            <a:off x="6629400" y="3352800"/>
            <a:ext cx="2052320" cy="398780"/>
          </a:xfrm>
          <a:prstGeom prst="rect">
            <a:avLst/>
          </a:prstGeom>
        </p:spPr>
        <p:style>
          <a:lnRef idx="3">
            <a:schemeClr val="accent1"/>
          </a:lnRef>
          <a:fillRef idx="0">
            <a:srgbClr val="FFFFFF"/>
          </a:fillRef>
          <a:effectRef idx="0">
            <a:srgbClr val="FFFFFF"/>
          </a:effectRef>
          <a:fontRef idx="minor">
            <a:schemeClr val="tx1"/>
          </a:fontRef>
        </p:style>
        <p:txBody>
          <a:bodyPr wrap="square" rtlCol="0" anchor="t">
            <a:spAutoFit/>
          </a:bodyPr>
          <a:p>
            <a:pPr algn="ctr" rtl="0" eaLnBrk="0">
              <a:lnSpc>
                <a:spcPct val="100000"/>
              </a:lnSpc>
              <a:spcBef>
                <a:spcPts val="400"/>
              </a:spcBef>
              <a:buClrTx/>
              <a:buSzTx/>
              <a:buFontTx/>
            </a:pPr>
            <a:r>
              <a:rPr lang="en-US" altLang="zh-CN" sz="2000" dirty="0">
                <a:latin typeface="宋体" panose="02010600030101010101" pitchFamily="2" charset="-122"/>
                <a:sym typeface="+mn-ea"/>
              </a:rPr>
              <a:t>﹁</a:t>
            </a:r>
            <a:r>
              <a:rPr lang="zh-CN" altLang="en-US" sz="2000" kern="0" dirty="0">
                <a:latin typeface="Times New Roman" panose="02020603050405020304" pitchFamily="18" charset="0"/>
                <a:sym typeface="+mn-ea"/>
              </a:rPr>
              <a:t>T(A)</a:t>
            </a:r>
            <a:r>
              <a:rPr lang="zh-CN" altLang="en-US" sz="2000" dirty="0">
                <a:latin typeface="宋体" panose="02010600030101010101" pitchFamily="2" charset="-122"/>
                <a:sym typeface="+mn-ea"/>
              </a:rPr>
              <a:t>∨</a:t>
            </a:r>
            <a:r>
              <a:rPr lang="en-US" altLang="zh-CN" sz="2000" dirty="0">
                <a:latin typeface="宋体" panose="02010600030101010101" pitchFamily="2" charset="-122"/>
                <a:sym typeface="+mn-ea"/>
              </a:rPr>
              <a:t>﹁</a:t>
            </a:r>
            <a:r>
              <a:rPr lang="zh-CN" altLang="en-US" sz="2000" kern="0" dirty="0">
                <a:latin typeface="Times New Roman" panose="02020603050405020304" pitchFamily="18" charset="0"/>
                <a:sym typeface="+mn-ea"/>
              </a:rPr>
              <a:t>T(C)</a:t>
            </a:r>
            <a:endParaRPr lang="zh-CN" altLang="en-US" sz="2000" kern="0" dirty="0">
              <a:latin typeface="Times New Roman" panose="02020603050405020304" pitchFamily="18" charset="0"/>
              <a:ea typeface="+mn-ea"/>
              <a:sym typeface="+mn-ea"/>
            </a:endParaRPr>
          </a:p>
        </p:txBody>
      </p:sp>
      <p:cxnSp>
        <p:nvCxnSpPr>
          <p:cNvPr id="8" name="直接连接符 7"/>
          <p:cNvCxnSpPr>
            <a:stCxn id="5" idx="2"/>
            <a:endCxn id="9" idx="0"/>
          </p:cNvCxnSpPr>
          <p:nvPr/>
        </p:nvCxnSpPr>
        <p:spPr>
          <a:xfrm>
            <a:off x="4572000" y="3751580"/>
            <a:ext cx="1711960" cy="668020"/>
          </a:xfrm>
          <a:prstGeom prst="line">
            <a:avLst/>
          </a:prstGeom>
          <a:solidFill>
            <a:srgbClr val="FFFF99"/>
          </a:solidFill>
          <a:ln w="28575" cap="flat" cmpd="sng" algn="ctr">
            <a:solidFill>
              <a:srgbClr val="993300"/>
            </a:solidFill>
            <a:prstDash val="solid"/>
            <a:round/>
            <a:headEnd type="none" w="med" len="med"/>
            <a:tailEnd type="none" w="med" len="med"/>
          </a:ln>
        </p:spPr>
      </p:cxnSp>
      <p:sp>
        <p:nvSpPr>
          <p:cNvPr id="9" name="文本框 8"/>
          <p:cNvSpPr txBox="1"/>
          <p:nvPr/>
        </p:nvSpPr>
        <p:spPr>
          <a:xfrm>
            <a:off x="5257800" y="4419600"/>
            <a:ext cx="2052320" cy="398780"/>
          </a:xfrm>
          <a:prstGeom prst="rect">
            <a:avLst/>
          </a:prstGeom>
        </p:spPr>
        <p:style>
          <a:lnRef idx="3">
            <a:schemeClr val="accent1"/>
          </a:lnRef>
          <a:fillRef idx="0">
            <a:srgbClr val="FFFFFF"/>
          </a:fillRef>
          <a:effectRef idx="0">
            <a:srgbClr val="FFFFFF"/>
          </a:effectRef>
          <a:fontRef idx="minor">
            <a:schemeClr val="tx1"/>
          </a:fontRef>
        </p:style>
        <p:txBody>
          <a:bodyPr wrap="square" rtlCol="0" anchor="t">
            <a:spAutoFit/>
          </a:bodyPr>
          <a:p>
            <a:pPr algn="ctr" rtl="0" eaLnBrk="0">
              <a:lnSpc>
                <a:spcPct val="100000"/>
              </a:lnSpc>
              <a:spcBef>
                <a:spcPts val="400"/>
              </a:spcBef>
              <a:buClrTx/>
              <a:buSzTx/>
              <a:buFontTx/>
            </a:pPr>
            <a:r>
              <a:rPr lang="en-US" altLang="zh-CN" sz="2000" dirty="0">
                <a:latin typeface="宋体" panose="02010600030101010101" pitchFamily="2" charset="-122"/>
                <a:sym typeface="+mn-ea"/>
              </a:rPr>
              <a:t>﹁</a:t>
            </a:r>
            <a:r>
              <a:rPr lang="zh-CN" altLang="en-US" sz="2000" kern="0" dirty="0">
                <a:latin typeface="Times New Roman" panose="02020603050405020304" pitchFamily="18" charset="0"/>
                <a:sym typeface="+mn-ea"/>
              </a:rPr>
              <a:t>T(</a:t>
            </a:r>
            <a:r>
              <a:rPr lang="en-US" altLang="zh-CN" sz="2000" kern="0" dirty="0">
                <a:latin typeface="Times New Roman" panose="02020603050405020304" pitchFamily="18" charset="0"/>
                <a:sym typeface="+mn-ea"/>
              </a:rPr>
              <a:t>A</a:t>
            </a:r>
            <a:r>
              <a:rPr lang="zh-CN" altLang="en-US" sz="2000" kern="0" dirty="0">
                <a:latin typeface="Times New Roman" panose="02020603050405020304" pitchFamily="18" charset="0"/>
                <a:sym typeface="+mn-ea"/>
              </a:rPr>
              <a:t>)</a:t>
            </a:r>
            <a:endParaRPr lang="zh-CN" altLang="en-US" sz="2000" kern="0" dirty="0">
              <a:latin typeface="Times New Roman" panose="02020603050405020304" pitchFamily="18" charset="0"/>
              <a:ea typeface="+mn-ea"/>
              <a:sym typeface="+mn-ea"/>
            </a:endParaRPr>
          </a:p>
        </p:txBody>
      </p:sp>
      <p:cxnSp>
        <p:nvCxnSpPr>
          <p:cNvPr id="10" name="直接连接符 9"/>
          <p:cNvCxnSpPr>
            <a:stCxn id="7" idx="2"/>
            <a:endCxn id="9" idx="0"/>
          </p:cNvCxnSpPr>
          <p:nvPr/>
        </p:nvCxnSpPr>
        <p:spPr>
          <a:xfrm flipH="1">
            <a:off x="6283960" y="3751580"/>
            <a:ext cx="1371600" cy="668020"/>
          </a:xfrm>
          <a:prstGeom prst="line">
            <a:avLst/>
          </a:prstGeom>
          <a:solidFill>
            <a:srgbClr val="FFFF99"/>
          </a:solidFill>
          <a:ln w="28575" cap="flat" cmpd="sng" algn="ctr">
            <a:solidFill>
              <a:srgbClr val="993300"/>
            </a:solidFill>
            <a:prstDash val="solid"/>
            <a:round/>
            <a:headEnd type="none" w="med" len="med"/>
            <a:tailEnd type="none" w="med" len="med"/>
          </a:ln>
        </p:spPr>
      </p:cxnSp>
      <p:sp>
        <p:nvSpPr>
          <p:cNvPr id="11" name="文本框 10"/>
          <p:cNvSpPr txBox="1"/>
          <p:nvPr/>
        </p:nvSpPr>
        <p:spPr>
          <a:xfrm>
            <a:off x="1356360" y="4419600"/>
            <a:ext cx="2189480" cy="398780"/>
          </a:xfrm>
          <a:prstGeom prst="rect">
            <a:avLst/>
          </a:prstGeom>
        </p:spPr>
        <p:style>
          <a:lnRef idx="3">
            <a:schemeClr val="accent1"/>
          </a:lnRef>
          <a:fillRef idx="0">
            <a:srgbClr val="FFFFFF"/>
          </a:fillRef>
          <a:effectRef idx="0">
            <a:srgbClr val="FFFFFF"/>
          </a:effectRef>
          <a:fontRef idx="minor">
            <a:schemeClr val="tx1"/>
          </a:fontRef>
        </p:style>
        <p:txBody>
          <a:bodyPr wrap="square" rtlCol="0" anchor="t">
            <a:spAutoFit/>
          </a:bodyPr>
          <a:p>
            <a:pPr algn="ctr" rtl="0" eaLnBrk="0">
              <a:lnSpc>
                <a:spcPct val="100000"/>
              </a:lnSpc>
              <a:spcBef>
                <a:spcPts val="400"/>
              </a:spcBef>
              <a:buClrTx/>
              <a:buSzTx/>
              <a:buFontTx/>
            </a:pPr>
            <a:r>
              <a:rPr lang="en-US" altLang="zh-CN" sz="2000" kern="0" dirty="0">
                <a:latin typeface="Times New Roman" panose="02020603050405020304" pitchFamily="18" charset="0"/>
                <a:sym typeface="+mn-ea"/>
              </a:rPr>
              <a:t>T(</a:t>
            </a:r>
            <a:r>
              <a:rPr lang="en-US" altLang="zh-CN" sz="2000" kern="0" dirty="0">
                <a:latin typeface="Times New Roman" panose="02020603050405020304" pitchFamily="18" charset="0"/>
                <a:sym typeface="+mn-ea"/>
              </a:rPr>
              <a:t>A)</a:t>
            </a:r>
            <a:endParaRPr lang="zh-CN" altLang="en-US" sz="2000" kern="0" dirty="0">
              <a:latin typeface="Times New Roman" panose="02020603050405020304" pitchFamily="18" charset="0"/>
              <a:ea typeface="+mn-ea"/>
              <a:sym typeface="+mn-ea"/>
            </a:endParaRPr>
          </a:p>
        </p:txBody>
      </p:sp>
      <p:cxnSp>
        <p:nvCxnSpPr>
          <p:cNvPr id="12" name="直接连接符 11"/>
          <p:cNvCxnSpPr/>
          <p:nvPr/>
        </p:nvCxnSpPr>
        <p:spPr>
          <a:xfrm>
            <a:off x="2451100" y="4818380"/>
            <a:ext cx="2286000" cy="668020"/>
          </a:xfrm>
          <a:prstGeom prst="line">
            <a:avLst/>
          </a:prstGeom>
          <a:solidFill>
            <a:srgbClr val="FFFF99"/>
          </a:solidFill>
          <a:ln w="28575" cap="flat" cmpd="sng" algn="ctr">
            <a:solidFill>
              <a:srgbClr val="993300"/>
            </a:solidFill>
            <a:prstDash val="solid"/>
            <a:round/>
            <a:headEnd type="none" w="med" len="med"/>
            <a:tailEnd type="none" w="med" len="med"/>
          </a:ln>
        </p:spPr>
      </p:cxnSp>
      <p:sp>
        <p:nvSpPr>
          <p:cNvPr id="13" name="文本框 12"/>
          <p:cNvSpPr txBox="1"/>
          <p:nvPr/>
        </p:nvSpPr>
        <p:spPr>
          <a:xfrm>
            <a:off x="3200400" y="5486400"/>
            <a:ext cx="3073400" cy="398780"/>
          </a:xfrm>
          <a:prstGeom prst="rect">
            <a:avLst/>
          </a:prstGeom>
        </p:spPr>
        <p:style>
          <a:lnRef idx="3">
            <a:schemeClr val="accent1"/>
          </a:lnRef>
          <a:fillRef idx="0">
            <a:srgbClr val="FFFFFF"/>
          </a:fillRef>
          <a:effectRef idx="0">
            <a:srgbClr val="FFFFFF"/>
          </a:effectRef>
          <a:fontRef idx="minor">
            <a:schemeClr val="tx1"/>
          </a:fontRef>
        </p:style>
        <p:txBody>
          <a:bodyPr wrap="square" rtlCol="0" anchor="t">
            <a:spAutoFit/>
          </a:bodyPr>
          <a:p>
            <a:pPr algn="ctr" rtl="0" eaLnBrk="0">
              <a:lnSpc>
                <a:spcPct val="100000"/>
              </a:lnSpc>
              <a:spcBef>
                <a:spcPts val="400"/>
              </a:spcBef>
              <a:buClrTx/>
              <a:buSzTx/>
              <a:buFontTx/>
            </a:pPr>
            <a:r>
              <a:rPr lang="en-US" altLang="zh-CN" sz="2000" kern="0" dirty="0">
                <a:latin typeface="Times New Roman" panose="02020603050405020304" pitchFamily="18" charset="0"/>
                <a:sym typeface="+mn-ea"/>
              </a:rPr>
              <a:t>NIL</a:t>
            </a:r>
            <a:endParaRPr lang="en-US" altLang="zh-CN" sz="2000" kern="0" dirty="0">
              <a:latin typeface="Times New Roman" panose="02020603050405020304" pitchFamily="18" charset="0"/>
              <a:sym typeface="+mn-ea"/>
            </a:endParaRPr>
          </a:p>
        </p:txBody>
      </p:sp>
      <p:cxnSp>
        <p:nvCxnSpPr>
          <p:cNvPr id="14" name="直接连接符 13"/>
          <p:cNvCxnSpPr>
            <a:stCxn id="13" idx="0"/>
            <a:endCxn id="9" idx="2"/>
          </p:cNvCxnSpPr>
          <p:nvPr/>
        </p:nvCxnSpPr>
        <p:spPr>
          <a:xfrm flipV="1">
            <a:off x="4737100" y="4818380"/>
            <a:ext cx="1546860" cy="668020"/>
          </a:xfrm>
          <a:prstGeom prst="line">
            <a:avLst/>
          </a:prstGeom>
          <a:solidFill>
            <a:srgbClr val="FFFF99"/>
          </a:solidFill>
          <a:ln w="28575" cap="flat" cmpd="sng" algn="ctr">
            <a:solidFill>
              <a:srgbClr val="993300"/>
            </a:solidFill>
            <a:prstDash val="solid"/>
            <a:round/>
            <a:headEnd type="none" w="med" len="med"/>
            <a:tailEnd type="none" w="med" len="med"/>
          </a:ln>
        </p:spPr>
      </p:cxnSp>
      <p:sp>
        <p:nvSpPr>
          <p:cNvPr id="15" name="文本框 14"/>
          <p:cNvSpPr txBox="1"/>
          <p:nvPr/>
        </p:nvSpPr>
        <p:spPr>
          <a:xfrm>
            <a:off x="3429000" y="4876800"/>
            <a:ext cx="1144270" cy="398780"/>
          </a:xfrm>
          <a:prstGeom prst="rect">
            <a:avLst/>
          </a:prstGeom>
          <a:ln>
            <a:noFill/>
          </a:ln>
        </p:spPr>
        <p:style>
          <a:lnRef idx="3">
            <a:schemeClr val="accent1"/>
          </a:lnRef>
          <a:fillRef idx="0">
            <a:srgbClr val="FFFFFF"/>
          </a:fillRef>
          <a:effectRef idx="0">
            <a:srgbClr val="FFFFFF"/>
          </a:effectRef>
          <a:fontRef idx="minor">
            <a:schemeClr val="tx1"/>
          </a:fontRef>
        </p:style>
        <p:txBody>
          <a:bodyPr wrap="square" rtlCol="0" anchor="t">
            <a:spAutoFit/>
          </a:bodyPr>
          <a:p>
            <a:pPr algn="ctr" rtl="0" eaLnBrk="0">
              <a:lnSpc>
                <a:spcPct val="100000"/>
              </a:lnSpc>
              <a:spcBef>
                <a:spcPts val="400"/>
              </a:spcBef>
              <a:buClrTx/>
              <a:buSzTx/>
              <a:buFontTx/>
            </a:pPr>
            <a:r>
              <a:rPr lang="en-US" altLang="zh-CN" sz="2000" kern="0" dirty="0">
                <a:solidFill>
                  <a:srgbClr val="FF0000"/>
                </a:solidFill>
                <a:latin typeface="Times New Roman" panose="02020603050405020304" pitchFamily="18" charset="0"/>
                <a:sym typeface="+mn-ea"/>
              </a:rPr>
              <a:t>{</a:t>
            </a:r>
            <a:r>
              <a:rPr lang="en-US" altLang="zh-CN" sz="2000" kern="0" dirty="0">
                <a:solidFill>
                  <a:srgbClr val="FF0000"/>
                </a:solidFill>
                <a:latin typeface="Times New Roman" panose="02020603050405020304" pitchFamily="18" charset="0"/>
                <a:sym typeface="+mn-ea"/>
              </a:rPr>
              <a:t>C/x</a:t>
            </a:r>
            <a:r>
              <a:rPr lang="en-US" altLang="zh-CN" sz="2000" kern="0" dirty="0">
                <a:solidFill>
                  <a:srgbClr val="FF0000"/>
                </a:solidFill>
                <a:latin typeface="Times New Roman" panose="02020603050405020304" pitchFamily="18" charset="0"/>
                <a:sym typeface="+mn-ea"/>
              </a:rPr>
              <a:t>}</a:t>
            </a:r>
            <a:endParaRPr lang="en-US" altLang="zh-CN" sz="2000" kern="0" dirty="0">
              <a:solidFill>
                <a:srgbClr val="FF0000"/>
              </a:solidFill>
              <a:latin typeface="Times New Roman" panose="02020603050405020304" pitchFamily="18" charset="0"/>
              <a:ea typeface="+mn-ea"/>
              <a:sym typeface="+mn-ea"/>
            </a:endParaRPr>
          </a:p>
        </p:txBody>
      </p:sp>
      <p:sp>
        <p:nvSpPr>
          <p:cNvPr id="16" name="文本框 15"/>
          <p:cNvSpPr txBox="1"/>
          <p:nvPr/>
        </p:nvSpPr>
        <p:spPr>
          <a:xfrm>
            <a:off x="3200400" y="5943600"/>
            <a:ext cx="3074035" cy="398780"/>
          </a:xfrm>
          <a:prstGeom prst="rect">
            <a:avLst/>
          </a:prstGeom>
          <a:noFill/>
        </p:spPr>
        <p:txBody>
          <a:bodyPr wrap="square" rtlCol="0" anchor="t">
            <a:spAutoFit/>
          </a:bodyPr>
          <a:p>
            <a:pPr algn="ctr"/>
            <a:r>
              <a:rPr lang="en-US" sz="2000" kern="0" spc="-30" dirty="0">
                <a:solidFill>
                  <a:srgbClr val="FF0000">
                    <a:alpha val="100000"/>
                  </a:srgbClr>
                </a:solidFill>
                <a:latin typeface="宋体" panose="02010600030101010101" pitchFamily="2" charset="-122"/>
                <a:cs typeface="宋体" panose="02010600030101010101" pitchFamily="2" charset="-122"/>
                <a:sym typeface="+mn-ea"/>
              </a:rPr>
              <a:t>A</a:t>
            </a:r>
            <a:r>
              <a:rPr lang="zh-CN" altLang="en-US" sz="2000" kern="0" spc="-30" dirty="0">
                <a:solidFill>
                  <a:srgbClr val="FF0000">
                    <a:alpha val="100000"/>
                  </a:srgbClr>
                </a:solidFill>
                <a:latin typeface="宋体" panose="02010600030101010101" pitchFamily="2" charset="-122"/>
                <a:cs typeface="宋体" panose="02010600030101010101" pitchFamily="2" charset="-122"/>
                <a:sym typeface="+mn-ea"/>
              </a:rPr>
              <a:t>不是老实人</a:t>
            </a:r>
            <a:endParaRPr lang="zh-CN" altLang="en-US" sz="2000" kern="0" spc="-30" dirty="0">
              <a:solidFill>
                <a:srgbClr val="FF0000">
                  <a:alpha val="100000"/>
                </a:srgbClr>
              </a:solidFill>
              <a:latin typeface="宋体" panose="02010600030101010101" pitchFamily="2" charset="-122"/>
              <a:cs typeface="宋体" panose="02010600030101010101" pitchFamily="2" charset="-122"/>
              <a:sym typeface="+mn-ea"/>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4">
                                            <p:txEl>
                                              <p:pRg st="0" end="0"/>
                                            </p:txEl>
                                          </p:spTgt>
                                        </p:tgtEl>
                                        <p:attrNameLst>
                                          <p:attrName>style.visibility</p:attrName>
                                        </p:attrNameLst>
                                      </p:cBhvr>
                                      <p:to>
                                        <p:strVal val="visible"/>
                                      </p:to>
                                    </p:set>
                                    <p:anim calcmode="lin" valueType="num">
                                      <p:cBhvr additive="base">
                                        <p:cTn id="7" dur="500" fill="hold"/>
                                        <p:tgtEl>
                                          <p:spTgt spid="25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灯片编号占位符 3"/>
          <p:cNvSpPr txBox="1">
            <a:spLocks noGrp="1"/>
          </p:cNvSpPr>
          <p:nvPr>
            <p:ph type="sldNum" sz="quarter" idx="10"/>
          </p:nvPr>
        </p:nvSpPr>
        <p:spPr/>
        <p:txBody>
          <a:bodyPr/>
          <a:p>
            <a:pPr marL="0" indent="0" algn="r" eaLnBrk="1" hangingPunct="1">
              <a:spcBef>
                <a:spcPct val="0"/>
              </a:spcBef>
              <a:buClrTx/>
              <a:buFontTx/>
              <a:buNone/>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pic>
        <p:nvPicPr>
          <p:cNvPr id="104451" name="Picture 2" descr="waseda_mark"/>
          <p:cNvPicPr>
            <a:picLocks noChangeAspect="1"/>
          </p:cNvPicPr>
          <p:nvPr/>
        </p:nvPicPr>
        <p:blipFill>
          <a:blip r:embed="rId1">
            <a:grayscl/>
            <a:lum bright="79999" contrast="-89999"/>
          </a:blip>
          <a:stretch>
            <a:fillRect/>
          </a:stretch>
        </p:blipFill>
        <p:spPr>
          <a:xfrm>
            <a:off x="1116013" y="930275"/>
            <a:ext cx="6840537" cy="5307013"/>
          </a:xfrm>
          <a:prstGeom prst="rect">
            <a:avLst/>
          </a:prstGeom>
          <a:noFill/>
          <a:ln w="9525">
            <a:noFill/>
          </a:ln>
        </p:spPr>
      </p:pic>
      <p:sp>
        <p:nvSpPr>
          <p:cNvPr id="104452" name="Rectangle 3"/>
          <p:cNvSpPr>
            <a:spLocks noGrp="1"/>
          </p:cNvSpPr>
          <p:nvPr>
            <p:ph idx="1"/>
          </p:nvPr>
        </p:nvSpPr>
        <p:spPr>
          <a:xfrm>
            <a:off x="196850" y="771525"/>
            <a:ext cx="8642350" cy="5400675"/>
          </a:xfrm>
        </p:spPr>
        <p:txBody>
          <a:bodyPr vert="horz" wrap="square" lIns="91440" tIns="45720" rIns="91440" bIns="45720" anchor="t" anchorCtr="0"/>
          <a:p>
            <a:pPr eaLnBrk="1" hangingPunct="1"/>
            <a:endParaRPr lang="en-US" altLang="zh-CN" b="1" dirty="0"/>
          </a:p>
          <a:p>
            <a:pPr eaLnBrk="1" hangingPunct="1">
              <a:buNone/>
            </a:pPr>
            <a:endParaRPr lang="en-US" altLang="zh-CN" b="1" dirty="0"/>
          </a:p>
          <a:p>
            <a:pPr algn="ctr" eaLnBrk="1" hangingPunct="1">
              <a:buNone/>
            </a:pPr>
            <a:r>
              <a:rPr lang="en-US" altLang="zh-CN" sz="8000" b="1" dirty="0">
                <a:solidFill>
                  <a:schemeClr val="accent2"/>
                </a:solidFill>
                <a:latin typeface="Times New Roman" panose="02020603050405020304" pitchFamily="18" charset="0"/>
              </a:rPr>
              <a:t>THE END</a:t>
            </a:r>
            <a:endParaRPr lang="en-US" altLang="zh-CN" sz="8000" b="1" dirty="0">
              <a:solidFill>
                <a:schemeClr val="accent2"/>
              </a:solidFill>
              <a:latin typeface="Times New Roman" panose="02020603050405020304" pitchFamily="18" charset="0"/>
            </a:endParaRPr>
          </a:p>
        </p:txBody>
      </p:sp>
      <p:pic>
        <p:nvPicPr>
          <p:cNvPr id="104453" name="Picture 4" descr="wsd1"/>
          <p:cNvPicPr>
            <a:picLocks noChangeAspect="1"/>
          </p:cNvPicPr>
          <p:nvPr/>
        </p:nvPicPr>
        <p:blipFill>
          <a:blip r:embed="rId2"/>
          <a:stretch>
            <a:fillRect/>
          </a:stretch>
        </p:blipFill>
        <p:spPr>
          <a:xfrm>
            <a:off x="0" y="5661025"/>
            <a:ext cx="9144000" cy="1196975"/>
          </a:xfrm>
          <a:prstGeom prst="rect">
            <a:avLst/>
          </a:prstGeom>
          <a:noFill/>
          <a:ln w="9525">
            <a:noFill/>
          </a:ln>
        </p:spPr>
      </p:pic>
      <p:sp>
        <p:nvSpPr>
          <p:cNvPr id="104454" name="Line 5"/>
          <p:cNvSpPr/>
          <p:nvPr/>
        </p:nvSpPr>
        <p:spPr>
          <a:xfrm>
            <a:off x="228600" y="457200"/>
            <a:ext cx="8610600" cy="0"/>
          </a:xfrm>
          <a:prstGeom prst="line">
            <a:avLst/>
          </a:prstGeom>
          <a:ln w="57150" cap="flat" cmpd="thinThick">
            <a:solidFill>
              <a:schemeClr val="accent2"/>
            </a:solidFill>
            <a:prstDash val="solid"/>
            <a:headEnd type="none" w="med" len="med"/>
            <a:tailEnd type="none" w="med" len="med"/>
          </a:ln>
        </p:spPr>
      </p:sp>
      <p:sp>
        <p:nvSpPr>
          <p:cNvPr id="104455" name="Text Box 6"/>
          <p:cNvSpPr txBox="1"/>
          <p:nvPr/>
        </p:nvSpPr>
        <p:spPr>
          <a:xfrm>
            <a:off x="0" y="76200"/>
            <a:ext cx="9144000" cy="396875"/>
          </a:xfrm>
          <a:prstGeom prst="rect">
            <a:avLst/>
          </a:prstGeom>
          <a:noFill/>
          <a:ln w="38100">
            <a:noFill/>
          </a:ln>
        </p:spPr>
        <p:txBody>
          <a:bodyPr>
            <a:spAutoFit/>
          </a:bodyPr>
          <a:lstStyle>
            <a:lvl1pPr marL="469900" indent="-469900" algn="l" rtl="0" eaLnBrk="0" fontAlgn="base" hangingPunct="0">
              <a:spcBef>
                <a:spcPct val="40000"/>
              </a:spcBef>
              <a:spcAft>
                <a:spcPct val="0"/>
              </a:spcAft>
              <a:buClr>
                <a:schemeClr val="accent2"/>
              </a:buClr>
              <a:buFont typeface="Wingdings" panose="05000000000000000000" pitchFamily="2" charset="2"/>
              <a:buBlip>
                <a:blip r:embed="rId3"/>
              </a:buBlip>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stStyle>
          <a:p>
            <a:pPr marL="0" lvl="0" indent="0" algn="ctr" eaLnBrk="1" hangingPunct="1">
              <a:spcBef>
                <a:spcPct val="50000"/>
              </a:spcBef>
              <a:buClrTx/>
              <a:buFontTx/>
              <a:buNone/>
            </a:pPr>
            <a:r>
              <a:rPr lang="en-US" altLang="zh-CN" sz="2000" dirty="0">
                <a:solidFill>
                  <a:schemeClr val="accent2"/>
                </a:solidFill>
              </a:rPr>
              <a:t>Introduction of Artificial Intelligence</a:t>
            </a:r>
            <a:endParaRPr lang="en-US" altLang="zh-CN" sz="2000" dirty="0">
              <a:solidFill>
                <a:schemeClr val="accent2"/>
              </a:solidFill>
            </a:endParaRPr>
          </a:p>
        </p:txBody>
      </p:sp>
    </p:spTree>
  </p:cSld>
  <p:clrMapOvr>
    <a:masterClrMapping/>
  </p:clrMapOvr>
  <p:transition>
    <p:random/>
  </p:transition>
</p:sld>
</file>

<file path=ppt/theme/theme1.xml><?xml version="1.0" encoding="utf-8"?>
<a:theme xmlns:a="http://schemas.openxmlformats.org/drawingml/2006/main" name="wasedaSample5">
  <a:themeElements>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wasedaSample5">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wasedaSample5">
  <a:themeElements>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wasedaSample5">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wasedaSample5">
  <a:themeElements>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wasedaSample5">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wasedaSample5">
  <a:themeElements>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wasedaSample5">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wasedaSample5">
  <a:themeElements>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wasedaSample5">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wasedaSample5">
  <a:themeElements>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wasedaSample5">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wasedaSample5">
  <a:themeElements>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wasedaSample5">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wasedaSample5">
  <a:themeElements>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wasedaSample5">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wasedaSample5">
  <a:themeElements>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wasedaSample5">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wasedaSample5">
  <a:themeElements>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wasedaSample5">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wasedaSample5">
  <a:themeElements>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wasedaSample5">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1_wasedaSample5">
  <a:themeElements>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wasedaSample5">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2_wasedaSample5">
  <a:themeElements>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wasedaSample5">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3_wasedaSample5">
  <a:themeElements>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wasedaSample5">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4_wasedaSample5">
  <a:themeElements>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wasedaSample5">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5_wasedaSample5">
  <a:themeElements>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wasedaSample5">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6_wasedaSample5">
  <a:themeElements>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wasedaSample5">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7_wasedaSample5">
  <a:themeElements>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wasedaSample5">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8_wasedaSample5">
  <a:themeElements>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wasedaSample5">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19_wasedaSample5">
  <a:themeElements>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wasedaSample5">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99"/>
        </a:solidFill>
        <a:ln w="9525" cap="flat" cmpd="sng" algn="ctr">
          <a:solidFill>
            <a:srgbClr val="9933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2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12211</Words>
  <Application>WPS 演示</Application>
  <PresentationFormat>全屏显示(4:3)</PresentationFormat>
  <Paragraphs>1211</Paragraphs>
  <Slides>89</Slides>
  <Notes>29</Notes>
  <HiddenSlides>0</HiddenSlides>
  <MMClips>0</MMClips>
  <ScaleCrop>false</ScaleCrop>
  <HeadingPairs>
    <vt:vector size="8" baseType="variant">
      <vt:variant>
        <vt:lpstr>已用的字体</vt:lpstr>
      </vt:variant>
      <vt:variant>
        <vt:i4>14</vt:i4>
      </vt:variant>
      <vt:variant>
        <vt:lpstr>主题</vt:lpstr>
      </vt:variant>
      <vt:variant>
        <vt:i4>20</vt:i4>
      </vt:variant>
      <vt:variant>
        <vt:lpstr>嵌入 OLE 服务器</vt:lpstr>
      </vt:variant>
      <vt:variant>
        <vt:i4>169</vt:i4>
      </vt:variant>
      <vt:variant>
        <vt:lpstr>幻灯片标题</vt:lpstr>
      </vt:variant>
      <vt:variant>
        <vt:i4>89</vt:i4>
      </vt:variant>
    </vt:vector>
  </HeadingPairs>
  <TitlesOfParts>
    <vt:vector size="292" baseType="lpstr">
      <vt:lpstr>Arial</vt:lpstr>
      <vt:lpstr>宋体</vt:lpstr>
      <vt:lpstr>Wingdings</vt:lpstr>
      <vt:lpstr>MS PGothic</vt:lpstr>
      <vt:lpstr>Times New Roman</vt:lpstr>
      <vt:lpstr>黑体</vt:lpstr>
      <vt:lpstr>华文琥珀</vt:lpstr>
      <vt:lpstr>楷体_GB2312</vt:lpstr>
      <vt:lpstr>新宋体</vt:lpstr>
      <vt:lpstr>微软雅黑</vt:lpstr>
      <vt:lpstr>Arial Unicode MS</vt:lpstr>
      <vt:lpstr>隶书</vt:lpstr>
      <vt:lpstr>Times New Roman</vt:lpstr>
      <vt:lpstr>Arial</vt:lpstr>
      <vt:lpstr>wasedaSample5</vt:lpstr>
      <vt:lpstr>1_wasedaSample5</vt:lpstr>
      <vt:lpstr>2_wasedaSample5</vt:lpstr>
      <vt:lpstr>3_wasedaSample5</vt:lpstr>
      <vt:lpstr>4_wasedaSample5</vt:lpstr>
      <vt:lpstr>5_wasedaSample5</vt:lpstr>
      <vt:lpstr>6_wasedaSample5</vt:lpstr>
      <vt:lpstr>7_wasedaSample5</vt:lpstr>
      <vt:lpstr>8_wasedaSample5</vt:lpstr>
      <vt:lpstr>9_wasedaSample5</vt:lpstr>
      <vt:lpstr>10_wasedaSample5</vt:lpstr>
      <vt:lpstr>11_wasedaSample5</vt:lpstr>
      <vt:lpstr>12_wasedaSample5</vt:lpstr>
      <vt:lpstr>13_wasedaSample5</vt:lpstr>
      <vt:lpstr>14_wasedaSample5</vt:lpstr>
      <vt:lpstr>15_wasedaSample5</vt:lpstr>
      <vt:lpstr>16_wasedaSample5</vt:lpstr>
      <vt:lpstr>17_wasedaSample5</vt:lpstr>
      <vt:lpstr>18_wasedaSample5</vt:lpstr>
      <vt:lpstr>19_wasedaSample5</vt:lpstr>
      <vt:lpstr>SmartDraw.2</vt:lpstr>
      <vt:lpstr>Equation.3</vt:lpstr>
      <vt:lpstr>Equation.3</vt:lpstr>
      <vt:lpstr>Equation.3</vt:lpstr>
      <vt:lpstr>Equation.3</vt:lpstr>
      <vt:lpstr>Equation.3</vt:lpstr>
      <vt:lpstr>Equation.3</vt:lpstr>
      <vt:lpstr>Equation.3</vt:lpstr>
      <vt:lpstr>Equation.3</vt:lpstr>
      <vt:lpstr>Equation.3</vt:lpstr>
      <vt:lpstr>Equation.3</vt:lpstr>
      <vt:lpstr>Equation.3</vt:lpstr>
      <vt:lpstr>SmartDraw.2</vt:lpstr>
      <vt:lpstr>Equation.3</vt:lpstr>
      <vt:lpstr>Equation.3</vt:lpstr>
      <vt:lpstr>SmartDraw.2</vt:lpstr>
      <vt:lpstr>Equation.3</vt:lpstr>
      <vt:lpstr>Equation.3</vt:lpstr>
      <vt:lpstr>Equation.3</vt:lpstr>
      <vt:lpstr>Equation.3</vt:lpstr>
      <vt:lpstr>Equation.3</vt:lpstr>
      <vt:lpstr>Equation.3</vt:lpstr>
      <vt:lpstr>Equation.3</vt:lpstr>
      <vt:lpstr>SmartDraw.2</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SmartDraw.2</vt:lpstr>
      <vt:lpstr>Equation.3</vt:lpstr>
      <vt:lpstr>Equation.3</vt:lpstr>
      <vt:lpstr>Equation.3</vt:lpstr>
      <vt:lpstr>Equation.3</vt:lpstr>
      <vt:lpstr>Equation.3</vt:lpstr>
      <vt:lpstr>Equation.3</vt:lpstr>
      <vt:lpstr>Equation.3</vt:lpstr>
      <vt:lpstr>Equation.3</vt:lpstr>
      <vt:lpstr>Equation.3</vt:lpstr>
      <vt:lpstr>Equation.3</vt:lpstr>
      <vt:lpstr>SmartDraw.2</vt:lpstr>
      <vt:lpstr>Equation.3</vt:lpstr>
      <vt:lpstr>Equation.3</vt:lpstr>
      <vt:lpstr>Equation.3</vt:lpstr>
      <vt:lpstr>Equation.3</vt:lpstr>
      <vt:lpstr>Equation.3</vt:lpstr>
      <vt:lpstr>Equation.3</vt:lpstr>
      <vt:lpstr>Equation.3</vt:lpstr>
      <vt:lpstr>Equation.3</vt:lpstr>
      <vt:lpstr>Equation.3</vt:lpstr>
      <vt:lpstr>Equation.3</vt:lpstr>
      <vt:lpstr>SmartDraw.2</vt:lpstr>
      <vt:lpstr>Equation.3</vt:lpstr>
      <vt:lpstr>Equation.3</vt:lpstr>
      <vt:lpstr>Equation.3</vt:lpstr>
      <vt:lpstr>Equation.3</vt:lpstr>
      <vt:lpstr>Equation.3</vt:lpstr>
      <vt:lpstr>Equation.3</vt:lpstr>
      <vt:lpstr>Equation.3</vt:lpstr>
      <vt:lpstr>Equation.3</vt:lpstr>
      <vt:lpstr>Equation.3</vt:lpstr>
      <vt:lpstr>Equation.3</vt:lpstr>
      <vt:lpstr>SmartDraw.2</vt:lpstr>
      <vt:lpstr>Equation.3</vt:lpstr>
      <vt:lpstr>Equation.3</vt:lpstr>
      <vt:lpstr>Equation.3</vt:lpstr>
      <vt:lpstr>Equation.3</vt:lpstr>
      <vt:lpstr>Equation.3</vt:lpstr>
      <vt:lpstr>Equation.3</vt:lpstr>
      <vt:lpstr>Equation.3</vt:lpstr>
      <vt:lpstr>Equation.3</vt:lpstr>
      <vt:lpstr>Equation.3</vt:lpstr>
      <vt:lpstr>Equation.3</vt:lpstr>
      <vt:lpstr>SmartDraw.2</vt:lpstr>
      <vt:lpstr>Equation.3</vt:lpstr>
      <vt:lpstr>Equation.3</vt:lpstr>
      <vt:lpstr>Equation.3</vt:lpstr>
      <vt:lpstr>Equation.3</vt:lpstr>
      <vt:lpstr>Equation.3</vt:lpstr>
      <vt:lpstr>Equation.3</vt:lpstr>
      <vt:lpstr>Equation.3</vt:lpstr>
      <vt:lpstr>Equation.3</vt:lpstr>
      <vt:lpstr>Equation.3</vt:lpstr>
      <vt:lpstr>Equation.3</vt:lpstr>
      <vt:lpstr>SmartDraw.2</vt:lpstr>
      <vt:lpstr>Equation.3</vt:lpstr>
      <vt:lpstr>Equation.3</vt:lpstr>
      <vt:lpstr>Equation.3</vt:lpstr>
      <vt:lpstr>Equation.3</vt:lpstr>
      <vt:lpstr>Equation.3</vt:lpstr>
      <vt:lpstr>Equation.3</vt:lpstr>
      <vt:lpstr>Equation.3</vt:lpstr>
      <vt:lpstr>Equation.3</vt:lpstr>
      <vt:lpstr>Equation.3</vt:lpstr>
      <vt:lpstr>Equation.3</vt:lpstr>
      <vt:lpstr>SmartDraw.2</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第 3 章   确定性推理方法</vt:lpstr>
      <vt:lpstr>PowerPoint 演示文稿</vt:lpstr>
      <vt:lpstr>第3章  确定性推理方法</vt:lpstr>
      <vt:lpstr>第3章  确定性推理方法</vt:lpstr>
      <vt:lpstr>第3章  确定性推理方法</vt:lpstr>
      <vt:lpstr>3.1  推理的基本概念</vt:lpstr>
      <vt:lpstr>3.1.1  推理的定义</vt:lpstr>
      <vt:lpstr>3.1  推理的基本概念</vt:lpstr>
      <vt:lpstr>3.1.2  推理方式及其分类</vt:lpstr>
      <vt:lpstr>3.1.2  推理方式及其分类</vt:lpstr>
      <vt:lpstr>3.1.2  推理方式及其分类</vt:lpstr>
      <vt:lpstr>PowerPoint 演示文稿</vt:lpstr>
      <vt:lpstr>3.1.2  推理方式及其分类</vt:lpstr>
      <vt:lpstr>3.1.2  推理方式及其分类</vt:lpstr>
      <vt:lpstr>3.1.2  推理方式及其分类</vt:lpstr>
      <vt:lpstr>3.1  推理的基本概念</vt:lpstr>
      <vt:lpstr>3.1.3  推理的方向</vt:lpstr>
      <vt:lpstr>3.1.3  推理的方向</vt:lpstr>
      <vt:lpstr>PowerPoint 演示文稿</vt:lpstr>
      <vt:lpstr>3.1.3  推理的方向</vt:lpstr>
      <vt:lpstr>3.1.3  推理的方向</vt:lpstr>
      <vt:lpstr>PowerPoint 演示文稿</vt:lpstr>
      <vt:lpstr>3.1.3  推理的方向</vt:lpstr>
      <vt:lpstr>3.1.3  推理的方向</vt:lpstr>
      <vt:lpstr>PowerPoint 演示文稿</vt:lpstr>
      <vt:lpstr>PowerPoint 演示文稿</vt:lpstr>
      <vt:lpstr>3.1.3  推理的方向</vt:lpstr>
      <vt:lpstr>3.1  推理的基本概念</vt:lpstr>
      <vt:lpstr>3.1.4  冲突消解策略</vt:lpstr>
      <vt:lpstr>3.1.4  冲突消解策略</vt:lpstr>
      <vt:lpstr>第3章  确定性推理方法</vt:lpstr>
      <vt:lpstr>3.2  自然演绎推理</vt:lpstr>
      <vt:lpstr>3.2  自然演绎推理</vt:lpstr>
      <vt:lpstr>3.2  自然演绎推理</vt:lpstr>
      <vt:lpstr>3.2  自然演绎推理</vt:lpstr>
      <vt:lpstr>3.2  自然演绎推理</vt:lpstr>
      <vt:lpstr>3.2  自然演绎推理</vt:lpstr>
      <vt:lpstr>第3章  确定性推理方法</vt:lpstr>
      <vt:lpstr>归 结 演 绎 推 理</vt:lpstr>
      <vt:lpstr>PowerPoint 演示文稿</vt:lpstr>
      <vt:lpstr>3.3  谓词公式化为子句集的方法</vt:lpstr>
      <vt:lpstr>3.3  谓词公式化为子句集的方法</vt:lpstr>
      <vt:lpstr>3.3  谓词公式化为子句集的方法</vt:lpstr>
      <vt:lpstr>3.3  谓词公式化为子句集的方法</vt:lpstr>
      <vt:lpstr>3.3  谓词公式化为子句集的方法</vt:lpstr>
      <vt:lpstr>3.3  谓词公式化为子句集的方法</vt:lpstr>
      <vt:lpstr>3.3  谓词公式化为子句集的方法</vt:lpstr>
      <vt:lpstr>3.3  谓词公式化为子句集的方法</vt:lpstr>
      <vt:lpstr>3.3  谓词公式化为子句集的方法</vt:lpstr>
      <vt:lpstr>3.3  谓词公式化为子句集的方法</vt:lpstr>
      <vt:lpstr>3.3  谓词公式化为子句集的方法</vt:lpstr>
      <vt:lpstr>3.3  谓词公式化为子句集的方法</vt:lpstr>
      <vt:lpstr>3.3  谓词公式化为子句集的方法</vt:lpstr>
      <vt:lpstr>3.3  谓词公式化为子句集的方法</vt:lpstr>
      <vt:lpstr>3.3  谓词公式化为子句集的方法</vt:lpstr>
      <vt:lpstr>3.3  谓词公式化为子句集的方法</vt:lpstr>
      <vt:lpstr>3.3  谓词公式化为子句集的方法</vt:lpstr>
      <vt:lpstr>PowerPoint 演示文稿</vt:lpstr>
      <vt:lpstr>PowerPoint 演示文稿</vt:lpstr>
      <vt:lpstr>PowerPoint 演示文稿</vt:lpstr>
      <vt:lpstr>PowerPoint 演示文稿</vt:lpstr>
      <vt:lpstr>第3章  确定性推理方法</vt:lpstr>
      <vt:lpstr>3.4  鲁宾逊归结原理</vt:lpstr>
      <vt:lpstr>3.4  鲁宾逊归结原理</vt:lpstr>
      <vt:lpstr>3.4  鲁宾逊归结原理</vt:lpstr>
      <vt:lpstr>3.4  鲁宾逊归结原理</vt:lpstr>
      <vt:lpstr>3.4  鲁宾逊归结原理</vt:lpstr>
      <vt:lpstr>PowerPoint 演示文稿</vt:lpstr>
      <vt:lpstr>3.4  鲁宾逊归结原理</vt:lpstr>
      <vt:lpstr>第3章  确定性推理方法</vt:lpstr>
      <vt:lpstr>PowerPoint 演示文稿</vt:lpstr>
      <vt:lpstr>PowerPoint 演示文稿</vt:lpstr>
      <vt:lpstr>3.5  归结反演</vt:lpstr>
      <vt:lpstr>PowerPoint 演示文稿</vt:lpstr>
      <vt:lpstr>3.5  归结反演</vt:lpstr>
      <vt:lpstr>PowerPoint 演示文稿</vt:lpstr>
      <vt:lpstr>PowerPoint 演示文稿</vt:lpstr>
      <vt:lpstr>第3章  确定性推理方法</vt:lpstr>
      <vt:lpstr>3.6  应用归结原理求解问题</vt:lpstr>
      <vt:lpstr>3.6  应用归结原理求解问题</vt:lpstr>
      <vt:lpstr>3.6  应用归结原理求解问题</vt:lpstr>
      <vt:lpstr>3.6  应用归结原理求解问题</vt:lpstr>
      <vt:lpstr>3.6  应用归结原理求解问题</vt:lpstr>
      <vt:lpstr>3.6  应用归结原理求解问题</vt:lpstr>
      <vt:lpstr>3.6  应用归结原理求解问题</vt:lpstr>
      <vt:lpstr>3.6  应用归结原理求解问题</vt:lpstr>
      <vt:lpstr>3.6  应用归结原理求解问题</vt:lpstr>
      <vt:lpstr>3.6  应用归结原理求解问题</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季哲</cp:lastModifiedBy>
  <cp:revision>956</cp:revision>
  <dcterms:created xsi:type="dcterms:W3CDTF">2025-11-13T11:25:00Z</dcterms:created>
  <dcterms:modified xsi:type="dcterms:W3CDTF">2025-11-17T06:40:46Z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ICV">
    <vt:lpwstr>66A8199260054EEF8D52FC27F23D91CB_12</vt:lpwstr>
  </property>
  <property fmtid="{D5CDD505-2E9C-101B-9397-08002B2CF9AE}" pid="4" name="KSOProductBuildVer">
    <vt:lpwstr>2052-12.1.0.21541</vt:lpwstr>
  </property>
</Properties>
</file>