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350" r:id="rId3"/>
    <p:sldId id="440" r:id="rId4"/>
    <p:sldId id="338" r:id="rId6"/>
    <p:sldId id="341" r:id="rId7"/>
    <p:sldId id="257" r:id="rId8"/>
    <p:sldId id="331" r:id="rId9"/>
    <p:sldId id="326" r:id="rId10"/>
    <p:sldId id="258" r:id="rId11"/>
    <p:sldId id="324" r:id="rId12"/>
    <p:sldId id="344" r:id="rId13"/>
    <p:sldId id="329" r:id="rId14"/>
    <p:sldId id="280" r:id="rId15"/>
    <p:sldId id="281" r:id="rId16"/>
    <p:sldId id="355" r:id="rId17"/>
    <p:sldId id="282" r:id="rId18"/>
    <p:sldId id="284" r:id="rId19"/>
    <p:sldId id="285" r:id="rId20"/>
    <p:sldId id="283" r:id="rId21"/>
    <p:sldId id="286" r:id="rId22"/>
    <p:sldId id="288" r:id="rId23"/>
    <p:sldId id="356" r:id="rId24"/>
    <p:sldId id="408" r:id="rId25"/>
    <p:sldId id="409" r:id="rId26"/>
    <p:sldId id="410" r:id="rId27"/>
    <p:sldId id="411" r:id="rId28"/>
    <p:sldId id="345" r:id="rId29"/>
    <p:sldId id="380" r:id="rId30"/>
    <p:sldId id="357" r:id="rId31"/>
    <p:sldId id="412" r:id="rId32"/>
    <p:sldId id="287" r:id="rId33"/>
    <p:sldId id="289" r:id="rId34"/>
    <p:sldId id="290" r:id="rId35"/>
    <p:sldId id="321" r:id="rId36"/>
    <p:sldId id="293" r:id="rId37"/>
    <p:sldId id="413" r:id="rId38"/>
    <p:sldId id="414" r:id="rId39"/>
    <p:sldId id="428" r:id="rId40"/>
    <p:sldId id="429" r:id="rId41"/>
    <p:sldId id="430" r:id="rId42"/>
    <p:sldId id="432" r:id="rId43"/>
    <p:sldId id="431" r:id="rId44"/>
    <p:sldId id="346" r:id="rId45"/>
    <p:sldId id="358" r:id="rId46"/>
    <p:sldId id="295" r:id="rId47"/>
    <p:sldId id="442" r:id="rId48"/>
    <p:sldId id="427" r:id="rId49"/>
    <p:sldId id="359" r:id="rId50"/>
    <p:sldId id="296" r:id="rId51"/>
    <p:sldId id="360" r:id="rId52"/>
    <p:sldId id="298" r:id="rId53"/>
    <p:sldId id="362" r:id="rId54"/>
    <p:sldId id="363" r:id="rId55"/>
    <p:sldId id="300" r:id="rId56"/>
    <p:sldId id="364" r:id="rId57"/>
    <p:sldId id="301" r:id="rId58"/>
    <p:sldId id="302" r:id="rId59"/>
    <p:sldId id="365" r:id="rId60"/>
    <p:sldId id="303" r:id="rId61"/>
    <p:sldId id="366" r:id="rId62"/>
    <p:sldId id="367" r:id="rId63"/>
    <p:sldId id="368" r:id="rId64"/>
    <p:sldId id="433" r:id="rId65"/>
    <p:sldId id="434" r:id="rId66"/>
    <p:sldId id="370" r:id="rId67"/>
    <p:sldId id="371" r:id="rId68"/>
    <p:sldId id="372" r:id="rId69"/>
    <p:sldId id="373" r:id="rId70"/>
    <p:sldId id="416" r:id="rId71"/>
    <p:sldId id="418" r:id="rId72"/>
    <p:sldId id="377" r:id="rId73"/>
    <p:sldId id="316" r:id="rId74"/>
    <p:sldId id="317" r:id="rId75"/>
    <p:sldId id="379" r:id="rId76"/>
    <p:sldId id="435" r:id="rId77"/>
    <p:sldId id="436" r:id="rId78"/>
    <p:sldId id="437" r:id="rId79"/>
    <p:sldId id="352" r:id="rId80"/>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04" userDrawn="1">
          <p15:clr>
            <a:srgbClr val="A4A3A4"/>
          </p15:clr>
        </p15:guide>
        <p15:guide id="2" pos="28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190"/>
    <p:restoredTop sz="79918"/>
  </p:normalViewPr>
  <p:slideViewPr>
    <p:cSldViewPr showGuides="1">
      <p:cViewPr varScale="1">
        <p:scale>
          <a:sx n="73" d="100"/>
          <a:sy n="73" d="100"/>
        </p:scale>
        <p:origin x="1684" y="56"/>
      </p:cViewPr>
      <p:guideLst>
        <p:guide orient="horz" pos="2104"/>
        <p:guide pos="2872"/>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520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3" Type="http://schemas.openxmlformats.org/officeDocument/2006/relationships/tableStyles" Target="tableStyles.xml"/><Relationship Id="rId82" Type="http://schemas.openxmlformats.org/officeDocument/2006/relationships/viewProps" Target="viewProps.xml"/><Relationship Id="rId81" Type="http://schemas.openxmlformats.org/officeDocument/2006/relationships/presProps" Target="presProps.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14.wmf"/><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4" Type="http://schemas.openxmlformats.org/officeDocument/2006/relationships/image" Target="../media/image18.wmf"/><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9" Type="http://schemas.openxmlformats.org/officeDocument/2006/relationships/image" Target="../media/image27.wmf"/><Relationship Id="rId8" Type="http://schemas.openxmlformats.org/officeDocument/2006/relationships/image" Target="../media/image26.wmf"/><Relationship Id="rId7" Type="http://schemas.openxmlformats.org/officeDocument/2006/relationships/image" Target="../media/image25.wmf"/><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2" Type="http://schemas.openxmlformats.org/officeDocument/2006/relationships/image" Target="../media/image30.wmf"/><Relationship Id="rId11" Type="http://schemas.openxmlformats.org/officeDocument/2006/relationships/image" Target="../media/image29.wmf"/><Relationship Id="rId10" Type="http://schemas.openxmlformats.org/officeDocument/2006/relationships/image" Target="../media/image28.wmf"/><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38.wmf"/><Relationship Id="rId7" Type="http://schemas.openxmlformats.org/officeDocument/2006/relationships/image" Target="../media/image37.wmf"/><Relationship Id="rId6" Type="http://schemas.openxmlformats.org/officeDocument/2006/relationships/image" Target="../media/image36.wmf"/><Relationship Id="rId5" Type="http://schemas.openxmlformats.org/officeDocument/2006/relationships/image" Target="../media/image35.wmf"/><Relationship Id="rId4" Type="http://schemas.openxmlformats.org/officeDocument/2006/relationships/image" Target="../media/image34.wmf"/><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9" Type="http://schemas.openxmlformats.org/officeDocument/2006/relationships/image" Target="../media/image47.wmf"/><Relationship Id="rId8" Type="http://schemas.openxmlformats.org/officeDocument/2006/relationships/image" Target="../media/image46.wmf"/><Relationship Id="rId7" Type="http://schemas.openxmlformats.org/officeDocument/2006/relationships/image" Target="../media/image45.wmf"/><Relationship Id="rId6" Type="http://schemas.openxmlformats.org/officeDocument/2006/relationships/image" Target="../media/image44.wmf"/><Relationship Id="rId5" Type="http://schemas.openxmlformats.org/officeDocument/2006/relationships/image" Target="../media/image43.wmf"/><Relationship Id="rId4" Type="http://schemas.openxmlformats.org/officeDocument/2006/relationships/image" Target="../media/image42.wmf"/><Relationship Id="rId3" Type="http://schemas.openxmlformats.org/officeDocument/2006/relationships/image" Target="../media/image41.wmf"/><Relationship Id="rId2" Type="http://schemas.openxmlformats.org/officeDocument/2006/relationships/image" Target="../media/image40.wmf"/><Relationship Id="rId10" Type="http://schemas.openxmlformats.org/officeDocument/2006/relationships/image" Target="../media/image48.wmf"/><Relationship Id="rId1" Type="http://schemas.openxmlformats.org/officeDocument/2006/relationships/image" Target="../media/image39.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56.wmf"/><Relationship Id="rId7" Type="http://schemas.openxmlformats.org/officeDocument/2006/relationships/image" Target="../media/image55.wmf"/><Relationship Id="rId6" Type="http://schemas.openxmlformats.org/officeDocument/2006/relationships/image" Target="../media/image54.wmf"/><Relationship Id="rId5" Type="http://schemas.openxmlformats.org/officeDocument/2006/relationships/image" Target="../media/image53.wmf"/><Relationship Id="rId4" Type="http://schemas.openxmlformats.org/officeDocument/2006/relationships/image" Target="../media/image52.wmf"/><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64.wmf"/><Relationship Id="rId7" Type="http://schemas.openxmlformats.org/officeDocument/2006/relationships/image" Target="../media/image63.wmf"/><Relationship Id="rId6" Type="http://schemas.openxmlformats.org/officeDocument/2006/relationships/image" Target="../media/image62.wmf"/><Relationship Id="rId5" Type="http://schemas.openxmlformats.org/officeDocument/2006/relationships/image" Target="../media/image61.wmf"/><Relationship Id="rId4" Type="http://schemas.openxmlformats.org/officeDocument/2006/relationships/image" Target="../media/image60.wmf"/><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s>
</file>

<file path=ppt/drawings/_rels/vmlDrawing11.vml.rels><?xml version="1.0" encoding="UTF-8" standalone="yes"?>
<Relationships xmlns="http://schemas.openxmlformats.org/package/2006/relationships"><Relationship Id="rId5" Type="http://schemas.openxmlformats.org/officeDocument/2006/relationships/image" Target="../media/image71.wmf"/><Relationship Id="rId4" Type="http://schemas.openxmlformats.org/officeDocument/2006/relationships/image" Target="../media/image70.wmf"/><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s>
</file>

<file path=ppt/drawings/_rels/vmlDrawing12.vml.rels><?xml version="1.0" encoding="UTF-8" standalone="yes"?>
<Relationships xmlns="http://schemas.openxmlformats.org/package/2006/relationships"><Relationship Id="rId5" Type="http://schemas.openxmlformats.org/officeDocument/2006/relationships/image" Target="../media/image75.wmf"/><Relationship Id="rId4" Type="http://schemas.openxmlformats.org/officeDocument/2006/relationships/image" Target="../media/image74.wmf"/><Relationship Id="rId3" Type="http://schemas.openxmlformats.org/officeDocument/2006/relationships/image" Target="../media/image73.wmf"/><Relationship Id="rId2" Type="http://schemas.openxmlformats.org/officeDocument/2006/relationships/image" Target="../media/image70.wmf"/><Relationship Id="rId1" Type="http://schemas.openxmlformats.org/officeDocument/2006/relationships/image" Target="../media/image72.wmf"/></Relationships>
</file>

<file path=ppt/drawings/_rels/vmlDrawing13.vml.rels><?xml version="1.0" encoding="UTF-8" standalone="yes"?>
<Relationships xmlns="http://schemas.openxmlformats.org/package/2006/relationships"><Relationship Id="rId9" Type="http://schemas.openxmlformats.org/officeDocument/2006/relationships/image" Target="../media/image84.emf"/><Relationship Id="rId8" Type="http://schemas.openxmlformats.org/officeDocument/2006/relationships/image" Target="../media/image83.emf"/><Relationship Id="rId7" Type="http://schemas.openxmlformats.org/officeDocument/2006/relationships/image" Target="../media/image82.wmf"/><Relationship Id="rId6" Type="http://schemas.openxmlformats.org/officeDocument/2006/relationships/image" Target="../media/image81.wmf"/><Relationship Id="rId5" Type="http://schemas.openxmlformats.org/officeDocument/2006/relationships/image" Target="../media/image80.wmf"/><Relationship Id="rId4" Type="http://schemas.openxmlformats.org/officeDocument/2006/relationships/image" Target="../media/image79.wmf"/><Relationship Id="rId3" Type="http://schemas.openxmlformats.org/officeDocument/2006/relationships/image" Target="../media/image78.wmf"/><Relationship Id="rId2" Type="http://schemas.openxmlformats.org/officeDocument/2006/relationships/image" Target="../media/image77.wmf"/><Relationship Id="rId10" Type="http://schemas.openxmlformats.org/officeDocument/2006/relationships/image" Target="../media/image85.emf"/><Relationship Id="rId1" Type="http://schemas.openxmlformats.org/officeDocument/2006/relationships/image" Target="../media/image76.wmf"/></Relationships>
</file>

<file path=ppt/drawings/_rels/vmlDrawing14.vml.rels><?xml version="1.0" encoding="UTF-8" standalone="yes"?>
<Relationships xmlns="http://schemas.openxmlformats.org/package/2006/relationships"><Relationship Id="rId7" Type="http://schemas.openxmlformats.org/officeDocument/2006/relationships/image" Target="../media/image92.emf"/><Relationship Id="rId6" Type="http://schemas.openxmlformats.org/officeDocument/2006/relationships/image" Target="../media/image91.emf"/><Relationship Id="rId5" Type="http://schemas.openxmlformats.org/officeDocument/2006/relationships/image" Target="../media/image90.emf"/><Relationship Id="rId4" Type="http://schemas.openxmlformats.org/officeDocument/2006/relationships/image" Target="../media/image89.emf"/><Relationship Id="rId3" Type="http://schemas.openxmlformats.org/officeDocument/2006/relationships/image" Target="../media/image88.wmf"/><Relationship Id="rId2" Type="http://schemas.openxmlformats.org/officeDocument/2006/relationships/image" Target="../media/image87.wmf"/><Relationship Id="rId1" Type="http://schemas.openxmlformats.org/officeDocument/2006/relationships/image" Target="../media/image86.wmf"/></Relationships>
</file>

<file path=ppt/drawings/_rels/vmlDrawing15.vml.rels><?xml version="1.0" encoding="UTF-8" standalone="yes"?>
<Relationships xmlns="http://schemas.openxmlformats.org/package/2006/relationships"><Relationship Id="rId7" Type="http://schemas.openxmlformats.org/officeDocument/2006/relationships/image" Target="../media/image99.wmf"/><Relationship Id="rId6" Type="http://schemas.openxmlformats.org/officeDocument/2006/relationships/image" Target="../media/image98.wmf"/><Relationship Id="rId5" Type="http://schemas.openxmlformats.org/officeDocument/2006/relationships/image" Target="../media/image97.wmf"/><Relationship Id="rId4" Type="http://schemas.openxmlformats.org/officeDocument/2006/relationships/image" Target="../media/image96.wmf"/><Relationship Id="rId3" Type="http://schemas.openxmlformats.org/officeDocument/2006/relationships/image" Target="../media/image95.wmf"/><Relationship Id="rId2" Type="http://schemas.openxmlformats.org/officeDocument/2006/relationships/image" Target="../media/image94.wmf"/><Relationship Id="rId1" Type="http://schemas.openxmlformats.org/officeDocument/2006/relationships/image" Target="../media/image93.wmf"/></Relationships>
</file>

<file path=ppt/drawings/_rels/vmlDrawing16.vml.rels><?xml version="1.0" encoding="UTF-8" standalone="yes"?>
<Relationships xmlns="http://schemas.openxmlformats.org/package/2006/relationships"><Relationship Id="rId9" Type="http://schemas.openxmlformats.org/officeDocument/2006/relationships/image" Target="../media/image109.wmf"/><Relationship Id="rId8" Type="http://schemas.openxmlformats.org/officeDocument/2006/relationships/image" Target="../media/image108.wmf"/><Relationship Id="rId7" Type="http://schemas.openxmlformats.org/officeDocument/2006/relationships/image" Target="../media/image107.wmf"/><Relationship Id="rId6" Type="http://schemas.openxmlformats.org/officeDocument/2006/relationships/image" Target="../media/image106.wmf"/><Relationship Id="rId5" Type="http://schemas.openxmlformats.org/officeDocument/2006/relationships/image" Target="../media/image105.wmf"/><Relationship Id="rId4" Type="http://schemas.openxmlformats.org/officeDocument/2006/relationships/image" Target="../media/image104.wmf"/><Relationship Id="rId3" Type="http://schemas.openxmlformats.org/officeDocument/2006/relationships/image" Target="../media/image103.wmf"/><Relationship Id="rId2" Type="http://schemas.openxmlformats.org/officeDocument/2006/relationships/image" Target="../media/image102.wmf"/><Relationship Id="rId11" Type="http://schemas.openxmlformats.org/officeDocument/2006/relationships/image" Target="../media/image111.wmf"/><Relationship Id="rId10" Type="http://schemas.openxmlformats.org/officeDocument/2006/relationships/image" Target="../media/image110.wmf"/><Relationship Id="rId1" Type="http://schemas.openxmlformats.org/officeDocument/2006/relationships/image" Target="../media/image101.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14.wmf"/><Relationship Id="rId2" Type="http://schemas.openxmlformats.org/officeDocument/2006/relationships/image" Target="../media/image113.wmf"/><Relationship Id="rId1" Type="http://schemas.openxmlformats.org/officeDocument/2006/relationships/image" Target="../media/image112.wmf"/></Relationships>
</file>

<file path=ppt/drawings/_rels/vmlDrawing18.vml.rels><?xml version="1.0" encoding="UTF-8" standalone="yes"?>
<Relationships xmlns="http://schemas.openxmlformats.org/package/2006/relationships"><Relationship Id="rId9" Type="http://schemas.openxmlformats.org/officeDocument/2006/relationships/image" Target="../media/image123.wmf"/><Relationship Id="rId8" Type="http://schemas.openxmlformats.org/officeDocument/2006/relationships/image" Target="../media/image122.wmf"/><Relationship Id="rId7" Type="http://schemas.openxmlformats.org/officeDocument/2006/relationships/image" Target="../media/image121.wmf"/><Relationship Id="rId6" Type="http://schemas.openxmlformats.org/officeDocument/2006/relationships/image" Target="../media/image120.wmf"/><Relationship Id="rId5" Type="http://schemas.openxmlformats.org/officeDocument/2006/relationships/image" Target="../media/image119.wmf"/><Relationship Id="rId4" Type="http://schemas.openxmlformats.org/officeDocument/2006/relationships/image" Target="../media/image118.wmf"/><Relationship Id="rId3" Type="http://schemas.openxmlformats.org/officeDocument/2006/relationships/image" Target="../media/image117.wmf"/><Relationship Id="rId2" Type="http://schemas.openxmlformats.org/officeDocument/2006/relationships/image" Target="../media/image116.wmf"/><Relationship Id="rId10" Type="http://schemas.openxmlformats.org/officeDocument/2006/relationships/image" Target="../media/image124.wmf"/><Relationship Id="rId1" Type="http://schemas.openxmlformats.org/officeDocument/2006/relationships/image" Target="../media/image115.wmf"/></Relationships>
</file>

<file path=ppt/drawings/_rels/vmlDrawing19.vml.rels><?xml version="1.0" encoding="UTF-8" standalone="yes"?>
<Relationships xmlns="http://schemas.openxmlformats.org/package/2006/relationships"><Relationship Id="rId4" Type="http://schemas.openxmlformats.org/officeDocument/2006/relationships/image" Target="../media/image128.wmf"/><Relationship Id="rId3" Type="http://schemas.openxmlformats.org/officeDocument/2006/relationships/image" Target="../media/image127.wmf"/><Relationship Id="rId2" Type="http://schemas.openxmlformats.org/officeDocument/2006/relationships/image" Target="../media/image126.wmf"/><Relationship Id="rId1" Type="http://schemas.openxmlformats.org/officeDocument/2006/relationships/image" Target="../media/image125.wmf"/></Relationships>
</file>

<file path=ppt/drawings/_rels/vmlDrawing20.vml.rels><?xml version="1.0" encoding="UTF-8" standalone="yes"?>
<Relationships xmlns="http://schemas.openxmlformats.org/package/2006/relationships"><Relationship Id="rId4" Type="http://schemas.openxmlformats.org/officeDocument/2006/relationships/image" Target="../media/image132.wmf"/><Relationship Id="rId3" Type="http://schemas.openxmlformats.org/officeDocument/2006/relationships/image" Target="../media/image131.wmf"/><Relationship Id="rId2" Type="http://schemas.openxmlformats.org/officeDocument/2006/relationships/image" Target="../media/image130.wmf"/><Relationship Id="rId1" Type="http://schemas.openxmlformats.org/officeDocument/2006/relationships/image" Target="../media/image129.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36.wmf"/></Relationships>
</file>

<file path=ppt/drawings/_rels/vmlDrawing22.vml.rels><?xml version="1.0" encoding="UTF-8" standalone="yes"?>
<Relationships xmlns="http://schemas.openxmlformats.org/package/2006/relationships"><Relationship Id="rId7" Type="http://schemas.openxmlformats.org/officeDocument/2006/relationships/image" Target="../media/image145.wmf"/><Relationship Id="rId6" Type="http://schemas.openxmlformats.org/officeDocument/2006/relationships/image" Target="../media/image144.wmf"/><Relationship Id="rId5" Type="http://schemas.openxmlformats.org/officeDocument/2006/relationships/image" Target="../media/image143.wmf"/><Relationship Id="rId4" Type="http://schemas.openxmlformats.org/officeDocument/2006/relationships/image" Target="../media/image142.wmf"/><Relationship Id="rId3" Type="http://schemas.openxmlformats.org/officeDocument/2006/relationships/image" Target="../media/image141.wmf"/><Relationship Id="rId2" Type="http://schemas.openxmlformats.org/officeDocument/2006/relationships/image" Target="../media/image140.wmf"/><Relationship Id="rId1" Type="http://schemas.openxmlformats.org/officeDocument/2006/relationships/image" Target="../media/image139.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48.wmf"/><Relationship Id="rId2" Type="http://schemas.openxmlformats.org/officeDocument/2006/relationships/image" Target="../media/image147.wmf"/><Relationship Id="rId1" Type="http://schemas.openxmlformats.org/officeDocument/2006/relationships/image" Target="../media/image146.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150.wmf"/><Relationship Id="rId1" Type="http://schemas.openxmlformats.org/officeDocument/2006/relationships/image" Target="../media/image149.wmf"/></Relationships>
</file>

<file path=ppt/drawings/_rels/vmlDrawing25.vml.rels><?xml version="1.0" encoding="UTF-8" standalone="yes"?>
<Relationships xmlns="http://schemas.openxmlformats.org/package/2006/relationships"><Relationship Id="rId5" Type="http://schemas.openxmlformats.org/officeDocument/2006/relationships/image" Target="../media/image155.wmf"/><Relationship Id="rId4" Type="http://schemas.openxmlformats.org/officeDocument/2006/relationships/image" Target="../media/image154.wmf"/><Relationship Id="rId3" Type="http://schemas.openxmlformats.org/officeDocument/2006/relationships/image" Target="../media/image153.wmf"/><Relationship Id="rId2" Type="http://schemas.openxmlformats.org/officeDocument/2006/relationships/image" Target="../media/image152.wmf"/><Relationship Id="rId1" Type="http://schemas.openxmlformats.org/officeDocument/2006/relationships/image" Target="../media/image151.wmf"/></Relationships>
</file>

<file path=ppt/drawings/_rels/vmlDrawing26.vml.rels><?xml version="1.0" encoding="UTF-8" standalone="yes"?>
<Relationships xmlns="http://schemas.openxmlformats.org/package/2006/relationships"><Relationship Id="rId6" Type="http://schemas.openxmlformats.org/officeDocument/2006/relationships/image" Target="../media/image161.wmf"/><Relationship Id="rId5" Type="http://schemas.openxmlformats.org/officeDocument/2006/relationships/image" Target="../media/image160.wmf"/><Relationship Id="rId4" Type="http://schemas.openxmlformats.org/officeDocument/2006/relationships/image" Target="../media/image159.wmf"/><Relationship Id="rId3" Type="http://schemas.openxmlformats.org/officeDocument/2006/relationships/image" Target="../media/image158.wmf"/><Relationship Id="rId2" Type="http://schemas.openxmlformats.org/officeDocument/2006/relationships/image" Target="../media/image157.wmf"/><Relationship Id="rId1" Type="http://schemas.openxmlformats.org/officeDocument/2006/relationships/image" Target="../media/image156.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69.wmf"/><Relationship Id="rId7" Type="http://schemas.openxmlformats.org/officeDocument/2006/relationships/image" Target="../media/image168.wmf"/><Relationship Id="rId6" Type="http://schemas.openxmlformats.org/officeDocument/2006/relationships/image" Target="../media/image167.wmf"/><Relationship Id="rId5" Type="http://schemas.openxmlformats.org/officeDocument/2006/relationships/image" Target="../media/image166.wmf"/><Relationship Id="rId4" Type="http://schemas.openxmlformats.org/officeDocument/2006/relationships/image" Target="../media/image165.wmf"/><Relationship Id="rId3" Type="http://schemas.openxmlformats.org/officeDocument/2006/relationships/image" Target="../media/image164.wmf"/><Relationship Id="rId2" Type="http://schemas.openxmlformats.org/officeDocument/2006/relationships/image" Target="../media/image163.wmf"/><Relationship Id="rId1" Type="http://schemas.openxmlformats.org/officeDocument/2006/relationships/image" Target="../media/image162.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70.wmf"/></Relationships>
</file>

<file path=ppt/drawings/_rels/vmlDrawing29.vml.rels><?xml version="1.0" encoding="UTF-8" standalone="yes"?>
<Relationships xmlns="http://schemas.openxmlformats.org/package/2006/relationships"><Relationship Id="rId4" Type="http://schemas.openxmlformats.org/officeDocument/2006/relationships/image" Target="../media/image174.wmf"/><Relationship Id="rId3" Type="http://schemas.openxmlformats.org/officeDocument/2006/relationships/image" Target="../media/image173.wmf"/><Relationship Id="rId2" Type="http://schemas.openxmlformats.org/officeDocument/2006/relationships/image" Target="../media/image172.wmf"/><Relationship Id="rId1" Type="http://schemas.openxmlformats.org/officeDocument/2006/relationships/image" Target="../media/image171.wmf"/></Relationships>
</file>

<file path=ppt/drawings/_rels/vmlDrawing30.vml.rels><?xml version="1.0" encoding="UTF-8" standalone="yes"?>
<Relationships xmlns="http://schemas.openxmlformats.org/package/2006/relationships"><Relationship Id="rId7" Type="http://schemas.openxmlformats.org/officeDocument/2006/relationships/image" Target="../media/image181.wmf"/><Relationship Id="rId6" Type="http://schemas.openxmlformats.org/officeDocument/2006/relationships/image" Target="../media/image180.wmf"/><Relationship Id="rId5" Type="http://schemas.openxmlformats.org/officeDocument/2006/relationships/image" Target="../media/image179.wmf"/><Relationship Id="rId4" Type="http://schemas.openxmlformats.org/officeDocument/2006/relationships/image" Target="../media/image178.wmf"/><Relationship Id="rId3" Type="http://schemas.openxmlformats.org/officeDocument/2006/relationships/image" Target="../media/image177.wmf"/><Relationship Id="rId2" Type="http://schemas.openxmlformats.org/officeDocument/2006/relationships/image" Target="../media/image176.wmf"/><Relationship Id="rId1" Type="http://schemas.openxmlformats.org/officeDocument/2006/relationships/image" Target="../media/image175.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183.wmf"/><Relationship Id="rId1" Type="http://schemas.openxmlformats.org/officeDocument/2006/relationships/image" Target="../media/image182.png"/></Relationships>
</file>

<file path=ppt/drawings/_rels/vmlDrawing32.vml.rels><?xml version="1.0" encoding="UTF-8" standalone="yes"?>
<Relationships xmlns="http://schemas.openxmlformats.org/package/2006/relationships"><Relationship Id="rId5" Type="http://schemas.openxmlformats.org/officeDocument/2006/relationships/image" Target="../media/image188.wmf"/><Relationship Id="rId4" Type="http://schemas.openxmlformats.org/officeDocument/2006/relationships/image" Target="../media/image187.wmf"/><Relationship Id="rId3" Type="http://schemas.openxmlformats.org/officeDocument/2006/relationships/image" Target="../media/image186.wmf"/><Relationship Id="rId2" Type="http://schemas.openxmlformats.org/officeDocument/2006/relationships/image" Target="../media/image185.wmf"/><Relationship Id="rId1" Type="http://schemas.openxmlformats.org/officeDocument/2006/relationships/image" Target="../media/image184.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91.wmf"/><Relationship Id="rId2" Type="http://schemas.openxmlformats.org/officeDocument/2006/relationships/image" Target="../media/image190.wmf"/><Relationship Id="rId1" Type="http://schemas.openxmlformats.org/officeDocument/2006/relationships/image" Target="../media/image189.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193.wmf"/><Relationship Id="rId1" Type="http://schemas.openxmlformats.org/officeDocument/2006/relationships/image" Target="../media/image192.wmf"/></Relationships>
</file>

<file path=ppt/drawings/_rels/vmlDrawing35.vml.rels><?xml version="1.0" encoding="UTF-8" standalone="yes"?>
<Relationships xmlns="http://schemas.openxmlformats.org/package/2006/relationships"><Relationship Id="rId4" Type="http://schemas.openxmlformats.org/officeDocument/2006/relationships/image" Target="../media/image197.wmf"/><Relationship Id="rId3" Type="http://schemas.openxmlformats.org/officeDocument/2006/relationships/image" Target="../media/image196.wmf"/><Relationship Id="rId2" Type="http://schemas.openxmlformats.org/officeDocument/2006/relationships/image" Target="../media/image195.wmf"/><Relationship Id="rId1" Type="http://schemas.openxmlformats.org/officeDocument/2006/relationships/image" Target="../media/image194.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98.wmf"/></Relationships>
</file>

<file path=ppt/drawings/_rels/vmlDrawing37.vml.rels><?xml version="1.0" encoding="UTF-8" standalone="yes"?>
<Relationships xmlns="http://schemas.openxmlformats.org/package/2006/relationships"><Relationship Id="rId6" Type="http://schemas.openxmlformats.org/officeDocument/2006/relationships/image" Target="../media/image204.wmf"/><Relationship Id="rId5" Type="http://schemas.openxmlformats.org/officeDocument/2006/relationships/image" Target="../media/image203.wmf"/><Relationship Id="rId4" Type="http://schemas.openxmlformats.org/officeDocument/2006/relationships/image" Target="../media/image202.wmf"/><Relationship Id="rId3" Type="http://schemas.openxmlformats.org/officeDocument/2006/relationships/image" Target="../media/image201.wmf"/><Relationship Id="rId2" Type="http://schemas.openxmlformats.org/officeDocument/2006/relationships/image" Target="../media/image200.wmf"/><Relationship Id="rId1" Type="http://schemas.openxmlformats.org/officeDocument/2006/relationships/image" Target="../media/image199.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205.wmf"/><Relationship Id="rId2" Type="http://schemas.openxmlformats.org/officeDocument/2006/relationships/image" Target="../media/image190.wmf"/><Relationship Id="rId1" Type="http://schemas.openxmlformats.org/officeDocument/2006/relationships/image" Target="../media/image189.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208.wmf"/><Relationship Id="rId2" Type="http://schemas.openxmlformats.org/officeDocument/2006/relationships/image" Target="../media/image207.wmf"/><Relationship Id="rId1" Type="http://schemas.openxmlformats.org/officeDocument/2006/relationships/image" Target="../media/image206.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211.wmf"/><Relationship Id="rId2" Type="http://schemas.openxmlformats.org/officeDocument/2006/relationships/image" Target="../media/image210.wmf"/><Relationship Id="rId1" Type="http://schemas.openxmlformats.org/officeDocument/2006/relationships/image" Target="../media/image209.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214.wmf"/><Relationship Id="rId2" Type="http://schemas.openxmlformats.org/officeDocument/2006/relationships/image" Target="../media/image213.wmf"/><Relationship Id="rId1" Type="http://schemas.openxmlformats.org/officeDocument/2006/relationships/image" Target="../media/image212.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217.wmf"/><Relationship Id="rId2" Type="http://schemas.openxmlformats.org/officeDocument/2006/relationships/image" Target="../media/image216.wmf"/><Relationship Id="rId1" Type="http://schemas.openxmlformats.org/officeDocument/2006/relationships/image" Target="../media/image215.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220.wmf"/><Relationship Id="rId2" Type="http://schemas.openxmlformats.org/officeDocument/2006/relationships/image" Target="../media/image219.wmf"/><Relationship Id="rId1" Type="http://schemas.openxmlformats.org/officeDocument/2006/relationships/image" Target="../media/image218.w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222.wmf"/><Relationship Id="rId1" Type="http://schemas.openxmlformats.org/officeDocument/2006/relationships/image" Target="../media/image22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164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16419"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16421"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16422"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16423"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fontAlgn="base" hangingPunct="1">
              <a:buNone/>
            </a:pPr>
            <a:fld id="{9A0DB2DC-4C9A-4742-B13C-FB6460FD3503}" type="slidenum">
              <a:rPr lang="en-US" altLang="zh-CN" sz="1200" strike="noStrike" noProof="1" dirty="0">
                <a:latin typeface="Arial" panose="020B0604020202020204" pitchFamily="34" charset="0"/>
                <a:ea typeface="宋体" panose="02010600030101010101" pitchFamily="2" charset="-122"/>
                <a:cs typeface="+mn-cs"/>
              </a:rPr>
            </a:fld>
            <a:endParaRPr lang="en-US" altLang="zh-CN" sz="1200" strike="noStrike" noProof="1"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幻灯片图像占位符 1"/>
          <p:cNvSpPr>
            <a:spLocks noGrp="1" noRot="1" noChangeAspect="1" noTextEdit="1"/>
          </p:cNvSpPr>
          <p:nvPr>
            <p:ph type="sldImg"/>
          </p:nvPr>
        </p:nvSpPr>
        <p:spPr/>
      </p:sp>
      <p:sp>
        <p:nvSpPr>
          <p:cNvPr id="6146" name="备注占位符 2"/>
          <p:cNvSpPr>
            <a:spLocks noGrp="1"/>
          </p:cNvSpPr>
          <p:nvPr>
            <p:ph type="body"/>
          </p:nvPr>
        </p:nvSpPr>
        <p:spPr/>
        <p:txBody>
          <a:bodyPr wrap="square" lIns="91440" tIns="45720" rIns="91440" bIns="45720" anchor="t" anchorCtr="0"/>
          <a:p>
            <a:pPr lvl="0"/>
            <a:endParaRPr lang="zh-CN" altLang="en-US" dirty="0"/>
          </a:p>
        </p:txBody>
      </p:sp>
      <p:sp>
        <p:nvSpPr>
          <p:cNvPr id="614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fld>
            <a:endParaRPr lang="en-US" altLang="zh-CN"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33794" name="Rectangle 2"/>
          <p:cNvSpPr>
            <a:spLocks noTextEdit="1"/>
          </p:cNvSpPr>
          <p:nvPr>
            <p:ph type="sldImg"/>
          </p:nvPr>
        </p:nvSpPr>
        <p:spPr>
          <a:solidFill>
            <a:srgbClr val="FFFFFF"/>
          </a:solidFill>
        </p:spPr>
      </p:sp>
      <p:sp>
        <p:nvSpPr>
          <p:cNvPr id="33795" name="Rectangle 3"/>
          <p:cNvSpPr/>
          <p:nvPr>
            <p:ph type="body"/>
          </p:nvPr>
        </p:nvSpPr>
        <p:spPr>
          <a:solidFill>
            <a:srgbClr val="FFFFFF"/>
          </a:solidFill>
          <a:ln>
            <a:solidFill>
              <a:srgbClr val="000000"/>
            </a:solidFill>
            <a:mite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50178" name="Rectangle 2"/>
          <p:cNvSpPr>
            <a:spLocks noTextEdit="1"/>
          </p:cNvSpPr>
          <p:nvPr>
            <p:ph type="sldImg"/>
          </p:nvPr>
        </p:nvSpPr>
        <p:spPr>
          <a:solidFill>
            <a:srgbClr val="FFFFFF"/>
          </a:solidFill>
        </p:spPr>
      </p:sp>
      <p:sp>
        <p:nvSpPr>
          <p:cNvPr id="50179" name="Rectangle 3"/>
          <p:cNvSpPr/>
          <p:nvPr>
            <p:ph type="body"/>
          </p:nvPr>
        </p:nvSpPr>
        <p:spPr>
          <a:solidFill>
            <a:srgbClr val="FFFFFF"/>
          </a:solidFill>
          <a:ln>
            <a:solidFill>
              <a:srgbClr val="000000"/>
            </a:solidFill>
            <a:miter/>
          </a:ln>
        </p:spPr>
        <p:txBody>
          <a:bodyPr wrap="square" lIns="91440" tIns="45720" rIns="91440" bIns="45720" anchor="t" anchorCtr="0"/>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blipFill>
        <a:effectLst/>
      </p:bgPr>
    </p:bg>
    <p:spTree>
      <p:nvGrpSpPr>
        <p:cNvPr id="1" name=""/>
        <p:cNvGrpSpPr/>
        <p:nvPr/>
      </p:nvGrpSpPr>
      <p:grpSpPr>
        <a:xfrm>
          <a:off x="0" y="0"/>
          <a:ext cx="0" cy="0"/>
          <a:chOff x="0" y="0"/>
          <a:chExt cx="0" cy="0"/>
        </a:xfrm>
      </p:grpSpPr>
      <p:pic>
        <p:nvPicPr>
          <p:cNvPr id="2050" name="Picture 2" descr="waseda_mark"/>
          <p:cNvPicPr>
            <a:picLocks noChangeAspect="1"/>
          </p:cNvPicPr>
          <p:nvPr/>
        </p:nvPicPr>
        <p:blipFill>
          <a:blip r:embed="rId3">
            <a:grayscl/>
            <a:lum bright="79999" contrast="-89999"/>
          </a:blip>
          <a:stretch>
            <a:fillRect/>
          </a:stretch>
        </p:blipFill>
        <p:spPr>
          <a:xfrm>
            <a:off x="1116013" y="930275"/>
            <a:ext cx="6840537" cy="5307013"/>
          </a:xfrm>
          <a:prstGeom prst="rect">
            <a:avLst/>
          </a:prstGeom>
          <a:noFill/>
          <a:ln w="9525">
            <a:noFill/>
          </a:ln>
        </p:spPr>
      </p:pic>
      <p:pic>
        <p:nvPicPr>
          <p:cNvPr id="2051" name="Picture 3" descr="wsd1"/>
          <p:cNvPicPr>
            <a:picLocks noChangeAspect="1"/>
          </p:cNvPicPr>
          <p:nvPr/>
        </p:nvPicPr>
        <p:blipFill>
          <a:blip r:embed="rId4"/>
          <a:stretch>
            <a:fillRect/>
          </a:stretch>
        </p:blipFill>
        <p:spPr>
          <a:xfrm>
            <a:off x="0" y="5661025"/>
            <a:ext cx="9144000" cy="1196975"/>
          </a:xfrm>
          <a:prstGeom prst="rect">
            <a:avLst/>
          </a:prstGeom>
          <a:noFill/>
          <a:ln w="9525">
            <a:noFill/>
          </a:ln>
        </p:spPr>
      </p:pic>
      <p:sp>
        <p:nvSpPr>
          <p:cNvPr id="2052" name="AutoShape 7"/>
          <p:cNvSpPr/>
          <p:nvPr/>
        </p:nvSpPr>
        <p:spPr>
          <a:xfrm>
            <a:off x="685800" y="3395663"/>
            <a:ext cx="7772400" cy="109537"/>
          </a:xfrm>
          <a:custGeom>
            <a:avLst/>
            <a:gdLst/>
            <a:ahLst/>
            <a:cxnLst>
              <a:cxn ang="0">
                <a:pos x="0" y="0"/>
              </a:cxn>
              <a:cxn ang="0">
                <a:pos x="2147483646" y="0"/>
              </a:cxn>
              <a:cxn ang="0">
                <a:pos x="2147483646" y="1314263702"/>
              </a:cxn>
              <a:cxn ang="0">
                <a:pos x="0" y="1314263702"/>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cap="flat" cmpd="sng">
            <a:solidFill>
              <a:schemeClr val="accent2"/>
            </a:solidFill>
            <a:prstDash val="solid"/>
            <a:round/>
            <a:headEnd type="none" w="med" len="med"/>
            <a:tailEnd type="none" w="med" len="med"/>
          </a:ln>
        </p:spPr>
        <p:txBody>
          <a:bodyPr/>
          <a:p>
            <a:endParaRPr lang="zh-CN" altLang="en-US"/>
          </a:p>
        </p:txBody>
      </p:sp>
      <p:sp>
        <p:nvSpPr>
          <p:cNvPr id="5" name="Text Box 10"/>
          <p:cNvSpPr txBox="1">
            <a:spLocks noChangeArrowheads="1"/>
          </p:cNvSpPr>
          <p:nvPr/>
        </p:nvSpPr>
        <p:spPr bwMode="auto">
          <a:xfrm>
            <a:off x="0" y="76200"/>
            <a:ext cx="9144000" cy="39687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rPr>
              <a:t>Introduction of Artificial Intelligence</a:t>
            </a:r>
            <a:endParaRPr kumimoji="0" lang="en-US" altLang="zh-CN" sz="20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054" name="Line 11"/>
          <p:cNvSpPr/>
          <p:nvPr userDrawn="1"/>
        </p:nvSpPr>
        <p:spPr>
          <a:xfrm>
            <a:off x="228600" y="457200"/>
            <a:ext cx="8686800" cy="0"/>
          </a:xfrm>
          <a:prstGeom prst="line">
            <a:avLst/>
          </a:prstGeom>
          <a:ln w="57150" cap="flat" cmpd="thinThick">
            <a:solidFill>
              <a:schemeClr val="accent2"/>
            </a:solidFill>
            <a:prstDash val="solid"/>
            <a:round/>
            <a:headEnd type="none" w="med" len="med"/>
            <a:tailEnd type="none" w="med" len="med"/>
          </a:ln>
        </p:spPr>
      </p:sp>
      <p:sp>
        <p:nvSpPr>
          <p:cNvPr id="236548" name="Rectangle 4"/>
          <p:cNvSpPr>
            <a:spLocks noGrp="1" noChangeArrowheads="1"/>
          </p:cNvSpPr>
          <p:nvPr>
            <p:ph type="ctrTitle"/>
          </p:nvPr>
        </p:nvSpPr>
        <p:spPr>
          <a:xfrm>
            <a:off x="685800" y="836613"/>
            <a:ext cx="7772400" cy="2019300"/>
          </a:xfrm>
          <a:noFill/>
        </p:spPr>
        <p:txBody>
          <a:bodyPr/>
          <a:lstStyle>
            <a:lvl1pPr>
              <a:defRPr/>
            </a:lvl1pPr>
          </a:lstStyle>
          <a:p>
            <a:pPr fontAlgn="base"/>
            <a:r>
              <a:rPr lang="ja-JP" altLang="en-US" strike="noStrike" noProof="1"/>
              <a:t>マスタ タイトルの書式設定</a:t>
            </a:r>
            <a:endParaRPr lang="ja-JP" altLang="en-US" strike="noStrike" noProof="1"/>
          </a:p>
        </p:txBody>
      </p:sp>
      <p:sp>
        <p:nvSpPr>
          <p:cNvPr id="236549" name="Rectangle 5"/>
          <p:cNvSpPr>
            <a:spLocks noGrp="1" noChangeArrowheads="1"/>
          </p:cNvSpPr>
          <p:nvPr>
            <p:ph type="subTitle" idx="1"/>
          </p:nvPr>
        </p:nvSpPr>
        <p:spPr>
          <a:xfrm>
            <a:off x="1447800" y="3213100"/>
            <a:ext cx="7010400" cy="1816100"/>
          </a:xfrm>
        </p:spPr>
        <p:txBody>
          <a:bodyPr/>
          <a:lstStyle>
            <a:lvl1pPr marL="0" indent="0" algn="ctr">
              <a:buFont typeface="Wingdings" panose="05000000000000000000" pitchFamily="2" charset="2"/>
              <a:buNone/>
              <a:defRPr/>
            </a:lvl1pPr>
          </a:lstStyle>
          <a:p>
            <a:pPr fontAlgn="base"/>
            <a:r>
              <a:rPr lang="ja-JP" altLang="en-US" strike="noStrike" noProof="1"/>
              <a:t>マスタ サブタイトルの書式設定</a:t>
            </a:r>
            <a:endParaRPr lang="ja-JP" altLang="en-US" strike="noStrike" noProof="1"/>
          </a:p>
        </p:txBody>
      </p:sp>
      <p:sp>
        <p:nvSpPr>
          <p:cNvPr id="2" name="灯片编号占位符 1"/>
          <p:cNvSpPr>
            <a:spLocks noGrp="1"/>
          </p:cNvSpPr>
          <p:nvPr>
            <p:ph type="sldNum" sz="quarter" idx="10"/>
          </p:nvPr>
        </p:nvSpPr>
        <p:spPr>
          <a:xfrm>
            <a:off x="6767513" y="6416675"/>
            <a:ext cx="21336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ja-JP" altLang="en-US" strike="noStrike" noProof="1" dirty="0">
                <a:latin typeface="Arial" panose="020B0604020202020204" pitchFamily="34" charset="0"/>
                <a:ea typeface="MS PGothic" panose="020B0600070205080204" pitchFamily="34" charset="-128"/>
                <a:cs typeface="+mn-cs"/>
              </a:rPr>
            </a:fld>
            <a:endParaRPr lang="ja-JP" altLang="en-US" strike="noStrike" noProof="1" dirty="0">
              <a:latin typeface="Arial" panose="020B0604020202020204" pitchFamily="34" charset="0"/>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20204" pitchFamily="34" charset="0"/>
                <a:ea typeface="MS PGothic" panose="020B0600070205080204" pitchFamily="34" charset="-128"/>
                <a:cs typeface="+mn-cs"/>
              </a:rPr>
            </a:fld>
            <a:endParaRPr lang="ja-JP" altLang="en-US" strike="noStrike" noProof="1" dirty="0">
              <a:latin typeface="Arial" panose="020B0604020202020204" pitchFamily="34" charset="0"/>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20204" pitchFamily="34" charset="0"/>
                <a:ea typeface="MS PGothic" panose="020B0600070205080204" pitchFamily="34" charset="-128"/>
                <a:cs typeface="+mn-cs"/>
              </a:rPr>
            </a:fld>
            <a:endParaRPr lang="ja-JP" altLang="en-US" strike="noStrike" noProof="1" dirty="0">
              <a:latin typeface="Arial" panose="020B0604020202020204" pitchFamily="34" charset="0"/>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250825"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20204" pitchFamily="34" charset="0"/>
                <a:ea typeface="MS PGothic" panose="020B0600070205080204" pitchFamily="34" charset="-128"/>
                <a:cs typeface="+mn-cs"/>
              </a:rPr>
            </a:fld>
            <a:endParaRPr lang="ja-JP" altLang="en-US" strike="noStrike" noProof="1" dirty="0">
              <a:latin typeface="Arial" panose="020B0604020202020204" pitchFamily="34" charset="0"/>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20204" pitchFamily="34" charset="0"/>
                <a:ea typeface="MS PGothic" panose="020B0600070205080204" pitchFamily="34" charset="-128"/>
                <a:cs typeface="+mn-cs"/>
              </a:rPr>
            </a:fld>
            <a:endParaRPr lang="ja-JP" altLang="en-US" strike="noStrike" noProof="1" dirty="0">
              <a:latin typeface="Arial" panose="020B0604020202020204" pitchFamily="34" charset="0"/>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20204" pitchFamily="34" charset="0"/>
                <a:ea typeface="MS PGothic" panose="020B0600070205080204" pitchFamily="34" charset="-128"/>
                <a:cs typeface="+mn-cs"/>
              </a:rPr>
            </a:fld>
            <a:endParaRPr lang="ja-JP" altLang="en-US" strike="noStrike" noProof="1" dirty="0">
              <a:latin typeface="Arial" panose="020B0604020202020204" pitchFamily="34" charset="0"/>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20204" pitchFamily="34" charset="0"/>
                <a:ea typeface="MS PGothic" panose="020B0600070205080204" pitchFamily="34" charset="-128"/>
                <a:cs typeface="+mn-cs"/>
              </a:rPr>
            </a:fld>
            <a:endParaRPr lang="ja-JP" altLang="en-US" strike="noStrike" noProof="1" dirty="0">
              <a:latin typeface="Arial" panose="020B0604020202020204" pitchFamily="34" charset="0"/>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20204" pitchFamily="34" charset="0"/>
                <a:ea typeface="MS PGothic" panose="020B0600070205080204" pitchFamily="34" charset="-128"/>
                <a:cs typeface="+mn-cs"/>
              </a:rPr>
            </a:fld>
            <a:endParaRPr lang="ja-JP" altLang="en-US" strike="noStrike" noProof="1" dirty="0">
              <a:latin typeface="Arial" panose="020B0604020202020204" pitchFamily="34" charset="0"/>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base" latinLnBrk="0" hangingPunct="0">
              <a:lnSpc>
                <a:spcPct val="120000"/>
              </a:lnSpc>
              <a:spcBef>
                <a:spcPct val="3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20204" pitchFamily="34" charset="0"/>
                <a:ea typeface="MS PGothic" panose="020B0600070205080204" pitchFamily="34" charset="-128"/>
                <a:cs typeface="+mn-cs"/>
              </a:rPr>
            </a:fld>
            <a:endParaRPr lang="ja-JP" altLang="en-US" strike="noStrike" noProof="1" dirty="0">
              <a:latin typeface="Arial" panose="020B0604020202020204" pitchFamily="34" charset="0"/>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20204" pitchFamily="34" charset="0"/>
                <a:ea typeface="MS PGothic" panose="020B0600070205080204" pitchFamily="34" charset="-128"/>
                <a:cs typeface="+mn-cs"/>
              </a:rPr>
            </a:fld>
            <a:endParaRPr lang="ja-JP" altLang="en-US" strike="noStrike" noProof="1" dirty="0">
              <a:latin typeface="Arial" panose="020B0604020202020204" pitchFamily="34" charset="0"/>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087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0" y="0"/>
            <a:ext cx="6705600" cy="63087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20204" pitchFamily="34" charset="0"/>
                <a:ea typeface="MS PGothic" panose="020B0600070205080204" pitchFamily="34" charset="-128"/>
                <a:cs typeface="+mn-cs"/>
              </a:rPr>
            </a:fld>
            <a:endParaRPr lang="ja-JP" altLang="en-US" strike="noStrike" noProof="1" dirty="0">
              <a:latin typeface="Arial" panose="020B0604020202020204" pitchFamily="34" charset="0"/>
            </a:endParaRPr>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250825" y="908050"/>
            <a:ext cx="4244975" cy="5400675"/>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908050"/>
            <a:ext cx="4244975" cy="5400675"/>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lvl="0" eaLnBrk="1" fontAlgn="base" hangingPunct="1">
              <a:buNone/>
            </a:pPr>
            <a:fld id="{9A0DB2DC-4C9A-4742-B13C-FB6460FD3503}" type="slidenum">
              <a:rPr lang="ja-JP" altLang="en-US" strike="noStrike" noProof="1" dirty="0">
                <a:latin typeface="Arial" panose="020B0604020202020204" pitchFamily="34" charset="0"/>
                <a:ea typeface="MS PGothic" panose="020B0600070205080204" pitchFamily="34" charset="-128"/>
                <a:cs typeface="+mn-cs"/>
              </a:rPr>
            </a:fld>
            <a:endParaRPr lang="ja-JP" altLang="en-US" strike="noStrike" noProof="1" dirty="0">
              <a:latin typeface="Arial" panose="020B0604020202020204" pitchFamily="34" charset="0"/>
            </a:endParaRPr>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blipFill>
        <a:effectLst/>
      </p:bgPr>
    </p:bg>
    <p:spTree>
      <p:nvGrpSpPr>
        <p:cNvPr id="1" name=""/>
        <p:cNvGrpSpPr/>
        <p:nvPr/>
      </p:nvGrpSpPr>
      <p:grpSpPr/>
      <p:sp>
        <p:nvSpPr>
          <p:cNvPr id="1026" name="Rectangle 2"/>
          <p:cNvSpPr>
            <a:spLocks noGrp="1"/>
          </p:cNvSpPr>
          <p:nvPr>
            <p:ph type="title"/>
          </p:nvPr>
        </p:nvSpPr>
        <p:spPr>
          <a:xfrm>
            <a:off x="0" y="0"/>
            <a:ext cx="9144000" cy="765175"/>
          </a:xfrm>
          <a:prstGeom prst="rect">
            <a:avLst/>
          </a:prstGeom>
          <a:solidFill>
            <a:srgbClr val="A50021"/>
          </a:solidFill>
          <a:ln w="9525">
            <a:noFill/>
          </a:ln>
        </p:spPr>
        <p:txBody>
          <a:bodyPr anchor="b" anchorCtr="0"/>
          <a:p>
            <a:pPr lvl="0"/>
            <a:r>
              <a:rPr lang="ja-JP" altLang="en-US" dirty="0"/>
              <a:t>マスタ タイトルの書式設定</a:t>
            </a:r>
            <a:endParaRPr lang="ja-JP" altLang="en-US" dirty="0"/>
          </a:p>
        </p:txBody>
      </p:sp>
      <p:sp>
        <p:nvSpPr>
          <p:cNvPr id="1027" name="Rectangle 3"/>
          <p:cNvSpPr>
            <a:spLocks noGrp="1"/>
          </p:cNvSpPr>
          <p:nvPr>
            <p:ph type="body"/>
          </p:nvPr>
        </p:nvSpPr>
        <p:spPr>
          <a:xfrm>
            <a:off x="250825" y="908050"/>
            <a:ext cx="8642350" cy="5400675"/>
          </a:xfrm>
          <a:prstGeom prst="rect">
            <a:avLst/>
          </a:prstGeom>
          <a:noFill/>
          <a:ln w="9525">
            <a:noFill/>
          </a:ln>
        </p:spPr>
        <p:txBody>
          <a:bodyPr anchor="t" anchorCtr="0"/>
          <a:p>
            <a:pPr lvl="0"/>
            <a:r>
              <a:rPr lang="ja-JP" altLang="en-US" dirty="0"/>
              <a:t>マスタ テキストの書式設定</a:t>
            </a:r>
            <a:endParaRPr lang="ja-JP" altLang="en-US" dirty="0"/>
          </a:p>
          <a:p>
            <a:pPr lvl="1"/>
            <a:r>
              <a:rPr lang="ja-JP" altLang="en-US" dirty="0"/>
              <a:t>第 </a:t>
            </a:r>
            <a:r>
              <a:rPr lang="en-US" altLang="ja-JP" dirty="0"/>
              <a:t>2 </a:t>
            </a:r>
            <a:r>
              <a:rPr lang="ja-JP" altLang="en-US" dirty="0"/>
              <a:t>レベル</a:t>
            </a:r>
            <a:endParaRPr lang="ja-JP" altLang="en-US" dirty="0"/>
          </a:p>
          <a:p>
            <a:pPr lvl="2"/>
            <a:r>
              <a:rPr lang="ja-JP" altLang="en-US" dirty="0"/>
              <a:t>第 </a:t>
            </a:r>
            <a:r>
              <a:rPr lang="en-US" altLang="ja-JP" dirty="0"/>
              <a:t>3 </a:t>
            </a:r>
            <a:r>
              <a:rPr lang="ja-JP" altLang="en-US" dirty="0"/>
              <a:t>レベル</a:t>
            </a:r>
            <a:endParaRPr lang="ja-JP" altLang="en-US" dirty="0"/>
          </a:p>
          <a:p>
            <a:pPr lvl="3"/>
            <a:r>
              <a:rPr lang="ja-JP" altLang="en-US" dirty="0"/>
              <a:t>第 </a:t>
            </a:r>
            <a:r>
              <a:rPr lang="en-US" altLang="ja-JP" dirty="0"/>
              <a:t>4 </a:t>
            </a:r>
            <a:r>
              <a:rPr lang="ja-JP" altLang="en-US" dirty="0"/>
              <a:t>レベル</a:t>
            </a:r>
            <a:endParaRPr lang="ja-JP" altLang="en-US" dirty="0"/>
          </a:p>
          <a:p>
            <a:pPr lvl="4"/>
            <a:r>
              <a:rPr lang="ja-JP" altLang="en-US" dirty="0"/>
              <a:t>第 </a:t>
            </a:r>
            <a:r>
              <a:rPr lang="en-US" altLang="ja-JP" dirty="0"/>
              <a:t>5 </a:t>
            </a:r>
            <a:r>
              <a:rPr lang="ja-JP" altLang="en-US" dirty="0"/>
              <a:t>レベル</a:t>
            </a:r>
            <a:endParaRPr lang="ja-JP" altLang="en-US" dirty="0"/>
          </a:p>
        </p:txBody>
      </p:sp>
      <p:sp>
        <p:nvSpPr>
          <p:cNvPr id="235529" name="Rectangle 9"/>
          <p:cNvSpPr>
            <a:spLocks noGrp="1" noChangeArrowheads="1"/>
          </p:cNvSpPr>
          <p:nvPr>
            <p:ph type="sldNum" sz="quarter" idx="4"/>
          </p:nvPr>
        </p:nvSpPr>
        <p:spPr bwMode="auto">
          <a:xfrm>
            <a:off x="6767513" y="641667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a:solidFill>
                  <a:srgbClr val="A50021"/>
                </a:solidFill>
                <a:ea typeface="MS PGothic" panose="020B0600070205080204" pitchFamily="34" charset="-128"/>
              </a:defRPr>
            </a:lvl1pPr>
          </a:lstStyle>
          <a:p>
            <a:pPr lvl="0" eaLnBrk="1" fontAlgn="base" hangingPunct="1">
              <a:buNone/>
            </a:pPr>
            <a:fld id="{9A0DB2DC-4C9A-4742-B13C-FB6460FD3503}" type="slidenum">
              <a:rPr lang="ja-JP" altLang="en-US" strike="noStrike" noProof="1" dirty="0">
                <a:latin typeface="Arial" panose="020B0604020202020204" pitchFamily="34" charset="0"/>
                <a:ea typeface="MS PGothic" panose="020B0600070205080204" pitchFamily="34" charset="-128"/>
                <a:cs typeface="+mn-cs"/>
              </a:rPr>
            </a:fld>
            <a:endParaRPr lang="ja-JP" altLang="en-US" strike="noStrike" noProof="1"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random/>
  </p:transition>
  <p:hf sldNum="0" hdr="0" ftr="0" dt="0"/>
  <p:txStyles>
    <p:titleStyle>
      <a:lvl1pPr indent="176530" algn="l" rtl="0" eaLnBrk="0" fontAlgn="base" hangingPunct="0">
        <a:spcBef>
          <a:spcPct val="0"/>
        </a:spcBef>
        <a:spcAft>
          <a:spcPct val="0"/>
        </a:spcAft>
        <a:defRPr sz="3600" b="1">
          <a:solidFill>
            <a:schemeClr val="bg1"/>
          </a:solidFill>
          <a:latin typeface="+mj-lt"/>
          <a:ea typeface="+mj-ea"/>
          <a:cs typeface="+mj-cs"/>
        </a:defRPr>
      </a:lvl1pPr>
      <a:lvl2pPr indent="176530" algn="l" rtl="0" eaLnBrk="0" fontAlgn="base" hangingPunct="0">
        <a:spcBef>
          <a:spcPct val="0"/>
        </a:spcBef>
        <a:spcAft>
          <a:spcPct val="0"/>
        </a:spcAft>
        <a:defRPr sz="3600" b="1">
          <a:solidFill>
            <a:schemeClr val="bg1"/>
          </a:solidFill>
          <a:latin typeface="黑体" panose="02010609060101010101" pitchFamily="2" charset="-122"/>
          <a:ea typeface="黑体" panose="02010609060101010101" pitchFamily="2" charset="-122"/>
        </a:defRPr>
      </a:lvl2pPr>
      <a:lvl3pPr indent="176530" algn="l" rtl="0" eaLnBrk="0" fontAlgn="base" hangingPunct="0">
        <a:spcBef>
          <a:spcPct val="0"/>
        </a:spcBef>
        <a:spcAft>
          <a:spcPct val="0"/>
        </a:spcAft>
        <a:defRPr sz="3600" b="1">
          <a:solidFill>
            <a:schemeClr val="bg1"/>
          </a:solidFill>
          <a:latin typeface="黑体" panose="02010609060101010101" pitchFamily="2" charset="-122"/>
          <a:ea typeface="黑体" panose="02010609060101010101" pitchFamily="2" charset="-122"/>
        </a:defRPr>
      </a:lvl3pPr>
      <a:lvl4pPr indent="176530" algn="l" rtl="0" eaLnBrk="0" fontAlgn="base" hangingPunct="0">
        <a:spcBef>
          <a:spcPct val="0"/>
        </a:spcBef>
        <a:spcAft>
          <a:spcPct val="0"/>
        </a:spcAft>
        <a:defRPr sz="3600" b="1">
          <a:solidFill>
            <a:schemeClr val="bg1"/>
          </a:solidFill>
          <a:latin typeface="黑体" panose="02010609060101010101" pitchFamily="2" charset="-122"/>
          <a:ea typeface="黑体" panose="02010609060101010101" pitchFamily="2" charset="-122"/>
        </a:defRPr>
      </a:lvl4pPr>
      <a:lvl5pPr indent="176530" algn="l" rtl="0" eaLnBrk="0" fontAlgn="base" hangingPunct="0">
        <a:spcBef>
          <a:spcPct val="0"/>
        </a:spcBef>
        <a:spcAft>
          <a:spcPct val="0"/>
        </a:spcAft>
        <a:defRPr sz="3600" b="1">
          <a:solidFill>
            <a:schemeClr val="bg1"/>
          </a:solidFill>
          <a:latin typeface="黑体" panose="02010609060101010101" pitchFamily="2" charset="-122"/>
          <a:ea typeface="黑体" panose="02010609060101010101" pitchFamily="2" charset="-122"/>
        </a:defRPr>
      </a:lvl5pPr>
      <a:lvl6pPr marL="457200" indent="176530" algn="l" rtl="0" fontAlgn="base">
        <a:spcBef>
          <a:spcPct val="0"/>
        </a:spcBef>
        <a:spcAft>
          <a:spcPct val="0"/>
        </a:spcAft>
        <a:defRPr sz="3600" b="1">
          <a:solidFill>
            <a:schemeClr val="bg1"/>
          </a:solidFill>
          <a:latin typeface="黑体" panose="02010609060101010101" pitchFamily="2" charset="-122"/>
          <a:ea typeface="黑体" panose="02010609060101010101" pitchFamily="2" charset="-122"/>
        </a:defRPr>
      </a:lvl6pPr>
      <a:lvl7pPr marL="914400" indent="176530" algn="l" rtl="0" fontAlgn="base">
        <a:spcBef>
          <a:spcPct val="0"/>
        </a:spcBef>
        <a:spcAft>
          <a:spcPct val="0"/>
        </a:spcAft>
        <a:defRPr sz="3600" b="1">
          <a:solidFill>
            <a:schemeClr val="bg1"/>
          </a:solidFill>
          <a:latin typeface="黑体" panose="02010609060101010101" pitchFamily="2" charset="-122"/>
          <a:ea typeface="黑体" panose="02010609060101010101" pitchFamily="2" charset="-122"/>
        </a:defRPr>
      </a:lvl7pPr>
      <a:lvl8pPr marL="1371600" indent="176530" algn="l" rtl="0" fontAlgn="base">
        <a:spcBef>
          <a:spcPct val="0"/>
        </a:spcBef>
        <a:spcAft>
          <a:spcPct val="0"/>
        </a:spcAft>
        <a:defRPr sz="3600" b="1">
          <a:solidFill>
            <a:schemeClr val="bg1"/>
          </a:solidFill>
          <a:latin typeface="黑体" panose="02010609060101010101" pitchFamily="2" charset="-122"/>
          <a:ea typeface="黑体" panose="02010609060101010101" pitchFamily="2" charset="-122"/>
        </a:defRPr>
      </a:lvl8pPr>
      <a:lvl9pPr marL="1828800" indent="176530" algn="l" rtl="0" fontAlgn="base">
        <a:spcBef>
          <a:spcPct val="0"/>
        </a:spcBef>
        <a:spcAft>
          <a:spcPct val="0"/>
        </a:spcAft>
        <a:defRPr sz="3600" b="1">
          <a:solidFill>
            <a:schemeClr val="bg1"/>
          </a:solidFill>
          <a:latin typeface="黑体" panose="02010609060101010101" pitchFamily="2" charset="-122"/>
          <a:ea typeface="黑体" panose="02010609060101010101" pitchFamily="2" charset="-122"/>
        </a:defRPr>
      </a:lvl9pPr>
    </p:titleStyle>
    <p:bodyStyle>
      <a:lvl1pPr marL="469900" indent="-469900" algn="just" rtl="0" eaLnBrk="0" fontAlgn="base" hangingPunct="0">
        <a:lnSpc>
          <a:spcPct val="120000"/>
        </a:lnSpc>
        <a:spcBef>
          <a:spcPct val="3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folHlink"/>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rgbClr val="009900"/>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rgbClr val="0099CC"/>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rgbClr val="99CC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5.wmf"/><Relationship Id="rId3" Type="http://schemas.openxmlformats.org/officeDocument/2006/relationships/oleObject" Target="../embeddings/oleObject2.bin"/><Relationship Id="rId2" Type="http://schemas.openxmlformats.org/officeDocument/2006/relationships/image" Target="../media/image4.w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7.wmf"/><Relationship Id="rId3" Type="http://schemas.openxmlformats.org/officeDocument/2006/relationships/oleObject" Target="../embeddings/oleObject4.bin"/><Relationship Id="rId2" Type="http://schemas.openxmlformats.org/officeDocument/2006/relationships/image" Target="../media/image6.wmf"/><Relationship Id="rId1"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7.bin"/><Relationship Id="rId4" Type="http://schemas.openxmlformats.org/officeDocument/2006/relationships/image" Target="../media/image9.wmf"/><Relationship Id="rId3" Type="http://schemas.openxmlformats.org/officeDocument/2006/relationships/oleObject" Target="../embeddings/oleObject6.bin"/><Relationship Id="rId2" Type="http://schemas.openxmlformats.org/officeDocument/2006/relationships/image" Target="../media/image8.wmf"/><Relationship Id="rId1" Type="http://schemas.openxmlformats.org/officeDocument/2006/relationships/oleObject" Target="../embeddings/oleObject5.bin"/></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4.wmf"/><Relationship Id="rId7" Type="http://schemas.openxmlformats.org/officeDocument/2006/relationships/oleObject" Target="../embeddings/oleObject11.bin"/><Relationship Id="rId6" Type="http://schemas.openxmlformats.org/officeDocument/2006/relationships/image" Target="../media/image13.wmf"/><Relationship Id="rId5" Type="http://schemas.openxmlformats.org/officeDocument/2006/relationships/oleObject" Target="../embeddings/oleObject10.bin"/><Relationship Id="rId4" Type="http://schemas.openxmlformats.org/officeDocument/2006/relationships/image" Target="../media/image12.wmf"/><Relationship Id="rId3" Type="http://schemas.openxmlformats.org/officeDocument/2006/relationships/oleObject" Target="../embeddings/oleObject9.bin"/><Relationship Id="rId2" Type="http://schemas.openxmlformats.org/officeDocument/2006/relationships/image" Target="../media/image11.wmf"/><Relationship Id="rId10" Type="http://schemas.openxmlformats.org/officeDocument/2006/relationships/vmlDrawing" Target="../drawings/vmlDrawing4.vml"/><Relationship Id="rId1" Type="http://schemas.openxmlformats.org/officeDocument/2006/relationships/oleObject" Target="../embeddings/oleObject8.bin"/></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8.wmf"/><Relationship Id="rId7" Type="http://schemas.openxmlformats.org/officeDocument/2006/relationships/oleObject" Target="../embeddings/oleObject15.bin"/><Relationship Id="rId6" Type="http://schemas.openxmlformats.org/officeDocument/2006/relationships/image" Target="../media/image17.wmf"/><Relationship Id="rId5" Type="http://schemas.openxmlformats.org/officeDocument/2006/relationships/oleObject" Target="../embeddings/oleObject14.bin"/><Relationship Id="rId4" Type="http://schemas.openxmlformats.org/officeDocument/2006/relationships/image" Target="../media/image16.wmf"/><Relationship Id="rId3" Type="http://schemas.openxmlformats.org/officeDocument/2006/relationships/oleObject" Target="../embeddings/oleObject13.bin"/><Relationship Id="rId2" Type="http://schemas.openxmlformats.org/officeDocument/2006/relationships/image" Target="../media/image15.wmf"/><Relationship Id="rId10" Type="http://schemas.openxmlformats.org/officeDocument/2006/relationships/vmlDrawing" Target="../drawings/vmlDrawing5.vml"/><Relationship Id="rId1" Type="http://schemas.openxmlformats.org/officeDocument/2006/relationships/oleObject" Target="../embeddings/oleObject12.bin"/></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20.bin"/><Relationship Id="rId8" Type="http://schemas.openxmlformats.org/officeDocument/2006/relationships/image" Target="../media/image22.wmf"/><Relationship Id="rId7" Type="http://schemas.openxmlformats.org/officeDocument/2006/relationships/oleObject" Target="../embeddings/oleObject19.bin"/><Relationship Id="rId6" Type="http://schemas.openxmlformats.org/officeDocument/2006/relationships/image" Target="../media/image21.wmf"/><Relationship Id="rId5" Type="http://schemas.openxmlformats.org/officeDocument/2006/relationships/oleObject" Target="../embeddings/oleObject18.bin"/><Relationship Id="rId4" Type="http://schemas.openxmlformats.org/officeDocument/2006/relationships/image" Target="../media/image20.wmf"/><Relationship Id="rId3" Type="http://schemas.openxmlformats.org/officeDocument/2006/relationships/oleObject" Target="../embeddings/oleObject17.bin"/><Relationship Id="rId26" Type="http://schemas.openxmlformats.org/officeDocument/2006/relationships/vmlDrawing" Target="../drawings/vmlDrawing6.vml"/><Relationship Id="rId25" Type="http://schemas.openxmlformats.org/officeDocument/2006/relationships/slideLayout" Target="../slideLayouts/slideLayout2.xml"/><Relationship Id="rId24" Type="http://schemas.openxmlformats.org/officeDocument/2006/relationships/image" Target="../media/image30.wmf"/><Relationship Id="rId23" Type="http://schemas.openxmlformats.org/officeDocument/2006/relationships/oleObject" Target="../embeddings/oleObject27.bin"/><Relationship Id="rId22" Type="http://schemas.openxmlformats.org/officeDocument/2006/relationships/image" Target="../media/image29.wmf"/><Relationship Id="rId21" Type="http://schemas.openxmlformats.org/officeDocument/2006/relationships/oleObject" Target="../embeddings/oleObject26.bin"/><Relationship Id="rId20" Type="http://schemas.openxmlformats.org/officeDocument/2006/relationships/image" Target="../media/image28.wmf"/><Relationship Id="rId2" Type="http://schemas.openxmlformats.org/officeDocument/2006/relationships/image" Target="../media/image19.wmf"/><Relationship Id="rId19" Type="http://schemas.openxmlformats.org/officeDocument/2006/relationships/oleObject" Target="../embeddings/oleObject25.bin"/><Relationship Id="rId18" Type="http://schemas.openxmlformats.org/officeDocument/2006/relationships/image" Target="../media/image27.wmf"/><Relationship Id="rId17" Type="http://schemas.openxmlformats.org/officeDocument/2006/relationships/oleObject" Target="../embeddings/oleObject24.bin"/><Relationship Id="rId16" Type="http://schemas.openxmlformats.org/officeDocument/2006/relationships/image" Target="../media/image26.wmf"/><Relationship Id="rId15" Type="http://schemas.openxmlformats.org/officeDocument/2006/relationships/oleObject" Target="../embeddings/oleObject23.bin"/><Relationship Id="rId14" Type="http://schemas.openxmlformats.org/officeDocument/2006/relationships/image" Target="../media/image25.wmf"/><Relationship Id="rId13" Type="http://schemas.openxmlformats.org/officeDocument/2006/relationships/oleObject" Target="../embeddings/oleObject22.bin"/><Relationship Id="rId12" Type="http://schemas.openxmlformats.org/officeDocument/2006/relationships/image" Target="../media/image24.wmf"/><Relationship Id="rId11" Type="http://schemas.openxmlformats.org/officeDocument/2006/relationships/oleObject" Target="../embeddings/oleObject21.bin"/><Relationship Id="rId10" Type="http://schemas.openxmlformats.org/officeDocument/2006/relationships/image" Target="../media/image23.wmf"/><Relationship Id="rId1" Type="http://schemas.openxmlformats.org/officeDocument/2006/relationships/oleObject" Target="../embeddings/oleObject16.bin"/></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32.bin"/><Relationship Id="rId8" Type="http://schemas.openxmlformats.org/officeDocument/2006/relationships/image" Target="../media/image34.wmf"/><Relationship Id="rId7" Type="http://schemas.openxmlformats.org/officeDocument/2006/relationships/oleObject" Target="../embeddings/oleObject31.bin"/><Relationship Id="rId6" Type="http://schemas.openxmlformats.org/officeDocument/2006/relationships/image" Target="../media/image33.wmf"/><Relationship Id="rId5" Type="http://schemas.openxmlformats.org/officeDocument/2006/relationships/oleObject" Target="../embeddings/oleObject30.bin"/><Relationship Id="rId4" Type="http://schemas.openxmlformats.org/officeDocument/2006/relationships/image" Target="../media/image32.wmf"/><Relationship Id="rId3" Type="http://schemas.openxmlformats.org/officeDocument/2006/relationships/oleObject" Target="../embeddings/oleObject29.bin"/><Relationship Id="rId2" Type="http://schemas.openxmlformats.org/officeDocument/2006/relationships/image" Target="../media/image31.wmf"/><Relationship Id="rId18" Type="http://schemas.openxmlformats.org/officeDocument/2006/relationships/vmlDrawing" Target="../drawings/vmlDrawing7.vml"/><Relationship Id="rId17" Type="http://schemas.openxmlformats.org/officeDocument/2006/relationships/slideLayout" Target="../slideLayouts/slideLayout2.xml"/><Relationship Id="rId16" Type="http://schemas.openxmlformats.org/officeDocument/2006/relationships/image" Target="../media/image38.wmf"/><Relationship Id="rId15" Type="http://schemas.openxmlformats.org/officeDocument/2006/relationships/oleObject" Target="../embeddings/oleObject35.bin"/><Relationship Id="rId14" Type="http://schemas.openxmlformats.org/officeDocument/2006/relationships/image" Target="../media/image37.wmf"/><Relationship Id="rId13" Type="http://schemas.openxmlformats.org/officeDocument/2006/relationships/oleObject" Target="../embeddings/oleObject34.bin"/><Relationship Id="rId12" Type="http://schemas.openxmlformats.org/officeDocument/2006/relationships/image" Target="../media/image36.wmf"/><Relationship Id="rId11" Type="http://schemas.openxmlformats.org/officeDocument/2006/relationships/oleObject" Target="../embeddings/oleObject33.bin"/><Relationship Id="rId10" Type="http://schemas.openxmlformats.org/officeDocument/2006/relationships/image" Target="../media/image35.wmf"/><Relationship Id="rId1" Type="http://schemas.openxmlformats.org/officeDocument/2006/relationships/oleObject" Target="../embeddings/oleObject28.bin"/></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40.bin"/><Relationship Id="rId8" Type="http://schemas.openxmlformats.org/officeDocument/2006/relationships/image" Target="../media/image42.wmf"/><Relationship Id="rId7" Type="http://schemas.openxmlformats.org/officeDocument/2006/relationships/oleObject" Target="../embeddings/oleObject39.bin"/><Relationship Id="rId6" Type="http://schemas.openxmlformats.org/officeDocument/2006/relationships/image" Target="../media/image41.wmf"/><Relationship Id="rId5" Type="http://schemas.openxmlformats.org/officeDocument/2006/relationships/oleObject" Target="../embeddings/oleObject38.bin"/><Relationship Id="rId4" Type="http://schemas.openxmlformats.org/officeDocument/2006/relationships/image" Target="../media/image40.wmf"/><Relationship Id="rId3" Type="http://schemas.openxmlformats.org/officeDocument/2006/relationships/oleObject" Target="../embeddings/oleObject37.bin"/><Relationship Id="rId22" Type="http://schemas.openxmlformats.org/officeDocument/2006/relationships/vmlDrawing" Target="../drawings/vmlDrawing8.vml"/><Relationship Id="rId21" Type="http://schemas.openxmlformats.org/officeDocument/2006/relationships/slideLayout" Target="../slideLayouts/slideLayout2.xml"/><Relationship Id="rId20" Type="http://schemas.openxmlformats.org/officeDocument/2006/relationships/image" Target="../media/image48.wmf"/><Relationship Id="rId2" Type="http://schemas.openxmlformats.org/officeDocument/2006/relationships/image" Target="../media/image39.wmf"/><Relationship Id="rId19" Type="http://schemas.openxmlformats.org/officeDocument/2006/relationships/oleObject" Target="../embeddings/oleObject45.bin"/><Relationship Id="rId18" Type="http://schemas.openxmlformats.org/officeDocument/2006/relationships/image" Target="../media/image47.wmf"/><Relationship Id="rId17" Type="http://schemas.openxmlformats.org/officeDocument/2006/relationships/oleObject" Target="../embeddings/oleObject44.bin"/><Relationship Id="rId16" Type="http://schemas.openxmlformats.org/officeDocument/2006/relationships/image" Target="../media/image46.wmf"/><Relationship Id="rId15" Type="http://schemas.openxmlformats.org/officeDocument/2006/relationships/oleObject" Target="../embeddings/oleObject43.bin"/><Relationship Id="rId14" Type="http://schemas.openxmlformats.org/officeDocument/2006/relationships/image" Target="../media/image45.wmf"/><Relationship Id="rId13" Type="http://schemas.openxmlformats.org/officeDocument/2006/relationships/oleObject" Target="../embeddings/oleObject42.bin"/><Relationship Id="rId12" Type="http://schemas.openxmlformats.org/officeDocument/2006/relationships/image" Target="../media/image44.wmf"/><Relationship Id="rId11" Type="http://schemas.openxmlformats.org/officeDocument/2006/relationships/oleObject" Target="../embeddings/oleObject41.bin"/><Relationship Id="rId10" Type="http://schemas.openxmlformats.org/officeDocument/2006/relationships/image" Target="../media/image43.wmf"/><Relationship Id="rId1" Type="http://schemas.openxmlformats.org/officeDocument/2006/relationships/oleObject" Target="../embeddings/oleObject36.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50.bin"/><Relationship Id="rId8" Type="http://schemas.openxmlformats.org/officeDocument/2006/relationships/image" Target="../media/image52.wmf"/><Relationship Id="rId7" Type="http://schemas.openxmlformats.org/officeDocument/2006/relationships/oleObject" Target="../embeddings/oleObject49.bin"/><Relationship Id="rId6" Type="http://schemas.openxmlformats.org/officeDocument/2006/relationships/image" Target="../media/image51.wmf"/><Relationship Id="rId5" Type="http://schemas.openxmlformats.org/officeDocument/2006/relationships/oleObject" Target="../embeddings/oleObject48.bin"/><Relationship Id="rId4" Type="http://schemas.openxmlformats.org/officeDocument/2006/relationships/image" Target="../media/image50.wmf"/><Relationship Id="rId3" Type="http://schemas.openxmlformats.org/officeDocument/2006/relationships/oleObject" Target="../embeddings/oleObject47.bin"/><Relationship Id="rId2" Type="http://schemas.openxmlformats.org/officeDocument/2006/relationships/image" Target="../media/image49.wmf"/><Relationship Id="rId18" Type="http://schemas.openxmlformats.org/officeDocument/2006/relationships/vmlDrawing" Target="../drawings/vmlDrawing9.vml"/><Relationship Id="rId17" Type="http://schemas.openxmlformats.org/officeDocument/2006/relationships/slideLayout" Target="../slideLayouts/slideLayout2.xml"/><Relationship Id="rId16" Type="http://schemas.openxmlformats.org/officeDocument/2006/relationships/image" Target="../media/image56.wmf"/><Relationship Id="rId15" Type="http://schemas.openxmlformats.org/officeDocument/2006/relationships/oleObject" Target="../embeddings/oleObject53.bin"/><Relationship Id="rId14" Type="http://schemas.openxmlformats.org/officeDocument/2006/relationships/image" Target="../media/image55.wmf"/><Relationship Id="rId13" Type="http://schemas.openxmlformats.org/officeDocument/2006/relationships/oleObject" Target="../embeddings/oleObject52.bin"/><Relationship Id="rId12" Type="http://schemas.openxmlformats.org/officeDocument/2006/relationships/image" Target="../media/image54.wmf"/><Relationship Id="rId11" Type="http://schemas.openxmlformats.org/officeDocument/2006/relationships/oleObject" Target="../embeddings/oleObject51.bin"/><Relationship Id="rId10" Type="http://schemas.openxmlformats.org/officeDocument/2006/relationships/image" Target="../media/image53.wmf"/><Relationship Id="rId1" Type="http://schemas.openxmlformats.org/officeDocument/2006/relationships/oleObject" Target="../embeddings/oleObject46.bin"/></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58.bin"/><Relationship Id="rId8" Type="http://schemas.openxmlformats.org/officeDocument/2006/relationships/image" Target="../media/image60.wmf"/><Relationship Id="rId7" Type="http://schemas.openxmlformats.org/officeDocument/2006/relationships/oleObject" Target="../embeddings/oleObject57.bin"/><Relationship Id="rId6" Type="http://schemas.openxmlformats.org/officeDocument/2006/relationships/image" Target="../media/image59.wmf"/><Relationship Id="rId5" Type="http://schemas.openxmlformats.org/officeDocument/2006/relationships/oleObject" Target="../embeddings/oleObject56.bin"/><Relationship Id="rId4" Type="http://schemas.openxmlformats.org/officeDocument/2006/relationships/image" Target="../media/image58.wmf"/><Relationship Id="rId3" Type="http://schemas.openxmlformats.org/officeDocument/2006/relationships/oleObject" Target="../embeddings/oleObject55.bin"/><Relationship Id="rId2" Type="http://schemas.openxmlformats.org/officeDocument/2006/relationships/image" Target="../media/image57.wmf"/><Relationship Id="rId18" Type="http://schemas.openxmlformats.org/officeDocument/2006/relationships/vmlDrawing" Target="../drawings/vmlDrawing10.vml"/><Relationship Id="rId17" Type="http://schemas.openxmlformats.org/officeDocument/2006/relationships/slideLayout" Target="../slideLayouts/slideLayout2.xml"/><Relationship Id="rId16" Type="http://schemas.openxmlformats.org/officeDocument/2006/relationships/image" Target="../media/image64.wmf"/><Relationship Id="rId15" Type="http://schemas.openxmlformats.org/officeDocument/2006/relationships/oleObject" Target="../embeddings/oleObject61.bin"/><Relationship Id="rId14" Type="http://schemas.openxmlformats.org/officeDocument/2006/relationships/image" Target="../media/image63.wmf"/><Relationship Id="rId13" Type="http://schemas.openxmlformats.org/officeDocument/2006/relationships/oleObject" Target="../embeddings/oleObject60.bin"/><Relationship Id="rId12" Type="http://schemas.openxmlformats.org/officeDocument/2006/relationships/image" Target="../media/image62.wmf"/><Relationship Id="rId11" Type="http://schemas.openxmlformats.org/officeDocument/2006/relationships/oleObject" Target="../embeddings/oleObject59.bin"/><Relationship Id="rId10" Type="http://schemas.openxmlformats.org/officeDocument/2006/relationships/image" Target="../media/image61.wmf"/><Relationship Id="rId1" Type="http://schemas.openxmlformats.org/officeDocument/2006/relationships/oleObject" Target="../embeddings/oleObject54.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6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66.bin"/><Relationship Id="rId8" Type="http://schemas.openxmlformats.org/officeDocument/2006/relationships/image" Target="../media/image70.wmf"/><Relationship Id="rId7" Type="http://schemas.openxmlformats.org/officeDocument/2006/relationships/oleObject" Target="../embeddings/oleObject65.bin"/><Relationship Id="rId6" Type="http://schemas.openxmlformats.org/officeDocument/2006/relationships/image" Target="../media/image69.wmf"/><Relationship Id="rId5" Type="http://schemas.openxmlformats.org/officeDocument/2006/relationships/oleObject" Target="../embeddings/oleObject64.bin"/><Relationship Id="rId4" Type="http://schemas.openxmlformats.org/officeDocument/2006/relationships/image" Target="../media/image68.wmf"/><Relationship Id="rId3" Type="http://schemas.openxmlformats.org/officeDocument/2006/relationships/oleObject" Target="../embeddings/oleObject63.bin"/><Relationship Id="rId2" Type="http://schemas.openxmlformats.org/officeDocument/2006/relationships/image" Target="../media/image67.wmf"/><Relationship Id="rId12" Type="http://schemas.openxmlformats.org/officeDocument/2006/relationships/vmlDrawing" Target="../drawings/vmlDrawing11.vml"/><Relationship Id="rId11" Type="http://schemas.openxmlformats.org/officeDocument/2006/relationships/slideLayout" Target="../slideLayouts/slideLayout6.xml"/><Relationship Id="rId10" Type="http://schemas.openxmlformats.org/officeDocument/2006/relationships/image" Target="../media/image71.wmf"/><Relationship Id="rId1" Type="http://schemas.openxmlformats.org/officeDocument/2006/relationships/oleObject" Target="../embeddings/oleObject62.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71.bin"/><Relationship Id="rId8" Type="http://schemas.openxmlformats.org/officeDocument/2006/relationships/image" Target="../media/image74.wmf"/><Relationship Id="rId7" Type="http://schemas.openxmlformats.org/officeDocument/2006/relationships/oleObject" Target="../embeddings/oleObject70.bin"/><Relationship Id="rId6" Type="http://schemas.openxmlformats.org/officeDocument/2006/relationships/image" Target="../media/image73.wmf"/><Relationship Id="rId5" Type="http://schemas.openxmlformats.org/officeDocument/2006/relationships/oleObject" Target="../embeddings/oleObject69.bin"/><Relationship Id="rId4" Type="http://schemas.openxmlformats.org/officeDocument/2006/relationships/image" Target="../media/image70.wmf"/><Relationship Id="rId3" Type="http://schemas.openxmlformats.org/officeDocument/2006/relationships/oleObject" Target="../embeddings/oleObject68.bin"/><Relationship Id="rId2" Type="http://schemas.openxmlformats.org/officeDocument/2006/relationships/image" Target="../media/image72.wmf"/><Relationship Id="rId12" Type="http://schemas.openxmlformats.org/officeDocument/2006/relationships/vmlDrawing" Target="../drawings/vmlDrawing12.vml"/><Relationship Id="rId11" Type="http://schemas.openxmlformats.org/officeDocument/2006/relationships/slideLayout" Target="../slideLayouts/slideLayout7.xml"/><Relationship Id="rId10" Type="http://schemas.openxmlformats.org/officeDocument/2006/relationships/image" Target="../media/image75.wmf"/><Relationship Id="rId1" Type="http://schemas.openxmlformats.org/officeDocument/2006/relationships/oleObject" Target="../embeddings/oleObject67.bin"/></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76.bin"/><Relationship Id="rId8" Type="http://schemas.openxmlformats.org/officeDocument/2006/relationships/image" Target="../media/image79.wmf"/><Relationship Id="rId7" Type="http://schemas.openxmlformats.org/officeDocument/2006/relationships/oleObject" Target="../embeddings/oleObject75.bin"/><Relationship Id="rId6" Type="http://schemas.openxmlformats.org/officeDocument/2006/relationships/image" Target="../media/image78.wmf"/><Relationship Id="rId5" Type="http://schemas.openxmlformats.org/officeDocument/2006/relationships/oleObject" Target="../embeddings/oleObject74.bin"/><Relationship Id="rId4" Type="http://schemas.openxmlformats.org/officeDocument/2006/relationships/image" Target="../media/image77.wmf"/><Relationship Id="rId3" Type="http://schemas.openxmlformats.org/officeDocument/2006/relationships/oleObject" Target="../embeddings/oleObject73.bin"/><Relationship Id="rId22" Type="http://schemas.openxmlformats.org/officeDocument/2006/relationships/vmlDrawing" Target="../drawings/vmlDrawing13.vml"/><Relationship Id="rId21" Type="http://schemas.openxmlformats.org/officeDocument/2006/relationships/slideLayout" Target="../slideLayouts/slideLayout2.xml"/><Relationship Id="rId20" Type="http://schemas.openxmlformats.org/officeDocument/2006/relationships/image" Target="../media/image85.emf"/><Relationship Id="rId2" Type="http://schemas.openxmlformats.org/officeDocument/2006/relationships/image" Target="../media/image76.wmf"/><Relationship Id="rId19" Type="http://schemas.openxmlformats.org/officeDocument/2006/relationships/oleObject" Target="../embeddings/oleObject81.bin"/><Relationship Id="rId18" Type="http://schemas.openxmlformats.org/officeDocument/2006/relationships/image" Target="../media/image84.emf"/><Relationship Id="rId17" Type="http://schemas.openxmlformats.org/officeDocument/2006/relationships/oleObject" Target="../embeddings/oleObject80.bin"/><Relationship Id="rId16" Type="http://schemas.openxmlformats.org/officeDocument/2006/relationships/image" Target="../media/image83.emf"/><Relationship Id="rId15" Type="http://schemas.openxmlformats.org/officeDocument/2006/relationships/oleObject" Target="../embeddings/oleObject79.bin"/><Relationship Id="rId14" Type="http://schemas.openxmlformats.org/officeDocument/2006/relationships/image" Target="../media/image82.wmf"/><Relationship Id="rId13" Type="http://schemas.openxmlformats.org/officeDocument/2006/relationships/oleObject" Target="../embeddings/oleObject78.bin"/><Relationship Id="rId12" Type="http://schemas.openxmlformats.org/officeDocument/2006/relationships/image" Target="../media/image81.wmf"/><Relationship Id="rId11" Type="http://schemas.openxmlformats.org/officeDocument/2006/relationships/oleObject" Target="../embeddings/oleObject77.bin"/><Relationship Id="rId10" Type="http://schemas.openxmlformats.org/officeDocument/2006/relationships/image" Target="../media/image80.wmf"/><Relationship Id="rId1" Type="http://schemas.openxmlformats.org/officeDocument/2006/relationships/oleObject" Target="../embeddings/oleObject72.bin"/></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86.bin"/><Relationship Id="rId8" Type="http://schemas.openxmlformats.org/officeDocument/2006/relationships/image" Target="../media/image89.emf"/><Relationship Id="rId7" Type="http://schemas.openxmlformats.org/officeDocument/2006/relationships/oleObject" Target="../embeddings/oleObject85.bin"/><Relationship Id="rId6" Type="http://schemas.openxmlformats.org/officeDocument/2006/relationships/image" Target="../media/image88.wmf"/><Relationship Id="rId5" Type="http://schemas.openxmlformats.org/officeDocument/2006/relationships/oleObject" Target="../embeddings/oleObject84.bin"/><Relationship Id="rId4" Type="http://schemas.openxmlformats.org/officeDocument/2006/relationships/image" Target="../media/image87.wmf"/><Relationship Id="rId3" Type="http://schemas.openxmlformats.org/officeDocument/2006/relationships/oleObject" Target="../embeddings/oleObject83.bin"/><Relationship Id="rId2" Type="http://schemas.openxmlformats.org/officeDocument/2006/relationships/image" Target="../media/image86.wmf"/><Relationship Id="rId16" Type="http://schemas.openxmlformats.org/officeDocument/2006/relationships/vmlDrawing" Target="../drawings/vmlDrawing14.vml"/><Relationship Id="rId15" Type="http://schemas.openxmlformats.org/officeDocument/2006/relationships/slideLayout" Target="../slideLayouts/slideLayout2.xml"/><Relationship Id="rId14" Type="http://schemas.openxmlformats.org/officeDocument/2006/relationships/image" Target="../media/image92.emf"/><Relationship Id="rId13" Type="http://schemas.openxmlformats.org/officeDocument/2006/relationships/oleObject" Target="../embeddings/oleObject88.bin"/><Relationship Id="rId12" Type="http://schemas.openxmlformats.org/officeDocument/2006/relationships/image" Target="../media/image91.emf"/><Relationship Id="rId11" Type="http://schemas.openxmlformats.org/officeDocument/2006/relationships/oleObject" Target="../embeddings/oleObject87.bin"/><Relationship Id="rId10" Type="http://schemas.openxmlformats.org/officeDocument/2006/relationships/image" Target="../media/image90.emf"/><Relationship Id="rId1" Type="http://schemas.openxmlformats.org/officeDocument/2006/relationships/oleObject" Target="../embeddings/oleObject82.bin"/></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93.bin"/><Relationship Id="rId8" Type="http://schemas.openxmlformats.org/officeDocument/2006/relationships/image" Target="../media/image96.wmf"/><Relationship Id="rId7" Type="http://schemas.openxmlformats.org/officeDocument/2006/relationships/oleObject" Target="../embeddings/oleObject92.bin"/><Relationship Id="rId6" Type="http://schemas.openxmlformats.org/officeDocument/2006/relationships/image" Target="../media/image95.wmf"/><Relationship Id="rId5" Type="http://schemas.openxmlformats.org/officeDocument/2006/relationships/oleObject" Target="../embeddings/oleObject91.bin"/><Relationship Id="rId4" Type="http://schemas.openxmlformats.org/officeDocument/2006/relationships/image" Target="../media/image94.wmf"/><Relationship Id="rId3" Type="http://schemas.openxmlformats.org/officeDocument/2006/relationships/oleObject" Target="../embeddings/oleObject90.bin"/><Relationship Id="rId20" Type="http://schemas.openxmlformats.org/officeDocument/2006/relationships/notesSlide" Target="../notesSlides/notesSlide3.xml"/><Relationship Id="rId2" Type="http://schemas.openxmlformats.org/officeDocument/2006/relationships/image" Target="../media/image93.wmf"/><Relationship Id="rId19" Type="http://schemas.openxmlformats.org/officeDocument/2006/relationships/vmlDrawing" Target="../drawings/vmlDrawing15.vml"/><Relationship Id="rId18" Type="http://schemas.openxmlformats.org/officeDocument/2006/relationships/slideLayout" Target="../slideLayouts/slideLayout2.xml"/><Relationship Id="rId17" Type="http://schemas.openxmlformats.org/officeDocument/2006/relationships/image" Target="../media/image100.png"/><Relationship Id="rId16" Type="http://schemas.openxmlformats.org/officeDocument/2006/relationships/oleObject" Target="../embeddings/oleObject97.bin"/><Relationship Id="rId15" Type="http://schemas.openxmlformats.org/officeDocument/2006/relationships/oleObject" Target="../embeddings/oleObject96.bin"/><Relationship Id="rId14" Type="http://schemas.openxmlformats.org/officeDocument/2006/relationships/image" Target="../media/image99.wmf"/><Relationship Id="rId13" Type="http://schemas.openxmlformats.org/officeDocument/2006/relationships/oleObject" Target="../embeddings/oleObject95.bin"/><Relationship Id="rId12" Type="http://schemas.openxmlformats.org/officeDocument/2006/relationships/image" Target="../media/image98.wmf"/><Relationship Id="rId11" Type="http://schemas.openxmlformats.org/officeDocument/2006/relationships/oleObject" Target="../embeddings/oleObject94.bin"/><Relationship Id="rId10" Type="http://schemas.openxmlformats.org/officeDocument/2006/relationships/image" Target="../media/image97.wmf"/><Relationship Id="rId1" Type="http://schemas.openxmlformats.org/officeDocument/2006/relationships/oleObject" Target="../embeddings/oleObject89.bin"/></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102.bin"/><Relationship Id="rId8" Type="http://schemas.openxmlformats.org/officeDocument/2006/relationships/image" Target="../media/image104.wmf"/><Relationship Id="rId7" Type="http://schemas.openxmlformats.org/officeDocument/2006/relationships/oleObject" Target="../embeddings/oleObject101.bin"/><Relationship Id="rId6" Type="http://schemas.openxmlformats.org/officeDocument/2006/relationships/image" Target="../media/image103.wmf"/><Relationship Id="rId5" Type="http://schemas.openxmlformats.org/officeDocument/2006/relationships/oleObject" Target="../embeddings/oleObject100.bin"/><Relationship Id="rId4" Type="http://schemas.openxmlformats.org/officeDocument/2006/relationships/image" Target="../media/image102.wmf"/><Relationship Id="rId3" Type="http://schemas.openxmlformats.org/officeDocument/2006/relationships/oleObject" Target="../embeddings/oleObject99.bin"/><Relationship Id="rId24" Type="http://schemas.openxmlformats.org/officeDocument/2006/relationships/vmlDrawing" Target="../drawings/vmlDrawing16.vml"/><Relationship Id="rId23" Type="http://schemas.openxmlformats.org/officeDocument/2006/relationships/slideLayout" Target="../slideLayouts/slideLayout2.xml"/><Relationship Id="rId22" Type="http://schemas.openxmlformats.org/officeDocument/2006/relationships/image" Target="../media/image111.wmf"/><Relationship Id="rId21" Type="http://schemas.openxmlformats.org/officeDocument/2006/relationships/oleObject" Target="../embeddings/oleObject108.bin"/><Relationship Id="rId20" Type="http://schemas.openxmlformats.org/officeDocument/2006/relationships/image" Target="../media/image110.wmf"/><Relationship Id="rId2" Type="http://schemas.openxmlformats.org/officeDocument/2006/relationships/image" Target="../media/image101.wmf"/><Relationship Id="rId19" Type="http://schemas.openxmlformats.org/officeDocument/2006/relationships/oleObject" Target="../embeddings/oleObject107.bin"/><Relationship Id="rId18" Type="http://schemas.openxmlformats.org/officeDocument/2006/relationships/image" Target="../media/image109.wmf"/><Relationship Id="rId17" Type="http://schemas.openxmlformats.org/officeDocument/2006/relationships/oleObject" Target="../embeddings/oleObject106.bin"/><Relationship Id="rId16" Type="http://schemas.openxmlformats.org/officeDocument/2006/relationships/image" Target="../media/image108.wmf"/><Relationship Id="rId15" Type="http://schemas.openxmlformats.org/officeDocument/2006/relationships/oleObject" Target="../embeddings/oleObject105.bin"/><Relationship Id="rId14" Type="http://schemas.openxmlformats.org/officeDocument/2006/relationships/image" Target="../media/image107.wmf"/><Relationship Id="rId13" Type="http://schemas.openxmlformats.org/officeDocument/2006/relationships/oleObject" Target="../embeddings/oleObject104.bin"/><Relationship Id="rId12" Type="http://schemas.openxmlformats.org/officeDocument/2006/relationships/image" Target="../media/image106.wmf"/><Relationship Id="rId11" Type="http://schemas.openxmlformats.org/officeDocument/2006/relationships/oleObject" Target="../embeddings/oleObject103.bin"/><Relationship Id="rId10" Type="http://schemas.openxmlformats.org/officeDocument/2006/relationships/image" Target="../media/image105.wmf"/><Relationship Id="rId1" Type="http://schemas.openxmlformats.org/officeDocument/2006/relationships/oleObject" Target="../embeddings/oleObject98.bin"/></Relationships>
</file>

<file path=ppt/slides/_rels/slide36.xml.rels><?xml version="1.0" encoding="UTF-8" standalone="yes"?>
<Relationships xmlns="http://schemas.openxmlformats.org/package/2006/relationships"><Relationship Id="rId8" Type="http://schemas.openxmlformats.org/officeDocument/2006/relationships/vmlDrawing" Target="../drawings/vmlDrawing17.vml"/><Relationship Id="rId7" Type="http://schemas.openxmlformats.org/officeDocument/2006/relationships/slideLayout" Target="../slideLayouts/slideLayout2.xml"/><Relationship Id="rId6" Type="http://schemas.openxmlformats.org/officeDocument/2006/relationships/image" Target="../media/image114.wmf"/><Relationship Id="rId5" Type="http://schemas.openxmlformats.org/officeDocument/2006/relationships/oleObject" Target="../embeddings/oleObject111.bin"/><Relationship Id="rId4" Type="http://schemas.openxmlformats.org/officeDocument/2006/relationships/image" Target="../media/image113.wmf"/><Relationship Id="rId3" Type="http://schemas.openxmlformats.org/officeDocument/2006/relationships/oleObject" Target="../embeddings/oleObject110.bin"/><Relationship Id="rId2" Type="http://schemas.openxmlformats.org/officeDocument/2006/relationships/image" Target="../media/image112.wmf"/><Relationship Id="rId1" Type="http://schemas.openxmlformats.org/officeDocument/2006/relationships/oleObject" Target="../embeddings/oleObject109.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9" Type="http://schemas.openxmlformats.org/officeDocument/2006/relationships/oleObject" Target="../embeddings/oleObject116.bin"/><Relationship Id="rId8" Type="http://schemas.openxmlformats.org/officeDocument/2006/relationships/image" Target="../media/image118.wmf"/><Relationship Id="rId7" Type="http://schemas.openxmlformats.org/officeDocument/2006/relationships/oleObject" Target="../embeddings/oleObject115.bin"/><Relationship Id="rId6" Type="http://schemas.openxmlformats.org/officeDocument/2006/relationships/image" Target="../media/image117.wmf"/><Relationship Id="rId5" Type="http://schemas.openxmlformats.org/officeDocument/2006/relationships/oleObject" Target="../embeddings/oleObject114.bin"/><Relationship Id="rId4" Type="http://schemas.openxmlformats.org/officeDocument/2006/relationships/image" Target="../media/image116.wmf"/><Relationship Id="rId3" Type="http://schemas.openxmlformats.org/officeDocument/2006/relationships/oleObject" Target="../embeddings/oleObject113.bin"/><Relationship Id="rId22" Type="http://schemas.openxmlformats.org/officeDocument/2006/relationships/vmlDrawing" Target="../drawings/vmlDrawing18.vml"/><Relationship Id="rId21" Type="http://schemas.openxmlformats.org/officeDocument/2006/relationships/slideLayout" Target="../slideLayouts/slideLayout7.xml"/><Relationship Id="rId20" Type="http://schemas.openxmlformats.org/officeDocument/2006/relationships/image" Target="../media/image124.wmf"/><Relationship Id="rId2" Type="http://schemas.openxmlformats.org/officeDocument/2006/relationships/image" Target="../media/image115.wmf"/><Relationship Id="rId19" Type="http://schemas.openxmlformats.org/officeDocument/2006/relationships/oleObject" Target="../embeddings/oleObject121.bin"/><Relationship Id="rId18" Type="http://schemas.openxmlformats.org/officeDocument/2006/relationships/image" Target="../media/image123.wmf"/><Relationship Id="rId17" Type="http://schemas.openxmlformats.org/officeDocument/2006/relationships/oleObject" Target="../embeddings/oleObject120.bin"/><Relationship Id="rId16" Type="http://schemas.openxmlformats.org/officeDocument/2006/relationships/image" Target="../media/image122.wmf"/><Relationship Id="rId15" Type="http://schemas.openxmlformats.org/officeDocument/2006/relationships/oleObject" Target="../embeddings/oleObject119.bin"/><Relationship Id="rId14" Type="http://schemas.openxmlformats.org/officeDocument/2006/relationships/image" Target="../media/image121.wmf"/><Relationship Id="rId13" Type="http://schemas.openxmlformats.org/officeDocument/2006/relationships/oleObject" Target="../embeddings/oleObject118.bin"/><Relationship Id="rId12" Type="http://schemas.openxmlformats.org/officeDocument/2006/relationships/image" Target="../media/image120.wmf"/><Relationship Id="rId11" Type="http://schemas.openxmlformats.org/officeDocument/2006/relationships/oleObject" Target="../embeddings/oleObject117.bin"/><Relationship Id="rId10" Type="http://schemas.openxmlformats.org/officeDocument/2006/relationships/image" Target="../media/image119.wmf"/><Relationship Id="rId1" Type="http://schemas.openxmlformats.org/officeDocument/2006/relationships/oleObject" Target="../embeddings/oleObject112.bin"/></Relationships>
</file>

<file path=ppt/slides/_rels/slide4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28.wmf"/><Relationship Id="rId7" Type="http://schemas.openxmlformats.org/officeDocument/2006/relationships/oleObject" Target="../embeddings/oleObject125.bin"/><Relationship Id="rId6" Type="http://schemas.openxmlformats.org/officeDocument/2006/relationships/image" Target="../media/image127.wmf"/><Relationship Id="rId5" Type="http://schemas.openxmlformats.org/officeDocument/2006/relationships/oleObject" Target="../embeddings/oleObject124.bin"/><Relationship Id="rId4" Type="http://schemas.openxmlformats.org/officeDocument/2006/relationships/image" Target="../media/image126.wmf"/><Relationship Id="rId3" Type="http://schemas.openxmlformats.org/officeDocument/2006/relationships/oleObject" Target="../embeddings/oleObject123.bin"/><Relationship Id="rId2" Type="http://schemas.openxmlformats.org/officeDocument/2006/relationships/image" Target="../media/image125.wmf"/><Relationship Id="rId10" Type="http://schemas.openxmlformats.org/officeDocument/2006/relationships/vmlDrawing" Target="../drawings/vmlDrawing19.vml"/><Relationship Id="rId1" Type="http://schemas.openxmlformats.org/officeDocument/2006/relationships/oleObject" Target="../embeddings/oleObject122.bin"/></Relationships>
</file>

<file path=ppt/slides/_rels/slide4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32.wmf"/><Relationship Id="rId7" Type="http://schemas.openxmlformats.org/officeDocument/2006/relationships/oleObject" Target="../embeddings/oleObject129.bin"/><Relationship Id="rId6" Type="http://schemas.openxmlformats.org/officeDocument/2006/relationships/image" Target="../media/image131.wmf"/><Relationship Id="rId5" Type="http://schemas.openxmlformats.org/officeDocument/2006/relationships/oleObject" Target="../embeddings/oleObject128.bin"/><Relationship Id="rId4" Type="http://schemas.openxmlformats.org/officeDocument/2006/relationships/image" Target="../media/image130.wmf"/><Relationship Id="rId3" Type="http://schemas.openxmlformats.org/officeDocument/2006/relationships/oleObject" Target="../embeddings/oleObject127.bin"/><Relationship Id="rId2" Type="http://schemas.openxmlformats.org/officeDocument/2006/relationships/image" Target="../media/image129.wmf"/><Relationship Id="rId10" Type="http://schemas.openxmlformats.org/officeDocument/2006/relationships/vmlDrawing" Target="../drawings/vmlDrawing20.vml"/><Relationship Id="rId1" Type="http://schemas.openxmlformats.org/officeDocument/2006/relationships/oleObject" Target="../embeddings/oleObject126.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66.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4.jpeg"/><Relationship Id="rId1" Type="http://schemas.openxmlformats.org/officeDocument/2006/relationships/image" Target="../media/image133.jpe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5.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6" Type="http://schemas.openxmlformats.org/officeDocument/2006/relationships/vmlDrawing" Target="../drawings/vmlDrawing21.vml"/><Relationship Id="rId5" Type="http://schemas.openxmlformats.org/officeDocument/2006/relationships/slideLayout" Target="../slideLayouts/slideLayout2.xml"/><Relationship Id="rId4" Type="http://schemas.openxmlformats.org/officeDocument/2006/relationships/image" Target="../media/image138.wmf"/><Relationship Id="rId3" Type="http://schemas.openxmlformats.org/officeDocument/2006/relationships/image" Target="../media/image137.wmf"/><Relationship Id="rId2" Type="http://schemas.openxmlformats.org/officeDocument/2006/relationships/image" Target="../media/image136.wmf"/><Relationship Id="rId1" Type="http://schemas.openxmlformats.org/officeDocument/2006/relationships/oleObject" Target="../embeddings/oleObject130.bin"/></Relationships>
</file>

<file path=ppt/slides/_rels/slide50.xml.rels><?xml version="1.0" encoding="UTF-8" standalone="yes"?>
<Relationships xmlns="http://schemas.openxmlformats.org/package/2006/relationships"><Relationship Id="rId9" Type="http://schemas.openxmlformats.org/officeDocument/2006/relationships/oleObject" Target="../embeddings/oleObject135.bin"/><Relationship Id="rId8" Type="http://schemas.openxmlformats.org/officeDocument/2006/relationships/image" Target="../media/image142.wmf"/><Relationship Id="rId7" Type="http://schemas.openxmlformats.org/officeDocument/2006/relationships/oleObject" Target="../embeddings/oleObject134.bin"/><Relationship Id="rId6" Type="http://schemas.openxmlformats.org/officeDocument/2006/relationships/image" Target="../media/image141.wmf"/><Relationship Id="rId5" Type="http://schemas.openxmlformats.org/officeDocument/2006/relationships/oleObject" Target="../embeddings/oleObject133.bin"/><Relationship Id="rId4" Type="http://schemas.openxmlformats.org/officeDocument/2006/relationships/image" Target="../media/image140.wmf"/><Relationship Id="rId3" Type="http://schemas.openxmlformats.org/officeDocument/2006/relationships/oleObject" Target="../embeddings/oleObject132.bin"/><Relationship Id="rId2" Type="http://schemas.openxmlformats.org/officeDocument/2006/relationships/image" Target="../media/image139.wmf"/><Relationship Id="rId16" Type="http://schemas.openxmlformats.org/officeDocument/2006/relationships/vmlDrawing" Target="../drawings/vmlDrawing22.vml"/><Relationship Id="rId15" Type="http://schemas.openxmlformats.org/officeDocument/2006/relationships/slideLayout" Target="../slideLayouts/slideLayout2.xml"/><Relationship Id="rId14" Type="http://schemas.openxmlformats.org/officeDocument/2006/relationships/image" Target="../media/image145.wmf"/><Relationship Id="rId13" Type="http://schemas.openxmlformats.org/officeDocument/2006/relationships/oleObject" Target="../embeddings/oleObject137.bin"/><Relationship Id="rId12" Type="http://schemas.openxmlformats.org/officeDocument/2006/relationships/image" Target="../media/image144.wmf"/><Relationship Id="rId11" Type="http://schemas.openxmlformats.org/officeDocument/2006/relationships/oleObject" Target="../embeddings/oleObject136.bin"/><Relationship Id="rId10" Type="http://schemas.openxmlformats.org/officeDocument/2006/relationships/image" Target="../media/image143.wmf"/><Relationship Id="rId1" Type="http://schemas.openxmlformats.org/officeDocument/2006/relationships/oleObject" Target="../embeddings/oleObject131.bin"/></Relationships>
</file>

<file path=ppt/slides/_rels/slide51.xml.rels><?xml version="1.0" encoding="UTF-8" standalone="yes"?>
<Relationships xmlns="http://schemas.openxmlformats.org/package/2006/relationships"><Relationship Id="rId8" Type="http://schemas.openxmlformats.org/officeDocument/2006/relationships/vmlDrawing" Target="../drawings/vmlDrawing23.vml"/><Relationship Id="rId7" Type="http://schemas.openxmlformats.org/officeDocument/2006/relationships/slideLayout" Target="../slideLayouts/slideLayout2.xml"/><Relationship Id="rId6" Type="http://schemas.openxmlformats.org/officeDocument/2006/relationships/image" Target="../media/image148.wmf"/><Relationship Id="rId5" Type="http://schemas.openxmlformats.org/officeDocument/2006/relationships/oleObject" Target="../embeddings/oleObject140.bin"/><Relationship Id="rId4" Type="http://schemas.openxmlformats.org/officeDocument/2006/relationships/image" Target="../media/image147.wmf"/><Relationship Id="rId3" Type="http://schemas.openxmlformats.org/officeDocument/2006/relationships/oleObject" Target="../embeddings/oleObject139.bin"/><Relationship Id="rId2" Type="http://schemas.openxmlformats.org/officeDocument/2006/relationships/image" Target="../media/image146.wmf"/><Relationship Id="rId1" Type="http://schemas.openxmlformats.org/officeDocument/2006/relationships/oleObject" Target="../embeddings/oleObject138.bin"/></Relationships>
</file>

<file path=ppt/slides/_rels/slide52.xml.rels><?xml version="1.0" encoding="UTF-8" standalone="yes"?>
<Relationships xmlns="http://schemas.openxmlformats.org/package/2006/relationships"><Relationship Id="rId6" Type="http://schemas.openxmlformats.org/officeDocument/2006/relationships/vmlDrawing" Target="../drawings/vmlDrawing24.vml"/><Relationship Id="rId5" Type="http://schemas.openxmlformats.org/officeDocument/2006/relationships/slideLayout" Target="../slideLayouts/slideLayout2.xml"/><Relationship Id="rId4" Type="http://schemas.openxmlformats.org/officeDocument/2006/relationships/image" Target="../media/image150.wmf"/><Relationship Id="rId3" Type="http://schemas.openxmlformats.org/officeDocument/2006/relationships/oleObject" Target="../embeddings/oleObject142.bin"/><Relationship Id="rId2" Type="http://schemas.openxmlformats.org/officeDocument/2006/relationships/image" Target="../media/image149.wmf"/><Relationship Id="rId1" Type="http://schemas.openxmlformats.org/officeDocument/2006/relationships/oleObject" Target="../embeddings/oleObject141.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9" Type="http://schemas.openxmlformats.org/officeDocument/2006/relationships/oleObject" Target="../embeddings/oleObject147.bin"/><Relationship Id="rId8" Type="http://schemas.openxmlformats.org/officeDocument/2006/relationships/image" Target="../media/image154.wmf"/><Relationship Id="rId7" Type="http://schemas.openxmlformats.org/officeDocument/2006/relationships/oleObject" Target="../embeddings/oleObject146.bin"/><Relationship Id="rId6" Type="http://schemas.openxmlformats.org/officeDocument/2006/relationships/image" Target="../media/image153.wmf"/><Relationship Id="rId5" Type="http://schemas.openxmlformats.org/officeDocument/2006/relationships/oleObject" Target="../embeddings/oleObject145.bin"/><Relationship Id="rId4" Type="http://schemas.openxmlformats.org/officeDocument/2006/relationships/image" Target="../media/image152.wmf"/><Relationship Id="rId3" Type="http://schemas.openxmlformats.org/officeDocument/2006/relationships/oleObject" Target="../embeddings/oleObject144.bin"/><Relationship Id="rId2" Type="http://schemas.openxmlformats.org/officeDocument/2006/relationships/image" Target="../media/image151.wmf"/><Relationship Id="rId12" Type="http://schemas.openxmlformats.org/officeDocument/2006/relationships/vmlDrawing" Target="../drawings/vmlDrawing25.vml"/><Relationship Id="rId11" Type="http://schemas.openxmlformats.org/officeDocument/2006/relationships/slideLayout" Target="../slideLayouts/slideLayout2.xml"/><Relationship Id="rId10" Type="http://schemas.openxmlformats.org/officeDocument/2006/relationships/image" Target="../media/image155.wmf"/><Relationship Id="rId1" Type="http://schemas.openxmlformats.org/officeDocument/2006/relationships/oleObject" Target="../embeddings/oleObject143.bin"/></Relationships>
</file>

<file path=ppt/slides/_rels/slide55.xml.rels><?xml version="1.0" encoding="UTF-8" standalone="yes"?>
<Relationships xmlns="http://schemas.openxmlformats.org/package/2006/relationships"><Relationship Id="rId9" Type="http://schemas.openxmlformats.org/officeDocument/2006/relationships/oleObject" Target="../embeddings/oleObject152.bin"/><Relationship Id="rId8" Type="http://schemas.openxmlformats.org/officeDocument/2006/relationships/image" Target="../media/image159.wmf"/><Relationship Id="rId7" Type="http://schemas.openxmlformats.org/officeDocument/2006/relationships/oleObject" Target="../embeddings/oleObject151.bin"/><Relationship Id="rId6" Type="http://schemas.openxmlformats.org/officeDocument/2006/relationships/image" Target="../media/image158.wmf"/><Relationship Id="rId5" Type="http://schemas.openxmlformats.org/officeDocument/2006/relationships/oleObject" Target="../embeddings/oleObject150.bin"/><Relationship Id="rId4" Type="http://schemas.openxmlformats.org/officeDocument/2006/relationships/image" Target="../media/image157.wmf"/><Relationship Id="rId3" Type="http://schemas.openxmlformats.org/officeDocument/2006/relationships/oleObject" Target="../embeddings/oleObject149.bin"/><Relationship Id="rId2" Type="http://schemas.openxmlformats.org/officeDocument/2006/relationships/image" Target="../media/image156.wmf"/><Relationship Id="rId14" Type="http://schemas.openxmlformats.org/officeDocument/2006/relationships/vmlDrawing" Target="../drawings/vmlDrawing26.vml"/><Relationship Id="rId13" Type="http://schemas.openxmlformats.org/officeDocument/2006/relationships/slideLayout" Target="../slideLayouts/slideLayout2.xml"/><Relationship Id="rId12" Type="http://schemas.openxmlformats.org/officeDocument/2006/relationships/image" Target="../media/image161.wmf"/><Relationship Id="rId11" Type="http://schemas.openxmlformats.org/officeDocument/2006/relationships/oleObject" Target="../embeddings/oleObject153.bin"/><Relationship Id="rId10" Type="http://schemas.openxmlformats.org/officeDocument/2006/relationships/image" Target="../media/image160.wmf"/><Relationship Id="rId1" Type="http://schemas.openxmlformats.org/officeDocument/2006/relationships/oleObject" Target="../embeddings/oleObject148.bin"/></Relationships>
</file>

<file path=ppt/slides/_rels/slide56.xml.rels><?xml version="1.0" encoding="UTF-8" standalone="yes"?>
<Relationships xmlns="http://schemas.openxmlformats.org/package/2006/relationships"><Relationship Id="rId9" Type="http://schemas.openxmlformats.org/officeDocument/2006/relationships/oleObject" Target="../embeddings/oleObject158.bin"/><Relationship Id="rId8" Type="http://schemas.openxmlformats.org/officeDocument/2006/relationships/image" Target="../media/image165.wmf"/><Relationship Id="rId7" Type="http://schemas.openxmlformats.org/officeDocument/2006/relationships/oleObject" Target="../embeddings/oleObject157.bin"/><Relationship Id="rId6" Type="http://schemas.openxmlformats.org/officeDocument/2006/relationships/image" Target="../media/image164.wmf"/><Relationship Id="rId5" Type="http://schemas.openxmlformats.org/officeDocument/2006/relationships/oleObject" Target="../embeddings/oleObject156.bin"/><Relationship Id="rId4" Type="http://schemas.openxmlformats.org/officeDocument/2006/relationships/image" Target="../media/image163.wmf"/><Relationship Id="rId3" Type="http://schemas.openxmlformats.org/officeDocument/2006/relationships/oleObject" Target="../embeddings/oleObject155.bin"/><Relationship Id="rId2" Type="http://schemas.openxmlformats.org/officeDocument/2006/relationships/image" Target="../media/image162.wmf"/><Relationship Id="rId18" Type="http://schemas.openxmlformats.org/officeDocument/2006/relationships/vmlDrawing" Target="../drawings/vmlDrawing27.vml"/><Relationship Id="rId17" Type="http://schemas.openxmlformats.org/officeDocument/2006/relationships/slideLayout" Target="../slideLayouts/slideLayout2.xml"/><Relationship Id="rId16" Type="http://schemas.openxmlformats.org/officeDocument/2006/relationships/image" Target="../media/image169.wmf"/><Relationship Id="rId15" Type="http://schemas.openxmlformats.org/officeDocument/2006/relationships/oleObject" Target="../embeddings/oleObject161.bin"/><Relationship Id="rId14" Type="http://schemas.openxmlformats.org/officeDocument/2006/relationships/image" Target="../media/image168.wmf"/><Relationship Id="rId13" Type="http://schemas.openxmlformats.org/officeDocument/2006/relationships/oleObject" Target="../embeddings/oleObject160.bin"/><Relationship Id="rId12" Type="http://schemas.openxmlformats.org/officeDocument/2006/relationships/image" Target="../media/image167.wmf"/><Relationship Id="rId11" Type="http://schemas.openxmlformats.org/officeDocument/2006/relationships/oleObject" Target="../embeddings/oleObject159.bin"/><Relationship Id="rId10" Type="http://schemas.openxmlformats.org/officeDocument/2006/relationships/image" Target="../media/image166.wmf"/><Relationship Id="rId1" Type="http://schemas.openxmlformats.org/officeDocument/2006/relationships/oleObject" Target="../embeddings/oleObject154.bin"/></Relationships>
</file>

<file path=ppt/slides/_rels/slide57.xml.rels><?xml version="1.0" encoding="UTF-8" standalone="yes"?>
<Relationships xmlns="http://schemas.openxmlformats.org/package/2006/relationships"><Relationship Id="rId4" Type="http://schemas.openxmlformats.org/officeDocument/2006/relationships/vmlDrawing" Target="../drawings/vmlDrawing28.vml"/><Relationship Id="rId3" Type="http://schemas.openxmlformats.org/officeDocument/2006/relationships/slideLayout" Target="../slideLayouts/slideLayout2.xml"/><Relationship Id="rId2" Type="http://schemas.openxmlformats.org/officeDocument/2006/relationships/image" Target="../media/image170.wmf"/><Relationship Id="rId1" Type="http://schemas.openxmlformats.org/officeDocument/2006/relationships/oleObject" Target="../embeddings/oleObject162.bin"/></Relationships>
</file>

<file path=ppt/slides/_rels/slide5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74.wmf"/><Relationship Id="rId7" Type="http://schemas.openxmlformats.org/officeDocument/2006/relationships/oleObject" Target="../embeddings/oleObject166.bin"/><Relationship Id="rId6" Type="http://schemas.openxmlformats.org/officeDocument/2006/relationships/image" Target="../media/image173.wmf"/><Relationship Id="rId5" Type="http://schemas.openxmlformats.org/officeDocument/2006/relationships/oleObject" Target="../embeddings/oleObject165.bin"/><Relationship Id="rId4" Type="http://schemas.openxmlformats.org/officeDocument/2006/relationships/image" Target="../media/image172.wmf"/><Relationship Id="rId3" Type="http://schemas.openxmlformats.org/officeDocument/2006/relationships/oleObject" Target="../embeddings/oleObject164.bin"/><Relationship Id="rId2" Type="http://schemas.openxmlformats.org/officeDocument/2006/relationships/image" Target="../media/image171.wmf"/><Relationship Id="rId10" Type="http://schemas.openxmlformats.org/officeDocument/2006/relationships/vmlDrawing" Target="../drawings/vmlDrawing29.vml"/><Relationship Id="rId1" Type="http://schemas.openxmlformats.org/officeDocument/2006/relationships/oleObject" Target="../embeddings/oleObject163.bin"/></Relationships>
</file>

<file path=ppt/slides/_rels/slide59.xml.rels><?xml version="1.0" encoding="UTF-8" standalone="yes"?>
<Relationships xmlns="http://schemas.openxmlformats.org/package/2006/relationships"><Relationship Id="rId9" Type="http://schemas.openxmlformats.org/officeDocument/2006/relationships/oleObject" Target="../embeddings/oleObject171.bin"/><Relationship Id="rId8" Type="http://schemas.openxmlformats.org/officeDocument/2006/relationships/image" Target="../media/image178.wmf"/><Relationship Id="rId7" Type="http://schemas.openxmlformats.org/officeDocument/2006/relationships/oleObject" Target="../embeddings/oleObject170.bin"/><Relationship Id="rId6" Type="http://schemas.openxmlformats.org/officeDocument/2006/relationships/image" Target="../media/image177.wmf"/><Relationship Id="rId5" Type="http://schemas.openxmlformats.org/officeDocument/2006/relationships/oleObject" Target="../embeddings/oleObject169.bin"/><Relationship Id="rId4" Type="http://schemas.openxmlformats.org/officeDocument/2006/relationships/image" Target="../media/image176.wmf"/><Relationship Id="rId3" Type="http://schemas.openxmlformats.org/officeDocument/2006/relationships/oleObject" Target="../embeddings/oleObject168.bin"/><Relationship Id="rId2" Type="http://schemas.openxmlformats.org/officeDocument/2006/relationships/image" Target="../media/image175.wmf"/><Relationship Id="rId16" Type="http://schemas.openxmlformats.org/officeDocument/2006/relationships/vmlDrawing" Target="../drawings/vmlDrawing30.vml"/><Relationship Id="rId15" Type="http://schemas.openxmlformats.org/officeDocument/2006/relationships/slideLayout" Target="../slideLayouts/slideLayout2.xml"/><Relationship Id="rId14" Type="http://schemas.openxmlformats.org/officeDocument/2006/relationships/image" Target="../media/image181.wmf"/><Relationship Id="rId13" Type="http://schemas.openxmlformats.org/officeDocument/2006/relationships/oleObject" Target="../embeddings/oleObject173.bin"/><Relationship Id="rId12" Type="http://schemas.openxmlformats.org/officeDocument/2006/relationships/image" Target="../media/image180.wmf"/><Relationship Id="rId11" Type="http://schemas.openxmlformats.org/officeDocument/2006/relationships/oleObject" Target="../embeddings/oleObject172.bin"/><Relationship Id="rId10" Type="http://schemas.openxmlformats.org/officeDocument/2006/relationships/image" Target="../media/image179.wmf"/><Relationship Id="rId1" Type="http://schemas.openxmlformats.org/officeDocument/2006/relationships/oleObject" Target="../embeddings/oleObject167.bin"/></Relationships>
</file>

<file path=ppt/slides/_rels/slide60.xml.rels><?xml version="1.0" encoding="UTF-8" standalone="yes"?>
<Relationships xmlns="http://schemas.openxmlformats.org/package/2006/relationships"><Relationship Id="rId7" Type="http://schemas.openxmlformats.org/officeDocument/2006/relationships/vmlDrawing" Target="../drawings/vmlDrawing31.vml"/><Relationship Id="rId6"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183.wmf"/><Relationship Id="rId3" Type="http://schemas.openxmlformats.org/officeDocument/2006/relationships/oleObject" Target="../embeddings/oleObject175.bin"/><Relationship Id="rId2" Type="http://schemas.openxmlformats.org/officeDocument/2006/relationships/image" Target="../media/image182.png"/><Relationship Id="rId1" Type="http://schemas.openxmlformats.org/officeDocument/2006/relationships/oleObject" Target="../embeddings/oleObject174.bin"/></Relationships>
</file>

<file path=ppt/slides/_rels/slide61.xml.rels><?xml version="1.0" encoding="UTF-8" standalone="yes"?>
<Relationships xmlns="http://schemas.openxmlformats.org/package/2006/relationships"><Relationship Id="rId9" Type="http://schemas.openxmlformats.org/officeDocument/2006/relationships/oleObject" Target="../embeddings/oleObject180.bin"/><Relationship Id="rId8" Type="http://schemas.openxmlformats.org/officeDocument/2006/relationships/image" Target="../media/image187.wmf"/><Relationship Id="rId7" Type="http://schemas.openxmlformats.org/officeDocument/2006/relationships/oleObject" Target="../embeddings/oleObject179.bin"/><Relationship Id="rId6" Type="http://schemas.openxmlformats.org/officeDocument/2006/relationships/image" Target="../media/image186.wmf"/><Relationship Id="rId5" Type="http://schemas.openxmlformats.org/officeDocument/2006/relationships/oleObject" Target="../embeddings/oleObject178.bin"/><Relationship Id="rId4" Type="http://schemas.openxmlformats.org/officeDocument/2006/relationships/image" Target="../media/image185.wmf"/><Relationship Id="rId3" Type="http://schemas.openxmlformats.org/officeDocument/2006/relationships/oleObject" Target="../embeddings/oleObject177.bin"/><Relationship Id="rId2" Type="http://schemas.openxmlformats.org/officeDocument/2006/relationships/image" Target="../media/image184.wmf"/><Relationship Id="rId12" Type="http://schemas.openxmlformats.org/officeDocument/2006/relationships/vmlDrawing" Target="../drawings/vmlDrawing32.vml"/><Relationship Id="rId11" Type="http://schemas.openxmlformats.org/officeDocument/2006/relationships/slideLayout" Target="../slideLayouts/slideLayout2.xml"/><Relationship Id="rId10" Type="http://schemas.openxmlformats.org/officeDocument/2006/relationships/image" Target="../media/image188.wmf"/><Relationship Id="rId1" Type="http://schemas.openxmlformats.org/officeDocument/2006/relationships/oleObject" Target="../embeddings/oleObject176.bin"/></Relationships>
</file>

<file path=ppt/slides/_rels/slide62.xml.rels><?xml version="1.0" encoding="UTF-8" standalone="yes"?>
<Relationships xmlns="http://schemas.openxmlformats.org/package/2006/relationships"><Relationship Id="rId8" Type="http://schemas.openxmlformats.org/officeDocument/2006/relationships/vmlDrawing" Target="../drawings/vmlDrawing33.vml"/><Relationship Id="rId7" Type="http://schemas.openxmlformats.org/officeDocument/2006/relationships/slideLayout" Target="../slideLayouts/slideLayout7.xml"/><Relationship Id="rId6" Type="http://schemas.openxmlformats.org/officeDocument/2006/relationships/image" Target="../media/image191.wmf"/><Relationship Id="rId5" Type="http://schemas.openxmlformats.org/officeDocument/2006/relationships/oleObject" Target="../embeddings/oleObject183.bin"/><Relationship Id="rId4" Type="http://schemas.openxmlformats.org/officeDocument/2006/relationships/image" Target="../media/image190.wmf"/><Relationship Id="rId3" Type="http://schemas.openxmlformats.org/officeDocument/2006/relationships/oleObject" Target="../embeddings/oleObject182.bin"/><Relationship Id="rId2" Type="http://schemas.openxmlformats.org/officeDocument/2006/relationships/image" Target="../media/image189.wmf"/><Relationship Id="rId1" Type="http://schemas.openxmlformats.org/officeDocument/2006/relationships/oleObject" Target="../embeddings/oleObject181.bin"/></Relationships>
</file>

<file path=ppt/slides/_rels/slide63.xml.rels><?xml version="1.0" encoding="UTF-8" standalone="yes"?>
<Relationships xmlns="http://schemas.openxmlformats.org/package/2006/relationships"><Relationship Id="rId6" Type="http://schemas.openxmlformats.org/officeDocument/2006/relationships/vmlDrawing" Target="../drawings/vmlDrawing34.vml"/><Relationship Id="rId5" Type="http://schemas.openxmlformats.org/officeDocument/2006/relationships/slideLayout" Target="../slideLayouts/slideLayout7.xml"/><Relationship Id="rId4" Type="http://schemas.openxmlformats.org/officeDocument/2006/relationships/image" Target="../media/image193.wmf"/><Relationship Id="rId3" Type="http://schemas.openxmlformats.org/officeDocument/2006/relationships/oleObject" Target="../embeddings/oleObject185.bin"/><Relationship Id="rId2" Type="http://schemas.openxmlformats.org/officeDocument/2006/relationships/image" Target="../media/image192.wmf"/><Relationship Id="rId1" Type="http://schemas.openxmlformats.org/officeDocument/2006/relationships/oleObject" Target="../embeddings/oleObject184.bin"/></Relationships>
</file>

<file path=ppt/slides/_rels/slide6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97.wmf"/><Relationship Id="rId7" Type="http://schemas.openxmlformats.org/officeDocument/2006/relationships/oleObject" Target="../embeddings/oleObject189.bin"/><Relationship Id="rId6" Type="http://schemas.openxmlformats.org/officeDocument/2006/relationships/image" Target="../media/image196.wmf"/><Relationship Id="rId5" Type="http://schemas.openxmlformats.org/officeDocument/2006/relationships/oleObject" Target="../embeddings/oleObject188.bin"/><Relationship Id="rId4" Type="http://schemas.openxmlformats.org/officeDocument/2006/relationships/image" Target="../media/image195.wmf"/><Relationship Id="rId3" Type="http://schemas.openxmlformats.org/officeDocument/2006/relationships/oleObject" Target="../embeddings/oleObject187.bin"/><Relationship Id="rId2" Type="http://schemas.openxmlformats.org/officeDocument/2006/relationships/image" Target="../media/image194.wmf"/><Relationship Id="rId10" Type="http://schemas.openxmlformats.org/officeDocument/2006/relationships/vmlDrawing" Target="../drawings/vmlDrawing35.vml"/><Relationship Id="rId1" Type="http://schemas.openxmlformats.org/officeDocument/2006/relationships/oleObject" Target="../embeddings/oleObject186.bin"/></Relationships>
</file>

<file path=ppt/slides/_rels/slide65.xml.rels><?xml version="1.0" encoding="UTF-8" standalone="yes"?>
<Relationships xmlns="http://schemas.openxmlformats.org/package/2006/relationships"><Relationship Id="rId4" Type="http://schemas.openxmlformats.org/officeDocument/2006/relationships/vmlDrawing" Target="../drawings/vmlDrawing36.vml"/><Relationship Id="rId3" Type="http://schemas.openxmlformats.org/officeDocument/2006/relationships/slideLayout" Target="../slideLayouts/slideLayout2.xml"/><Relationship Id="rId2" Type="http://schemas.openxmlformats.org/officeDocument/2006/relationships/image" Target="../media/image198.wmf"/><Relationship Id="rId1" Type="http://schemas.openxmlformats.org/officeDocument/2006/relationships/oleObject" Target="../embeddings/oleObject190.bin"/></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9" Type="http://schemas.openxmlformats.org/officeDocument/2006/relationships/oleObject" Target="../embeddings/oleObject195.bin"/><Relationship Id="rId8" Type="http://schemas.openxmlformats.org/officeDocument/2006/relationships/image" Target="../media/image202.wmf"/><Relationship Id="rId7" Type="http://schemas.openxmlformats.org/officeDocument/2006/relationships/oleObject" Target="../embeddings/oleObject194.bin"/><Relationship Id="rId6" Type="http://schemas.openxmlformats.org/officeDocument/2006/relationships/image" Target="../media/image201.wmf"/><Relationship Id="rId5" Type="http://schemas.openxmlformats.org/officeDocument/2006/relationships/oleObject" Target="../embeddings/oleObject193.bin"/><Relationship Id="rId4" Type="http://schemas.openxmlformats.org/officeDocument/2006/relationships/image" Target="../media/image200.wmf"/><Relationship Id="rId3" Type="http://schemas.openxmlformats.org/officeDocument/2006/relationships/oleObject" Target="../embeddings/oleObject192.bin"/><Relationship Id="rId2" Type="http://schemas.openxmlformats.org/officeDocument/2006/relationships/image" Target="../media/image199.wmf"/><Relationship Id="rId14" Type="http://schemas.openxmlformats.org/officeDocument/2006/relationships/vmlDrawing" Target="../drawings/vmlDrawing37.vml"/><Relationship Id="rId13" Type="http://schemas.openxmlformats.org/officeDocument/2006/relationships/slideLayout" Target="../slideLayouts/slideLayout2.xml"/><Relationship Id="rId12" Type="http://schemas.openxmlformats.org/officeDocument/2006/relationships/image" Target="../media/image204.wmf"/><Relationship Id="rId11" Type="http://schemas.openxmlformats.org/officeDocument/2006/relationships/oleObject" Target="../embeddings/oleObject196.bin"/><Relationship Id="rId10" Type="http://schemas.openxmlformats.org/officeDocument/2006/relationships/image" Target="../media/image203.wmf"/><Relationship Id="rId1" Type="http://schemas.openxmlformats.org/officeDocument/2006/relationships/oleObject" Target="../embeddings/oleObject191.bin"/></Relationships>
</file>

<file path=ppt/slides/_rels/slide68.xml.rels><?xml version="1.0" encoding="UTF-8" standalone="yes"?>
<Relationships xmlns="http://schemas.openxmlformats.org/package/2006/relationships"><Relationship Id="rId8" Type="http://schemas.openxmlformats.org/officeDocument/2006/relationships/vmlDrawing" Target="../drawings/vmlDrawing38.vml"/><Relationship Id="rId7" Type="http://schemas.openxmlformats.org/officeDocument/2006/relationships/slideLayout" Target="../slideLayouts/slideLayout2.xml"/><Relationship Id="rId6" Type="http://schemas.openxmlformats.org/officeDocument/2006/relationships/image" Target="../media/image205.wmf"/><Relationship Id="rId5" Type="http://schemas.openxmlformats.org/officeDocument/2006/relationships/oleObject" Target="../embeddings/oleObject199.bin"/><Relationship Id="rId4" Type="http://schemas.openxmlformats.org/officeDocument/2006/relationships/image" Target="../media/image190.wmf"/><Relationship Id="rId3" Type="http://schemas.openxmlformats.org/officeDocument/2006/relationships/oleObject" Target="../embeddings/oleObject198.bin"/><Relationship Id="rId2" Type="http://schemas.openxmlformats.org/officeDocument/2006/relationships/image" Target="../media/image189.wmf"/><Relationship Id="rId1" Type="http://schemas.openxmlformats.org/officeDocument/2006/relationships/oleObject" Target="../embeddings/oleObject197.bin"/></Relationships>
</file>

<file path=ppt/slides/_rels/slide69.xml.rels><?xml version="1.0" encoding="UTF-8" standalone="yes"?>
<Relationships xmlns="http://schemas.openxmlformats.org/package/2006/relationships"><Relationship Id="rId8" Type="http://schemas.openxmlformats.org/officeDocument/2006/relationships/vmlDrawing" Target="../drawings/vmlDrawing39.vml"/><Relationship Id="rId7" Type="http://schemas.openxmlformats.org/officeDocument/2006/relationships/slideLayout" Target="../slideLayouts/slideLayout2.xml"/><Relationship Id="rId6" Type="http://schemas.openxmlformats.org/officeDocument/2006/relationships/image" Target="../media/image208.wmf"/><Relationship Id="rId5" Type="http://schemas.openxmlformats.org/officeDocument/2006/relationships/oleObject" Target="../embeddings/oleObject202.bin"/><Relationship Id="rId4" Type="http://schemas.openxmlformats.org/officeDocument/2006/relationships/image" Target="../media/image207.wmf"/><Relationship Id="rId3" Type="http://schemas.openxmlformats.org/officeDocument/2006/relationships/oleObject" Target="../embeddings/oleObject201.bin"/><Relationship Id="rId2" Type="http://schemas.openxmlformats.org/officeDocument/2006/relationships/image" Target="../media/image206.wmf"/><Relationship Id="rId1" Type="http://schemas.openxmlformats.org/officeDocument/2006/relationships/oleObject" Target="../embeddings/oleObject200.bin"/></Relationships>
</file>

<file path=ppt/slides/_rels/slide70.xml.rels><?xml version="1.0" encoding="UTF-8" standalone="yes"?>
<Relationships xmlns="http://schemas.openxmlformats.org/package/2006/relationships"><Relationship Id="rId8" Type="http://schemas.openxmlformats.org/officeDocument/2006/relationships/vmlDrawing" Target="../drawings/vmlDrawing40.vml"/><Relationship Id="rId7" Type="http://schemas.openxmlformats.org/officeDocument/2006/relationships/slideLayout" Target="../slideLayouts/slideLayout2.xml"/><Relationship Id="rId6" Type="http://schemas.openxmlformats.org/officeDocument/2006/relationships/image" Target="../media/image211.wmf"/><Relationship Id="rId5" Type="http://schemas.openxmlformats.org/officeDocument/2006/relationships/oleObject" Target="../embeddings/oleObject205.bin"/><Relationship Id="rId4" Type="http://schemas.openxmlformats.org/officeDocument/2006/relationships/image" Target="../media/image210.wmf"/><Relationship Id="rId3" Type="http://schemas.openxmlformats.org/officeDocument/2006/relationships/oleObject" Target="../embeddings/oleObject204.bin"/><Relationship Id="rId2" Type="http://schemas.openxmlformats.org/officeDocument/2006/relationships/image" Target="../media/image209.wmf"/><Relationship Id="rId1" Type="http://schemas.openxmlformats.org/officeDocument/2006/relationships/oleObject" Target="../embeddings/oleObject203.bin"/></Relationships>
</file>

<file path=ppt/slides/_rels/slide71.xml.rels><?xml version="1.0" encoding="UTF-8" standalone="yes"?>
<Relationships xmlns="http://schemas.openxmlformats.org/package/2006/relationships"><Relationship Id="rId8" Type="http://schemas.openxmlformats.org/officeDocument/2006/relationships/vmlDrawing" Target="../drawings/vmlDrawing41.vml"/><Relationship Id="rId7" Type="http://schemas.openxmlformats.org/officeDocument/2006/relationships/slideLayout" Target="../slideLayouts/slideLayout2.xml"/><Relationship Id="rId6" Type="http://schemas.openxmlformats.org/officeDocument/2006/relationships/image" Target="../media/image214.wmf"/><Relationship Id="rId5" Type="http://schemas.openxmlformats.org/officeDocument/2006/relationships/oleObject" Target="../embeddings/oleObject208.bin"/><Relationship Id="rId4" Type="http://schemas.openxmlformats.org/officeDocument/2006/relationships/image" Target="../media/image213.wmf"/><Relationship Id="rId3" Type="http://schemas.openxmlformats.org/officeDocument/2006/relationships/oleObject" Target="../embeddings/oleObject207.bin"/><Relationship Id="rId2" Type="http://schemas.openxmlformats.org/officeDocument/2006/relationships/image" Target="../media/image212.wmf"/><Relationship Id="rId1" Type="http://schemas.openxmlformats.org/officeDocument/2006/relationships/oleObject" Target="../embeddings/oleObject206.bin"/></Relationships>
</file>

<file path=ppt/slides/_rels/slide72.xml.rels><?xml version="1.0" encoding="UTF-8" standalone="yes"?>
<Relationships xmlns="http://schemas.openxmlformats.org/package/2006/relationships"><Relationship Id="rId8" Type="http://schemas.openxmlformats.org/officeDocument/2006/relationships/vmlDrawing" Target="../drawings/vmlDrawing42.vml"/><Relationship Id="rId7" Type="http://schemas.openxmlformats.org/officeDocument/2006/relationships/slideLayout" Target="../slideLayouts/slideLayout2.xml"/><Relationship Id="rId6" Type="http://schemas.openxmlformats.org/officeDocument/2006/relationships/image" Target="../media/image217.wmf"/><Relationship Id="rId5" Type="http://schemas.openxmlformats.org/officeDocument/2006/relationships/oleObject" Target="../embeddings/oleObject211.bin"/><Relationship Id="rId4" Type="http://schemas.openxmlformats.org/officeDocument/2006/relationships/image" Target="../media/image216.wmf"/><Relationship Id="rId3" Type="http://schemas.openxmlformats.org/officeDocument/2006/relationships/oleObject" Target="../embeddings/oleObject210.bin"/><Relationship Id="rId2" Type="http://schemas.openxmlformats.org/officeDocument/2006/relationships/image" Target="../media/image215.wmf"/><Relationship Id="rId1" Type="http://schemas.openxmlformats.org/officeDocument/2006/relationships/oleObject" Target="../embeddings/oleObject209.bin"/></Relationships>
</file>

<file path=ppt/slides/_rels/slide73.xml.rels><?xml version="1.0" encoding="UTF-8" standalone="yes"?>
<Relationships xmlns="http://schemas.openxmlformats.org/package/2006/relationships"><Relationship Id="rId8" Type="http://schemas.openxmlformats.org/officeDocument/2006/relationships/vmlDrawing" Target="../drawings/vmlDrawing43.vml"/><Relationship Id="rId7" Type="http://schemas.openxmlformats.org/officeDocument/2006/relationships/slideLayout" Target="../slideLayouts/slideLayout2.xml"/><Relationship Id="rId6" Type="http://schemas.openxmlformats.org/officeDocument/2006/relationships/image" Target="../media/image220.wmf"/><Relationship Id="rId5" Type="http://schemas.openxmlformats.org/officeDocument/2006/relationships/oleObject" Target="../embeddings/oleObject214.bin"/><Relationship Id="rId4" Type="http://schemas.openxmlformats.org/officeDocument/2006/relationships/image" Target="../media/image219.wmf"/><Relationship Id="rId3" Type="http://schemas.openxmlformats.org/officeDocument/2006/relationships/oleObject" Target="../embeddings/oleObject213.bin"/><Relationship Id="rId2" Type="http://schemas.openxmlformats.org/officeDocument/2006/relationships/image" Target="../media/image218.wmf"/><Relationship Id="rId1" Type="http://schemas.openxmlformats.org/officeDocument/2006/relationships/oleObject" Target="../embeddings/oleObject212.bin"/></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6" Type="http://schemas.openxmlformats.org/officeDocument/2006/relationships/vmlDrawing" Target="../drawings/vmlDrawing44.vml"/><Relationship Id="rId5" Type="http://schemas.openxmlformats.org/officeDocument/2006/relationships/slideLayout" Target="../slideLayouts/slideLayout7.xml"/><Relationship Id="rId4" Type="http://schemas.openxmlformats.org/officeDocument/2006/relationships/image" Target="../media/image222.wmf"/><Relationship Id="rId3" Type="http://schemas.openxmlformats.org/officeDocument/2006/relationships/oleObject" Target="../embeddings/oleObject216.bin"/><Relationship Id="rId2" Type="http://schemas.openxmlformats.org/officeDocument/2006/relationships/image" Target="../media/image221.wmf"/><Relationship Id="rId1" Type="http://schemas.openxmlformats.org/officeDocument/2006/relationships/oleObject" Target="../embeddings/oleObject215.bin"/></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Rectangle 2"/>
          <p:cNvSpPr>
            <a:spLocks noGrp="1"/>
          </p:cNvSpPr>
          <p:nvPr>
            <p:ph type="ctrTitle"/>
          </p:nvPr>
        </p:nvSpPr>
        <p:spPr>
          <a:xfrm>
            <a:off x="609600" y="1193800"/>
            <a:ext cx="7772400" cy="2019300"/>
          </a:xfrm>
          <a:solidFill>
            <a:srgbClr val="A50021"/>
          </a:solidFill>
        </p:spPr>
        <p:txBody>
          <a:bodyPr vert="horz" wrap="square" lIns="91440" tIns="45720" rIns="91440" bIns="45720" anchor="b" anchorCtr="0"/>
          <a:p>
            <a:pPr algn="ctr" eaLnBrk="1" hangingPunct="1">
              <a:buClrTx/>
              <a:buSzTx/>
              <a:buFontTx/>
            </a:pPr>
            <a:r>
              <a:rPr lang="zh-CN" altLang="en-US" sz="4600" dirty="0">
                <a:solidFill>
                  <a:schemeClr val="tx1"/>
                </a:solidFill>
                <a:latin typeface="Times New Roman" panose="02020603050405020304" pitchFamily="18" charset="0"/>
                <a:ea typeface="+mj-ea"/>
                <a:cs typeface="+mj-cs"/>
              </a:rPr>
              <a:t>第 </a:t>
            </a:r>
            <a:r>
              <a:rPr lang="en-US" altLang="zh-CN" sz="4600" dirty="0">
                <a:solidFill>
                  <a:schemeClr val="tx1"/>
                </a:solidFill>
                <a:latin typeface="Times New Roman" panose="02020603050405020304" pitchFamily="18" charset="0"/>
                <a:ea typeface="+mj-ea"/>
                <a:cs typeface="+mj-cs"/>
              </a:rPr>
              <a:t>4 </a:t>
            </a:r>
            <a:r>
              <a:rPr lang="zh-CN" altLang="en-US" sz="4600" dirty="0">
                <a:solidFill>
                  <a:schemeClr val="tx1"/>
                </a:solidFill>
                <a:latin typeface="Times New Roman" panose="02020603050405020304" pitchFamily="18" charset="0"/>
                <a:ea typeface="+mj-ea"/>
                <a:cs typeface="+mj-cs"/>
              </a:rPr>
              <a:t>章   不确定性推理方法</a:t>
            </a:r>
            <a:endParaRPr lang="zh-CN" altLang="en-US" sz="4600" dirty="0">
              <a:solidFill>
                <a:schemeClr val="tx1"/>
              </a:solidFill>
              <a:latin typeface="Times New Roman" panose="02020603050405020304" pitchFamily="18" charset="0"/>
              <a:ea typeface="+mj-ea"/>
              <a:cs typeface="+mj-cs"/>
            </a:endParaRPr>
          </a:p>
        </p:txBody>
      </p:sp>
      <p:sp>
        <p:nvSpPr>
          <p:cNvPr id="4099" name="Rectangle 4"/>
          <p:cNvSpPr>
            <a:spLocks noGrp="1"/>
          </p:cNvSpPr>
          <p:nvPr>
            <p:ph type="subTitle" idx="1"/>
          </p:nvPr>
        </p:nvSpPr>
        <p:spPr>
          <a:xfrm>
            <a:off x="654050" y="3505200"/>
            <a:ext cx="8382000" cy="2743200"/>
          </a:xfrm>
        </p:spPr>
        <p:txBody>
          <a:bodyPr vert="horz" wrap="square" lIns="91440" tIns="45720" rIns="91440" bIns="45720" anchor="t" anchorCtr="0"/>
          <a:p>
            <a:pPr marL="0" marR="0" indent="0" algn="l" defTabSz="914400" rtl="0" eaLnBrk="1" fontAlgn="base" latinLnBrk="0" hangingPunct="1">
              <a:lnSpc>
                <a:spcPct val="140000"/>
              </a:lnSpc>
              <a:spcBef>
                <a:spcPct val="0"/>
              </a:spcBef>
              <a:spcAft>
                <a:spcPct val="0"/>
              </a:spcAft>
              <a:buClr>
                <a:schemeClr val="accent2"/>
              </a:buClr>
              <a:buSzTx/>
              <a:buFont typeface="Wingdings" panose="05000000000000000000" pitchFamily="2" charset="2"/>
              <a:buNone/>
            </a:pPr>
            <a:r>
              <a:rPr kumimoji="0" lang="zh-CN" altLang="en-US" sz="3400" b="1" i="0" u="none" strike="noStrike" kern="0" cap="none" spc="0" normalizeH="0" baseline="0" noProof="1" dirty="0">
                <a:solidFill>
                  <a:schemeClr val="accent2"/>
                </a:solidFill>
                <a:latin typeface="华文琥珀" panose="02010800040101010101" pitchFamily="2" charset="-122"/>
                <a:ea typeface="华文琥珀" panose="02010800040101010101" pitchFamily="2" charset="-122"/>
                <a:cs typeface="+mn-cs"/>
              </a:rPr>
              <a:t>教材：</a:t>
            </a:r>
            <a:endParaRPr kumimoji="0" lang="zh-CN" altLang="en-US" sz="3400" b="1" i="0" u="none" strike="noStrike" kern="0" cap="none" spc="0" normalizeH="0" baseline="0" noProof="1" dirty="0">
              <a:solidFill>
                <a:schemeClr val="accent2"/>
              </a:solidFill>
              <a:latin typeface="华文琥珀" panose="02010800040101010101" pitchFamily="2" charset="-122"/>
              <a:ea typeface="华文琥珀" panose="02010800040101010101" pitchFamily="2" charset="-122"/>
              <a:cs typeface="+mn-cs"/>
            </a:endParaRPr>
          </a:p>
          <a:p>
            <a:pPr marL="0" marR="0" indent="0" algn="l" defTabSz="914400" rtl="0" eaLnBrk="1" fontAlgn="base" latinLnBrk="0" hangingPunct="1">
              <a:lnSpc>
                <a:spcPct val="140000"/>
              </a:lnSpc>
              <a:spcBef>
                <a:spcPct val="0"/>
              </a:spcBef>
              <a:spcAft>
                <a:spcPct val="0"/>
              </a:spcAft>
              <a:buClr>
                <a:schemeClr val="accent2"/>
              </a:buClr>
              <a:buSzTx/>
              <a:buFont typeface="Wingdings" panose="05000000000000000000" pitchFamily="2" charset="2"/>
              <a:buNone/>
            </a:pPr>
            <a:r>
              <a:rPr kumimoji="0" lang="zh-CN" altLang="en-US" sz="3200" b="1" i="0" u="none" strike="noStrike" kern="0" cap="none" spc="0" normalizeH="0" baseline="0" noProof="1" dirty="0">
                <a:solidFill>
                  <a:srgbClr val="0000FF"/>
                </a:solidFill>
                <a:latin typeface="Times New Roman" panose="02020603050405020304" pitchFamily="18" charset="0"/>
                <a:ea typeface="楷体_GB2312" pitchFamily="49" charset="-122"/>
                <a:cs typeface="+mn-cs"/>
              </a:rPr>
              <a:t>        王万良</a:t>
            </a:r>
            <a:r>
              <a:rPr kumimoji="0" lang="en-US" altLang="zh-CN" sz="3200" b="1" i="0" u="none" strike="noStrike" kern="0" cap="none" spc="0" normalizeH="0" baseline="0" noProof="1" dirty="0">
                <a:solidFill>
                  <a:srgbClr val="0000FF"/>
                </a:solidFill>
                <a:latin typeface="Times New Roman" panose="02020603050405020304" pitchFamily="18" charset="0"/>
                <a:ea typeface="楷体_GB2312" pitchFamily="49" charset="-122"/>
                <a:cs typeface="+mn-cs"/>
              </a:rPr>
              <a:t>《</a:t>
            </a:r>
            <a:r>
              <a:rPr kumimoji="0" lang="zh-CN" altLang="en-US" sz="3200" b="1" i="0" u="none" strike="noStrike" kern="0" cap="none" spc="0" normalizeH="0" baseline="0" noProof="1" dirty="0">
                <a:solidFill>
                  <a:srgbClr val="0000FF"/>
                </a:solidFill>
                <a:latin typeface="Times New Roman" panose="02020603050405020304" pitchFamily="18" charset="0"/>
                <a:ea typeface="楷体_GB2312" pitchFamily="49" charset="-122"/>
                <a:cs typeface="+mn-cs"/>
              </a:rPr>
              <a:t>人工智能导论</a:t>
            </a:r>
            <a:r>
              <a:rPr kumimoji="0" lang="en-US" altLang="zh-CN" sz="3200" b="1" i="0" u="none" strike="noStrike" kern="0" cap="none" spc="0" normalizeH="0" baseline="0" noProof="1" dirty="0">
                <a:solidFill>
                  <a:srgbClr val="0000FF"/>
                </a:solidFill>
                <a:latin typeface="Times New Roman" panose="02020603050405020304" pitchFamily="18" charset="0"/>
                <a:ea typeface="楷体_GB2312" pitchFamily="49" charset="-122"/>
                <a:cs typeface="+mn-cs"/>
              </a:rPr>
              <a:t>》</a:t>
            </a:r>
            <a:r>
              <a:rPr kumimoji="0" lang="zh-CN" altLang="en-US" sz="3200" b="1" i="0" u="none" strike="noStrike" kern="0" cap="none" spc="0" normalizeH="0" baseline="0" noProof="1" dirty="0">
                <a:solidFill>
                  <a:srgbClr val="0000FF"/>
                </a:solidFill>
                <a:latin typeface="Times New Roman" panose="02020603050405020304" pitchFamily="18" charset="0"/>
                <a:ea typeface="楷体_GB2312" pitchFamily="49" charset="-122"/>
                <a:cs typeface="+mn-cs"/>
              </a:rPr>
              <a:t>（第</a:t>
            </a:r>
            <a:r>
              <a:rPr kumimoji="0" lang="en-US" altLang="zh-CN" sz="3200" b="1" i="0" u="none" strike="noStrike" kern="0" cap="none" spc="0" normalizeH="0" baseline="0" noProof="1" dirty="0">
                <a:solidFill>
                  <a:srgbClr val="0000FF"/>
                </a:solidFill>
                <a:latin typeface="Times New Roman" panose="02020603050405020304" pitchFamily="18" charset="0"/>
                <a:ea typeface="楷体_GB2312" pitchFamily="49" charset="-122"/>
                <a:cs typeface="+mn-cs"/>
              </a:rPr>
              <a:t>5</a:t>
            </a:r>
            <a:r>
              <a:rPr kumimoji="0" lang="zh-CN" altLang="en-US" sz="3200" b="1" i="0" u="none" strike="noStrike" kern="0" cap="none" spc="0" normalizeH="0" baseline="0" noProof="1" dirty="0">
                <a:solidFill>
                  <a:srgbClr val="0000FF"/>
                </a:solidFill>
                <a:latin typeface="Times New Roman" panose="02020603050405020304" pitchFamily="18" charset="0"/>
                <a:ea typeface="楷体_GB2312" pitchFamily="49" charset="-122"/>
                <a:cs typeface="+mn-cs"/>
              </a:rPr>
              <a:t>版）</a:t>
            </a:r>
            <a:endParaRPr kumimoji="0" lang="zh-CN" altLang="en-US" sz="3200" b="1" i="0" u="none" strike="noStrike" kern="0" cap="none" spc="0" normalizeH="0" baseline="0" noProof="1" dirty="0">
              <a:solidFill>
                <a:srgbClr val="0000FF"/>
              </a:solidFill>
              <a:latin typeface="Times New Roman" panose="02020603050405020304" pitchFamily="18" charset="0"/>
              <a:ea typeface="楷体_GB2312" pitchFamily="49" charset="-122"/>
              <a:cs typeface="+mn-cs"/>
            </a:endParaRPr>
          </a:p>
          <a:p>
            <a:pPr marL="0" marR="0" indent="0" algn="l" defTabSz="914400" rtl="0" eaLnBrk="1" fontAlgn="base" latinLnBrk="0" hangingPunct="1">
              <a:lnSpc>
                <a:spcPct val="140000"/>
              </a:lnSpc>
              <a:spcBef>
                <a:spcPct val="0"/>
              </a:spcBef>
              <a:spcAft>
                <a:spcPct val="0"/>
              </a:spcAft>
              <a:buClr>
                <a:schemeClr val="accent2"/>
              </a:buClr>
              <a:buSzTx/>
              <a:buFont typeface="Wingdings" panose="05000000000000000000" pitchFamily="2" charset="2"/>
              <a:buNone/>
            </a:pPr>
            <a:r>
              <a:rPr kumimoji="0" lang="zh-CN" altLang="en-US" sz="3200" b="1" i="0" u="none" strike="noStrike" kern="0" cap="none" spc="0" normalizeH="0" baseline="0" noProof="1" dirty="0">
                <a:solidFill>
                  <a:srgbClr val="0000FF"/>
                </a:solidFill>
                <a:latin typeface="Times New Roman" panose="02020603050405020304" pitchFamily="18" charset="0"/>
                <a:ea typeface="楷体_GB2312" pitchFamily="49" charset="-122"/>
                <a:cs typeface="+mn-cs"/>
              </a:rPr>
              <a:t>        高等教育出版社，</a:t>
            </a:r>
            <a:r>
              <a:rPr kumimoji="0" lang="en-US" altLang="zh-CN" sz="3200" b="1" i="0" u="none" strike="noStrike" kern="0" cap="none" spc="0" normalizeH="0" baseline="0" noProof="1" dirty="0">
                <a:solidFill>
                  <a:srgbClr val="0000FF"/>
                </a:solidFill>
                <a:latin typeface="Times New Roman" panose="02020603050405020304" pitchFamily="18" charset="0"/>
                <a:ea typeface="楷体_GB2312" pitchFamily="49" charset="-122"/>
                <a:cs typeface="+mn-cs"/>
              </a:rPr>
              <a:t>2020</a:t>
            </a:r>
            <a:endParaRPr kumimoji="0" lang="en-US" altLang="zh-CN" sz="3200" b="1" i="0" u="none" strike="noStrike" kern="0" cap="none" spc="0" normalizeH="0" baseline="0" noProof="1" dirty="0">
              <a:solidFill>
                <a:srgbClr val="0000FF"/>
              </a:solidFill>
              <a:latin typeface="Times New Roman" panose="02020603050405020304" pitchFamily="18" charset="0"/>
              <a:ea typeface="楷体_GB2312" pitchFamily="49" charset="-122"/>
              <a:cs typeface="+mn-cs"/>
            </a:endParaRP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灯片编号占位符 1"/>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5122" name="Rectangle 4"/>
          <p:cNvSpPr/>
          <p:nvPr/>
        </p:nvSpPr>
        <p:spPr>
          <a:xfrm>
            <a:off x="0" y="0"/>
            <a:ext cx="9144000" cy="765175"/>
          </a:xfrm>
          <a:prstGeom prst="rect">
            <a:avLst/>
          </a:prstGeom>
          <a:solidFill>
            <a:srgbClr val="A50021"/>
          </a:solidFill>
          <a:ln w="9525">
            <a:noFill/>
          </a:ln>
        </p:spPr>
        <p:txBody>
          <a:bodyPr anchor="b" anchorCtr="0"/>
          <a:p>
            <a:pPr indent="176530">
              <a:buClrTx/>
              <a:buFontTx/>
            </a:pPr>
            <a:r>
              <a:rPr lang="zh-CN" altLang="en-US" sz="3600" dirty="0">
                <a:solidFill>
                  <a:schemeClr val="bg1"/>
                </a:solidFill>
                <a:latin typeface="Times New Roman" panose="02020603050405020304" pitchFamily="18" charset="0"/>
                <a:ea typeface="黑体" panose="02010609060101010101" pitchFamily="2" charset="-122"/>
              </a:rPr>
              <a:t>第</a:t>
            </a:r>
            <a:r>
              <a:rPr lang="en-US" altLang="zh-CN" sz="3600" dirty="0">
                <a:solidFill>
                  <a:schemeClr val="bg1"/>
                </a:solidFill>
                <a:latin typeface="Times New Roman" panose="02020603050405020304" pitchFamily="18" charset="0"/>
                <a:ea typeface="黑体" panose="02010609060101010101" pitchFamily="2" charset="-122"/>
              </a:rPr>
              <a:t>4</a:t>
            </a:r>
            <a:r>
              <a:rPr lang="zh-CN" altLang="en-US" sz="3600" dirty="0">
                <a:solidFill>
                  <a:schemeClr val="bg1"/>
                </a:solidFill>
                <a:latin typeface="Times New Roman" panose="02020603050405020304" pitchFamily="18" charset="0"/>
                <a:ea typeface="黑体" panose="02010609060101010101" pitchFamily="2" charset="-122"/>
              </a:rPr>
              <a:t>章  不确定性推理方法</a:t>
            </a:r>
            <a:endParaRPr lang="zh-CN" altLang="en-US" sz="3600" dirty="0">
              <a:solidFill>
                <a:schemeClr val="bg1"/>
              </a:solidFill>
              <a:latin typeface="Times New Roman" panose="02020603050405020304" pitchFamily="18" charset="0"/>
              <a:ea typeface="黑体" panose="02010609060101010101" pitchFamily="2" charset="-122"/>
            </a:endParaRPr>
          </a:p>
        </p:txBody>
      </p:sp>
      <p:sp>
        <p:nvSpPr>
          <p:cNvPr id="486405" name="Rectangle 5"/>
          <p:cNvSpPr/>
          <p:nvPr/>
        </p:nvSpPr>
        <p:spPr>
          <a:xfrm>
            <a:off x="179388" y="908050"/>
            <a:ext cx="8786812" cy="5400675"/>
          </a:xfrm>
          <a:prstGeom prst="rect">
            <a:avLst/>
          </a:prstGeom>
          <a:noFill/>
          <a:ln w="9525">
            <a:noFill/>
          </a:ln>
        </p:spPr>
        <p:txBody>
          <a:bodyPr anchor="t" anchorCtr="0"/>
          <a:p>
            <a:pPr marL="469900" indent="-469900" algn="just">
              <a:lnSpc>
                <a:spcPct val="120000"/>
              </a:lnSpc>
              <a:spcBef>
                <a:spcPct val="30000"/>
              </a:spcBef>
              <a:buClr>
                <a:schemeClr val="accent2"/>
              </a:buClr>
              <a:buFont typeface="Wingdings" panose="05000000000000000000" pitchFamily="2" charset="2"/>
              <a:buChar char="o"/>
            </a:pPr>
            <a:r>
              <a:rPr lang="zh-CN" altLang="en-US" sz="2800" b="1" dirty="0">
                <a:latin typeface="Times New Roman" panose="02020603050405020304" pitchFamily="18" charset="0"/>
                <a:ea typeface="宋体" panose="02010600030101010101" pitchFamily="2" charset="-122"/>
              </a:rPr>
              <a:t>现实世界中由于客观上存在的随机性、模糊性，反映到知识以及由观察所得到的证据上来，就分别形成了不确定性的知识及不确定性的证据。因而还必须对不确定性知识的表示及推理进行研究。这就是本章将要讨论的不确定性推理。</a:t>
            </a:r>
            <a:endParaRPr lang="zh-CN" altLang="en-US" sz="2800" b="1" dirty="0">
              <a:latin typeface="Times New Roman" panose="02020603050405020304" pitchFamily="18" charset="0"/>
              <a:ea typeface="宋体" panose="02010600030101010101" pitchFamily="2" charset="-122"/>
            </a:endParaRPr>
          </a:p>
          <a:p>
            <a:pPr marL="469900" indent="-469900" algn="just">
              <a:lnSpc>
                <a:spcPct val="120000"/>
              </a:lnSpc>
              <a:spcBef>
                <a:spcPct val="30000"/>
              </a:spcBef>
              <a:buClr>
                <a:schemeClr val="accent2"/>
              </a:buClr>
              <a:buFont typeface="Wingdings" panose="05000000000000000000" pitchFamily="2" charset="2"/>
              <a:buChar char="o"/>
            </a:pPr>
            <a:r>
              <a:rPr lang="zh-CN" altLang="en-US" sz="2800" b="1" dirty="0">
                <a:latin typeface="Arial" panose="020B0604020202020204" pitchFamily="34" charset="0"/>
                <a:ea typeface="宋体" panose="02010600030101010101" pitchFamily="2" charset="-122"/>
              </a:rPr>
              <a:t>下面首先讨论不确定性推理中的基本问题，然后着重介绍基于概率论的有关理论发展起来的不确定性推理方法，主要介绍可信度方法、证据理论，最后介绍目前在专家系统、信息处理、自动控制等领域广泛应用的依据模糊理论发展起来的模糊推理方法。</a:t>
            </a:r>
            <a:endParaRPr lang="zh-CN" altLang="en-US" sz="2800" b="1" dirty="0">
              <a:latin typeface="Arial" panose="020B0604020202020204" pitchFamily="34" charset="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86405">
                                            <p:txEl>
                                              <p:charRg st="0" end="103"/>
                                            </p:txEl>
                                          </p:spTgt>
                                        </p:tgtEl>
                                        <p:attrNameLst>
                                          <p:attrName>style.visibility</p:attrName>
                                        </p:attrNameLst>
                                      </p:cBhvr>
                                      <p:to>
                                        <p:strVal val="visible"/>
                                      </p:to>
                                    </p:set>
                                    <p:anim calcmode="lin" valueType="num">
                                      <p:cBhvr additive="base">
                                        <p:cTn id="7" dur="500" fill="hold"/>
                                        <p:tgtEl>
                                          <p:spTgt spid="486405">
                                            <p:txEl>
                                              <p:charRg st="0" end="10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86405">
                                            <p:txEl>
                                              <p:charRg st="0" end="103"/>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86405">
                                            <p:txEl>
                                              <p:charRg st="103" end="215"/>
                                            </p:txEl>
                                          </p:spTgt>
                                        </p:tgtEl>
                                        <p:attrNameLst>
                                          <p:attrName>style.visibility</p:attrName>
                                        </p:attrNameLst>
                                      </p:cBhvr>
                                      <p:to>
                                        <p:strVal val="visible"/>
                                      </p:to>
                                    </p:set>
                                    <p:anim calcmode="lin" valueType="num">
                                      <p:cBhvr additive="base">
                                        <p:cTn id="12" dur="500" fill="hold"/>
                                        <p:tgtEl>
                                          <p:spTgt spid="486405">
                                            <p:txEl>
                                              <p:charRg st="103" end="215"/>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486405">
                                            <p:txEl>
                                              <p:charRg st="103" end="21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6405" grpId="0" advAuto="100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170" name="Rectangle 2"/>
          <p:cNvSpPr>
            <a:spLocks noGrp="1"/>
          </p:cNvSpPr>
          <p:nvPr>
            <p:ph type="title"/>
          </p:nvPr>
        </p:nvSpPr>
        <p:spPr/>
        <p:txBody>
          <a:bodyPr vert="horz" wrap="square" lIns="91440" tIns="45720" rIns="91440" bIns="45720" anchor="b" anchorCtr="0"/>
          <a:p>
            <a:pPr eaLnBrk="1" hangingPunct="1"/>
            <a:r>
              <a:rPr lang="zh-CN" altLang="en-US" b="0" dirty="0">
                <a:latin typeface="Times New Roman" panose="02020603050405020304" pitchFamily="18" charset="0"/>
              </a:rPr>
              <a:t>第</a:t>
            </a:r>
            <a:r>
              <a:rPr lang="en-US" altLang="zh-CN" b="0" dirty="0">
                <a:latin typeface="Times New Roman" panose="02020603050405020304" pitchFamily="18" charset="0"/>
              </a:rPr>
              <a:t>4</a:t>
            </a:r>
            <a:r>
              <a:rPr lang="zh-CN" altLang="en-US" b="0" dirty="0">
                <a:latin typeface="Times New Roman" panose="02020603050405020304" pitchFamily="18" charset="0"/>
              </a:rPr>
              <a:t>章  不确定性推理方法</a:t>
            </a:r>
            <a:endParaRPr lang="zh-CN" altLang="en-US" b="0" dirty="0">
              <a:latin typeface="Times New Roman" panose="02020603050405020304" pitchFamily="18" charset="0"/>
            </a:endParaRPr>
          </a:p>
        </p:txBody>
      </p:sp>
      <p:sp>
        <p:nvSpPr>
          <p:cNvPr id="318467" name="Rectangle 3"/>
          <p:cNvSpPr>
            <a:spLocks noGrp="1"/>
          </p:cNvSpPr>
          <p:nvPr>
            <p:ph idx="1"/>
          </p:nvPr>
        </p:nvSpPr>
        <p:spPr>
          <a:xfrm>
            <a:off x="468313" y="908050"/>
            <a:ext cx="8497887" cy="5400675"/>
          </a:xfrm>
        </p:spPr>
        <p:txBody>
          <a:bodyPr vert="horz" wrap="square" lIns="91440" tIns="45720" rIns="91440" bIns="45720" anchor="t" anchorCtr="0"/>
          <a:p>
            <a:pPr eaLnBrk="1" hangingPunct="1">
              <a:lnSpc>
                <a:spcPct val="140000"/>
              </a:lnSpc>
            </a:pPr>
            <a:r>
              <a:rPr lang="en-US" altLang="zh-CN" b="1" dirty="0">
                <a:latin typeface="Times New Roman" panose="02020603050405020304" pitchFamily="18" charset="0"/>
              </a:rPr>
              <a:t>4.1  </a:t>
            </a:r>
            <a:r>
              <a:rPr lang="zh-CN" altLang="en-US" b="1" dirty="0">
                <a:latin typeface="Times New Roman" panose="02020603050405020304" pitchFamily="18" charset="0"/>
              </a:rPr>
              <a:t>不确定性推理的基本问题 </a:t>
            </a:r>
            <a:endParaRPr lang="zh-CN" altLang="en-US" b="1" dirty="0">
              <a:latin typeface="Times New Roman" panose="02020603050405020304" pitchFamily="18" charset="0"/>
            </a:endParaRPr>
          </a:p>
          <a:p>
            <a:pPr eaLnBrk="1" hangingPunct="1">
              <a:lnSpc>
                <a:spcPct val="140000"/>
              </a:lnSpc>
            </a:pPr>
            <a:r>
              <a:rPr lang="en-US" altLang="zh-CN" b="1" dirty="0">
                <a:latin typeface="Times New Roman" panose="02020603050405020304" pitchFamily="18" charset="0"/>
              </a:rPr>
              <a:t>4.2  </a:t>
            </a:r>
            <a:r>
              <a:rPr lang="zh-CN" altLang="en-US" b="1" dirty="0">
                <a:latin typeface="Times New Roman" panose="02020603050405020304" pitchFamily="18" charset="0"/>
              </a:rPr>
              <a:t>可信度方法</a:t>
            </a:r>
            <a:endParaRPr lang="zh-CN" altLang="en-US" b="1" dirty="0">
              <a:latin typeface="Times New Roman" panose="02020603050405020304" pitchFamily="18" charset="0"/>
            </a:endParaRPr>
          </a:p>
          <a:p>
            <a:pPr eaLnBrk="1" hangingPunct="1">
              <a:lnSpc>
                <a:spcPct val="140000"/>
              </a:lnSpc>
            </a:pPr>
            <a:r>
              <a:rPr lang="en-US" altLang="zh-CN" b="1" dirty="0">
                <a:latin typeface="Times New Roman" panose="02020603050405020304" pitchFamily="18" charset="0"/>
              </a:rPr>
              <a:t>4.3  </a:t>
            </a:r>
            <a:r>
              <a:rPr lang="zh-CN" altLang="en-US" b="1" dirty="0">
                <a:latin typeface="Times New Roman" panose="02020603050405020304" pitchFamily="18" charset="0"/>
              </a:rPr>
              <a:t>证据理论</a:t>
            </a:r>
            <a:endParaRPr lang="zh-CN" altLang="en-US" b="1" dirty="0">
              <a:latin typeface="Times New Roman" panose="02020603050405020304" pitchFamily="18" charset="0"/>
            </a:endParaRPr>
          </a:p>
          <a:p>
            <a:pPr eaLnBrk="1" hangingPunct="1">
              <a:lnSpc>
                <a:spcPct val="140000"/>
              </a:lnSpc>
            </a:pPr>
            <a:r>
              <a:rPr lang="en-US" altLang="zh-CN" b="1" dirty="0">
                <a:latin typeface="Times New Roman" panose="02020603050405020304" pitchFamily="18" charset="0"/>
              </a:rPr>
              <a:t>4.4  </a:t>
            </a:r>
            <a:r>
              <a:rPr lang="zh-CN" altLang="en-US" b="1" dirty="0">
                <a:latin typeface="Times New Roman" panose="02020603050405020304" pitchFamily="18" charset="0"/>
              </a:rPr>
              <a:t>模糊推理方法 </a:t>
            </a:r>
            <a:endParaRPr lang="zh-CN" altLang="en-US"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18467">
                                            <p:txEl>
                                              <p:charRg st="0" end="18"/>
                                            </p:txEl>
                                          </p:spTgt>
                                        </p:tgtEl>
                                        <p:attrNameLst>
                                          <p:attrName>style.visibility</p:attrName>
                                        </p:attrNameLst>
                                      </p:cBhvr>
                                      <p:to>
                                        <p:strVal val="visible"/>
                                      </p:to>
                                    </p:set>
                                    <p:anim calcmode="lin" valueType="num">
                                      <p:cBhvr additive="base">
                                        <p:cTn id="7" dur="500" fill="hold"/>
                                        <p:tgtEl>
                                          <p:spTgt spid="318467">
                                            <p:txEl>
                                              <p:charRg st="0" end="18"/>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18467">
                                            <p:txEl>
                                              <p:charRg st="0" end="18"/>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18467">
                                            <p:txEl>
                                              <p:charRg st="18" end="29"/>
                                            </p:txEl>
                                          </p:spTgt>
                                        </p:tgtEl>
                                        <p:attrNameLst>
                                          <p:attrName>style.visibility</p:attrName>
                                        </p:attrNameLst>
                                      </p:cBhvr>
                                      <p:to>
                                        <p:strVal val="visible"/>
                                      </p:to>
                                    </p:set>
                                    <p:anim calcmode="lin" valueType="num">
                                      <p:cBhvr additive="base">
                                        <p:cTn id="12" dur="500" fill="hold"/>
                                        <p:tgtEl>
                                          <p:spTgt spid="318467">
                                            <p:txEl>
                                              <p:charRg st="18" end="29"/>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318467">
                                            <p:txEl>
                                              <p:charRg st="18" end="29"/>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318467">
                                            <p:txEl>
                                              <p:charRg st="29" end="39"/>
                                            </p:txEl>
                                          </p:spTgt>
                                        </p:tgtEl>
                                        <p:attrNameLst>
                                          <p:attrName>style.visibility</p:attrName>
                                        </p:attrNameLst>
                                      </p:cBhvr>
                                      <p:to>
                                        <p:strVal val="visible"/>
                                      </p:to>
                                    </p:set>
                                    <p:anim calcmode="lin" valueType="num">
                                      <p:cBhvr additive="base">
                                        <p:cTn id="17" dur="500" fill="hold"/>
                                        <p:tgtEl>
                                          <p:spTgt spid="318467">
                                            <p:txEl>
                                              <p:charRg st="29" end="39"/>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18467">
                                            <p:txEl>
                                              <p:charRg st="29" end="39"/>
                                            </p:txEl>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318467">
                                            <p:txEl>
                                              <p:charRg st="39" end="52"/>
                                            </p:txEl>
                                          </p:spTgt>
                                        </p:tgtEl>
                                        <p:attrNameLst>
                                          <p:attrName>style.visibility</p:attrName>
                                        </p:attrNameLst>
                                      </p:cBhvr>
                                      <p:to>
                                        <p:strVal val="visible"/>
                                      </p:to>
                                    </p:set>
                                    <p:anim calcmode="lin" valueType="num">
                                      <p:cBhvr additive="base">
                                        <p:cTn id="22" dur="500" fill="hold"/>
                                        <p:tgtEl>
                                          <p:spTgt spid="318467">
                                            <p:txEl>
                                              <p:charRg st="39" end="52"/>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318467">
                                            <p:txEl>
                                              <p:charRg st="39" end="5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467" grpId="0" advAuto="100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8194" name="Rectangle 2"/>
          <p:cNvSpPr>
            <a:spLocks noGrp="1"/>
          </p:cNvSpPr>
          <p:nvPr>
            <p:ph type="title"/>
          </p:nvPr>
        </p:nvSpPr>
        <p:spPr/>
        <p:txBody>
          <a:bodyPr vert="horz" wrap="square" lIns="91440" tIns="45720" rIns="91440" bIns="45720" anchor="b" anchorCtr="0"/>
          <a:p>
            <a:pPr eaLnBrk="1" hangingPunct="1"/>
            <a:r>
              <a:rPr lang="zh-CN" altLang="en-US" b="0" dirty="0">
                <a:latin typeface="Times New Roman" panose="02020603050405020304" pitchFamily="18" charset="0"/>
              </a:rPr>
              <a:t>第</a:t>
            </a:r>
            <a:r>
              <a:rPr lang="en-US" altLang="zh-CN" b="0" dirty="0">
                <a:latin typeface="Times New Roman" panose="02020603050405020304" pitchFamily="18" charset="0"/>
              </a:rPr>
              <a:t>4</a:t>
            </a:r>
            <a:r>
              <a:rPr lang="zh-CN" altLang="en-US" b="0" dirty="0">
                <a:latin typeface="Times New Roman" panose="02020603050405020304" pitchFamily="18" charset="0"/>
              </a:rPr>
              <a:t>章  不确定性推理方法</a:t>
            </a:r>
            <a:endParaRPr lang="zh-CN" altLang="en-US" b="0" dirty="0">
              <a:latin typeface="Times New Roman" panose="02020603050405020304" pitchFamily="18" charset="0"/>
            </a:endParaRPr>
          </a:p>
        </p:txBody>
      </p:sp>
      <p:sp>
        <p:nvSpPr>
          <p:cNvPr id="8195" name="Rectangle 3"/>
          <p:cNvSpPr>
            <a:spLocks noGrp="1"/>
          </p:cNvSpPr>
          <p:nvPr>
            <p:ph idx="1"/>
          </p:nvPr>
        </p:nvSpPr>
        <p:spPr>
          <a:xfrm>
            <a:off x="539750" y="981075"/>
            <a:ext cx="8353425" cy="5400675"/>
          </a:xfrm>
        </p:spPr>
        <p:txBody>
          <a:bodyPr vert="horz" wrap="square" lIns="91440" tIns="45720" rIns="91440" bIns="45720" anchor="t" anchorCtr="0"/>
          <a:p>
            <a:pPr eaLnBrk="1" hangingPunct="1">
              <a:lnSpc>
                <a:spcPct val="140000"/>
              </a:lnSpc>
              <a:buClr>
                <a:srgbClr val="0000FF"/>
              </a:buClr>
              <a:buSzPct val="150000"/>
              <a:buFont typeface="Wingdings" panose="05000000000000000000" pitchFamily="2" charset="2"/>
              <a:buChar char="ü"/>
            </a:pPr>
            <a:r>
              <a:rPr lang="en-US" altLang="zh-CN" b="1" dirty="0">
                <a:solidFill>
                  <a:srgbClr val="0000FF"/>
                </a:solidFill>
                <a:latin typeface="Times New Roman" panose="02020603050405020304" pitchFamily="18" charset="0"/>
              </a:rPr>
              <a:t>4.1  </a:t>
            </a:r>
            <a:r>
              <a:rPr lang="zh-CN" altLang="en-US" b="1" dirty="0">
                <a:solidFill>
                  <a:srgbClr val="0000FF"/>
                </a:solidFill>
                <a:latin typeface="Times New Roman" panose="02020603050405020304" pitchFamily="18" charset="0"/>
              </a:rPr>
              <a:t>不确定性推理中的基本问题</a:t>
            </a:r>
            <a:r>
              <a:rPr lang="zh-CN" altLang="en-US" b="1" dirty="0">
                <a:latin typeface="Times New Roman" panose="02020603050405020304" pitchFamily="18" charset="0"/>
              </a:rPr>
              <a:t> </a:t>
            </a:r>
            <a:endParaRPr lang="zh-CN" altLang="en-US" b="1" dirty="0">
              <a:latin typeface="Times New Roman" panose="02020603050405020304" pitchFamily="18" charset="0"/>
            </a:endParaRPr>
          </a:p>
          <a:p>
            <a:pPr eaLnBrk="1" hangingPunct="1">
              <a:lnSpc>
                <a:spcPct val="140000"/>
              </a:lnSpc>
              <a:buFont typeface="Wingdings" panose="05000000000000000000" pitchFamily="2" charset="2"/>
              <a:buChar char="o"/>
            </a:pPr>
            <a:r>
              <a:rPr lang="en-US" altLang="zh-CN" b="1" dirty="0">
                <a:latin typeface="Times New Roman" panose="02020603050405020304" pitchFamily="18" charset="0"/>
              </a:rPr>
              <a:t>4.2  </a:t>
            </a:r>
            <a:r>
              <a:rPr lang="zh-CN" altLang="en-US" b="1" dirty="0">
                <a:latin typeface="Times New Roman" panose="02020603050405020304" pitchFamily="18" charset="0"/>
              </a:rPr>
              <a:t>可信度方法</a:t>
            </a:r>
            <a:endParaRPr lang="zh-CN" altLang="en-US" b="1" dirty="0">
              <a:latin typeface="Times New Roman" panose="02020603050405020304" pitchFamily="18" charset="0"/>
            </a:endParaRPr>
          </a:p>
          <a:p>
            <a:pPr eaLnBrk="1" hangingPunct="1">
              <a:lnSpc>
                <a:spcPct val="140000"/>
              </a:lnSpc>
              <a:buFont typeface="Wingdings" panose="05000000000000000000" pitchFamily="2" charset="2"/>
              <a:buChar char="o"/>
            </a:pPr>
            <a:r>
              <a:rPr lang="en-US" altLang="zh-CN" b="1" dirty="0">
                <a:latin typeface="Times New Roman" panose="02020603050405020304" pitchFamily="18" charset="0"/>
              </a:rPr>
              <a:t>4.3  </a:t>
            </a:r>
            <a:r>
              <a:rPr lang="zh-CN" altLang="en-US" b="1" dirty="0">
                <a:latin typeface="Times New Roman" panose="02020603050405020304" pitchFamily="18" charset="0"/>
              </a:rPr>
              <a:t>证据理论</a:t>
            </a:r>
            <a:endParaRPr lang="zh-CN" altLang="en-US" b="1" dirty="0">
              <a:latin typeface="Times New Roman" panose="02020603050405020304" pitchFamily="18" charset="0"/>
            </a:endParaRPr>
          </a:p>
          <a:p>
            <a:pPr eaLnBrk="1" hangingPunct="1">
              <a:lnSpc>
                <a:spcPct val="140000"/>
              </a:lnSpc>
              <a:buFont typeface="Wingdings" panose="05000000000000000000" pitchFamily="2" charset="2"/>
              <a:buChar char="o"/>
            </a:pPr>
            <a:r>
              <a:rPr lang="en-US" altLang="zh-CN" b="1" dirty="0">
                <a:latin typeface="Times New Roman" panose="02020603050405020304" pitchFamily="18" charset="0"/>
              </a:rPr>
              <a:t>4.4  </a:t>
            </a:r>
            <a:r>
              <a:rPr lang="zh-CN" altLang="en-US" b="1" dirty="0">
                <a:latin typeface="Times New Roman" panose="02020603050405020304" pitchFamily="18" charset="0"/>
              </a:rPr>
              <a:t>模糊推理方法 </a:t>
            </a:r>
            <a:endParaRPr lang="zh-CN" altLang="en-US" b="1" dirty="0">
              <a:latin typeface="Times New Roman" panose="02020603050405020304" pitchFamily="18"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9218" name="Rectangle 2"/>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4.1 </a:t>
            </a:r>
            <a:r>
              <a:rPr lang="zh-CN" altLang="en-US" b="0" dirty="0">
                <a:latin typeface="Times New Roman" panose="02020603050405020304" pitchFamily="18" charset="0"/>
              </a:rPr>
              <a:t>不确定性推理中的基本问题</a:t>
            </a:r>
            <a:endParaRPr lang="zh-CN" altLang="en-US" b="0" dirty="0">
              <a:latin typeface="Times New Roman" panose="02020603050405020304" pitchFamily="18" charset="0"/>
            </a:endParaRPr>
          </a:p>
        </p:txBody>
      </p:sp>
      <p:sp>
        <p:nvSpPr>
          <p:cNvPr id="75779" name="Rectangle 3"/>
          <p:cNvSpPr>
            <a:spLocks noGrp="1"/>
          </p:cNvSpPr>
          <p:nvPr>
            <p:ph idx="1"/>
          </p:nvPr>
        </p:nvSpPr>
        <p:spPr>
          <a:xfrm>
            <a:off x="323850" y="1028700"/>
            <a:ext cx="8424863" cy="5568950"/>
          </a:xfrm>
        </p:spPr>
        <p:txBody>
          <a:bodyPr vert="horz" wrap="square" lIns="91440" tIns="45720" rIns="91440" bIns="45720" anchor="t" anchorCtr="0"/>
          <a:p>
            <a:pPr eaLnBrk="1" hangingPunct="1">
              <a:spcBef>
                <a:spcPct val="40000"/>
              </a:spcBef>
            </a:pPr>
            <a:r>
              <a:rPr lang="zh-CN" altLang="en-US" sz="2800" b="1" dirty="0">
                <a:latin typeface="Times New Roman" panose="02020603050405020304" pitchFamily="18" charset="0"/>
              </a:rPr>
              <a:t>推理：从</a:t>
            </a:r>
            <a:r>
              <a:rPr lang="zh-CN" altLang="en-US" sz="2800" b="1" dirty="0">
                <a:solidFill>
                  <a:srgbClr val="0000FF"/>
                </a:solidFill>
                <a:latin typeface="Times New Roman" panose="02020603050405020304" pitchFamily="18" charset="0"/>
              </a:rPr>
              <a:t>已知事实（证据）</a:t>
            </a:r>
            <a:r>
              <a:rPr lang="zh-CN" altLang="en-US" sz="2800" b="1" dirty="0">
                <a:latin typeface="Times New Roman" panose="02020603050405020304" pitchFamily="18" charset="0"/>
              </a:rPr>
              <a:t>出发，通过运用相关</a:t>
            </a:r>
            <a:r>
              <a:rPr lang="zh-CN" altLang="en-US" sz="2800" b="1" dirty="0">
                <a:solidFill>
                  <a:srgbClr val="0000FF"/>
                </a:solidFill>
                <a:latin typeface="Times New Roman" panose="02020603050405020304" pitchFamily="18" charset="0"/>
              </a:rPr>
              <a:t>知识</a:t>
            </a:r>
            <a:r>
              <a:rPr lang="zh-CN" altLang="en-US" sz="2800" b="1" dirty="0">
                <a:latin typeface="Times New Roman" panose="02020603050405020304" pitchFamily="18" charset="0"/>
              </a:rPr>
              <a:t>逐步推出结论或者证明某个假设成立或不成立的思维过程。</a:t>
            </a:r>
            <a:endParaRPr lang="zh-CN" altLang="en-US" sz="2800" b="1" dirty="0">
              <a:latin typeface="Times New Roman" panose="02020603050405020304" pitchFamily="18" charset="0"/>
            </a:endParaRPr>
          </a:p>
          <a:p>
            <a:pPr eaLnBrk="1" hangingPunct="1">
              <a:spcBef>
                <a:spcPct val="40000"/>
              </a:spcBef>
            </a:pPr>
            <a:r>
              <a:rPr lang="zh-CN" altLang="en-US" sz="2800" b="1" dirty="0">
                <a:solidFill>
                  <a:schemeClr val="accent2"/>
                </a:solidFill>
                <a:latin typeface="Times New Roman" panose="02020603050405020304" pitchFamily="18" charset="0"/>
              </a:rPr>
              <a:t>不确定性推理</a:t>
            </a:r>
            <a:r>
              <a:rPr lang="zh-CN" altLang="en-US" sz="2800" b="1" dirty="0">
                <a:latin typeface="Times New Roman" panose="02020603050405020304" pitchFamily="18" charset="0"/>
              </a:rPr>
              <a:t>：从</a:t>
            </a:r>
            <a:r>
              <a:rPr lang="zh-CN" altLang="en-US" sz="2800" b="1" dirty="0">
                <a:solidFill>
                  <a:srgbClr val="0000FF"/>
                </a:solidFill>
                <a:latin typeface="Times New Roman" panose="02020603050405020304" pitchFamily="18" charset="0"/>
              </a:rPr>
              <a:t>不确定性的初始证据</a:t>
            </a:r>
            <a:r>
              <a:rPr lang="zh-CN" altLang="en-US" sz="2800" b="1" dirty="0">
                <a:latin typeface="Times New Roman" panose="02020603050405020304" pitchFamily="18" charset="0"/>
              </a:rPr>
              <a:t>出发，通过运用</a:t>
            </a:r>
            <a:r>
              <a:rPr lang="zh-CN" altLang="en-US" sz="2800" b="1" dirty="0">
                <a:solidFill>
                  <a:srgbClr val="0000FF"/>
                </a:solidFill>
                <a:latin typeface="Times New Roman" panose="02020603050405020304" pitchFamily="18" charset="0"/>
              </a:rPr>
              <a:t>不确定性的知识</a:t>
            </a:r>
            <a:r>
              <a:rPr lang="zh-CN" altLang="en-US" sz="2800" b="1" dirty="0">
                <a:latin typeface="Times New Roman" panose="02020603050405020304" pitchFamily="18" charset="0"/>
              </a:rPr>
              <a:t>，最终推出具有一定程度的不确定性但却是合理或者近乎合理的结论的思维过程。</a:t>
            </a:r>
            <a:endParaRPr lang="zh-CN" altLang="en-US" sz="2800" b="1" dirty="0">
              <a:latin typeface="Times New Roman" panose="02020603050405020304" pitchFamily="18" charset="0"/>
            </a:endParaRPr>
          </a:p>
          <a:p>
            <a:pPr algn="dist" eaLnBrk="1" hangingPunct="1">
              <a:spcBef>
                <a:spcPct val="40000"/>
              </a:spcBef>
              <a:buNone/>
            </a:pPr>
            <a:endParaRPr lang="en-US" altLang="zh-CN" sz="2800"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5779">
                                            <p:txEl>
                                              <p:charRg st="0" end="50"/>
                                            </p:txEl>
                                          </p:spTgt>
                                        </p:tgtEl>
                                        <p:attrNameLst>
                                          <p:attrName>style.visibility</p:attrName>
                                        </p:attrNameLst>
                                      </p:cBhvr>
                                      <p:to>
                                        <p:strVal val="visible"/>
                                      </p:to>
                                    </p:set>
                                    <p:animEffect transition="in" filter="blinds(horizontal)">
                                      <p:cBhvr>
                                        <p:cTn id="7" dur="500"/>
                                        <p:tgtEl>
                                          <p:spTgt spid="75779">
                                            <p:txEl>
                                              <p:charRg st="0" end="5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5779">
                                            <p:txEl>
                                              <p:charRg st="50" end="118"/>
                                            </p:txEl>
                                          </p:spTgt>
                                        </p:tgtEl>
                                        <p:attrNameLst>
                                          <p:attrName>style.visibility</p:attrName>
                                        </p:attrNameLst>
                                      </p:cBhvr>
                                      <p:to>
                                        <p:strVal val="visible"/>
                                      </p:to>
                                    </p:set>
                                    <p:animEffect transition="in" filter="blinds(horizontal)">
                                      <p:cBhvr>
                                        <p:cTn id="12" dur="500"/>
                                        <p:tgtEl>
                                          <p:spTgt spid="75779">
                                            <p:txEl>
                                              <p:charRg st="50" end="1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0242" name="Rectangle 2"/>
          <p:cNvSpPr>
            <a:spLocks noGrp="1"/>
          </p:cNvSpPr>
          <p:nvPr>
            <p:ph type="title"/>
          </p:nvPr>
        </p:nvSpPr>
        <p:spPr/>
        <p:txBody>
          <a:bodyPr vert="horz" wrap="square" lIns="91440" tIns="45720" rIns="91440" bIns="45720" anchor="b" anchorCtr="0"/>
          <a:p>
            <a:pPr eaLnBrk="1" hangingPunct="1"/>
            <a:endParaRPr lang="zh-CN" altLang="zh-CN" dirty="0">
              <a:latin typeface="Times New Roman" panose="02020603050405020304" pitchFamily="18" charset="0"/>
            </a:endParaRPr>
          </a:p>
        </p:txBody>
      </p:sp>
      <p:sp>
        <p:nvSpPr>
          <p:cNvPr id="307203" name="Rectangle 3"/>
          <p:cNvSpPr>
            <a:spLocks noGrp="1"/>
          </p:cNvSpPr>
          <p:nvPr>
            <p:ph idx="1"/>
          </p:nvPr>
        </p:nvSpPr>
        <p:spPr>
          <a:xfrm>
            <a:off x="501650" y="1181100"/>
            <a:ext cx="8642350" cy="4343400"/>
          </a:xfrm>
        </p:spPr>
        <p:txBody>
          <a:bodyPr vert="horz" wrap="square" lIns="91440" tIns="45720" rIns="91440" bIns="45720" anchor="t" anchorCtr="0"/>
          <a:p>
            <a:pPr eaLnBrk="1" hangingPunct="1">
              <a:spcBef>
                <a:spcPct val="80000"/>
              </a:spcBef>
            </a:pPr>
            <a:r>
              <a:rPr lang="zh-CN" altLang="en-US" b="1" dirty="0">
                <a:latin typeface="Times New Roman" panose="02020603050405020304" pitchFamily="18" charset="0"/>
              </a:rPr>
              <a:t>不确定性的表示与量度</a:t>
            </a:r>
            <a:endParaRPr lang="zh-CN" altLang="en-US" b="1" dirty="0">
              <a:latin typeface="Times New Roman" panose="02020603050405020304" pitchFamily="18" charset="0"/>
            </a:endParaRPr>
          </a:p>
          <a:p>
            <a:pPr eaLnBrk="1" hangingPunct="1">
              <a:spcBef>
                <a:spcPct val="80000"/>
              </a:spcBef>
            </a:pPr>
            <a:r>
              <a:rPr lang="zh-CN" altLang="en-US" b="1" dirty="0">
                <a:latin typeface="Times New Roman" panose="02020603050405020304" pitchFamily="18" charset="0"/>
              </a:rPr>
              <a:t> 不确定性匹配算法及阈值的选择</a:t>
            </a:r>
            <a:endParaRPr lang="zh-CN" altLang="en-US" b="1" dirty="0">
              <a:latin typeface="Times New Roman" panose="02020603050405020304" pitchFamily="18" charset="0"/>
            </a:endParaRPr>
          </a:p>
          <a:p>
            <a:pPr eaLnBrk="1" hangingPunct="1">
              <a:spcBef>
                <a:spcPct val="80000"/>
              </a:spcBef>
            </a:pPr>
            <a:r>
              <a:rPr lang="zh-CN" altLang="en-US" b="1" dirty="0">
                <a:latin typeface="Times New Roman" panose="02020603050405020304" pitchFamily="18" charset="0"/>
              </a:rPr>
              <a:t> 组合证据不确定性的算法</a:t>
            </a:r>
            <a:r>
              <a:rPr lang="zh-CN" altLang="en-US" dirty="0">
                <a:latin typeface="Times New Roman" panose="02020603050405020304" pitchFamily="18" charset="0"/>
              </a:rPr>
              <a:t> </a:t>
            </a:r>
            <a:endParaRPr lang="zh-CN" altLang="en-US" dirty="0">
              <a:latin typeface="Times New Roman" panose="02020603050405020304" pitchFamily="18" charset="0"/>
            </a:endParaRPr>
          </a:p>
          <a:p>
            <a:pPr eaLnBrk="1" hangingPunct="1">
              <a:spcBef>
                <a:spcPct val="80000"/>
              </a:spcBef>
            </a:pPr>
            <a:r>
              <a:rPr lang="zh-CN" altLang="en-US" b="1" dirty="0">
                <a:latin typeface="Times New Roman" panose="02020603050405020304" pitchFamily="18" charset="0"/>
              </a:rPr>
              <a:t> 不确定性的传递算法</a:t>
            </a:r>
            <a:endParaRPr lang="zh-CN" altLang="en-US" b="1" dirty="0">
              <a:latin typeface="Times New Roman" panose="02020603050405020304" pitchFamily="18" charset="0"/>
            </a:endParaRPr>
          </a:p>
          <a:p>
            <a:pPr eaLnBrk="1" hangingPunct="1">
              <a:spcBef>
                <a:spcPct val="80000"/>
              </a:spcBef>
            </a:pPr>
            <a:r>
              <a:rPr lang="zh-CN" altLang="en-US" b="1" dirty="0">
                <a:latin typeface="Times New Roman" panose="02020603050405020304" pitchFamily="18" charset="0"/>
              </a:rPr>
              <a:t> 结论不确定性的合成</a:t>
            </a:r>
            <a:endParaRPr lang="zh-CN" altLang="en-US" b="1" dirty="0">
              <a:latin typeface="Times New Roman" panose="02020603050405020304" pitchFamily="18" charset="0"/>
            </a:endParaRPr>
          </a:p>
        </p:txBody>
      </p:sp>
      <p:sp>
        <p:nvSpPr>
          <p:cNvPr id="10244" name="Rectangle 4"/>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4.1  </a:t>
            </a:r>
            <a:r>
              <a:rPr lang="zh-CN" altLang="en-US" sz="3600" dirty="0">
                <a:solidFill>
                  <a:schemeClr val="bg1"/>
                </a:solidFill>
                <a:latin typeface="Times New Roman" panose="02020603050405020304" pitchFamily="18" charset="0"/>
                <a:ea typeface="黑体" panose="02010609060101010101" pitchFamily="2" charset="-122"/>
              </a:rPr>
              <a:t>不确定性推理中的基本问题</a:t>
            </a:r>
            <a:endParaRPr lang="zh-CN" altLang="en-US" sz="3600" dirty="0">
              <a:solidFill>
                <a:schemeClr val="bg1"/>
              </a:solidFill>
              <a:latin typeface="Times New Roman" panose="02020603050405020304" pitchFamily="18" charset="0"/>
              <a:ea typeface="黑体" panose="0201060906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7203">
                                            <p:txEl>
                                              <p:charRg st="0" end="11"/>
                                            </p:txEl>
                                          </p:spTgt>
                                        </p:tgtEl>
                                        <p:attrNameLst>
                                          <p:attrName>style.visibility</p:attrName>
                                        </p:attrNameLst>
                                      </p:cBhvr>
                                      <p:to>
                                        <p:strVal val="visible"/>
                                      </p:to>
                                    </p:set>
                                    <p:anim calcmode="lin" valueType="num">
                                      <p:cBhvr additive="base">
                                        <p:cTn id="7" dur="500" fill="hold"/>
                                        <p:tgtEl>
                                          <p:spTgt spid="307203">
                                            <p:txEl>
                                              <p:charRg st="0" end="1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7203">
                                            <p:txEl>
                                              <p:charRg st="0" end="1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7203">
                                            <p:txEl>
                                              <p:charRg st="11" end="27"/>
                                            </p:txEl>
                                          </p:spTgt>
                                        </p:tgtEl>
                                        <p:attrNameLst>
                                          <p:attrName>style.visibility</p:attrName>
                                        </p:attrNameLst>
                                      </p:cBhvr>
                                      <p:to>
                                        <p:strVal val="visible"/>
                                      </p:to>
                                    </p:set>
                                    <p:anim calcmode="lin" valueType="num">
                                      <p:cBhvr additive="base">
                                        <p:cTn id="13" dur="500" fill="hold"/>
                                        <p:tgtEl>
                                          <p:spTgt spid="307203">
                                            <p:txEl>
                                              <p:charRg st="11" end="27"/>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07203">
                                            <p:txEl>
                                              <p:charRg st="11" end="27"/>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07203">
                                            <p:txEl>
                                              <p:charRg st="27" end="41"/>
                                            </p:txEl>
                                          </p:spTgt>
                                        </p:tgtEl>
                                        <p:attrNameLst>
                                          <p:attrName>style.visibility</p:attrName>
                                        </p:attrNameLst>
                                      </p:cBhvr>
                                      <p:to>
                                        <p:strVal val="visible"/>
                                      </p:to>
                                    </p:set>
                                    <p:anim calcmode="lin" valueType="num">
                                      <p:cBhvr additive="base">
                                        <p:cTn id="19" dur="500" fill="hold"/>
                                        <p:tgtEl>
                                          <p:spTgt spid="307203">
                                            <p:txEl>
                                              <p:charRg st="27" end="4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07203">
                                            <p:txEl>
                                              <p:charRg st="27" end="4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07203">
                                            <p:txEl>
                                              <p:charRg st="41" end="52"/>
                                            </p:txEl>
                                          </p:spTgt>
                                        </p:tgtEl>
                                        <p:attrNameLst>
                                          <p:attrName>style.visibility</p:attrName>
                                        </p:attrNameLst>
                                      </p:cBhvr>
                                      <p:to>
                                        <p:strVal val="visible"/>
                                      </p:to>
                                    </p:set>
                                    <p:anim calcmode="lin" valueType="num">
                                      <p:cBhvr additive="base">
                                        <p:cTn id="25" dur="500" fill="hold"/>
                                        <p:tgtEl>
                                          <p:spTgt spid="307203">
                                            <p:txEl>
                                              <p:charRg st="41" end="5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07203">
                                            <p:txEl>
                                              <p:charRg st="41" end="52"/>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07203">
                                            <p:txEl>
                                              <p:charRg st="52" end="63"/>
                                            </p:txEl>
                                          </p:spTgt>
                                        </p:tgtEl>
                                        <p:attrNameLst>
                                          <p:attrName>style.visibility</p:attrName>
                                        </p:attrNameLst>
                                      </p:cBhvr>
                                      <p:to>
                                        <p:strVal val="visible"/>
                                      </p:to>
                                    </p:set>
                                    <p:anim calcmode="lin" valueType="num">
                                      <p:cBhvr additive="base">
                                        <p:cTn id="31" dur="500" fill="hold"/>
                                        <p:tgtEl>
                                          <p:spTgt spid="307203">
                                            <p:txEl>
                                              <p:charRg st="52" end="6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07203">
                                            <p:txEl>
                                              <p:charRg st="52" end="6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0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1266" name="Rectangle 2"/>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4.1  </a:t>
            </a:r>
            <a:r>
              <a:rPr lang="zh-CN" altLang="en-US" b="0" dirty="0">
                <a:latin typeface="Times New Roman" panose="02020603050405020304" pitchFamily="18" charset="0"/>
              </a:rPr>
              <a:t>不确定性推理中的基本问题</a:t>
            </a:r>
            <a:endParaRPr lang="zh-CN" altLang="en-US" b="0" dirty="0">
              <a:latin typeface="Times New Roman" panose="02020603050405020304" pitchFamily="18" charset="0"/>
            </a:endParaRPr>
          </a:p>
        </p:txBody>
      </p:sp>
      <p:sp>
        <p:nvSpPr>
          <p:cNvPr id="11267" name="Rectangle 3"/>
          <p:cNvSpPr>
            <a:spLocks noGrp="1"/>
          </p:cNvSpPr>
          <p:nvPr>
            <p:ph idx="1"/>
          </p:nvPr>
        </p:nvSpPr>
        <p:spPr>
          <a:xfrm>
            <a:off x="239713" y="990600"/>
            <a:ext cx="8218487" cy="3200400"/>
          </a:xfrm>
        </p:spPr>
        <p:txBody>
          <a:bodyPr vert="horz" wrap="square" lIns="91440" tIns="45720" rIns="91440" bIns="45720" anchor="t" anchorCtr="0"/>
          <a:p>
            <a:pPr eaLnBrk="1" hangingPunct="1">
              <a:lnSpc>
                <a:spcPct val="110000"/>
              </a:lnSpc>
              <a:buNone/>
            </a:pPr>
            <a:r>
              <a:rPr lang="en-US" altLang="zh-CN" sz="2800" b="1" dirty="0">
                <a:latin typeface="Times New Roman" panose="02020603050405020304" pitchFamily="18" charset="0"/>
              </a:rPr>
              <a:t>  1. </a:t>
            </a:r>
            <a:r>
              <a:rPr lang="zh-CN" altLang="en-US" sz="2800" b="1" dirty="0">
                <a:solidFill>
                  <a:schemeClr val="accent2"/>
                </a:solidFill>
                <a:latin typeface="Times New Roman" panose="02020603050405020304" pitchFamily="18" charset="0"/>
              </a:rPr>
              <a:t>不确定性</a:t>
            </a:r>
            <a:r>
              <a:rPr lang="zh-CN" altLang="en-US" sz="2800" b="1" dirty="0">
                <a:latin typeface="Times New Roman" panose="02020603050405020304" pitchFamily="18" charset="0"/>
              </a:rPr>
              <a:t>的表示与量度</a:t>
            </a:r>
            <a:endParaRPr lang="zh-CN" altLang="en-US" sz="2800" b="1" dirty="0">
              <a:latin typeface="Times New Roman" panose="02020603050405020304" pitchFamily="18" charset="0"/>
            </a:endParaRPr>
          </a:p>
          <a:p>
            <a:pPr eaLnBrk="1" hangingPunct="1">
              <a:lnSpc>
                <a:spcPct val="110000"/>
              </a:lnSpc>
              <a:spcBef>
                <a:spcPct val="50000"/>
              </a:spcBef>
              <a:buNone/>
            </a:pPr>
            <a:r>
              <a:rPr lang="zh-CN" altLang="en-US" sz="2600" b="1" dirty="0">
                <a:latin typeface="Times New Roman" panose="02020603050405020304" pitchFamily="18" charset="0"/>
              </a:rPr>
              <a:t>（</a:t>
            </a:r>
            <a:r>
              <a:rPr lang="en-US" altLang="zh-CN" sz="2600" b="1" dirty="0">
                <a:latin typeface="Times New Roman" panose="02020603050405020304" pitchFamily="18" charset="0"/>
              </a:rPr>
              <a:t>1</a:t>
            </a:r>
            <a:r>
              <a:rPr lang="zh-CN" altLang="en-US" sz="2600" b="1" dirty="0">
                <a:latin typeface="Times New Roman" panose="02020603050405020304" pitchFamily="18" charset="0"/>
              </a:rPr>
              <a:t>）</a:t>
            </a:r>
            <a:r>
              <a:rPr lang="zh-CN" altLang="en-US" sz="2600" b="1" dirty="0">
                <a:solidFill>
                  <a:schemeClr val="accent2"/>
                </a:solidFill>
                <a:latin typeface="Times New Roman" panose="02020603050405020304" pitchFamily="18" charset="0"/>
              </a:rPr>
              <a:t>知识不确定性</a:t>
            </a:r>
            <a:r>
              <a:rPr lang="zh-CN" altLang="en-US" sz="2600" b="1" dirty="0">
                <a:latin typeface="Times New Roman" panose="02020603050405020304" pitchFamily="18" charset="0"/>
              </a:rPr>
              <a:t>的表示</a:t>
            </a:r>
            <a:endParaRPr lang="zh-CN" altLang="en-US" sz="2600" b="1" dirty="0">
              <a:latin typeface="Times New Roman" panose="02020603050405020304" pitchFamily="18" charset="0"/>
            </a:endParaRPr>
          </a:p>
          <a:p>
            <a:pPr eaLnBrk="1" hangingPunct="1">
              <a:lnSpc>
                <a:spcPct val="110000"/>
              </a:lnSpc>
              <a:buNone/>
            </a:pPr>
            <a:r>
              <a:rPr lang="zh-CN" altLang="en-US" sz="2600" b="1" dirty="0">
                <a:latin typeface="Times New Roman" panose="02020603050405020304" pitchFamily="18" charset="0"/>
              </a:rPr>
              <a:t>（</a:t>
            </a:r>
            <a:r>
              <a:rPr lang="en-US" altLang="zh-CN" sz="2600" b="1" dirty="0">
                <a:latin typeface="Times New Roman" panose="02020603050405020304" pitchFamily="18" charset="0"/>
              </a:rPr>
              <a:t>2</a:t>
            </a:r>
            <a:r>
              <a:rPr lang="zh-CN" altLang="en-US" sz="2600" b="1" dirty="0">
                <a:latin typeface="Times New Roman" panose="02020603050405020304" pitchFamily="18" charset="0"/>
              </a:rPr>
              <a:t>）</a:t>
            </a:r>
            <a:r>
              <a:rPr lang="zh-CN" altLang="en-US" sz="2600" b="1" dirty="0">
                <a:solidFill>
                  <a:schemeClr val="accent2"/>
                </a:solidFill>
                <a:latin typeface="Times New Roman" panose="02020603050405020304" pitchFamily="18" charset="0"/>
              </a:rPr>
              <a:t>证据不确定性</a:t>
            </a:r>
            <a:r>
              <a:rPr lang="zh-CN" altLang="en-US" sz="2600" b="1" dirty="0">
                <a:latin typeface="Times New Roman" panose="02020603050405020304" pitchFamily="18" charset="0"/>
              </a:rPr>
              <a:t>的表示</a:t>
            </a:r>
            <a:r>
              <a:rPr lang="en-US" altLang="zh-CN" sz="2600" b="1" dirty="0">
                <a:latin typeface="Times New Roman" panose="02020603050405020304" pitchFamily="18" charset="0"/>
              </a:rPr>
              <a:t>——</a:t>
            </a:r>
            <a:r>
              <a:rPr lang="zh-CN" altLang="en-US" sz="2600" b="1" dirty="0">
                <a:latin typeface="Times New Roman" panose="02020603050405020304" pitchFamily="18" charset="0"/>
              </a:rPr>
              <a:t>证据的动态强度</a:t>
            </a:r>
            <a:endParaRPr lang="zh-CN" altLang="en-US" sz="2600" b="1" dirty="0">
              <a:latin typeface="Times New Roman" panose="02020603050405020304" pitchFamily="18" charset="0"/>
            </a:endParaRPr>
          </a:p>
          <a:p>
            <a:pPr eaLnBrk="1" hangingPunct="1">
              <a:lnSpc>
                <a:spcPct val="110000"/>
              </a:lnSpc>
              <a:buNone/>
            </a:pPr>
            <a:r>
              <a:rPr lang="zh-CN" altLang="en-US" sz="2600" b="1" dirty="0">
                <a:latin typeface="Times New Roman" panose="02020603050405020304" pitchFamily="18" charset="0"/>
              </a:rPr>
              <a:t>（</a:t>
            </a:r>
            <a:r>
              <a:rPr lang="en-US" altLang="zh-CN" sz="2600" b="1" dirty="0">
                <a:latin typeface="Times New Roman" panose="02020603050405020304" pitchFamily="18" charset="0"/>
              </a:rPr>
              <a:t>3</a:t>
            </a:r>
            <a:r>
              <a:rPr lang="zh-CN" altLang="en-US" sz="2600" b="1" dirty="0">
                <a:latin typeface="Times New Roman" panose="02020603050405020304" pitchFamily="18" charset="0"/>
              </a:rPr>
              <a:t>）不确定性的量度</a:t>
            </a:r>
            <a:r>
              <a:rPr lang="zh-CN" altLang="en-US" sz="2400" dirty="0">
                <a:latin typeface="Times New Roman" panose="02020603050405020304" pitchFamily="18" charset="0"/>
              </a:rPr>
              <a:t>   </a:t>
            </a:r>
            <a:endParaRPr lang="zh-CN" altLang="en-US" sz="2400" dirty="0">
              <a:latin typeface="Times New Roman" panose="02020603050405020304" pitchFamily="18" charset="0"/>
            </a:endParaRPr>
          </a:p>
        </p:txBody>
      </p:sp>
      <p:sp>
        <p:nvSpPr>
          <p:cNvPr id="300036" name="AutoShape 4"/>
          <p:cNvSpPr/>
          <p:nvPr/>
        </p:nvSpPr>
        <p:spPr>
          <a:xfrm>
            <a:off x="3886200" y="2133600"/>
            <a:ext cx="4833938" cy="1204913"/>
          </a:xfrm>
          <a:prstGeom prst="accentCallout2">
            <a:avLst>
              <a:gd name="adj1" fmla="val 9486"/>
              <a:gd name="adj2" fmla="val -1574"/>
              <a:gd name="adj3" fmla="val 9486"/>
              <a:gd name="adj4" fmla="val -18259"/>
              <a:gd name="adj5" fmla="val -7245"/>
              <a:gd name="adj6" fmla="val -35667"/>
            </a:avLst>
          </a:prstGeom>
          <a:gradFill rotWithShape="0">
            <a:gsLst>
              <a:gs pos="0">
                <a:srgbClr val="FFFF99"/>
              </a:gs>
              <a:gs pos="50000">
                <a:srgbClr val="FFFFFF"/>
              </a:gs>
              <a:gs pos="100000">
                <a:srgbClr val="FFFF99"/>
              </a:gs>
            </a:gsLst>
            <a:lin ang="18900000" scaled="1"/>
            <a:tileRect/>
          </a:gradFill>
          <a:ln w="9525" cap="flat" cmpd="sng">
            <a:solidFill>
              <a:schemeClr val="tx1"/>
            </a:solidFill>
            <a:prstDash val="solid"/>
            <a:miter/>
            <a:headEnd type="none" w="med" len="med"/>
            <a:tailEnd type="none" w="med" len="med"/>
          </a:ln>
        </p:spPr>
        <p:txBody>
          <a:bodyPr anchor="t" anchorCtr="0"/>
          <a:p>
            <a:pPr algn="just">
              <a:buClrTx/>
              <a:buFontTx/>
            </a:pPr>
            <a:r>
              <a:rPr lang="zh-CN" altLang="en-US" sz="2400" b="1" dirty="0">
                <a:latin typeface="宋体" panose="02010600030101010101" pitchFamily="2" charset="-122"/>
                <a:ea typeface="宋体" panose="02010600030101010101" pitchFamily="2" charset="-122"/>
              </a:rPr>
              <a:t>在专家系统中知识的不确定性一般是由领域专家给出的，通常是一个数值</a:t>
            </a:r>
            <a:r>
              <a:rPr lang="en-US" altLang="zh-CN" sz="2400" b="1" dirty="0">
                <a:latin typeface="Times New Roman" panose="02020603050405020304" pitchFamily="18" charset="0"/>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知识的静态强度</a:t>
            </a:r>
            <a:endParaRPr lang="zh-CN" altLang="en-US" sz="2400" b="1" dirty="0">
              <a:latin typeface="宋体" panose="02010600030101010101" pitchFamily="2" charset="-122"/>
              <a:ea typeface="宋体" panose="02010600030101010101" pitchFamily="2" charset="-122"/>
            </a:endParaRPr>
          </a:p>
        </p:txBody>
      </p:sp>
      <p:sp>
        <p:nvSpPr>
          <p:cNvPr id="300037" name="AutoShape 5"/>
          <p:cNvSpPr/>
          <p:nvPr/>
        </p:nvSpPr>
        <p:spPr>
          <a:xfrm>
            <a:off x="3810000" y="2743200"/>
            <a:ext cx="4833938" cy="1600200"/>
          </a:xfrm>
          <a:prstGeom prst="accentCallout2">
            <a:avLst>
              <a:gd name="adj1" fmla="val 7144"/>
              <a:gd name="adj2" fmla="val -1574"/>
              <a:gd name="adj3" fmla="val 7144"/>
              <a:gd name="adj4" fmla="val -15009"/>
              <a:gd name="adj5" fmla="val -6250"/>
              <a:gd name="adj6" fmla="val -29000"/>
            </a:avLst>
          </a:prstGeom>
          <a:gradFill rotWithShape="0">
            <a:gsLst>
              <a:gs pos="0">
                <a:srgbClr val="FFFFFF"/>
              </a:gs>
              <a:gs pos="50000">
                <a:srgbClr val="CCFFFF"/>
              </a:gs>
              <a:gs pos="100000">
                <a:srgbClr val="FFFFFF"/>
              </a:gs>
            </a:gsLst>
            <a:lin ang="18900000" scaled="1"/>
            <a:tileRect/>
          </a:gradFill>
          <a:ln w="9525" cap="flat" cmpd="sng">
            <a:solidFill>
              <a:schemeClr val="tx1"/>
            </a:solidFill>
            <a:prstDash val="solid"/>
            <a:miter/>
            <a:headEnd type="none" w="med" len="med"/>
            <a:tailEnd type="none" w="med" len="med"/>
          </a:ln>
        </p:spPr>
        <p:txBody>
          <a:bodyPr anchor="t" anchorCtr="0"/>
          <a:p>
            <a:pPr algn="just">
              <a:buClrTx/>
              <a:buFont typeface="Wingdings" panose="05000000000000000000" pitchFamily="2" charset="2"/>
              <a:buChar char="§"/>
            </a:pPr>
            <a:r>
              <a:rPr lang="en-US" altLang="zh-CN" sz="2400"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用户在求解问题时提供的初始证据。</a:t>
            </a:r>
            <a:endParaRPr lang="zh-CN" altLang="en-US" sz="2400" b="1" dirty="0">
              <a:latin typeface="宋体" panose="02010600030101010101" pitchFamily="2" charset="-122"/>
              <a:ea typeface="宋体" panose="02010600030101010101" pitchFamily="2" charset="-122"/>
            </a:endParaRPr>
          </a:p>
          <a:p>
            <a:pPr algn="just">
              <a:buClrTx/>
              <a:buFont typeface="Wingdings" panose="05000000000000000000" pitchFamily="2" charset="2"/>
              <a:buChar char="§"/>
            </a:pPr>
            <a:r>
              <a:rPr lang="zh-CN" altLang="en-US" sz="2400" b="1" dirty="0">
                <a:latin typeface="宋体" panose="02010600030101010101" pitchFamily="2" charset="-122"/>
                <a:ea typeface="宋体" panose="02010600030101010101" pitchFamily="2" charset="-122"/>
              </a:rPr>
              <a:t>  在推理中用前面推出的结论作为当前推理的证据。 </a:t>
            </a:r>
            <a:endParaRPr lang="zh-CN" altLang="en-US" sz="2400" b="1" dirty="0">
              <a:latin typeface="宋体" panose="02010600030101010101" pitchFamily="2" charset="-122"/>
              <a:ea typeface="宋体" panose="02010600030101010101" pitchFamily="2" charset="-122"/>
            </a:endParaRPr>
          </a:p>
        </p:txBody>
      </p:sp>
      <p:sp>
        <p:nvSpPr>
          <p:cNvPr id="300039" name="Text Box 7"/>
          <p:cNvSpPr txBox="1"/>
          <p:nvPr/>
        </p:nvSpPr>
        <p:spPr>
          <a:xfrm>
            <a:off x="468313" y="3644900"/>
            <a:ext cx="8351837" cy="2438400"/>
          </a:xfrm>
          <a:prstGeom prst="rect">
            <a:avLst/>
          </a:prstGeom>
          <a:gradFill rotWithShape="0">
            <a:gsLst>
              <a:gs pos="0">
                <a:srgbClr val="CCFFCC"/>
              </a:gs>
              <a:gs pos="100000">
                <a:schemeClr val="bg1"/>
              </a:gs>
            </a:gsLst>
            <a:path path="rect">
              <a:fillToRect l="100000" t="100000"/>
            </a:path>
            <a:tileRect/>
          </a:gradFill>
          <a:ln w="9525" cap="flat" cmpd="sng">
            <a:solidFill>
              <a:srgbClr val="808080"/>
            </a:solidFill>
            <a:prstDash val="solid"/>
            <a:miter/>
            <a:headEnd type="none" w="med" len="med"/>
            <a:tailEnd type="none" w="med" len="med"/>
          </a:ln>
        </p:spPr>
        <p:txBody>
          <a:bodyPr anchor="t" anchorCtr="0">
            <a:spAutoFit/>
          </a:bodyPr>
          <a:p>
            <a:pPr algn="just">
              <a:lnSpc>
                <a:spcPct val="110000"/>
              </a:lnSpc>
              <a:spcBef>
                <a:spcPct val="30000"/>
              </a:spcBef>
              <a:buClr>
                <a:schemeClr val="accent2"/>
              </a:buClr>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①</a:t>
            </a:r>
            <a:r>
              <a:rPr lang="en-US" altLang="zh-CN" sz="2400" b="1" dirty="0">
                <a:latin typeface="宋体" panose="02010600030101010101" pitchFamily="2" charset="-122"/>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能充分表达相应知识及证据不确定性的程度。</a:t>
            </a:r>
            <a:endParaRPr lang="zh-CN" altLang="en-US" sz="2400" b="1" dirty="0">
              <a:latin typeface="宋体" panose="02010600030101010101" pitchFamily="2" charset="-122"/>
              <a:ea typeface="宋体" panose="02010600030101010101" pitchFamily="2" charset="-122"/>
            </a:endParaRPr>
          </a:p>
          <a:p>
            <a:pPr algn="just">
              <a:lnSpc>
                <a:spcPct val="110000"/>
              </a:lnSpc>
              <a:spcBef>
                <a:spcPct val="30000"/>
              </a:spcBef>
              <a:buClr>
                <a:schemeClr val="accent2"/>
              </a:buClr>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② 度量范围的指定便于领域专家及用户对不确定性的估计。</a:t>
            </a:r>
            <a:endParaRPr lang="zh-CN" altLang="en-US" sz="2400" b="1" dirty="0">
              <a:latin typeface="宋体" panose="02010600030101010101" pitchFamily="2" charset="-122"/>
              <a:ea typeface="宋体" panose="02010600030101010101" pitchFamily="2" charset="-122"/>
            </a:endParaRPr>
          </a:p>
          <a:p>
            <a:pPr algn="just">
              <a:lnSpc>
                <a:spcPct val="110000"/>
              </a:lnSpc>
              <a:spcBef>
                <a:spcPct val="30000"/>
              </a:spcBef>
              <a:buClr>
                <a:schemeClr val="accent2"/>
              </a:buClr>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③</a:t>
            </a:r>
            <a:r>
              <a:rPr lang="zh-CN" altLang="en-US" sz="2400" b="1" dirty="0">
                <a:latin typeface="宋体" panose="02010600030101010101" pitchFamily="2" charset="-122"/>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便于对不确定性的传递进行计算，而且对结论算出的不确定性量度不能超出量度规定的范围。</a:t>
            </a:r>
            <a:endParaRPr lang="zh-CN" altLang="en-US" sz="2400" b="1" dirty="0">
              <a:latin typeface="宋体" panose="02010600030101010101" pitchFamily="2" charset="-122"/>
              <a:ea typeface="宋体" panose="02010600030101010101" pitchFamily="2" charset="-122"/>
            </a:endParaRPr>
          </a:p>
          <a:p>
            <a:pPr algn="just">
              <a:lnSpc>
                <a:spcPct val="110000"/>
              </a:lnSpc>
              <a:spcBef>
                <a:spcPct val="30000"/>
              </a:spcBef>
              <a:buClr>
                <a:schemeClr val="accent2"/>
              </a:buClr>
              <a:buFont typeface="Wingdings" panose="05000000000000000000" pitchFamily="2" charset="2"/>
            </a:pPr>
            <a:r>
              <a:rPr lang="zh-CN" altLang="en-US" sz="2400" b="1" dirty="0">
                <a:latin typeface="宋体" panose="02010600030101010101" pitchFamily="2" charset="-122"/>
                <a:ea typeface="宋体" panose="02010600030101010101" pitchFamily="2" charset="-122"/>
              </a:rPr>
              <a:t>④ </a:t>
            </a:r>
            <a:r>
              <a:rPr lang="zh-CN" altLang="en-US" sz="2400" b="1" dirty="0">
                <a:latin typeface="Times New Roman" panose="02020603050405020304" pitchFamily="18" charset="0"/>
                <a:ea typeface="宋体" panose="02010600030101010101" pitchFamily="2" charset="-122"/>
              </a:rPr>
              <a:t>度量的</a:t>
            </a:r>
            <a:r>
              <a:rPr lang="zh-CN" altLang="en-US" sz="2400" b="1" dirty="0">
                <a:latin typeface="宋体" panose="02010600030101010101" pitchFamily="2" charset="-122"/>
                <a:ea typeface="宋体" panose="02010600030101010101" pitchFamily="2" charset="-122"/>
              </a:rPr>
              <a:t>确定应当是直观的，同时应有相应的理论依据。</a:t>
            </a:r>
            <a:r>
              <a:rPr lang="zh-CN" altLang="en-US" sz="2200" dirty="0">
                <a:latin typeface="宋体" panose="02010600030101010101" pitchFamily="2" charset="-122"/>
                <a:ea typeface="宋体" panose="02010600030101010101" pitchFamily="2" charset="-122"/>
              </a:rPr>
              <a:t> </a:t>
            </a:r>
            <a:endParaRPr lang="zh-CN" altLang="en-US" sz="2200" dirty="0">
              <a:latin typeface="宋体" panose="02010600030101010101" pitchFamily="2" charset="-122"/>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0036"/>
                                        </p:tgtEl>
                                        <p:attrNameLst>
                                          <p:attrName>style.visibility</p:attrName>
                                        </p:attrNameLst>
                                      </p:cBhvr>
                                      <p:to>
                                        <p:strVal val="visible"/>
                                      </p:to>
                                    </p:set>
                                  </p:childTnLst>
                                  <p:subTnLst>
                                    <p:set>
                                      <p:cBhvr override="childStyle">
                                        <p:cTn dur="1" fill="hold" display="0" masterRel="nextClick" afterEffect="1"/>
                                        <p:tgtEl>
                                          <p:spTgt spid="300036"/>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00037"/>
                                        </p:tgtEl>
                                        <p:attrNameLst>
                                          <p:attrName>style.visibility</p:attrName>
                                        </p:attrNameLst>
                                      </p:cBhvr>
                                      <p:to>
                                        <p:strVal val="visible"/>
                                      </p:to>
                                    </p:set>
                                  </p:childTnLst>
                                  <p:subTnLst>
                                    <p:set>
                                      <p:cBhvr override="childStyle">
                                        <p:cTn dur="1" fill="hold" display="0" masterRel="nextClick" afterEffect="1"/>
                                        <p:tgtEl>
                                          <p:spTgt spid="300037"/>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7" presetClass="entr" presetSubtype="1" fill="hold" grpId="0" nodeType="clickEffect">
                                  <p:stCondLst>
                                    <p:cond delay="0"/>
                                  </p:stCondLst>
                                  <p:childTnLst>
                                    <p:set>
                                      <p:cBhvr>
                                        <p:cTn id="14" dur="1" fill="hold">
                                          <p:stCondLst>
                                            <p:cond delay="0"/>
                                          </p:stCondLst>
                                        </p:cTn>
                                        <p:tgtEl>
                                          <p:spTgt spid="300039"/>
                                        </p:tgtEl>
                                        <p:attrNameLst>
                                          <p:attrName>style.visibility</p:attrName>
                                        </p:attrNameLst>
                                      </p:cBhvr>
                                      <p:to>
                                        <p:strVal val="visible"/>
                                      </p:to>
                                    </p:set>
                                    <p:anim calcmode="lin" valueType="num">
                                      <p:cBhvr>
                                        <p:cTn id="15" dur="500" fill="hold"/>
                                        <p:tgtEl>
                                          <p:spTgt spid="300039"/>
                                        </p:tgtEl>
                                        <p:attrNameLst>
                                          <p:attrName>ppt_x</p:attrName>
                                        </p:attrNameLst>
                                      </p:cBhvr>
                                      <p:tavLst>
                                        <p:tav tm="0">
                                          <p:val>
                                            <p:strVal val="#ppt_x"/>
                                          </p:val>
                                        </p:tav>
                                        <p:tav tm="100000">
                                          <p:val>
                                            <p:strVal val="#ppt_x"/>
                                          </p:val>
                                        </p:tav>
                                      </p:tavLst>
                                    </p:anim>
                                    <p:anim calcmode="lin" valueType="num">
                                      <p:cBhvr>
                                        <p:cTn id="16" dur="500" fill="hold"/>
                                        <p:tgtEl>
                                          <p:spTgt spid="300039"/>
                                        </p:tgtEl>
                                        <p:attrNameLst>
                                          <p:attrName>ppt_y</p:attrName>
                                        </p:attrNameLst>
                                      </p:cBhvr>
                                      <p:tavLst>
                                        <p:tav tm="0">
                                          <p:val>
                                            <p:strVal val="#ppt_y-#ppt_h/2"/>
                                          </p:val>
                                        </p:tav>
                                        <p:tav tm="100000">
                                          <p:val>
                                            <p:strVal val="#ppt_y"/>
                                          </p:val>
                                        </p:tav>
                                      </p:tavLst>
                                    </p:anim>
                                    <p:anim calcmode="lin" valueType="num">
                                      <p:cBhvr>
                                        <p:cTn id="17" dur="500" fill="hold"/>
                                        <p:tgtEl>
                                          <p:spTgt spid="300039"/>
                                        </p:tgtEl>
                                        <p:attrNameLst>
                                          <p:attrName>ppt_w</p:attrName>
                                        </p:attrNameLst>
                                      </p:cBhvr>
                                      <p:tavLst>
                                        <p:tav tm="0">
                                          <p:val>
                                            <p:strVal val="#ppt_w"/>
                                          </p:val>
                                        </p:tav>
                                        <p:tav tm="100000">
                                          <p:val>
                                            <p:strVal val="#ppt_w"/>
                                          </p:val>
                                        </p:tav>
                                      </p:tavLst>
                                    </p:anim>
                                    <p:anim calcmode="lin" valueType="num">
                                      <p:cBhvr>
                                        <p:cTn id="18" dur="500" fill="hold"/>
                                        <p:tgtEl>
                                          <p:spTgt spid="300039"/>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6" grpId="0" animBg="1"/>
      <p:bldP spid="300037" grpId="0" animBg="1"/>
      <p:bldP spid="30003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2290" name="Rectangle 2"/>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4.1  </a:t>
            </a:r>
            <a:r>
              <a:rPr lang="zh-CN" altLang="en-US" b="0" dirty="0">
                <a:latin typeface="Times New Roman" panose="02020603050405020304" pitchFamily="18" charset="0"/>
              </a:rPr>
              <a:t>不确定性推理中的基本问题</a:t>
            </a:r>
            <a:endParaRPr lang="zh-CN" altLang="en-US" b="0" dirty="0">
              <a:latin typeface="Times New Roman" panose="02020603050405020304" pitchFamily="18" charset="0"/>
            </a:endParaRPr>
          </a:p>
        </p:txBody>
      </p:sp>
      <p:sp>
        <p:nvSpPr>
          <p:cNvPr id="76803" name="Rectangle 3"/>
          <p:cNvSpPr>
            <a:spLocks noGrp="1"/>
          </p:cNvSpPr>
          <p:nvPr>
            <p:ph idx="1"/>
          </p:nvPr>
        </p:nvSpPr>
        <p:spPr>
          <a:xfrm>
            <a:off x="444500" y="1125538"/>
            <a:ext cx="8375650" cy="5146675"/>
          </a:xfrm>
        </p:spPr>
        <p:txBody>
          <a:bodyPr vert="horz" wrap="square" lIns="91440" tIns="45720" rIns="91440" bIns="45720" anchor="t" anchorCtr="0"/>
          <a:p>
            <a:pPr eaLnBrk="1" hangingPunct="1">
              <a:buNone/>
            </a:pPr>
            <a:r>
              <a:rPr lang="en-US" altLang="zh-CN" sz="2800" b="1" dirty="0">
                <a:latin typeface="Times New Roman" panose="02020603050405020304" pitchFamily="18" charset="0"/>
              </a:rPr>
              <a:t>2. </a:t>
            </a:r>
            <a:r>
              <a:rPr lang="zh-CN" altLang="en-US" sz="2800" b="1" dirty="0">
                <a:latin typeface="Times New Roman" panose="02020603050405020304" pitchFamily="18" charset="0"/>
              </a:rPr>
              <a:t>不确定性匹配算法及阈值的选择</a:t>
            </a:r>
            <a:endParaRPr lang="zh-CN" altLang="en-US" sz="2800" b="1" dirty="0">
              <a:latin typeface="Times New Roman" panose="02020603050405020304" pitchFamily="18" charset="0"/>
            </a:endParaRPr>
          </a:p>
          <a:p>
            <a:pPr eaLnBrk="1" hangingPunct="1">
              <a:buFont typeface="Wingdings" panose="05000000000000000000" pitchFamily="2" charset="2"/>
              <a:buChar char="§"/>
            </a:pPr>
            <a:r>
              <a:rPr lang="zh-CN" altLang="en-US" sz="2600" b="1" dirty="0">
                <a:solidFill>
                  <a:schemeClr val="accent2"/>
                </a:solidFill>
                <a:latin typeface="Times New Roman" panose="02020603050405020304" pitchFamily="18" charset="0"/>
              </a:rPr>
              <a:t>不确定性匹配算法</a:t>
            </a:r>
            <a:r>
              <a:rPr lang="zh-CN" altLang="en-US" sz="2600" b="1" dirty="0">
                <a:latin typeface="Times New Roman" panose="02020603050405020304" pitchFamily="18" charset="0"/>
              </a:rPr>
              <a:t>：用来计算匹配双方相似程度的算法。</a:t>
            </a:r>
            <a:endParaRPr lang="zh-CN" altLang="en-US" sz="2600" b="1" dirty="0">
              <a:latin typeface="Times New Roman" panose="02020603050405020304" pitchFamily="18" charset="0"/>
            </a:endParaRPr>
          </a:p>
          <a:p>
            <a:pPr eaLnBrk="1" hangingPunct="1">
              <a:buFont typeface="Wingdings" panose="05000000000000000000" pitchFamily="2" charset="2"/>
              <a:buChar char="§"/>
            </a:pPr>
            <a:r>
              <a:rPr lang="zh-CN" altLang="en-US" sz="2600" b="1" dirty="0">
                <a:solidFill>
                  <a:schemeClr val="accent2"/>
                </a:solidFill>
                <a:latin typeface="Times New Roman" panose="02020603050405020304" pitchFamily="18" charset="0"/>
              </a:rPr>
              <a:t>阈值</a:t>
            </a:r>
            <a:r>
              <a:rPr lang="zh-CN" altLang="en-US" sz="2600" b="1" dirty="0">
                <a:latin typeface="Times New Roman" panose="02020603050405020304" pitchFamily="18" charset="0"/>
              </a:rPr>
              <a:t>：用来指出相似的“限度”。</a:t>
            </a:r>
            <a:endParaRPr lang="zh-CN" altLang="en-US" sz="2600" b="1" dirty="0">
              <a:latin typeface="Times New Roman" panose="02020603050405020304" pitchFamily="18" charset="0"/>
            </a:endParaRPr>
          </a:p>
          <a:p>
            <a:pPr eaLnBrk="1" hangingPunct="1">
              <a:spcBef>
                <a:spcPct val="80000"/>
              </a:spcBef>
              <a:buNone/>
            </a:pPr>
            <a:r>
              <a:rPr lang="en-US" altLang="zh-CN" sz="2800" b="1" dirty="0">
                <a:latin typeface="Times New Roman" panose="02020603050405020304" pitchFamily="18" charset="0"/>
              </a:rPr>
              <a:t>3. </a:t>
            </a:r>
            <a:r>
              <a:rPr lang="zh-CN" altLang="en-US" sz="2800" b="1" dirty="0">
                <a:latin typeface="Times New Roman" panose="02020603050405020304" pitchFamily="18" charset="0"/>
              </a:rPr>
              <a:t>组合证据不确定性的算法</a:t>
            </a:r>
            <a:r>
              <a:rPr lang="zh-CN" altLang="en-US" sz="2600" b="1" dirty="0">
                <a:latin typeface="Times New Roman" panose="02020603050405020304" pitchFamily="18" charset="0"/>
              </a:rPr>
              <a:t>：</a:t>
            </a:r>
            <a:endParaRPr lang="zh-CN" altLang="en-US" sz="2600" b="1" dirty="0">
              <a:latin typeface="Times New Roman" panose="02020603050405020304" pitchFamily="18" charset="0"/>
            </a:endParaRPr>
          </a:p>
          <a:p>
            <a:pPr eaLnBrk="1" hangingPunct="1">
              <a:buFont typeface="Wingdings" panose="05000000000000000000" pitchFamily="2" charset="2"/>
              <a:buChar char="§"/>
            </a:pPr>
            <a:r>
              <a:rPr lang="zh-CN" altLang="en-US" sz="2600" b="1" dirty="0">
                <a:latin typeface="Times New Roman" panose="02020603050405020304" pitchFamily="18" charset="0"/>
              </a:rPr>
              <a:t>最大最小方法、</a:t>
            </a:r>
            <a:r>
              <a:rPr lang="en-US" altLang="zh-CN" sz="2600" b="1" dirty="0">
                <a:latin typeface="Times New Roman" panose="02020603050405020304" pitchFamily="18" charset="0"/>
              </a:rPr>
              <a:t>Hamacher</a:t>
            </a:r>
            <a:r>
              <a:rPr lang="zh-CN" altLang="en-US" sz="2600" b="1" dirty="0">
                <a:latin typeface="Times New Roman" panose="02020603050405020304" pitchFamily="18" charset="0"/>
              </a:rPr>
              <a:t>方法、概率方法、</a:t>
            </a:r>
            <a:endParaRPr lang="zh-CN" altLang="en-US" sz="2600" b="1" dirty="0">
              <a:latin typeface="Times New Roman" panose="02020603050405020304" pitchFamily="18" charset="0"/>
            </a:endParaRPr>
          </a:p>
          <a:p>
            <a:pPr eaLnBrk="1" hangingPunct="1">
              <a:spcBef>
                <a:spcPct val="0"/>
              </a:spcBef>
              <a:buNone/>
            </a:pPr>
            <a:r>
              <a:rPr lang="zh-CN" altLang="en-US" sz="2600" b="1" dirty="0">
                <a:latin typeface="Times New Roman" panose="02020603050405020304" pitchFamily="18" charset="0"/>
              </a:rPr>
              <a:t>      有界方法、</a:t>
            </a:r>
            <a:r>
              <a:rPr lang="en-US" altLang="zh-CN" sz="2600" b="1" dirty="0">
                <a:latin typeface="Times New Roman" panose="02020603050405020304" pitchFamily="18" charset="0"/>
              </a:rPr>
              <a:t>Einstein</a:t>
            </a:r>
            <a:r>
              <a:rPr lang="zh-CN" altLang="en-US" sz="2600" b="1" dirty="0">
                <a:latin typeface="Times New Roman" panose="02020603050405020304" pitchFamily="18" charset="0"/>
              </a:rPr>
              <a:t>方法等。</a:t>
            </a:r>
            <a:endParaRPr lang="zh-CN" altLang="en-US" sz="2600" b="1" dirty="0">
              <a:latin typeface="Times New Roman" panose="02020603050405020304" pitchFamily="18" charset="0"/>
            </a:endParaRPr>
          </a:p>
          <a:p>
            <a:pPr eaLnBrk="1" hangingPunct="1">
              <a:buNone/>
            </a:pPr>
            <a:endParaRPr lang="en-US" altLang="zh-CN" sz="2400"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6803">
                                            <p:txEl>
                                              <p:charRg st="0" end="18"/>
                                            </p:txEl>
                                          </p:spTgt>
                                        </p:tgtEl>
                                        <p:attrNameLst>
                                          <p:attrName>style.visibility</p:attrName>
                                        </p:attrNameLst>
                                      </p:cBhvr>
                                      <p:to>
                                        <p:strVal val="visible"/>
                                      </p:to>
                                    </p:set>
                                    <p:animEffect transition="in" filter="dissolve">
                                      <p:cBhvr>
                                        <p:cTn id="7" dur="500"/>
                                        <p:tgtEl>
                                          <p:spTgt spid="76803">
                                            <p:txEl>
                                              <p:charRg st="0" end="18"/>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6803">
                                            <p:txEl>
                                              <p:charRg st="18" end="44"/>
                                            </p:txEl>
                                          </p:spTgt>
                                        </p:tgtEl>
                                        <p:attrNameLst>
                                          <p:attrName>style.visibility</p:attrName>
                                        </p:attrNameLst>
                                      </p:cBhvr>
                                      <p:to>
                                        <p:strVal val="visible"/>
                                      </p:to>
                                    </p:set>
                                    <p:animEffect transition="in" filter="dissolve">
                                      <p:cBhvr>
                                        <p:cTn id="12" dur="500"/>
                                        <p:tgtEl>
                                          <p:spTgt spid="76803">
                                            <p:txEl>
                                              <p:charRg st="18" end="4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6803">
                                            <p:txEl>
                                              <p:charRg st="44" end="60"/>
                                            </p:txEl>
                                          </p:spTgt>
                                        </p:tgtEl>
                                        <p:attrNameLst>
                                          <p:attrName>style.visibility</p:attrName>
                                        </p:attrNameLst>
                                      </p:cBhvr>
                                      <p:to>
                                        <p:strVal val="visible"/>
                                      </p:to>
                                    </p:set>
                                    <p:animEffect transition="in" filter="dissolve">
                                      <p:cBhvr>
                                        <p:cTn id="17" dur="500"/>
                                        <p:tgtEl>
                                          <p:spTgt spid="76803">
                                            <p:txEl>
                                              <p:charRg st="44" end="6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6803">
                                            <p:txEl>
                                              <p:charRg st="60" end="76"/>
                                            </p:txEl>
                                          </p:spTgt>
                                        </p:tgtEl>
                                        <p:attrNameLst>
                                          <p:attrName>style.visibility</p:attrName>
                                        </p:attrNameLst>
                                      </p:cBhvr>
                                      <p:to>
                                        <p:strVal val="visible"/>
                                      </p:to>
                                    </p:set>
                                    <p:animEffect transition="in" filter="dissolve">
                                      <p:cBhvr>
                                        <p:cTn id="22" dur="500"/>
                                        <p:tgtEl>
                                          <p:spTgt spid="76803">
                                            <p:txEl>
                                              <p:charRg st="60" end="7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6803">
                                            <p:txEl>
                                              <p:charRg st="76" end="100"/>
                                            </p:txEl>
                                          </p:spTgt>
                                        </p:tgtEl>
                                        <p:attrNameLst>
                                          <p:attrName>style.visibility</p:attrName>
                                        </p:attrNameLst>
                                      </p:cBhvr>
                                      <p:to>
                                        <p:strVal val="visible"/>
                                      </p:to>
                                    </p:set>
                                    <p:animEffect transition="in" filter="dissolve">
                                      <p:cBhvr>
                                        <p:cTn id="27" dur="500"/>
                                        <p:tgtEl>
                                          <p:spTgt spid="76803">
                                            <p:txEl>
                                              <p:charRg st="76" end="10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6803">
                                            <p:txEl>
                                              <p:charRg st="100" end="124"/>
                                            </p:txEl>
                                          </p:spTgt>
                                        </p:tgtEl>
                                        <p:attrNameLst>
                                          <p:attrName>style.visibility</p:attrName>
                                        </p:attrNameLst>
                                      </p:cBhvr>
                                      <p:to>
                                        <p:strVal val="visible"/>
                                      </p:to>
                                    </p:set>
                                    <p:animEffect transition="in" filter="dissolve">
                                      <p:cBhvr>
                                        <p:cTn id="32" dur="500"/>
                                        <p:tgtEl>
                                          <p:spTgt spid="76803">
                                            <p:txEl>
                                              <p:charRg st="100" end="12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3314" name="Rectangle 2"/>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4.1  </a:t>
            </a:r>
            <a:r>
              <a:rPr lang="zh-CN" altLang="en-US" b="0" dirty="0">
                <a:latin typeface="Times New Roman" panose="02020603050405020304" pitchFamily="18" charset="0"/>
              </a:rPr>
              <a:t>不确定性推理中的基本问题</a:t>
            </a:r>
            <a:endParaRPr lang="zh-CN" altLang="en-US" b="0" dirty="0">
              <a:latin typeface="Times New Roman" panose="02020603050405020304" pitchFamily="18" charset="0"/>
            </a:endParaRPr>
          </a:p>
        </p:txBody>
      </p:sp>
      <p:sp>
        <p:nvSpPr>
          <p:cNvPr id="13315" name="Rectangle 3"/>
          <p:cNvSpPr>
            <a:spLocks noGrp="1"/>
          </p:cNvSpPr>
          <p:nvPr>
            <p:ph idx="1"/>
          </p:nvPr>
        </p:nvSpPr>
        <p:spPr>
          <a:xfrm>
            <a:off x="611188" y="1196975"/>
            <a:ext cx="8153400" cy="5075238"/>
          </a:xfrm>
        </p:spPr>
        <p:txBody>
          <a:bodyPr vert="horz" wrap="square" lIns="91440" tIns="45720" rIns="91440" bIns="45720" anchor="t" anchorCtr="0"/>
          <a:p>
            <a:pPr eaLnBrk="1" hangingPunct="1">
              <a:buNone/>
            </a:pPr>
            <a:r>
              <a:rPr lang="en-US" altLang="zh-CN" sz="2800" b="1" dirty="0">
                <a:latin typeface="Times New Roman" panose="02020603050405020304" pitchFamily="18" charset="0"/>
              </a:rPr>
              <a:t>4. </a:t>
            </a:r>
            <a:r>
              <a:rPr lang="zh-CN" altLang="en-US" sz="2800" b="1" dirty="0">
                <a:latin typeface="Times New Roman" panose="02020603050405020304" pitchFamily="18" charset="0"/>
              </a:rPr>
              <a:t>不确定性的传递算法</a:t>
            </a:r>
            <a:endParaRPr lang="zh-CN" altLang="en-US" sz="2800" b="1" dirty="0">
              <a:latin typeface="Times New Roman" panose="02020603050405020304" pitchFamily="18" charset="0"/>
            </a:endParaRPr>
          </a:p>
          <a:p>
            <a:pPr eaLnBrk="1" hangingPunct="1">
              <a:buNone/>
            </a:pPr>
            <a:r>
              <a:rPr lang="zh-CN" altLang="en-US" sz="2600" b="1" dirty="0">
                <a:latin typeface="Times New Roman" panose="02020603050405020304" pitchFamily="18" charset="0"/>
              </a:rPr>
              <a:t>（</a:t>
            </a:r>
            <a:r>
              <a:rPr lang="en-US" altLang="zh-CN" sz="2600" b="1" dirty="0">
                <a:latin typeface="Times New Roman" panose="02020603050405020304" pitchFamily="18" charset="0"/>
              </a:rPr>
              <a:t>1</a:t>
            </a:r>
            <a:r>
              <a:rPr lang="zh-CN" altLang="en-US" sz="2600" b="1" dirty="0">
                <a:latin typeface="Times New Roman" panose="02020603050405020304" pitchFamily="18" charset="0"/>
              </a:rPr>
              <a:t>）在每一步推理中，如何把证据及知识的不确定性 </a:t>
            </a:r>
            <a:endParaRPr lang="zh-CN" altLang="en-US" sz="2600" b="1" dirty="0">
              <a:latin typeface="Times New Roman" panose="02020603050405020304" pitchFamily="18" charset="0"/>
            </a:endParaRPr>
          </a:p>
          <a:p>
            <a:pPr eaLnBrk="1" hangingPunct="1">
              <a:buNone/>
            </a:pPr>
            <a:r>
              <a:rPr lang="zh-CN" altLang="en-US" sz="2600" b="1" dirty="0">
                <a:latin typeface="Times New Roman" panose="02020603050405020304" pitchFamily="18" charset="0"/>
              </a:rPr>
              <a:t>          传递给结论。</a:t>
            </a:r>
            <a:endParaRPr lang="zh-CN" altLang="en-US" sz="2600" b="1" dirty="0">
              <a:latin typeface="Times New Roman" panose="02020603050405020304" pitchFamily="18" charset="0"/>
            </a:endParaRPr>
          </a:p>
          <a:p>
            <a:pPr eaLnBrk="1" hangingPunct="1">
              <a:buNone/>
            </a:pPr>
            <a:r>
              <a:rPr lang="zh-CN" altLang="en-US" sz="2600" b="1" dirty="0">
                <a:latin typeface="Times New Roman" panose="02020603050405020304" pitchFamily="18" charset="0"/>
              </a:rPr>
              <a:t>（</a:t>
            </a:r>
            <a:r>
              <a:rPr lang="en-US" altLang="zh-CN" sz="2600" b="1" dirty="0">
                <a:latin typeface="Times New Roman" panose="02020603050405020304" pitchFamily="18" charset="0"/>
              </a:rPr>
              <a:t>2</a:t>
            </a:r>
            <a:r>
              <a:rPr lang="zh-CN" altLang="en-US" sz="2600" b="1" dirty="0">
                <a:latin typeface="Times New Roman" panose="02020603050405020304" pitchFamily="18" charset="0"/>
              </a:rPr>
              <a:t>）在多步推理中，如何把初始证据的不确定性传递</a:t>
            </a:r>
            <a:endParaRPr lang="zh-CN" altLang="en-US" sz="2600" b="1" dirty="0">
              <a:latin typeface="Times New Roman" panose="02020603050405020304" pitchFamily="18" charset="0"/>
            </a:endParaRPr>
          </a:p>
          <a:p>
            <a:pPr eaLnBrk="1" hangingPunct="1">
              <a:buNone/>
            </a:pPr>
            <a:r>
              <a:rPr lang="zh-CN" altLang="en-US" sz="2600" b="1" dirty="0">
                <a:latin typeface="Times New Roman" panose="02020603050405020304" pitchFamily="18" charset="0"/>
              </a:rPr>
              <a:t>           给最终结论。</a:t>
            </a:r>
            <a:endParaRPr lang="zh-CN" altLang="en-US" sz="2600" b="1" dirty="0">
              <a:latin typeface="Times New Roman" panose="02020603050405020304" pitchFamily="18" charset="0"/>
            </a:endParaRPr>
          </a:p>
          <a:p>
            <a:pPr eaLnBrk="1" hangingPunct="1">
              <a:spcBef>
                <a:spcPct val="80000"/>
              </a:spcBef>
              <a:buNone/>
            </a:pPr>
            <a:r>
              <a:rPr lang="en-US" altLang="zh-CN" sz="2800" b="1" dirty="0">
                <a:latin typeface="Times New Roman" panose="02020603050405020304" pitchFamily="18" charset="0"/>
              </a:rPr>
              <a:t>5.  </a:t>
            </a:r>
            <a:r>
              <a:rPr lang="zh-CN" altLang="en-US" sz="2800" b="1" dirty="0">
                <a:latin typeface="Times New Roman" panose="02020603050405020304" pitchFamily="18" charset="0"/>
              </a:rPr>
              <a:t>结论不确定性的合成</a:t>
            </a:r>
            <a:endParaRPr lang="zh-CN" altLang="en-US" sz="2800" b="1" dirty="0">
              <a:latin typeface="Times New Roman" panose="02020603050405020304" pitchFamily="18" charset="0"/>
            </a:endParaRPr>
          </a:p>
          <a:p>
            <a:pPr eaLnBrk="1" hangingPunct="1">
              <a:buNone/>
            </a:pPr>
            <a:endParaRPr lang="en-US" altLang="zh-CN" sz="2600" b="1" dirty="0">
              <a:latin typeface="Times New Roman" panose="02020603050405020304" pitchFamily="18" charset="0"/>
            </a:endParaRPr>
          </a:p>
        </p:txBody>
      </p:sp>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4338" name="Rectangle 2"/>
          <p:cNvSpPr>
            <a:spLocks noGrp="1"/>
          </p:cNvSpPr>
          <p:nvPr>
            <p:ph type="title"/>
          </p:nvPr>
        </p:nvSpPr>
        <p:spPr/>
        <p:txBody>
          <a:bodyPr vert="horz" wrap="square" lIns="91440" tIns="45720" rIns="91440" bIns="45720" anchor="b" anchorCtr="0"/>
          <a:p>
            <a:pPr eaLnBrk="1" hangingPunct="1"/>
            <a:r>
              <a:rPr lang="zh-CN" altLang="en-US" b="0" dirty="0">
                <a:latin typeface="Times New Roman" panose="02020603050405020304" pitchFamily="18" charset="0"/>
              </a:rPr>
              <a:t>第</a:t>
            </a:r>
            <a:r>
              <a:rPr lang="en-US" altLang="zh-CN" b="0" dirty="0">
                <a:latin typeface="Times New Roman" panose="02020603050405020304" pitchFamily="18" charset="0"/>
              </a:rPr>
              <a:t>4</a:t>
            </a:r>
            <a:r>
              <a:rPr lang="zh-CN" altLang="en-US" b="0" dirty="0">
                <a:latin typeface="Times New Roman" panose="02020603050405020304" pitchFamily="18" charset="0"/>
              </a:rPr>
              <a:t>章  不确定性推理方法</a:t>
            </a:r>
            <a:endParaRPr lang="zh-CN" altLang="en-US" b="0" dirty="0">
              <a:latin typeface="Times New Roman" panose="02020603050405020304" pitchFamily="18" charset="0"/>
            </a:endParaRPr>
          </a:p>
        </p:txBody>
      </p:sp>
      <p:sp>
        <p:nvSpPr>
          <p:cNvPr id="14339" name="Rectangle 3"/>
          <p:cNvSpPr>
            <a:spLocks noGrp="1"/>
          </p:cNvSpPr>
          <p:nvPr>
            <p:ph idx="1"/>
          </p:nvPr>
        </p:nvSpPr>
        <p:spPr>
          <a:xfrm>
            <a:off x="539750" y="908050"/>
            <a:ext cx="8353425" cy="5400675"/>
          </a:xfrm>
        </p:spPr>
        <p:txBody>
          <a:bodyPr vert="horz" wrap="square" lIns="91440" tIns="45720" rIns="91440" bIns="45720" anchor="t" anchorCtr="0"/>
          <a:p>
            <a:pPr eaLnBrk="1" hangingPunct="1">
              <a:lnSpc>
                <a:spcPct val="140000"/>
              </a:lnSpc>
            </a:pPr>
            <a:r>
              <a:rPr lang="en-US" altLang="zh-CN" b="1" dirty="0">
                <a:latin typeface="Times New Roman" panose="02020603050405020304" pitchFamily="18" charset="0"/>
              </a:rPr>
              <a:t>4.1  </a:t>
            </a:r>
            <a:r>
              <a:rPr lang="zh-CN" altLang="en-US" b="1" dirty="0">
                <a:latin typeface="Times New Roman" panose="02020603050405020304" pitchFamily="18" charset="0"/>
              </a:rPr>
              <a:t>不确定性推理的基本概念 </a:t>
            </a:r>
            <a:endParaRPr lang="zh-CN" altLang="en-US" b="1" dirty="0">
              <a:latin typeface="Times New Roman" panose="02020603050405020304" pitchFamily="18" charset="0"/>
            </a:endParaRPr>
          </a:p>
          <a:p>
            <a:pPr eaLnBrk="1" hangingPunct="1">
              <a:lnSpc>
                <a:spcPct val="140000"/>
              </a:lnSpc>
            </a:pPr>
            <a:r>
              <a:rPr lang="en-US" altLang="zh-CN" b="1" dirty="0">
                <a:solidFill>
                  <a:srgbClr val="0000FF"/>
                </a:solidFill>
                <a:latin typeface="Times New Roman" panose="02020603050405020304" pitchFamily="18" charset="0"/>
              </a:rPr>
              <a:t>4.2  </a:t>
            </a:r>
            <a:r>
              <a:rPr lang="zh-CN" altLang="en-US" b="1" dirty="0">
                <a:solidFill>
                  <a:srgbClr val="0000FF"/>
                </a:solidFill>
                <a:latin typeface="Times New Roman" panose="02020603050405020304" pitchFamily="18" charset="0"/>
              </a:rPr>
              <a:t>可信度方法</a:t>
            </a:r>
            <a:endParaRPr lang="zh-CN" altLang="en-US" b="1" dirty="0">
              <a:solidFill>
                <a:srgbClr val="0000FF"/>
              </a:solidFill>
              <a:latin typeface="Times New Roman" panose="02020603050405020304" pitchFamily="18" charset="0"/>
            </a:endParaRPr>
          </a:p>
          <a:p>
            <a:pPr eaLnBrk="1" hangingPunct="1">
              <a:lnSpc>
                <a:spcPct val="140000"/>
              </a:lnSpc>
            </a:pPr>
            <a:r>
              <a:rPr lang="en-US" altLang="zh-CN" b="1" dirty="0">
                <a:latin typeface="Times New Roman" panose="02020603050405020304" pitchFamily="18" charset="0"/>
              </a:rPr>
              <a:t>4.3  </a:t>
            </a:r>
            <a:r>
              <a:rPr lang="zh-CN" altLang="en-US" b="1" dirty="0">
                <a:latin typeface="Times New Roman" panose="02020603050405020304" pitchFamily="18" charset="0"/>
              </a:rPr>
              <a:t>证据理论</a:t>
            </a:r>
            <a:endParaRPr lang="zh-CN" altLang="en-US" b="1" dirty="0">
              <a:latin typeface="Times New Roman" panose="02020603050405020304" pitchFamily="18" charset="0"/>
            </a:endParaRPr>
          </a:p>
          <a:p>
            <a:pPr eaLnBrk="1" hangingPunct="1">
              <a:lnSpc>
                <a:spcPct val="140000"/>
              </a:lnSpc>
            </a:pPr>
            <a:r>
              <a:rPr lang="en-US" altLang="zh-CN" b="1" dirty="0">
                <a:latin typeface="Times New Roman" panose="02020603050405020304" pitchFamily="18" charset="0"/>
              </a:rPr>
              <a:t>4.4  </a:t>
            </a:r>
            <a:r>
              <a:rPr lang="zh-CN" altLang="en-US" b="1" dirty="0">
                <a:latin typeface="Times New Roman" panose="02020603050405020304" pitchFamily="18" charset="0"/>
              </a:rPr>
              <a:t>模糊推理方法 </a:t>
            </a:r>
            <a:endParaRPr lang="zh-CN" altLang="en-US" b="1" dirty="0">
              <a:latin typeface="Times New Roman" panose="02020603050405020304" pitchFamily="18" charset="0"/>
            </a:endParaRPr>
          </a:p>
        </p:txBody>
      </p:sp>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5362" name="Rectangle 5"/>
          <p:cNvSpPr>
            <a:spLocks noGrp="1"/>
          </p:cNvSpPr>
          <p:nvPr>
            <p:ph type="title"/>
          </p:nvPr>
        </p:nvSpPr>
        <p:spPr/>
        <p:txBody>
          <a:bodyPr vert="horz" wrap="square" lIns="91440" tIns="45720" rIns="91440" bIns="45720" anchor="b" anchorCtr="0"/>
          <a:p>
            <a:pPr eaLnBrk="1" hangingPunct="1"/>
            <a:endParaRPr lang="zh-CN" altLang="zh-CN" dirty="0">
              <a:latin typeface="Times New Roman" panose="02020603050405020304" pitchFamily="18" charset="0"/>
            </a:endParaRPr>
          </a:p>
        </p:txBody>
      </p:sp>
      <p:sp>
        <p:nvSpPr>
          <p:cNvPr id="305158" name="Rectangle 6"/>
          <p:cNvSpPr>
            <a:spLocks noGrp="1"/>
          </p:cNvSpPr>
          <p:nvPr>
            <p:ph idx="1"/>
          </p:nvPr>
        </p:nvSpPr>
        <p:spPr>
          <a:xfrm>
            <a:off x="466725" y="1123950"/>
            <a:ext cx="8208963" cy="5400675"/>
          </a:xfrm>
        </p:spPr>
        <p:txBody>
          <a:bodyPr vert="horz" wrap="square" lIns="91440" tIns="45720" rIns="91440" bIns="45720" anchor="t" anchorCtr="0"/>
          <a:p>
            <a:pPr eaLnBrk="1" hangingPunct="1"/>
            <a:r>
              <a:rPr lang="en-US" altLang="zh-CN" dirty="0">
                <a:latin typeface="Times New Roman" panose="02020603050405020304" pitchFamily="18" charset="0"/>
              </a:rPr>
              <a:t>1975</a:t>
            </a:r>
            <a:r>
              <a:rPr lang="zh-CN" altLang="en-US" dirty="0">
                <a:latin typeface="Times New Roman" panose="02020603050405020304" pitchFamily="18" charset="0"/>
              </a:rPr>
              <a:t>年肖特里菲（</a:t>
            </a:r>
            <a:r>
              <a:rPr lang="en-US" altLang="zh-CN" dirty="0">
                <a:latin typeface="Times New Roman" panose="02020603050405020304" pitchFamily="18" charset="0"/>
              </a:rPr>
              <a:t>E. H. Shortliffe</a:t>
            </a:r>
            <a:r>
              <a:rPr lang="zh-CN" altLang="en-US" dirty="0">
                <a:latin typeface="Times New Roman" panose="02020603050405020304" pitchFamily="18" charset="0"/>
              </a:rPr>
              <a:t>）等人在确定性理论（</a:t>
            </a:r>
            <a:r>
              <a:rPr lang="en-US" altLang="zh-CN" dirty="0">
                <a:latin typeface="Times New Roman" panose="02020603050405020304" pitchFamily="18" charset="0"/>
              </a:rPr>
              <a:t>theory of confirmation</a:t>
            </a:r>
            <a:r>
              <a:rPr lang="zh-CN" altLang="en-US" dirty="0">
                <a:latin typeface="Times New Roman" panose="02020603050405020304" pitchFamily="18" charset="0"/>
              </a:rPr>
              <a:t>）的基础上，结合概率论等提出的一种不确定性推理方法。</a:t>
            </a:r>
            <a:endParaRPr lang="zh-CN" altLang="en-US" dirty="0">
              <a:latin typeface="Times New Roman" panose="02020603050405020304" pitchFamily="18" charset="0"/>
            </a:endParaRPr>
          </a:p>
          <a:p>
            <a:pPr eaLnBrk="1" hangingPunct="1"/>
            <a:r>
              <a:rPr lang="zh-CN" altLang="en-US" dirty="0">
                <a:latin typeface="Times New Roman" panose="02020603050405020304" pitchFamily="18" charset="0"/>
              </a:rPr>
              <a:t>优点：直观、简单，且效果好。</a:t>
            </a:r>
            <a:endParaRPr lang="zh-CN" altLang="en-US" dirty="0">
              <a:latin typeface="Times New Roman" panose="02020603050405020304" pitchFamily="18" charset="0"/>
            </a:endParaRPr>
          </a:p>
        </p:txBody>
      </p:sp>
      <p:sp>
        <p:nvSpPr>
          <p:cNvPr id="15364" name="Rectangle 4"/>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4.2  </a:t>
            </a:r>
            <a:r>
              <a:rPr lang="zh-CN" altLang="en-US" sz="3600" dirty="0">
                <a:solidFill>
                  <a:schemeClr val="bg1"/>
                </a:solidFill>
                <a:latin typeface="Times New Roman" panose="02020603050405020304" pitchFamily="18" charset="0"/>
                <a:ea typeface="黑体" panose="02010609060101010101" pitchFamily="2" charset="-122"/>
              </a:rPr>
              <a:t>可信度方法</a:t>
            </a:r>
            <a:endParaRPr lang="zh-CN" altLang="en-US" sz="3600" dirty="0">
              <a:solidFill>
                <a:schemeClr val="bg1"/>
              </a:solidFill>
              <a:latin typeface="Times New Roman" panose="02020603050405020304" pitchFamily="18" charset="0"/>
              <a:ea typeface="黑体" panose="0201060906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5158">
                                            <p:txEl>
                                              <p:charRg st="0" end="85"/>
                                            </p:txEl>
                                          </p:spTgt>
                                        </p:tgtEl>
                                        <p:attrNameLst>
                                          <p:attrName>style.visibility</p:attrName>
                                        </p:attrNameLst>
                                      </p:cBhvr>
                                      <p:to>
                                        <p:strVal val="visible"/>
                                      </p:to>
                                    </p:set>
                                    <p:anim calcmode="lin" valueType="num">
                                      <p:cBhvr additive="base">
                                        <p:cTn id="7" dur="500" fill="hold"/>
                                        <p:tgtEl>
                                          <p:spTgt spid="305158">
                                            <p:txEl>
                                              <p:charRg st="0" end="8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5158">
                                            <p:txEl>
                                              <p:charRg st="0" end="85"/>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5158">
                                            <p:txEl>
                                              <p:charRg st="85" end="100"/>
                                            </p:txEl>
                                          </p:spTgt>
                                        </p:tgtEl>
                                        <p:attrNameLst>
                                          <p:attrName>style.visibility</p:attrName>
                                        </p:attrNameLst>
                                      </p:cBhvr>
                                      <p:to>
                                        <p:strVal val="visible"/>
                                      </p:to>
                                    </p:set>
                                    <p:anim calcmode="lin" valueType="num">
                                      <p:cBhvr additive="base">
                                        <p:cTn id="13" dur="500" fill="hold"/>
                                        <p:tgtEl>
                                          <p:spTgt spid="305158">
                                            <p:txEl>
                                              <p:charRg st="85" end="10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05158">
                                            <p:txEl>
                                              <p:charRg st="85" end="10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8"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61797" name="Rectangle 5"/>
          <p:cNvSpPr>
            <a:spLocks noGrp="1"/>
          </p:cNvSpPr>
          <p:nvPr>
            <p:ph idx="1"/>
          </p:nvPr>
        </p:nvSpPr>
        <p:spPr>
          <a:xfrm>
            <a:off x="250825" y="923925"/>
            <a:ext cx="8642350" cy="5400675"/>
          </a:xfrm>
        </p:spPr>
        <p:txBody>
          <a:bodyPr vert="horz" wrap="square" lIns="91440" tIns="45720" rIns="91440" bIns="45720" anchor="t" anchorCtr="0"/>
          <a:p>
            <a:pPr eaLnBrk="1" hangingPunct="1"/>
            <a:r>
              <a:rPr lang="zh-CN" altLang="en-US" dirty="0">
                <a:solidFill>
                  <a:schemeClr val="accent2"/>
                </a:solidFill>
                <a:latin typeface="Times New Roman" panose="02020603050405020304" pitchFamily="18" charset="0"/>
              </a:rPr>
              <a:t>可信度</a:t>
            </a:r>
            <a:r>
              <a:rPr lang="zh-CN" altLang="en-US" dirty="0">
                <a:latin typeface="Times New Roman" panose="02020603050405020304" pitchFamily="18" charset="0"/>
              </a:rPr>
              <a:t>：根据经验对一个事物或现象为真的相信程度。</a:t>
            </a:r>
            <a:endParaRPr lang="zh-CN" altLang="en-US" dirty="0">
              <a:latin typeface="Times New Roman" panose="02020603050405020304" pitchFamily="18" charset="0"/>
            </a:endParaRPr>
          </a:p>
          <a:p>
            <a:pPr eaLnBrk="1" hangingPunct="1"/>
            <a:r>
              <a:rPr lang="zh-CN" altLang="en-US" dirty="0">
                <a:latin typeface="Times New Roman" panose="02020603050405020304" pitchFamily="18" charset="0"/>
              </a:rPr>
              <a:t>可信度带有较大的主观性和经验性，其准确性难以把握。</a:t>
            </a:r>
            <a:endParaRPr lang="zh-CN" altLang="en-US" dirty="0">
              <a:latin typeface="Times New Roman" panose="02020603050405020304" pitchFamily="18" charset="0"/>
            </a:endParaRPr>
          </a:p>
          <a:p>
            <a:pPr eaLnBrk="1" hangingPunct="1"/>
            <a:r>
              <a:rPr lang="en-US" altLang="zh-CN" dirty="0">
                <a:solidFill>
                  <a:schemeClr val="accent2"/>
                </a:solidFill>
                <a:latin typeface="Times New Roman" panose="02020603050405020304" pitchFamily="18" charset="0"/>
              </a:rPr>
              <a:t>C</a:t>
            </a:r>
            <a:r>
              <a:rPr lang="zh-CN" altLang="en-US" dirty="0">
                <a:solidFill>
                  <a:schemeClr val="accent2"/>
                </a:solidFill>
                <a:latin typeface="Times New Roman" panose="02020603050405020304" pitchFamily="18" charset="0"/>
              </a:rPr>
              <a:t>－</a:t>
            </a:r>
            <a:r>
              <a:rPr lang="en-US" altLang="zh-CN" dirty="0">
                <a:solidFill>
                  <a:schemeClr val="accent2"/>
                </a:solidFill>
                <a:latin typeface="Times New Roman" panose="02020603050405020304" pitchFamily="18" charset="0"/>
              </a:rPr>
              <a:t>F</a:t>
            </a:r>
            <a:r>
              <a:rPr lang="zh-CN" altLang="en-US" dirty="0">
                <a:solidFill>
                  <a:schemeClr val="accent2"/>
                </a:solidFill>
                <a:latin typeface="Times New Roman" panose="02020603050405020304" pitchFamily="18" charset="0"/>
              </a:rPr>
              <a:t>模型</a:t>
            </a:r>
            <a:r>
              <a:rPr lang="zh-CN" altLang="en-US" dirty="0">
                <a:latin typeface="Times New Roman" panose="02020603050405020304" pitchFamily="18" charset="0"/>
              </a:rPr>
              <a:t>：基于可信度表示的不确定性推理的基本方法。   </a:t>
            </a:r>
            <a:endParaRPr lang="zh-CN" altLang="en-US" dirty="0">
              <a:latin typeface="Times New Roman" panose="02020603050405020304" pitchFamily="18" charset="0"/>
            </a:endParaRPr>
          </a:p>
        </p:txBody>
      </p:sp>
      <p:sp>
        <p:nvSpPr>
          <p:cNvPr id="16387" name="Rectangle 7"/>
          <p:cNvSpPr>
            <a:spLocks noGrp="1"/>
          </p:cNvSpPr>
          <p:nvPr>
            <p:ph type="title"/>
          </p:nvPr>
        </p:nvSpPr>
        <p:spPr/>
        <p:txBody>
          <a:bodyPr vert="horz" wrap="square" lIns="91440" tIns="45720" rIns="91440" bIns="45720" anchor="b" anchorCtr="0"/>
          <a:p>
            <a:pPr eaLnBrk="1" hangingPunct="1"/>
            <a:endParaRPr lang="zh-CN" altLang="zh-CN" dirty="0">
              <a:latin typeface="Times New Roman" panose="02020603050405020304" pitchFamily="18" charset="0"/>
            </a:endParaRPr>
          </a:p>
        </p:txBody>
      </p:sp>
      <p:sp>
        <p:nvSpPr>
          <p:cNvPr id="16388" name="Rectangle 8"/>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4.2  </a:t>
            </a:r>
            <a:r>
              <a:rPr lang="zh-CN" altLang="en-US" sz="3600" dirty="0">
                <a:solidFill>
                  <a:schemeClr val="bg1"/>
                </a:solidFill>
                <a:latin typeface="Times New Roman" panose="02020603050405020304" pitchFamily="18" charset="0"/>
                <a:ea typeface="黑体" panose="02010609060101010101" pitchFamily="2" charset="-122"/>
              </a:rPr>
              <a:t>可信度方法</a:t>
            </a:r>
            <a:endParaRPr lang="zh-CN" altLang="en-US" sz="3600" dirty="0">
              <a:solidFill>
                <a:schemeClr val="bg1"/>
              </a:solidFill>
              <a:latin typeface="Times New Roman" panose="02020603050405020304" pitchFamily="18" charset="0"/>
              <a:ea typeface="黑体" panose="0201060906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1797">
                                            <p:txEl>
                                              <p:charRg st="0" end="25"/>
                                            </p:txEl>
                                          </p:spTgt>
                                        </p:tgtEl>
                                        <p:attrNameLst>
                                          <p:attrName>style.visibility</p:attrName>
                                        </p:attrNameLst>
                                      </p:cBhvr>
                                      <p:to>
                                        <p:strVal val="visible"/>
                                      </p:to>
                                    </p:set>
                                    <p:anim calcmode="lin" valueType="num">
                                      <p:cBhvr additive="base">
                                        <p:cTn id="7" dur="500" fill="hold"/>
                                        <p:tgtEl>
                                          <p:spTgt spid="161797">
                                            <p:txEl>
                                              <p:charRg st="0" end="2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1797">
                                            <p:txEl>
                                              <p:charRg st="0" end="25"/>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1797">
                                            <p:txEl>
                                              <p:charRg st="25" end="51"/>
                                            </p:txEl>
                                          </p:spTgt>
                                        </p:tgtEl>
                                        <p:attrNameLst>
                                          <p:attrName>style.visibility</p:attrName>
                                        </p:attrNameLst>
                                      </p:cBhvr>
                                      <p:to>
                                        <p:strVal val="visible"/>
                                      </p:to>
                                    </p:set>
                                    <p:anim calcmode="lin" valueType="num">
                                      <p:cBhvr additive="base">
                                        <p:cTn id="13" dur="500" fill="hold"/>
                                        <p:tgtEl>
                                          <p:spTgt spid="161797">
                                            <p:txEl>
                                              <p:charRg st="25" end="5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1797">
                                            <p:txEl>
                                              <p:charRg st="25" end="5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1797">
                                            <p:txEl>
                                              <p:charRg st="51" end="81"/>
                                            </p:txEl>
                                          </p:spTgt>
                                        </p:tgtEl>
                                        <p:attrNameLst>
                                          <p:attrName>style.visibility</p:attrName>
                                        </p:attrNameLst>
                                      </p:cBhvr>
                                      <p:to>
                                        <p:strVal val="visible"/>
                                      </p:to>
                                    </p:set>
                                    <p:anim calcmode="lin" valueType="num">
                                      <p:cBhvr additive="base">
                                        <p:cTn id="19" dur="500" fill="hold"/>
                                        <p:tgtEl>
                                          <p:spTgt spid="161797">
                                            <p:txEl>
                                              <p:charRg st="51" end="8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1797">
                                            <p:txEl>
                                              <p:charRg st="51" end="8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62819" name="Rectangle 3"/>
          <p:cNvSpPr>
            <a:spLocks noGrp="1" noChangeArrowheads="1"/>
          </p:cNvSpPr>
          <p:nvPr>
            <p:ph idx="1"/>
          </p:nvPr>
        </p:nvSpPr>
        <p:spPr>
          <a:xfrm>
            <a:off x="374650" y="1741488"/>
            <a:ext cx="8540750" cy="2525713"/>
          </a:xfrm>
          <a:gradFill rotWithShape="0">
            <a:gsLst>
              <a:gs pos="0">
                <a:srgbClr val="CCFFFF"/>
              </a:gs>
              <a:gs pos="50000">
                <a:schemeClr val="bg1"/>
              </a:gs>
              <a:gs pos="100000">
                <a:srgbClr val="CCFFFF"/>
              </a:gs>
            </a:gsLst>
            <a:lin ang="5400000" scaled="1"/>
          </a:gradFill>
          <a:ln>
            <a:solidFill>
              <a:srgbClr val="808080"/>
            </a:solidFill>
          </a:ln>
        </p:spPr>
        <p:txBody>
          <a:bodyPr vert="horz" wrap="square" lIns="91440" tIns="45720" rIns="91440" bIns="45720" numCol="1" anchor="t" anchorCtr="0" compatLnSpc="1"/>
          <a:lstStyle/>
          <a:p>
            <a:pPr marL="0" marR="0" lvl="0" indent="0" algn="just" defTabSz="914400" rtl="0" eaLnBrk="1" fontAlgn="base" latinLnBrk="0" hangingPunct="1">
              <a:lnSpc>
                <a:spcPct val="120000"/>
              </a:lnSpc>
              <a:spcBef>
                <a:spcPct val="30000"/>
              </a:spcBef>
              <a:spcAft>
                <a:spcPct val="0"/>
              </a:spcAft>
              <a:buClr>
                <a:schemeClr val="accent2"/>
              </a:buClr>
              <a:buSzTx/>
              <a:buFont typeface="Wingdings" panose="05000000000000000000" pitchFamily="2" charset="2"/>
              <a:buChar char="§"/>
              <a:defRPr/>
            </a:pPr>
            <a:r>
              <a:rPr kumimoji="0" lang="en-US" altLang="zh-CN" sz="26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zh-CN" altLang="en-US" sz="26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产生式规则表示</a:t>
            </a:r>
            <a:r>
              <a:rPr kumimoji="0" lang="en-US" altLang="zh-CN" sz="26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a:t>
            </a:r>
            <a:endParaRPr kumimoji="0" lang="en-US" altLang="zh-CN" sz="2600" b="1" i="0" u="none" strike="noStrike" kern="0" cap="none" spc="0" normalizeH="0" baseline="0" noProof="0">
              <a:ln>
                <a:noFill/>
              </a:ln>
              <a:solidFill>
                <a:schemeClr val="tx1"/>
              </a:solidFill>
              <a:effectLst/>
              <a:uLnTx/>
              <a:uFillTx/>
              <a:latin typeface="Times New Roman" panose="02020603050405020304" pitchFamily="18" charset="0"/>
              <a:ea typeface="+mn-ea"/>
              <a:cs typeface="+mn-cs"/>
            </a:endParaRPr>
          </a:p>
          <a:p>
            <a:pPr marL="0" marR="0" lvl="0" indent="0" algn="just" defTabSz="914400" rtl="0" eaLnBrk="1" fontAlgn="base" latinLnBrk="0" hangingPunct="1">
              <a:lnSpc>
                <a:spcPct val="120000"/>
              </a:lnSpc>
              <a:spcBef>
                <a:spcPct val="30000"/>
              </a:spcBef>
              <a:spcAft>
                <a:spcPct val="30000"/>
              </a:spcAft>
              <a:buClr>
                <a:schemeClr val="accent2"/>
              </a:buClr>
              <a:buSzTx/>
              <a:buFont typeface="Wingdings" panose="05000000000000000000" pitchFamily="2" charset="2"/>
              <a:buNone/>
              <a:defRPr/>
            </a:pPr>
            <a:endParaRPr kumimoji="0" lang="en-US" altLang="zh-CN" sz="2600" b="0" i="0" u="none" strike="noStrike" kern="0" cap="none" spc="0" normalizeH="0" baseline="0" noProof="0">
              <a:ln>
                <a:noFill/>
              </a:ln>
              <a:solidFill>
                <a:schemeClr val="tx1"/>
              </a:solidFill>
              <a:effectLst/>
              <a:uLnTx/>
              <a:uFillTx/>
              <a:latin typeface="Times New Roman" panose="02020603050405020304" pitchFamily="18" charset="0"/>
              <a:ea typeface="+mn-ea"/>
              <a:cs typeface="+mn-cs"/>
            </a:endParaRPr>
          </a:p>
          <a:p>
            <a:pPr marL="0" marR="0" lvl="0" indent="0" algn="just" defTabSz="914400" rtl="0" eaLnBrk="1" fontAlgn="base" latinLnBrk="0" hangingPunct="1">
              <a:lnSpc>
                <a:spcPct val="120000"/>
              </a:lnSpc>
              <a:spcBef>
                <a:spcPct val="30000"/>
              </a:spcBef>
              <a:spcAft>
                <a:spcPct val="0"/>
              </a:spcAft>
              <a:buClr>
                <a:schemeClr val="accent2"/>
              </a:buClr>
              <a:buSzTx/>
              <a:buFont typeface="Wingdings" panose="05000000000000000000" pitchFamily="2" charset="2"/>
              <a:buNone/>
              <a:defRPr/>
            </a:pPr>
            <a:r>
              <a:rPr kumimoji="0" lang="en-US" altLang="zh-CN" sz="26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zh-CN" altLang="en-US" sz="26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：可信度因子（</a:t>
            </a:r>
            <a:r>
              <a:rPr kumimoji="0" lang="en-US" altLang="zh-CN" sz="26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certainty factor</a:t>
            </a:r>
            <a:r>
              <a:rPr kumimoji="0" lang="zh-CN" altLang="en-US" sz="26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），反映前提条件与结论的联系强度 。</a:t>
            </a:r>
            <a:r>
              <a:rPr kumimoji="0" lang="zh-CN" altLang="en-US" sz="30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  </a:t>
            </a:r>
            <a:endParaRPr kumimoji="0" lang="zh-CN" altLang="en-US" sz="3000" b="0" i="0" u="none" strike="noStrike" kern="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7411" name="Rectangle 5"/>
          <p:cNvSpPr/>
          <p:nvPr/>
        </p:nvSpPr>
        <p:spPr>
          <a:xfrm>
            <a:off x="0" y="3319463"/>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17412" name="Object 4"/>
          <p:cNvGraphicFramePr>
            <a:graphicFrameLocks noChangeAspect="1"/>
          </p:cNvGraphicFramePr>
          <p:nvPr/>
        </p:nvGraphicFramePr>
        <p:xfrm>
          <a:off x="2028825" y="2439988"/>
          <a:ext cx="6048375" cy="531812"/>
        </p:xfrm>
        <a:graphic>
          <a:graphicData uri="http://schemas.openxmlformats.org/presentationml/2006/ole">
            <mc:AlternateContent xmlns:mc="http://schemas.openxmlformats.org/markup-compatibility/2006">
              <mc:Choice xmlns:v="urn:schemas-microsoft-com:vml" Requires="v">
                <p:oleObj spid="_x0000_s3077" name="" r:id="rId1" imgW="44986575" imgH="3076575" progId="Equation.DSMT4">
                  <p:embed/>
                </p:oleObj>
              </mc:Choice>
              <mc:Fallback>
                <p:oleObj name="" r:id="rId1" imgW="44986575" imgH="3076575" progId="Equation.DSMT4">
                  <p:embed/>
                  <p:pic>
                    <p:nvPicPr>
                      <p:cNvPr id="0" name="图片 3076"/>
                      <p:cNvPicPr/>
                      <p:nvPr/>
                    </p:nvPicPr>
                    <p:blipFill>
                      <a:blip r:embed="rId2"/>
                      <a:stretch>
                        <a:fillRect/>
                      </a:stretch>
                    </p:blipFill>
                    <p:spPr>
                      <a:xfrm>
                        <a:off x="2028825" y="2439988"/>
                        <a:ext cx="6048375" cy="531812"/>
                      </a:xfrm>
                      <a:prstGeom prst="rect">
                        <a:avLst/>
                      </a:prstGeom>
                      <a:noFill/>
                      <a:ln w="38100">
                        <a:noFill/>
                        <a:miter/>
                      </a:ln>
                    </p:spPr>
                  </p:pic>
                </p:oleObj>
              </mc:Fallback>
            </mc:AlternateContent>
          </a:graphicData>
        </a:graphic>
      </p:graphicFrame>
      <p:graphicFrame>
        <p:nvGraphicFramePr>
          <p:cNvPr id="17413" name="Object 6"/>
          <p:cNvGraphicFramePr>
            <a:graphicFrameLocks noChangeAspect="1"/>
          </p:cNvGraphicFramePr>
          <p:nvPr/>
        </p:nvGraphicFramePr>
        <p:xfrm>
          <a:off x="431800" y="3197225"/>
          <a:ext cx="1800225" cy="460375"/>
        </p:xfrm>
        <a:graphic>
          <a:graphicData uri="http://schemas.openxmlformats.org/presentationml/2006/ole">
            <mc:AlternateContent xmlns:mc="http://schemas.openxmlformats.org/markup-compatibility/2006">
              <mc:Choice xmlns:v="urn:schemas-microsoft-com:vml" Requires="v">
                <p:oleObj spid="_x0000_s3076" name="" r:id="rId3" imgW="11410950" imgH="3514725" progId="Equation.3">
                  <p:embed/>
                </p:oleObj>
              </mc:Choice>
              <mc:Fallback>
                <p:oleObj name="" r:id="rId3" imgW="11410950" imgH="3514725" progId="Equation.3">
                  <p:embed/>
                  <p:pic>
                    <p:nvPicPr>
                      <p:cNvPr id="0" name="图片 3075"/>
                      <p:cNvPicPr/>
                      <p:nvPr/>
                    </p:nvPicPr>
                    <p:blipFill>
                      <a:blip r:embed="rId4"/>
                      <a:stretch>
                        <a:fillRect/>
                      </a:stretch>
                    </p:blipFill>
                    <p:spPr>
                      <a:xfrm>
                        <a:off x="431800" y="3197225"/>
                        <a:ext cx="1800225" cy="460375"/>
                      </a:xfrm>
                      <a:prstGeom prst="rect">
                        <a:avLst/>
                      </a:prstGeom>
                      <a:noFill/>
                      <a:ln w="38100">
                        <a:noFill/>
                        <a:miter/>
                      </a:ln>
                    </p:spPr>
                  </p:pic>
                </p:oleObj>
              </mc:Fallback>
            </mc:AlternateContent>
          </a:graphicData>
        </a:graphic>
      </p:graphicFrame>
      <p:sp>
        <p:nvSpPr>
          <p:cNvPr id="17414" name="Rectangle 9"/>
          <p:cNvSpPr/>
          <p:nvPr/>
        </p:nvSpPr>
        <p:spPr>
          <a:xfrm>
            <a:off x="0" y="3500438"/>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17415" name="Rectangle 19"/>
          <p:cNvSpPr/>
          <p:nvPr/>
        </p:nvSpPr>
        <p:spPr>
          <a:xfrm>
            <a:off x="381000" y="952500"/>
            <a:ext cx="3754438" cy="604838"/>
          </a:xfrm>
          <a:prstGeom prst="rect">
            <a:avLst/>
          </a:prstGeom>
          <a:noFill/>
          <a:ln w="9525">
            <a:noFill/>
          </a:ln>
        </p:spPr>
        <p:txBody>
          <a:bodyPr wrap="none" anchor="t" anchorCtr="0">
            <a:spAutoFit/>
          </a:bodyPr>
          <a:p>
            <a:pPr>
              <a:lnSpc>
                <a:spcPct val="120000"/>
              </a:lnSpc>
              <a:spcBef>
                <a:spcPct val="30000"/>
              </a:spcBef>
              <a:buClr>
                <a:schemeClr val="accent2"/>
              </a:buClr>
              <a:buFont typeface="Wingdings" panose="05000000000000000000" pitchFamily="2" charset="2"/>
            </a:pPr>
            <a:r>
              <a:rPr lang="en-US" altLang="zh-CN" sz="2800" b="1" dirty="0">
                <a:latin typeface="Times New Roman" panose="02020603050405020304" pitchFamily="18" charset="0"/>
                <a:ea typeface="宋体" panose="02010600030101010101" pitchFamily="2" charset="-122"/>
              </a:rPr>
              <a:t>1. </a:t>
            </a:r>
            <a:r>
              <a:rPr lang="zh-CN" altLang="en-US" sz="2800" b="1" dirty="0">
                <a:latin typeface="Times New Roman" panose="02020603050405020304" pitchFamily="18" charset="0"/>
                <a:ea typeface="宋体" panose="02010600030101010101" pitchFamily="2" charset="-122"/>
              </a:rPr>
              <a:t>知识不确定性的表示</a:t>
            </a:r>
            <a:endParaRPr lang="zh-CN" altLang="en-US" sz="2800" b="1" dirty="0">
              <a:latin typeface="Times New Roman" panose="02020603050405020304" pitchFamily="18" charset="0"/>
              <a:ea typeface="宋体" panose="02010600030101010101" pitchFamily="2" charset="-122"/>
            </a:endParaRPr>
          </a:p>
        </p:txBody>
      </p:sp>
      <p:sp>
        <p:nvSpPr>
          <p:cNvPr id="162836" name="Text Box 20"/>
          <p:cNvSpPr txBox="1"/>
          <p:nvPr/>
        </p:nvSpPr>
        <p:spPr>
          <a:xfrm>
            <a:off x="395288" y="4714875"/>
            <a:ext cx="8443912" cy="466725"/>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lgn="ctr">
              <a:spcBef>
                <a:spcPct val="50000"/>
              </a:spcBef>
              <a:buClrTx/>
              <a:buFontTx/>
            </a:pPr>
            <a:r>
              <a:rPr lang="en-US" altLang="zh-CN" sz="2400" dirty="0">
                <a:latin typeface="Times New Roman" panose="02020603050405020304" pitchFamily="18" charset="0"/>
                <a:ea typeface="宋体" panose="02010600030101010101" pitchFamily="2" charset="-122"/>
              </a:rPr>
              <a:t> IF   </a:t>
            </a:r>
            <a:r>
              <a:rPr lang="zh-CN" altLang="en-US" sz="2400" dirty="0">
                <a:latin typeface="Times New Roman" panose="02020603050405020304" pitchFamily="18" charset="0"/>
                <a:ea typeface="宋体" panose="02010600030101010101" pitchFamily="2" charset="-122"/>
              </a:rPr>
              <a:t>头痛    </a:t>
            </a:r>
            <a:r>
              <a:rPr lang="en-US" altLang="zh-CN" sz="2400" dirty="0">
                <a:latin typeface="Times New Roman" panose="02020603050405020304" pitchFamily="18" charset="0"/>
                <a:ea typeface="宋体" panose="02010600030101010101" pitchFamily="2" charset="-122"/>
              </a:rPr>
              <a:t>AND     </a:t>
            </a:r>
            <a:r>
              <a:rPr lang="zh-CN" altLang="en-US" sz="2400" dirty="0">
                <a:latin typeface="Times New Roman" panose="02020603050405020304" pitchFamily="18" charset="0"/>
                <a:ea typeface="宋体" panose="02010600030101010101" pitchFamily="2" charset="-122"/>
              </a:rPr>
              <a:t>流涕       </a:t>
            </a:r>
            <a:r>
              <a:rPr lang="en-US" altLang="zh-CN" sz="2400" dirty="0">
                <a:latin typeface="Times New Roman" panose="02020603050405020304" pitchFamily="18" charset="0"/>
                <a:ea typeface="宋体" panose="02010600030101010101" pitchFamily="2" charset="-122"/>
              </a:rPr>
              <a:t>THEN     </a:t>
            </a:r>
            <a:r>
              <a:rPr lang="zh-CN" altLang="en-US" sz="2400" dirty="0">
                <a:latin typeface="Times New Roman" panose="02020603050405020304" pitchFamily="18" charset="0"/>
                <a:ea typeface="宋体" panose="02010600030101010101" pitchFamily="2" charset="-122"/>
              </a:rPr>
              <a:t>感冒  （</a:t>
            </a:r>
            <a:r>
              <a:rPr lang="en-US" altLang="zh-CN" sz="2400" dirty="0">
                <a:latin typeface="Times New Roman" panose="02020603050405020304" pitchFamily="18" charset="0"/>
                <a:ea typeface="宋体" panose="02010600030101010101" pitchFamily="2" charset="-122"/>
              </a:rPr>
              <a:t>0.7</a:t>
            </a:r>
            <a:r>
              <a:rPr lang="zh-CN" altLang="en-US" sz="2400" dirty="0">
                <a:latin typeface="Times New Roman" panose="02020603050405020304" pitchFamily="18" charset="0"/>
                <a:ea typeface="宋体" panose="02010600030101010101" pitchFamily="2" charset="-122"/>
              </a:rPr>
              <a:t>）</a:t>
            </a:r>
            <a:r>
              <a:rPr lang="zh-CN" altLang="en-US" dirty="0">
                <a:latin typeface="Arial" panose="020B0604020202020204" pitchFamily="34" charset="0"/>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p:txBody>
      </p:sp>
      <p:sp>
        <p:nvSpPr>
          <p:cNvPr id="17417" name="Rectangle 22"/>
          <p:cNvSpPr>
            <a:spLocks noGrp="1"/>
          </p:cNvSpPr>
          <p:nvPr>
            <p:ph type="title"/>
          </p:nvPr>
        </p:nvSpPr>
        <p:spPr/>
        <p:txBody>
          <a:bodyPr vert="horz" wrap="square" lIns="91440" tIns="45720" rIns="91440" bIns="45720" anchor="b" anchorCtr="0"/>
          <a:p>
            <a:pPr eaLnBrk="1" hangingPunct="1"/>
            <a:endParaRPr lang="zh-CN" altLang="zh-CN" dirty="0">
              <a:latin typeface="Times New Roman" panose="02020603050405020304" pitchFamily="18" charset="0"/>
            </a:endParaRPr>
          </a:p>
        </p:txBody>
      </p:sp>
      <p:sp>
        <p:nvSpPr>
          <p:cNvPr id="17418" name="Rectangle 23"/>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4.2  </a:t>
            </a:r>
            <a:r>
              <a:rPr lang="zh-CN" altLang="en-US" sz="3600" dirty="0">
                <a:solidFill>
                  <a:schemeClr val="bg1"/>
                </a:solidFill>
                <a:latin typeface="Times New Roman" panose="02020603050405020304" pitchFamily="18" charset="0"/>
                <a:ea typeface="黑体" panose="02010609060101010101" pitchFamily="2" charset="-122"/>
              </a:rPr>
              <a:t>可信度方法</a:t>
            </a:r>
            <a:endParaRPr lang="zh-CN" altLang="en-US" sz="3600" dirty="0">
              <a:solidFill>
                <a:schemeClr val="bg1"/>
              </a:solidFill>
              <a:latin typeface="Times New Roman" panose="02020603050405020304" pitchFamily="18" charset="0"/>
              <a:ea typeface="黑体" panose="0201060906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2836"/>
                                        </p:tgtEl>
                                        <p:attrNameLst>
                                          <p:attrName>style.visibility</p:attrName>
                                        </p:attrNameLst>
                                      </p:cBhvr>
                                      <p:to>
                                        <p:strVal val="visible"/>
                                      </p:to>
                                    </p:set>
                                    <p:anim calcmode="lin" valueType="num">
                                      <p:cBhvr additive="base">
                                        <p:cTn id="7" dur="500" fill="hold"/>
                                        <p:tgtEl>
                                          <p:spTgt spid="162836"/>
                                        </p:tgtEl>
                                        <p:attrNameLst>
                                          <p:attrName>ppt_x</p:attrName>
                                        </p:attrNameLst>
                                      </p:cBhvr>
                                      <p:tavLst>
                                        <p:tav tm="0">
                                          <p:val>
                                            <p:strVal val="0-#ppt_w/2"/>
                                          </p:val>
                                        </p:tav>
                                        <p:tav tm="100000">
                                          <p:val>
                                            <p:strVal val="#ppt_x"/>
                                          </p:val>
                                        </p:tav>
                                      </p:tavLst>
                                    </p:anim>
                                    <p:anim calcmode="lin" valueType="num">
                                      <p:cBhvr additive="base">
                                        <p:cTn id="8" dur="500" fill="hold"/>
                                        <p:tgtEl>
                                          <p:spTgt spid="1628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3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58402" name="Rectangle 2"/>
          <p:cNvSpPr>
            <a:spLocks noGrp="1" noChangeArrowheads="1"/>
          </p:cNvSpPr>
          <p:nvPr>
            <p:ph idx="1"/>
          </p:nvPr>
        </p:nvSpPr>
        <p:spPr>
          <a:xfrm>
            <a:off x="374650" y="1741488"/>
            <a:ext cx="8540750" cy="3821113"/>
          </a:xfrm>
          <a:gradFill rotWithShape="0">
            <a:gsLst>
              <a:gs pos="0">
                <a:srgbClr val="CCFFFF"/>
              </a:gs>
              <a:gs pos="50000">
                <a:schemeClr val="bg1"/>
              </a:gs>
              <a:gs pos="100000">
                <a:srgbClr val="CCFFFF"/>
              </a:gs>
            </a:gsLst>
            <a:lin ang="18900000" scaled="1"/>
          </a:gradFill>
          <a:ln>
            <a:solidFill>
              <a:srgbClr val="808080"/>
            </a:solidFill>
          </a:ln>
        </p:spPr>
        <p:txBody>
          <a:bodyPr vert="horz" wrap="square" lIns="91440" tIns="45720" rIns="91440" bIns="45720" numCol="1" anchor="t" anchorCtr="0" compatLnSpc="1"/>
          <a:lstStyle/>
          <a:p>
            <a:pPr marL="0" marR="0" lvl="0" indent="0" algn="just" defTabSz="914400" rtl="0" eaLnBrk="1" fontAlgn="base" latinLnBrk="0" hangingPunct="1">
              <a:lnSpc>
                <a:spcPct val="110000"/>
              </a:lnSpc>
              <a:spcBef>
                <a:spcPct val="30000"/>
              </a:spcBef>
              <a:spcAft>
                <a:spcPct val="0"/>
              </a:spcAft>
              <a:buClr>
                <a:schemeClr val="accent2"/>
              </a:buClr>
              <a:buSzTx/>
              <a:buFont typeface="Wingdings" panose="05000000000000000000" pitchFamily="2" charset="2"/>
              <a:buChar char="§"/>
              <a:defRPr/>
            </a:pPr>
            <a:r>
              <a:rPr kumimoji="0" lang="en-US" altLang="zh-CN"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en-US" altLang="zh-CN" sz="2800" b="1" i="1" u="none" strike="noStrike" kern="0" cap="none" spc="0" normalizeH="0" baseline="0" noProof="0">
                <a:ln>
                  <a:noFill/>
                </a:ln>
                <a:solidFill>
                  <a:schemeClr val="tx1"/>
                </a:solidFill>
                <a:effectLst/>
                <a:uLnTx/>
                <a:uFillTx/>
                <a:latin typeface="Times New Roman" panose="02020603050405020304" pitchFamily="18" charset="0"/>
                <a:ea typeface="+mn-ea"/>
                <a:cs typeface="+mn-cs"/>
              </a:rPr>
              <a:t>CF</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a:t>
            </a:r>
            <a:r>
              <a:rPr kumimoji="0" lang="en-US" altLang="zh-CN" sz="2800" b="1" i="1" u="none" strike="noStrike" kern="0" cap="none" spc="0" normalizeH="0" baseline="0" noProof="0">
                <a:ln>
                  <a:noFill/>
                </a:ln>
                <a:solidFill>
                  <a:schemeClr val="tx1"/>
                </a:solidFill>
                <a:effectLst/>
                <a:uLnTx/>
                <a:uFillTx/>
                <a:latin typeface="Times New Roman" panose="02020603050405020304" pitchFamily="18" charset="0"/>
                <a:ea typeface="+mn-ea"/>
                <a:cs typeface="+mn-cs"/>
              </a:rPr>
              <a:t>H</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a:t>
            </a:r>
            <a:r>
              <a:rPr kumimoji="0" lang="en-US" altLang="zh-CN" sz="2800" b="1" i="1" u="none" strike="noStrike" kern="0" cap="none" spc="0" normalizeH="0" baseline="0" noProof="0">
                <a:ln>
                  <a:noFill/>
                </a:ln>
                <a:solidFill>
                  <a:schemeClr val="tx1"/>
                </a:solidFill>
                <a:effectLst/>
                <a:uLnTx/>
                <a:uFillTx/>
                <a:latin typeface="Times New Roman" panose="02020603050405020304" pitchFamily="18" charset="0"/>
                <a:ea typeface="+mn-ea"/>
                <a:cs typeface="+mn-cs"/>
              </a:rPr>
              <a:t>E</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）的取值范围</a:t>
            </a:r>
            <a:r>
              <a:rPr kumimoji="0" lang="en-US" altLang="zh-CN"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 [-1,1]</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a:t>
            </a:r>
            <a:endPar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endParaRPr>
          </a:p>
          <a:p>
            <a:pPr marL="0" marR="0" lvl="0" indent="0" algn="just" defTabSz="914400" rtl="0" eaLnBrk="1" fontAlgn="base" latinLnBrk="0" hangingPunct="1">
              <a:lnSpc>
                <a:spcPct val="110000"/>
              </a:lnSpc>
              <a:spcBef>
                <a:spcPct val="30000"/>
              </a:spcBef>
              <a:spcAft>
                <a:spcPct val="0"/>
              </a:spcAft>
              <a:buClr>
                <a:schemeClr val="accent2"/>
              </a:buClr>
              <a:buSzTx/>
              <a:buFont typeface="Wingdings" panose="05000000000000000000" pitchFamily="2" charset="2"/>
              <a:buChar char="§"/>
              <a:defRPr/>
            </a:pP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 若由于相应证据的出现增加结论 </a:t>
            </a:r>
            <a:r>
              <a:rPr kumimoji="0" lang="en-US" altLang="zh-CN" sz="2800" b="1" i="1" u="none" strike="noStrike" kern="0" cap="none" spc="0" normalizeH="0" baseline="0" noProof="0">
                <a:ln>
                  <a:noFill/>
                </a:ln>
                <a:solidFill>
                  <a:schemeClr val="tx1"/>
                </a:solidFill>
                <a:effectLst/>
                <a:uLnTx/>
                <a:uFillTx/>
                <a:latin typeface="Times New Roman" panose="02020603050405020304" pitchFamily="18" charset="0"/>
                <a:ea typeface="+mn-ea"/>
                <a:cs typeface="+mn-cs"/>
              </a:rPr>
              <a:t>H </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为真的可信度，则 </a:t>
            </a:r>
            <a:r>
              <a:rPr kumimoji="0" lang="en-US" altLang="zh-CN" sz="2800" b="1" i="1" u="none" strike="noStrike" kern="0" cap="none" spc="0" normalizeH="0" baseline="0" noProof="0">
                <a:ln>
                  <a:noFill/>
                </a:ln>
                <a:solidFill>
                  <a:schemeClr val="tx1"/>
                </a:solidFill>
                <a:effectLst/>
                <a:uLnTx/>
                <a:uFillTx/>
                <a:latin typeface="Times New Roman" panose="02020603050405020304" pitchFamily="18" charset="0"/>
                <a:ea typeface="+mn-ea"/>
                <a:cs typeface="+mn-cs"/>
              </a:rPr>
              <a:t>CF</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a:t>
            </a:r>
            <a:r>
              <a:rPr kumimoji="0" lang="en-US" altLang="zh-CN" sz="2800" b="1" i="1" u="none" strike="noStrike" kern="0" cap="none" spc="0" normalizeH="0" baseline="0" noProof="0">
                <a:ln>
                  <a:noFill/>
                </a:ln>
                <a:solidFill>
                  <a:schemeClr val="tx1"/>
                </a:solidFill>
                <a:effectLst/>
                <a:uLnTx/>
                <a:uFillTx/>
                <a:latin typeface="Times New Roman" panose="02020603050405020304" pitchFamily="18" charset="0"/>
                <a:ea typeface="+mn-ea"/>
                <a:cs typeface="+mn-cs"/>
              </a:rPr>
              <a:t>H</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a:t>
            </a:r>
            <a:r>
              <a:rPr kumimoji="0" lang="en-US" altLang="zh-CN" sz="2800" b="1" i="1" u="none" strike="noStrike" kern="0" cap="none" spc="0" normalizeH="0" baseline="0" noProof="0">
                <a:ln>
                  <a:noFill/>
                </a:ln>
                <a:solidFill>
                  <a:schemeClr val="tx1"/>
                </a:solidFill>
                <a:effectLst/>
                <a:uLnTx/>
                <a:uFillTx/>
                <a:latin typeface="Times New Roman" panose="02020603050405020304" pitchFamily="18" charset="0"/>
                <a:ea typeface="+mn-ea"/>
                <a:cs typeface="+mn-cs"/>
              </a:rPr>
              <a:t>E</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a:t>
            </a:r>
            <a:r>
              <a:rPr kumimoji="0" lang="en-US" altLang="zh-CN"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&gt; 0</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，证据的出现越是支持 </a:t>
            </a:r>
            <a:r>
              <a:rPr kumimoji="0" lang="en-US" altLang="zh-CN" sz="2800" b="1" i="1" u="none" strike="noStrike" kern="0" cap="none" spc="0" normalizeH="0" baseline="0" noProof="0">
                <a:ln>
                  <a:noFill/>
                </a:ln>
                <a:solidFill>
                  <a:schemeClr val="tx1"/>
                </a:solidFill>
                <a:effectLst/>
                <a:uLnTx/>
                <a:uFillTx/>
                <a:latin typeface="Times New Roman" panose="02020603050405020304" pitchFamily="18" charset="0"/>
                <a:ea typeface="+mn-ea"/>
                <a:cs typeface="+mn-cs"/>
              </a:rPr>
              <a:t>H </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为真，就使</a:t>
            </a:r>
            <a:r>
              <a:rPr kumimoji="0" lang="en-US" altLang="zh-CN" sz="2800" b="1" i="1" u="none" strike="noStrike" kern="0" cap="none" spc="0" normalizeH="0" baseline="0" noProof="0">
                <a:ln>
                  <a:noFill/>
                </a:ln>
                <a:solidFill>
                  <a:schemeClr val="tx1"/>
                </a:solidFill>
                <a:effectLst/>
                <a:uLnTx/>
                <a:uFillTx/>
                <a:latin typeface="Times New Roman" panose="02020603050405020304" pitchFamily="18" charset="0"/>
                <a:ea typeface="+mn-ea"/>
                <a:cs typeface="+mn-cs"/>
              </a:rPr>
              <a:t>CF</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a:t>
            </a:r>
            <a:r>
              <a:rPr kumimoji="0" lang="en-US" altLang="zh-CN" sz="2800" b="1" i="1" u="none" strike="noStrike" kern="0" cap="none" spc="0" normalizeH="0" baseline="0" noProof="0">
                <a:ln>
                  <a:noFill/>
                </a:ln>
                <a:solidFill>
                  <a:schemeClr val="tx1"/>
                </a:solidFill>
                <a:effectLst/>
                <a:uLnTx/>
                <a:uFillTx/>
                <a:latin typeface="Times New Roman" panose="02020603050405020304" pitchFamily="18" charset="0"/>
                <a:ea typeface="+mn-ea"/>
                <a:cs typeface="+mn-cs"/>
              </a:rPr>
              <a:t>H</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a:t>
            </a:r>
            <a:r>
              <a:rPr kumimoji="0" lang="en-US" altLang="zh-CN" sz="2800" b="1" i="1" u="none" strike="noStrike" kern="0" cap="none" spc="0" normalizeH="0" baseline="0" noProof="0">
                <a:ln>
                  <a:noFill/>
                </a:ln>
                <a:solidFill>
                  <a:schemeClr val="tx1"/>
                </a:solidFill>
                <a:effectLst/>
                <a:uLnTx/>
                <a:uFillTx/>
                <a:latin typeface="Times New Roman" panose="02020603050405020304" pitchFamily="18" charset="0"/>
                <a:ea typeface="+mn-ea"/>
                <a:cs typeface="+mn-cs"/>
              </a:rPr>
              <a:t>E</a:t>
            </a:r>
            <a:r>
              <a:rPr kumimoji="0" lang="en-US" altLang="zh-CN"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的值越大。</a:t>
            </a:r>
            <a:endPar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endParaRPr>
          </a:p>
          <a:p>
            <a:pPr marL="0" marR="0" lvl="0" indent="0" algn="just" defTabSz="914400" rtl="0" eaLnBrk="1" fontAlgn="base" latinLnBrk="0" hangingPunct="1">
              <a:lnSpc>
                <a:spcPct val="110000"/>
              </a:lnSpc>
              <a:spcBef>
                <a:spcPct val="30000"/>
              </a:spcBef>
              <a:spcAft>
                <a:spcPct val="0"/>
              </a:spcAft>
              <a:buClr>
                <a:schemeClr val="accent2"/>
              </a:buClr>
              <a:buSzTx/>
              <a:buFont typeface="Wingdings" panose="05000000000000000000" pitchFamily="2" charset="2"/>
              <a:buChar char="§"/>
              <a:defRPr/>
            </a:pP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 反之，</a:t>
            </a:r>
            <a:r>
              <a:rPr kumimoji="0" lang="en-US" altLang="zh-CN" sz="2800" b="1" i="1" u="none" strike="noStrike" kern="0" cap="none" spc="0" normalizeH="0" baseline="0" noProof="0">
                <a:ln>
                  <a:noFill/>
                </a:ln>
                <a:solidFill>
                  <a:schemeClr val="tx1"/>
                </a:solidFill>
                <a:effectLst/>
                <a:uLnTx/>
                <a:uFillTx/>
                <a:latin typeface="Times New Roman" panose="02020603050405020304" pitchFamily="18" charset="0"/>
                <a:ea typeface="+mn-ea"/>
                <a:cs typeface="+mn-cs"/>
              </a:rPr>
              <a:t>CF</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a:t>
            </a:r>
            <a:r>
              <a:rPr kumimoji="0" lang="en-US" altLang="zh-CN" sz="2800" b="1" i="1" u="none" strike="noStrike" kern="0" cap="none" spc="0" normalizeH="0" baseline="0" noProof="0">
                <a:ln>
                  <a:noFill/>
                </a:ln>
                <a:solidFill>
                  <a:schemeClr val="tx1"/>
                </a:solidFill>
                <a:effectLst/>
                <a:uLnTx/>
                <a:uFillTx/>
                <a:latin typeface="Times New Roman" panose="02020603050405020304" pitchFamily="18" charset="0"/>
                <a:ea typeface="+mn-ea"/>
                <a:cs typeface="+mn-cs"/>
              </a:rPr>
              <a:t>H</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a:t>
            </a:r>
            <a:r>
              <a:rPr kumimoji="0" lang="en-US" altLang="zh-CN" sz="2800" b="1" i="1" u="none" strike="noStrike" kern="0" cap="none" spc="0" normalizeH="0" baseline="0" noProof="0">
                <a:ln>
                  <a:noFill/>
                </a:ln>
                <a:solidFill>
                  <a:schemeClr val="tx1"/>
                </a:solidFill>
                <a:effectLst/>
                <a:uLnTx/>
                <a:uFillTx/>
                <a:latin typeface="Times New Roman" panose="02020603050405020304" pitchFamily="18" charset="0"/>
                <a:ea typeface="+mn-ea"/>
                <a:cs typeface="+mn-cs"/>
              </a:rPr>
              <a:t>E</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a:t>
            </a:r>
            <a:r>
              <a:rPr kumimoji="0" lang="en-US" altLang="zh-CN"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&lt; 0</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，证据的出现越是支持 </a:t>
            </a:r>
            <a:r>
              <a:rPr kumimoji="0" lang="en-US" altLang="zh-CN" sz="2800" b="1" i="1" u="none" strike="noStrike" kern="0" cap="none" spc="0" normalizeH="0" baseline="0" noProof="0">
                <a:ln>
                  <a:noFill/>
                </a:ln>
                <a:solidFill>
                  <a:schemeClr val="tx1"/>
                </a:solidFill>
                <a:effectLst/>
                <a:uLnTx/>
                <a:uFillTx/>
                <a:latin typeface="Times New Roman" panose="02020603050405020304" pitchFamily="18" charset="0"/>
                <a:ea typeface="+mn-ea"/>
                <a:cs typeface="+mn-cs"/>
              </a:rPr>
              <a:t>H </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为假，</a:t>
            </a:r>
            <a:r>
              <a:rPr kumimoji="0" lang="en-US" altLang="zh-CN" sz="2800" b="1" i="1" u="none" strike="noStrike" kern="0" cap="none" spc="0" normalizeH="0" baseline="0" noProof="0">
                <a:ln>
                  <a:noFill/>
                </a:ln>
                <a:solidFill>
                  <a:schemeClr val="tx1"/>
                </a:solidFill>
                <a:effectLst/>
                <a:uLnTx/>
                <a:uFillTx/>
                <a:latin typeface="Times New Roman" panose="02020603050405020304" pitchFamily="18" charset="0"/>
                <a:ea typeface="+mn-ea"/>
                <a:cs typeface="+mn-cs"/>
              </a:rPr>
              <a:t>CF</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a:t>
            </a:r>
            <a:r>
              <a:rPr kumimoji="0" lang="en-US" altLang="zh-CN" sz="2800" b="1" i="1" u="none" strike="noStrike" kern="0" cap="none" spc="0" normalizeH="0" baseline="0" noProof="0">
                <a:ln>
                  <a:noFill/>
                </a:ln>
                <a:solidFill>
                  <a:schemeClr val="tx1"/>
                </a:solidFill>
                <a:effectLst/>
                <a:uLnTx/>
                <a:uFillTx/>
                <a:latin typeface="Times New Roman" panose="02020603050405020304" pitchFamily="18" charset="0"/>
                <a:ea typeface="+mn-ea"/>
                <a:cs typeface="+mn-cs"/>
              </a:rPr>
              <a:t>H</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a:t>
            </a:r>
            <a:r>
              <a:rPr kumimoji="0" lang="en-US" altLang="zh-CN" sz="2800" b="1" i="1" u="none" strike="noStrike" kern="0" cap="none" spc="0" normalizeH="0" baseline="0" noProof="0">
                <a:ln>
                  <a:noFill/>
                </a:ln>
                <a:solidFill>
                  <a:schemeClr val="tx1"/>
                </a:solidFill>
                <a:effectLst/>
                <a:uLnTx/>
                <a:uFillTx/>
                <a:latin typeface="Times New Roman" panose="02020603050405020304" pitchFamily="18" charset="0"/>
                <a:ea typeface="+mn-ea"/>
                <a:cs typeface="+mn-cs"/>
              </a:rPr>
              <a:t>E</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）的值就越小。</a:t>
            </a:r>
            <a:endPar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endParaRPr>
          </a:p>
          <a:p>
            <a:pPr marL="0" marR="0" lvl="0" indent="0" algn="just" defTabSz="914400" rtl="0" eaLnBrk="1" fontAlgn="base" latinLnBrk="0" hangingPunct="1">
              <a:lnSpc>
                <a:spcPct val="110000"/>
              </a:lnSpc>
              <a:spcBef>
                <a:spcPct val="30000"/>
              </a:spcBef>
              <a:spcAft>
                <a:spcPct val="0"/>
              </a:spcAft>
              <a:buClr>
                <a:schemeClr val="accent2"/>
              </a:buClr>
              <a:buSzTx/>
              <a:buFont typeface="Wingdings" panose="05000000000000000000" pitchFamily="2" charset="2"/>
              <a:buChar char="§"/>
              <a:defRPr/>
            </a:pP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 若证据的出现与否与 </a:t>
            </a:r>
            <a:r>
              <a:rPr kumimoji="0" lang="en-US" altLang="zh-CN" sz="2800" b="1" i="1" u="none" strike="noStrike" kern="0" cap="none" spc="0" normalizeH="0" baseline="0" noProof="0">
                <a:ln>
                  <a:noFill/>
                </a:ln>
                <a:solidFill>
                  <a:schemeClr val="tx1"/>
                </a:solidFill>
                <a:effectLst/>
                <a:uLnTx/>
                <a:uFillTx/>
                <a:latin typeface="Times New Roman" panose="02020603050405020304" pitchFamily="18" charset="0"/>
                <a:ea typeface="+mn-ea"/>
                <a:cs typeface="+mn-cs"/>
              </a:rPr>
              <a:t>H </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无关，则 </a:t>
            </a:r>
            <a:r>
              <a:rPr kumimoji="0" lang="en-US" altLang="zh-CN" sz="2800" b="1" i="1" u="none" strike="noStrike" kern="0" cap="none" spc="0" normalizeH="0" baseline="0" noProof="0">
                <a:ln>
                  <a:noFill/>
                </a:ln>
                <a:solidFill>
                  <a:schemeClr val="tx1"/>
                </a:solidFill>
                <a:effectLst/>
                <a:uLnTx/>
                <a:uFillTx/>
                <a:latin typeface="Times New Roman" panose="02020603050405020304" pitchFamily="18" charset="0"/>
                <a:ea typeface="+mn-ea"/>
                <a:cs typeface="+mn-cs"/>
              </a:rPr>
              <a:t>CF</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a:t>
            </a:r>
            <a:r>
              <a:rPr kumimoji="0" lang="en-US" altLang="zh-CN" sz="2800" b="1" i="1" u="none" strike="noStrike" kern="0" cap="none" spc="0" normalizeH="0" baseline="0" noProof="0">
                <a:ln>
                  <a:noFill/>
                </a:ln>
                <a:solidFill>
                  <a:schemeClr val="tx1"/>
                </a:solidFill>
                <a:effectLst/>
                <a:uLnTx/>
                <a:uFillTx/>
                <a:latin typeface="Times New Roman" panose="02020603050405020304" pitchFamily="18" charset="0"/>
                <a:ea typeface="+mn-ea"/>
                <a:cs typeface="+mn-cs"/>
              </a:rPr>
              <a:t>H</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a:t>
            </a:r>
            <a:r>
              <a:rPr kumimoji="0" lang="en-US" altLang="zh-CN" sz="2800" b="1" i="1" u="none" strike="noStrike" kern="0" cap="none" spc="0" normalizeH="0" baseline="0" noProof="0">
                <a:ln>
                  <a:noFill/>
                </a:ln>
                <a:solidFill>
                  <a:schemeClr val="tx1"/>
                </a:solidFill>
                <a:effectLst/>
                <a:uLnTx/>
                <a:uFillTx/>
                <a:latin typeface="Times New Roman" panose="02020603050405020304" pitchFamily="18" charset="0"/>
                <a:ea typeface="+mn-ea"/>
                <a:cs typeface="+mn-cs"/>
              </a:rPr>
              <a:t>E</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a:t>
            </a:r>
            <a:r>
              <a:rPr kumimoji="0" lang="en-US" altLang="zh-CN"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 0</a:t>
            </a:r>
            <a:r>
              <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a:t>
            </a:r>
            <a:endParaRPr kumimoji="0" lang="zh-CN" altLang="en-US" sz="2800" b="1" i="0" u="none" strike="noStrike" kern="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8435" name="Rectangle 3"/>
          <p:cNvSpPr/>
          <p:nvPr/>
        </p:nvSpPr>
        <p:spPr>
          <a:xfrm>
            <a:off x="0" y="3319463"/>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18436" name="Rectangle 6"/>
          <p:cNvSpPr/>
          <p:nvPr/>
        </p:nvSpPr>
        <p:spPr>
          <a:xfrm>
            <a:off x="0" y="3500438"/>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18437" name="Rectangle 8"/>
          <p:cNvSpPr/>
          <p:nvPr/>
        </p:nvSpPr>
        <p:spPr>
          <a:xfrm>
            <a:off x="323850" y="879475"/>
            <a:ext cx="3754438" cy="604838"/>
          </a:xfrm>
          <a:prstGeom prst="rect">
            <a:avLst/>
          </a:prstGeom>
          <a:noFill/>
          <a:ln w="9525">
            <a:noFill/>
          </a:ln>
        </p:spPr>
        <p:txBody>
          <a:bodyPr wrap="none" anchor="t" anchorCtr="0">
            <a:spAutoFit/>
          </a:bodyPr>
          <a:p>
            <a:pPr>
              <a:lnSpc>
                <a:spcPct val="120000"/>
              </a:lnSpc>
              <a:spcBef>
                <a:spcPct val="30000"/>
              </a:spcBef>
              <a:buClr>
                <a:schemeClr val="accent2"/>
              </a:buClr>
              <a:buFont typeface="Wingdings" panose="05000000000000000000" pitchFamily="2" charset="2"/>
            </a:pPr>
            <a:r>
              <a:rPr lang="en-US" altLang="zh-CN" sz="2800" b="1" dirty="0">
                <a:latin typeface="Times New Roman" panose="02020603050405020304" pitchFamily="18" charset="0"/>
                <a:ea typeface="宋体" panose="02010600030101010101" pitchFamily="2" charset="-122"/>
              </a:rPr>
              <a:t>1. </a:t>
            </a:r>
            <a:r>
              <a:rPr lang="zh-CN" altLang="en-US" sz="2800" b="1" dirty="0">
                <a:latin typeface="Times New Roman" panose="02020603050405020304" pitchFamily="18" charset="0"/>
                <a:ea typeface="宋体" panose="02010600030101010101" pitchFamily="2" charset="-122"/>
              </a:rPr>
              <a:t>知识不确定性的表示</a:t>
            </a:r>
            <a:endParaRPr lang="zh-CN" altLang="en-US" sz="2800" b="1" dirty="0">
              <a:latin typeface="Times New Roman" panose="02020603050405020304" pitchFamily="18" charset="0"/>
              <a:ea typeface="宋体" panose="02010600030101010101" pitchFamily="2" charset="-122"/>
            </a:endParaRPr>
          </a:p>
        </p:txBody>
      </p:sp>
      <p:sp>
        <p:nvSpPr>
          <p:cNvPr id="18438" name="Rectangle 11"/>
          <p:cNvSpPr>
            <a:spLocks noGrp="1"/>
          </p:cNvSpPr>
          <p:nvPr>
            <p:ph type="title"/>
          </p:nvPr>
        </p:nvSpPr>
        <p:spPr/>
        <p:txBody>
          <a:bodyPr vert="horz" wrap="square" lIns="91440" tIns="45720" rIns="91440" bIns="45720" anchor="b" anchorCtr="0"/>
          <a:p>
            <a:pPr eaLnBrk="1" hangingPunct="1"/>
            <a:endParaRPr lang="zh-CN" altLang="zh-CN" dirty="0">
              <a:latin typeface="Times New Roman" panose="02020603050405020304" pitchFamily="18" charset="0"/>
            </a:endParaRPr>
          </a:p>
        </p:txBody>
      </p:sp>
      <p:sp>
        <p:nvSpPr>
          <p:cNvPr id="18439" name="Rectangle 12"/>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4.2  </a:t>
            </a:r>
            <a:r>
              <a:rPr lang="zh-CN" altLang="en-US" sz="3600" dirty="0">
                <a:solidFill>
                  <a:schemeClr val="bg1"/>
                </a:solidFill>
                <a:latin typeface="Times New Roman" panose="02020603050405020304" pitchFamily="18" charset="0"/>
                <a:ea typeface="黑体" panose="02010609060101010101" pitchFamily="2" charset="-122"/>
              </a:rPr>
              <a:t>可信度方法</a:t>
            </a:r>
            <a:endParaRPr lang="zh-CN" altLang="en-US" sz="3600" dirty="0">
              <a:solidFill>
                <a:schemeClr val="bg1"/>
              </a:solidFill>
              <a:latin typeface="Times New Roman" panose="02020603050405020304" pitchFamily="18" charset="0"/>
              <a:ea typeface="黑体" panose="0201060906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58402">
                                            <p:txEl>
                                              <p:charRg st="0" end="24"/>
                                            </p:txEl>
                                          </p:spTgt>
                                        </p:tgtEl>
                                        <p:attrNameLst>
                                          <p:attrName>style.visibility</p:attrName>
                                        </p:attrNameLst>
                                      </p:cBhvr>
                                      <p:to>
                                        <p:strVal val="visible"/>
                                      </p:to>
                                    </p:set>
                                    <p:animEffect transition="in" filter="checkerboard(across)">
                                      <p:cBhvr>
                                        <p:cTn id="7" dur="500"/>
                                        <p:tgtEl>
                                          <p:spTgt spid="358402">
                                            <p:txEl>
                                              <p:charRg st="0" end="24"/>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58402">
                                            <p:txEl>
                                              <p:charRg st="24" end="93"/>
                                            </p:txEl>
                                          </p:spTgt>
                                        </p:tgtEl>
                                        <p:attrNameLst>
                                          <p:attrName>style.visibility</p:attrName>
                                        </p:attrNameLst>
                                      </p:cBhvr>
                                      <p:to>
                                        <p:strVal val="visible"/>
                                      </p:to>
                                    </p:set>
                                    <p:animEffect transition="in" filter="checkerboard(across)">
                                      <p:cBhvr>
                                        <p:cTn id="12" dur="500"/>
                                        <p:tgtEl>
                                          <p:spTgt spid="358402">
                                            <p:txEl>
                                              <p:charRg st="24" end="9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58402">
                                            <p:txEl>
                                              <p:charRg st="93" end="137"/>
                                            </p:txEl>
                                          </p:spTgt>
                                        </p:tgtEl>
                                        <p:attrNameLst>
                                          <p:attrName>style.visibility</p:attrName>
                                        </p:attrNameLst>
                                      </p:cBhvr>
                                      <p:to>
                                        <p:strVal val="visible"/>
                                      </p:to>
                                    </p:set>
                                    <p:animEffect transition="in" filter="checkerboard(across)">
                                      <p:cBhvr>
                                        <p:cTn id="17" dur="500"/>
                                        <p:tgtEl>
                                          <p:spTgt spid="358402">
                                            <p:txEl>
                                              <p:charRg st="93" end="13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58402">
                                            <p:txEl>
                                              <p:charRg st="137" end="167"/>
                                            </p:txEl>
                                          </p:spTgt>
                                        </p:tgtEl>
                                        <p:attrNameLst>
                                          <p:attrName>style.visibility</p:attrName>
                                        </p:attrNameLst>
                                      </p:cBhvr>
                                      <p:to>
                                        <p:strVal val="visible"/>
                                      </p:to>
                                    </p:set>
                                    <p:animEffect transition="in" filter="checkerboard(across)">
                                      <p:cBhvr>
                                        <p:cTn id="22" dur="500"/>
                                        <p:tgtEl>
                                          <p:spTgt spid="358402">
                                            <p:txEl>
                                              <p:charRg st="137" end="16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68963" name="Rectangle 3"/>
          <p:cNvSpPr>
            <a:spLocks noGrp="1"/>
          </p:cNvSpPr>
          <p:nvPr>
            <p:ph idx="1"/>
          </p:nvPr>
        </p:nvSpPr>
        <p:spPr>
          <a:xfrm>
            <a:off x="465138" y="2667000"/>
            <a:ext cx="8221662" cy="3352800"/>
          </a:xfrm>
          <a:gradFill rotWithShape="0">
            <a:gsLst>
              <a:gs pos="0">
                <a:srgbClr val="99CCFF"/>
              </a:gs>
              <a:gs pos="100000">
                <a:schemeClr val="bg1"/>
              </a:gs>
            </a:gsLst>
            <a:path path="rect">
              <a:fillToRect l="100000" t="100000"/>
            </a:path>
            <a:tileRect/>
          </a:gradFill>
          <a:ln>
            <a:solidFill>
              <a:srgbClr val="808080"/>
            </a:solidFill>
            <a:miter/>
          </a:ln>
        </p:spPr>
        <p:txBody>
          <a:bodyPr vert="horz" wrap="square" lIns="91440" tIns="45720" rIns="91440" bIns="45720" anchor="t" anchorCtr="0"/>
          <a:p>
            <a:pPr marL="196850" indent="-196850" eaLnBrk="1" hangingPunct="1">
              <a:buFont typeface="Wingdings" panose="05000000000000000000" pitchFamily="2" charset="2"/>
              <a:buChar char="§"/>
            </a:pPr>
            <a:r>
              <a:rPr lang="zh-CN" altLang="en-US" sz="2400" b="1" dirty="0">
                <a:latin typeface="Times New Roman" panose="02020603050405020304" pitchFamily="18" charset="0"/>
              </a:rPr>
              <a:t>证据</a:t>
            </a:r>
            <a:r>
              <a:rPr lang="en-US" altLang="zh-CN" sz="2400" b="1" i="1" dirty="0">
                <a:latin typeface="Times New Roman" panose="02020603050405020304" pitchFamily="18" charset="0"/>
              </a:rPr>
              <a:t>E</a:t>
            </a:r>
            <a:r>
              <a:rPr lang="zh-CN" altLang="en-US" sz="2400" b="1" dirty="0">
                <a:latin typeface="Times New Roman" panose="02020603050405020304" pitchFamily="18" charset="0"/>
              </a:rPr>
              <a:t>的可信度取值范围：</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1] </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a:p>
            <a:pPr marL="196850" indent="-196850" eaLnBrk="1" hangingPunct="1">
              <a:buFont typeface="Wingdings" panose="05000000000000000000" pitchFamily="2" charset="2"/>
              <a:buChar char="§"/>
            </a:pPr>
            <a:r>
              <a:rPr lang="zh-CN" altLang="en-US" sz="2400" b="1" dirty="0">
                <a:latin typeface="Times New Roman" panose="02020603050405020304" pitchFamily="18" charset="0"/>
              </a:rPr>
              <a:t>对于初始证据，若所有观察</a:t>
            </a:r>
            <a:r>
              <a:rPr lang="en-US" altLang="zh-CN" sz="2400" b="1" i="1" dirty="0">
                <a:latin typeface="Times New Roman" panose="02020603050405020304" pitchFamily="18" charset="0"/>
              </a:rPr>
              <a:t>S</a:t>
            </a:r>
            <a:r>
              <a:rPr lang="zh-CN" altLang="en-US" sz="2400" b="1" dirty="0">
                <a:latin typeface="Times New Roman" panose="02020603050405020304" pitchFamily="18" charset="0"/>
              </a:rPr>
              <a:t>能肯定它为真，则</a:t>
            </a:r>
            <a:r>
              <a:rPr lang="en-US" altLang="zh-CN" sz="2400" b="1" i="1" dirty="0">
                <a:latin typeface="Times New Roman" panose="02020603050405020304" pitchFamily="18" charset="0"/>
              </a:rPr>
              <a:t>CF</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E</a:t>
            </a:r>
            <a:r>
              <a:rPr lang="en-US" altLang="zh-CN" sz="2400" b="1" dirty="0">
                <a:latin typeface="Times New Roman" panose="02020603050405020304" pitchFamily="18" charset="0"/>
              </a:rPr>
              <a:t>)= 1</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a:p>
            <a:pPr marL="196850" indent="-196850" eaLnBrk="1" hangingPunct="1">
              <a:buFont typeface="Wingdings" panose="05000000000000000000" pitchFamily="2" charset="2"/>
              <a:buChar char="§"/>
            </a:pPr>
            <a:r>
              <a:rPr lang="zh-CN" altLang="en-US" sz="2400" b="1" dirty="0">
                <a:latin typeface="Times New Roman" panose="02020603050405020304" pitchFamily="18" charset="0"/>
              </a:rPr>
              <a:t>若肯定它为假，则 </a:t>
            </a:r>
            <a:r>
              <a:rPr lang="zh-CN" altLang="en-US" sz="2400" b="1" i="1" dirty="0">
                <a:latin typeface="Times New Roman" panose="02020603050405020304" pitchFamily="18" charset="0"/>
              </a:rPr>
              <a:t> </a:t>
            </a:r>
            <a:r>
              <a:rPr lang="en-US" altLang="zh-CN" sz="2400" b="1" i="1" dirty="0">
                <a:latin typeface="Times New Roman" panose="02020603050405020304" pitchFamily="18" charset="0"/>
              </a:rPr>
              <a:t>CF(E)</a:t>
            </a:r>
            <a:r>
              <a:rPr lang="en-US" altLang="zh-CN" sz="2400" b="1" dirty="0">
                <a:latin typeface="Times New Roman" panose="02020603050405020304" pitchFamily="18" charset="0"/>
              </a:rPr>
              <a:t> = –1</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a:p>
            <a:pPr marL="196850" indent="-196850" eaLnBrk="1" hangingPunct="1">
              <a:buFont typeface="Wingdings" panose="05000000000000000000" pitchFamily="2" charset="2"/>
              <a:buChar char="§"/>
            </a:pPr>
            <a:r>
              <a:rPr lang="zh-CN" altLang="en-US" sz="2400" b="1" dirty="0">
                <a:latin typeface="Times New Roman" panose="02020603050405020304" pitchFamily="18" charset="0"/>
              </a:rPr>
              <a:t>若以某种程度为真，则   </a:t>
            </a:r>
            <a:r>
              <a:rPr lang="en-US" altLang="zh-CN" sz="2400" b="1" dirty="0">
                <a:latin typeface="Times New Roman" panose="02020603050405020304" pitchFamily="18" charset="0"/>
              </a:rPr>
              <a:t>0 &lt; </a:t>
            </a:r>
            <a:r>
              <a:rPr lang="en-US" altLang="zh-CN" sz="2400" b="1" i="1" dirty="0">
                <a:latin typeface="Times New Roman" panose="02020603050405020304" pitchFamily="18" charset="0"/>
              </a:rPr>
              <a:t>CF(E)</a:t>
            </a:r>
            <a:r>
              <a:rPr lang="en-US" altLang="zh-CN" sz="2400" b="1" dirty="0">
                <a:latin typeface="Times New Roman" panose="02020603050405020304" pitchFamily="18" charset="0"/>
              </a:rPr>
              <a:t> &lt; 1</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a:p>
            <a:pPr marL="196850" indent="-196850" eaLnBrk="1" hangingPunct="1">
              <a:buFont typeface="Wingdings" panose="05000000000000000000" pitchFamily="2" charset="2"/>
              <a:buChar char="§"/>
            </a:pPr>
            <a:r>
              <a:rPr lang="zh-CN" altLang="en-US" sz="2400" b="1" dirty="0">
                <a:latin typeface="Times New Roman" panose="02020603050405020304" pitchFamily="18" charset="0"/>
              </a:rPr>
              <a:t>若以某种程度为假，则 －</a:t>
            </a:r>
            <a:r>
              <a:rPr lang="en-US" altLang="zh-CN" sz="2400" b="1" dirty="0">
                <a:latin typeface="Times New Roman" panose="02020603050405020304" pitchFamily="18" charset="0"/>
              </a:rPr>
              <a:t>1 &lt; </a:t>
            </a:r>
            <a:r>
              <a:rPr lang="en-US" altLang="zh-CN" sz="2400" b="1" i="1" dirty="0">
                <a:latin typeface="Times New Roman" panose="02020603050405020304" pitchFamily="18" charset="0"/>
              </a:rPr>
              <a:t>CF(E)</a:t>
            </a:r>
            <a:r>
              <a:rPr lang="en-US" altLang="zh-CN" sz="2400" b="1" dirty="0">
                <a:latin typeface="Times New Roman" panose="02020603050405020304" pitchFamily="18" charset="0"/>
              </a:rPr>
              <a:t> &lt; 0 </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a:p>
            <a:pPr marL="196850" indent="-196850" eaLnBrk="1" hangingPunct="1">
              <a:buFont typeface="Wingdings" panose="05000000000000000000" pitchFamily="2" charset="2"/>
              <a:buChar char="§"/>
            </a:pPr>
            <a:r>
              <a:rPr lang="zh-CN" altLang="en-US" sz="2400" b="1" dirty="0">
                <a:latin typeface="Times New Roman" panose="02020603050405020304" pitchFamily="18" charset="0"/>
              </a:rPr>
              <a:t>若未获得任何相关的观察，则 </a:t>
            </a:r>
            <a:r>
              <a:rPr lang="en-US" altLang="zh-CN" sz="2400" b="1" i="1" dirty="0">
                <a:latin typeface="Times New Roman" panose="02020603050405020304" pitchFamily="18" charset="0"/>
              </a:rPr>
              <a:t>CF(E)</a:t>
            </a:r>
            <a:r>
              <a:rPr lang="en-US" altLang="zh-CN" sz="2400" b="1" dirty="0">
                <a:latin typeface="Times New Roman" panose="02020603050405020304" pitchFamily="18" charset="0"/>
              </a:rPr>
              <a:t> = 0</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19459" name="Text Box 5"/>
          <p:cNvSpPr txBox="1"/>
          <p:nvPr/>
        </p:nvSpPr>
        <p:spPr>
          <a:xfrm>
            <a:off x="3276600" y="1484313"/>
            <a:ext cx="2071688" cy="366712"/>
          </a:xfrm>
          <a:prstGeom prst="rect">
            <a:avLst/>
          </a:prstGeom>
          <a:noFill/>
          <a:ln w="9525">
            <a:noFill/>
          </a:ln>
        </p:spPr>
        <p:txBody>
          <a:bodyPr anchor="t" anchorCtr="0">
            <a:spAutoFit/>
          </a:bodyPr>
          <a:p>
            <a:pPr>
              <a:buClrTx/>
              <a:buFontTx/>
            </a:pPr>
            <a:endParaRPr lang="zh-CN" altLang="zh-CN" dirty="0">
              <a:latin typeface="Arial" panose="020B0604020202020204" pitchFamily="34" charset="0"/>
              <a:ea typeface="宋体" panose="02010600030101010101" pitchFamily="2" charset="-122"/>
            </a:endParaRPr>
          </a:p>
        </p:txBody>
      </p:sp>
      <p:sp>
        <p:nvSpPr>
          <p:cNvPr id="168966" name="Text Box 6"/>
          <p:cNvSpPr txBox="1"/>
          <p:nvPr/>
        </p:nvSpPr>
        <p:spPr>
          <a:xfrm>
            <a:off x="1143000" y="1743075"/>
            <a:ext cx="5876925" cy="466725"/>
          </a:xfrm>
          <a:prstGeom prst="rect">
            <a:avLst/>
          </a:prstGeom>
          <a:gradFill rotWithShape="0">
            <a:gsLst>
              <a:gs pos="0">
                <a:srgbClr val="99CCFF"/>
              </a:gs>
              <a:gs pos="100000">
                <a:schemeClr val="bg1"/>
              </a:gs>
            </a:gsLst>
            <a:path path="shape">
              <a:fillToRect l="50000" t="50000" r="50000" b="50000"/>
            </a:path>
            <a:tileRect/>
          </a:gradFill>
          <a:ln w="9525" cap="flat" cmpd="sng">
            <a:solidFill>
              <a:srgbClr val="808080"/>
            </a:solidFill>
            <a:prstDash val="solid"/>
            <a:miter/>
            <a:headEnd type="none" w="med" len="med"/>
            <a:tailEnd type="none" w="med" len="med"/>
          </a:ln>
        </p:spPr>
        <p:txBody>
          <a:bodyPr anchor="t" anchorCtr="0">
            <a:spAutoFit/>
          </a:bodyPr>
          <a:p>
            <a:pPr algn="ctr">
              <a:buClrTx/>
              <a:buFontTx/>
            </a:pPr>
            <a:r>
              <a:rPr lang="en-US" altLang="zh-CN" sz="2400" i="1" dirty="0">
                <a:latin typeface="Times New Roman" panose="02020603050405020304" pitchFamily="18" charset="0"/>
                <a:ea typeface="宋体" panose="02010600030101010101" pitchFamily="2" charset="-122"/>
              </a:rPr>
              <a:t>CF(E)</a:t>
            </a:r>
            <a:r>
              <a:rPr lang="zh-CN" altLang="en-US"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0.6</a:t>
            </a:r>
            <a:r>
              <a:rPr lang="zh-CN" altLang="en-US" sz="2400" dirty="0">
                <a:latin typeface="Times New Roman" panose="02020603050405020304" pitchFamily="18" charset="0"/>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E</a:t>
            </a:r>
            <a:r>
              <a:rPr lang="zh-CN" altLang="en-US" sz="2400" dirty="0">
                <a:latin typeface="Times New Roman" panose="02020603050405020304" pitchFamily="18" charset="0"/>
                <a:ea typeface="宋体" panose="02010600030101010101" pitchFamily="2" charset="-122"/>
              </a:rPr>
              <a:t>的可信度为</a:t>
            </a:r>
            <a:r>
              <a:rPr lang="en-US" altLang="zh-CN" sz="2400" dirty="0">
                <a:latin typeface="Times New Roman" panose="02020603050405020304" pitchFamily="18" charset="0"/>
                <a:ea typeface="宋体" panose="02010600030101010101" pitchFamily="2" charset="-122"/>
              </a:rPr>
              <a:t>0.6</a:t>
            </a:r>
            <a:endParaRPr lang="en-US" altLang="zh-CN" sz="3000" dirty="0">
              <a:latin typeface="Times New Roman" panose="02020603050405020304" pitchFamily="18" charset="0"/>
              <a:ea typeface="宋体" panose="02010600030101010101" pitchFamily="2" charset="-122"/>
            </a:endParaRPr>
          </a:p>
        </p:txBody>
      </p:sp>
      <p:sp>
        <p:nvSpPr>
          <p:cNvPr id="19461" name="Rectangle 7"/>
          <p:cNvSpPr/>
          <p:nvPr/>
        </p:nvSpPr>
        <p:spPr>
          <a:xfrm>
            <a:off x="412750" y="947738"/>
            <a:ext cx="3754438" cy="561975"/>
          </a:xfrm>
          <a:prstGeom prst="rect">
            <a:avLst/>
          </a:prstGeom>
          <a:noFill/>
          <a:ln w="9525">
            <a:noFill/>
          </a:ln>
        </p:spPr>
        <p:txBody>
          <a:bodyPr wrap="none" anchor="t" anchorCtr="0">
            <a:spAutoFit/>
          </a:bodyPr>
          <a:p>
            <a:pPr>
              <a:lnSpc>
                <a:spcPct val="110000"/>
              </a:lnSpc>
              <a:spcBef>
                <a:spcPct val="30000"/>
              </a:spcBef>
              <a:buClr>
                <a:schemeClr val="accent2"/>
              </a:buClr>
              <a:buFont typeface="Wingdings" panose="05000000000000000000" pitchFamily="2" charset="2"/>
            </a:pPr>
            <a:r>
              <a:rPr lang="en-US" altLang="zh-CN" sz="2800" b="1" dirty="0">
                <a:latin typeface="Times New Roman" panose="02020603050405020304" pitchFamily="18" charset="0"/>
                <a:ea typeface="宋体" panose="02010600030101010101" pitchFamily="2" charset="-122"/>
              </a:rPr>
              <a:t>2. </a:t>
            </a:r>
            <a:r>
              <a:rPr lang="zh-CN" altLang="en-US" sz="2800" b="1" dirty="0">
                <a:latin typeface="Times New Roman" panose="02020603050405020304" pitchFamily="18" charset="0"/>
                <a:ea typeface="宋体" panose="02010600030101010101" pitchFamily="2" charset="-122"/>
              </a:rPr>
              <a:t>证据不确定性的表示</a:t>
            </a:r>
            <a:endParaRPr lang="zh-CN" altLang="en-US" sz="2800" b="1" dirty="0">
              <a:latin typeface="Times New Roman" panose="02020603050405020304" pitchFamily="18" charset="0"/>
              <a:ea typeface="宋体" panose="02010600030101010101" pitchFamily="2" charset="-122"/>
            </a:endParaRPr>
          </a:p>
        </p:txBody>
      </p:sp>
      <p:sp>
        <p:nvSpPr>
          <p:cNvPr id="19462" name="Rectangle 9"/>
          <p:cNvSpPr>
            <a:spLocks noGrp="1"/>
          </p:cNvSpPr>
          <p:nvPr>
            <p:ph type="title"/>
          </p:nvPr>
        </p:nvSpPr>
        <p:spPr/>
        <p:txBody>
          <a:bodyPr vert="horz" wrap="square" lIns="91440" tIns="45720" rIns="91440" bIns="45720" anchor="b" anchorCtr="0"/>
          <a:p>
            <a:pPr eaLnBrk="1" hangingPunct="1"/>
            <a:endParaRPr lang="zh-CN" altLang="zh-CN" dirty="0">
              <a:latin typeface="Times New Roman" panose="02020603050405020304" pitchFamily="18" charset="0"/>
            </a:endParaRPr>
          </a:p>
        </p:txBody>
      </p:sp>
      <p:sp>
        <p:nvSpPr>
          <p:cNvPr id="19463" name="Rectangle 10"/>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4.2  </a:t>
            </a:r>
            <a:r>
              <a:rPr lang="zh-CN" altLang="en-US" sz="3600" dirty="0">
                <a:solidFill>
                  <a:schemeClr val="bg1"/>
                </a:solidFill>
                <a:latin typeface="Times New Roman" panose="02020603050405020304" pitchFamily="18" charset="0"/>
                <a:ea typeface="黑体" panose="02010609060101010101" pitchFamily="2" charset="-122"/>
              </a:rPr>
              <a:t>可信度方法</a:t>
            </a:r>
            <a:endParaRPr lang="zh-CN" altLang="en-US" sz="3600" dirty="0">
              <a:solidFill>
                <a:schemeClr val="bg1"/>
              </a:solidFill>
              <a:latin typeface="Times New Roman" panose="02020603050405020304" pitchFamily="18" charset="0"/>
              <a:ea typeface="黑体" panose="0201060906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8966"/>
                                        </p:tgtEl>
                                        <p:attrNameLst>
                                          <p:attrName>style.visibility</p:attrName>
                                        </p:attrNameLst>
                                      </p:cBhvr>
                                      <p:to>
                                        <p:strVal val="visible"/>
                                      </p:to>
                                    </p:set>
                                    <p:anim calcmode="lin" valueType="num">
                                      <p:cBhvr additive="base">
                                        <p:cTn id="7" dur="500" fill="hold"/>
                                        <p:tgtEl>
                                          <p:spTgt spid="168966"/>
                                        </p:tgtEl>
                                        <p:attrNameLst>
                                          <p:attrName>ppt_x</p:attrName>
                                        </p:attrNameLst>
                                      </p:cBhvr>
                                      <p:tavLst>
                                        <p:tav tm="0">
                                          <p:val>
                                            <p:strVal val="#ppt_x"/>
                                          </p:val>
                                        </p:tav>
                                        <p:tav tm="100000">
                                          <p:val>
                                            <p:strVal val="#ppt_x"/>
                                          </p:val>
                                        </p:tav>
                                      </p:tavLst>
                                    </p:anim>
                                    <p:anim calcmode="lin" valueType="num">
                                      <p:cBhvr additive="base">
                                        <p:cTn id="8" dur="500" fill="hold"/>
                                        <p:tgtEl>
                                          <p:spTgt spid="1689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8963"/>
                                        </p:tgtEl>
                                        <p:attrNameLst>
                                          <p:attrName>style.visibility</p:attrName>
                                        </p:attrNameLst>
                                      </p:cBhvr>
                                      <p:to>
                                        <p:strVal val="visible"/>
                                      </p:to>
                                    </p:set>
                                    <p:anim calcmode="lin" valueType="num">
                                      <p:cBhvr additive="base">
                                        <p:cTn id="13" dur="500" fill="hold"/>
                                        <p:tgtEl>
                                          <p:spTgt spid="168963"/>
                                        </p:tgtEl>
                                        <p:attrNameLst>
                                          <p:attrName>ppt_x</p:attrName>
                                        </p:attrNameLst>
                                      </p:cBhvr>
                                      <p:tavLst>
                                        <p:tav tm="0">
                                          <p:val>
                                            <p:strVal val="0-#ppt_w/2"/>
                                          </p:val>
                                        </p:tav>
                                        <p:tav tm="100000">
                                          <p:val>
                                            <p:strVal val="#ppt_x"/>
                                          </p:val>
                                        </p:tav>
                                      </p:tavLst>
                                    </p:anim>
                                    <p:anim calcmode="lin" valueType="num">
                                      <p:cBhvr additive="base">
                                        <p:cTn id="14" dur="500" fill="hold"/>
                                        <p:tgtEl>
                                          <p:spTgt spid="168963"/>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 presetClass="entr" presetSubtype="8" fill="hold" grpId="0" nodeType="afterEffect">
                                  <p:stCondLst>
                                    <p:cond delay="0"/>
                                  </p:stCondLst>
                                  <p:childTnLst>
                                    <p:set>
                                      <p:cBhvr>
                                        <p:cTn id="17" dur="1" fill="hold">
                                          <p:stCondLst>
                                            <p:cond delay="0"/>
                                          </p:stCondLst>
                                        </p:cTn>
                                        <p:tgtEl>
                                          <p:spTgt spid="168963">
                                            <p:txEl>
                                              <p:charRg st="0" end="21"/>
                                            </p:txEl>
                                          </p:spTgt>
                                        </p:tgtEl>
                                        <p:attrNameLst>
                                          <p:attrName>style.visibility</p:attrName>
                                        </p:attrNameLst>
                                      </p:cBhvr>
                                      <p:to>
                                        <p:strVal val="visible"/>
                                      </p:to>
                                    </p:set>
                                    <p:anim calcmode="lin" valueType="num">
                                      <p:cBhvr additive="base">
                                        <p:cTn id="18" dur="500" fill="hold"/>
                                        <p:tgtEl>
                                          <p:spTgt spid="168963">
                                            <p:txEl>
                                              <p:charRg st="0" end="2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68963">
                                            <p:txEl>
                                              <p:charRg st="0" end="21"/>
                                            </p:txEl>
                                          </p:spTgt>
                                        </p:tgtEl>
                                        <p:attrNameLst>
                                          <p:attrName>ppt_y</p:attrName>
                                        </p:attrNameLst>
                                      </p:cBhvr>
                                      <p:tavLst>
                                        <p:tav tm="0">
                                          <p:val>
                                            <p:strVal val="#ppt_y"/>
                                          </p:val>
                                        </p:tav>
                                        <p:tav tm="100000">
                                          <p:val>
                                            <p:strVal val="#ppt_y"/>
                                          </p:val>
                                        </p:tav>
                                      </p:tavLst>
                                    </p:anim>
                                  </p:childTnLst>
                                </p:cTn>
                              </p:par>
                            </p:childTnLst>
                          </p:cTn>
                        </p:par>
                        <p:par>
                          <p:cTn id="20" fill="hold">
                            <p:stCondLst>
                              <p:cond delay="1000"/>
                            </p:stCondLst>
                            <p:childTnLst>
                              <p:par>
                                <p:cTn id="21" presetID="2" presetClass="entr" presetSubtype="8" fill="hold" grpId="0" nodeType="afterEffect">
                                  <p:stCondLst>
                                    <p:cond delay="0"/>
                                  </p:stCondLst>
                                  <p:childTnLst>
                                    <p:set>
                                      <p:cBhvr>
                                        <p:cTn id="22" dur="1" fill="hold">
                                          <p:stCondLst>
                                            <p:cond delay="0"/>
                                          </p:stCondLst>
                                        </p:cTn>
                                        <p:tgtEl>
                                          <p:spTgt spid="168963">
                                            <p:txEl>
                                              <p:charRg st="21" end="52"/>
                                            </p:txEl>
                                          </p:spTgt>
                                        </p:tgtEl>
                                        <p:attrNameLst>
                                          <p:attrName>style.visibility</p:attrName>
                                        </p:attrNameLst>
                                      </p:cBhvr>
                                      <p:to>
                                        <p:strVal val="visible"/>
                                      </p:to>
                                    </p:set>
                                    <p:anim calcmode="lin" valueType="num">
                                      <p:cBhvr additive="base">
                                        <p:cTn id="23" dur="500" fill="hold"/>
                                        <p:tgtEl>
                                          <p:spTgt spid="168963">
                                            <p:txEl>
                                              <p:charRg st="21" end="52"/>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68963">
                                            <p:txEl>
                                              <p:charRg st="21" end="52"/>
                                            </p:txEl>
                                          </p:spTgt>
                                        </p:tgtEl>
                                        <p:attrNameLst>
                                          <p:attrName>ppt_y</p:attrName>
                                        </p:attrNameLst>
                                      </p:cBhvr>
                                      <p:tavLst>
                                        <p:tav tm="0">
                                          <p:val>
                                            <p:strVal val="#ppt_y"/>
                                          </p:val>
                                        </p:tav>
                                        <p:tav tm="100000">
                                          <p:val>
                                            <p:strVal val="#ppt_y"/>
                                          </p:val>
                                        </p:tav>
                                      </p:tavLst>
                                    </p:anim>
                                  </p:childTnLst>
                                </p:cTn>
                              </p:par>
                            </p:childTnLst>
                          </p:cTn>
                        </p:par>
                        <p:par>
                          <p:cTn id="25" fill="hold">
                            <p:stCondLst>
                              <p:cond delay="1500"/>
                            </p:stCondLst>
                            <p:childTnLst>
                              <p:par>
                                <p:cTn id="26" presetID="2" presetClass="entr" presetSubtype="8" fill="hold" grpId="0" nodeType="afterEffect">
                                  <p:stCondLst>
                                    <p:cond delay="0"/>
                                  </p:stCondLst>
                                  <p:childTnLst>
                                    <p:set>
                                      <p:cBhvr>
                                        <p:cTn id="27" dur="1" fill="hold">
                                          <p:stCondLst>
                                            <p:cond delay="0"/>
                                          </p:stCondLst>
                                        </p:cTn>
                                        <p:tgtEl>
                                          <p:spTgt spid="168963">
                                            <p:txEl>
                                              <p:charRg st="52" end="74"/>
                                            </p:txEl>
                                          </p:spTgt>
                                        </p:tgtEl>
                                        <p:attrNameLst>
                                          <p:attrName>style.visibility</p:attrName>
                                        </p:attrNameLst>
                                      </p:cBhvr>
                                      <p:to>
                                        <p:strVal val="visible"/>
                                      </p:to>
                                    </p:set>
                                    <p:anim calcmode="lin" valueType="num">
                                      <p:cBhvr additive="base">
                                        <p:cTn id="28" dur="500" fill="hold"/>
                                        <p:tgtEl>
                                          <p:spTgt spid="168963">
                                            <p:txEl>
                                              <p:charRg st="52" end="74"/>
                                            </p:txEl>
                                          </p:spTgt>
                                        </p:tgtEl>
                                        <p:attrNameLst>
                                          <p:attrName>ppt_x</p:attrName>
                                        </p:attrNameLst>
                                      </p:cBhvr>
                                      <p:tavLst>
                                        <p:tav tm="0">
                                          <p:val>
                                            <p:strVal val="0-#ppt_w/2"/>
                                          </p:val>
                                        </p:tav>
                                        <p:tav tm="100000">
                                          <p:val>
                                            <p:strVal val="#ppt_x"/>
                                          </p:val>
                                        </p:tav>
                                      </p:tavLst>
                                    </p:anim>
                                    <p:anim calcmode="lin" valueType="num">
                                      <p:cBhvr additive="base">
                                        <p:cTn id="29" dur="500" fill="hold"/>
                                        <p:tgtEl>
                                          <p:spTgt spid="168963">
                                            <p:txEl>
                                              <p:charRg st="52" end="74"/>
                                            </p:txEl>
                                          </p:spTgt>
                                        </p:tgtEl>
                                        <p:attrNameLst>
                                          <p:attrName>ppt_y</p:attrName>
                                        </p:attrNameLst>
                                      </p:cBhvr>
                                      <p:tavLst>
                                        <p:tav tm="0">
                                          <p:val>
                                            <p:strVal val="#ppt_y"/>
                                          </p:val>
                                        </p:tav>
                                        <p:tav tm="100000">
                                          <p:val>
                                            <p:strVal val="#ppt_y"/>
                                          </p:val>
                                        </p:tav>
                                      </p:tavLst>
                                    </p:anim>
                                  </p:childTnLst>
                                </p:cTn>
                              </p:par>
                            </p:childTnLst>
                          </p:cTn>
                        </p:par>
                        <p:par>
                          <p:cTn id="30" fill="hold">
                            <p:stCondLst>
                              <p:cond delay="2000"/>
                            </p:stCondLst>
                            <p:childTnLst>
                              <p:par>
                                <p:cTn id="31" presetID="2" presetClass="entr" presetSubtype="8" fill="hold" grpId="0" nodeType="afterEffect">
                                  <p:stCondLst>
                                    <p:cond delay="0"/>
                                  </p:stCondLst>
                                  <p:childTnLst>
                                    <p:set>
                                      <p:cBhvr>
                                        <p:cTn id="32" dur="1" fill="hold">
                                          <p:stCondLst>
                                            <p:cond delay="0"/>
                                          </p:stCondLst>
                                        </p:cTn>
                                        <p:tgtEl>
                                          <p:spTgt spid="168963">
                                            <p:txEl>
                                              <p:charRg st="74" end="102"/>
                                            </p:txEl>
                                          </p:spTgt>
                                        </p:tgtEl>
                                        <p:attrNameLst>
                                          <p:attrName>style.visibility</p:attrName>
                                        </p:attrNameLst>
                                      </p:cBhvr>
                                      <p:to>
                                        <p:strVal val="visible"/>
                                      </p:to>
                                    </p:set>
                                    <p:anim calcmode="lin" valueType="num">
                                      <p:cBhvr additive="base">
                                        <p:cTn id="33" dur="500" fill="hold"/>
                                        <p:tgtEl>
                                          <p:spTgt spid="168963">
                                            <p:txEl>
                                              <p:charRg st="74" end="102"/>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68963">
                                            <p:txEl>
                                              <p:charRg st="74" end="102"/>
                                            </p:txEl>
                                          </p:spTgt>
                                        </p:tgtEl>
                                        <p:attrNameLst>
                                          <p:attrName>ppt_y</p:attrName>
                                        </p:attrNameLst>
                                      </p:cBhvr>
                                      <p:tavLst>
                                        <p:tav tm="0">
                                          <p:val>
                                            <p:strVal val="#ppt_y"/>
                                          </p:val>
                                        </p:tav>
                                        <p:tav tm="100000">
                                          <p:val>
                                            <p:strVal val="#ppt_y"/>
                                          </p:val>
                                        </p:tav>
                                      </p:tavLst>
                                    </p:anim>
                                  </p:childTnLst>
                                </p:cTn>
                              </p:par>
                            </p:childTnLst>
                          </p:cTn>
                        </p:par>
                        <p:par>
                          <p:cTn id="35" fill="hold">
                            <p:stCondLst>
                              <p:cond delay="2500"/>
                            </p:stCondLst>
                            <p:childTnLst>
                              <p:par>
                                <p:cTn id="36" presetID="2" presetClass="entr" presetSubtype="8" fill="hold" grpId="0" nodeType="afterEffect">
                                  <p:stCondLst>
                                    <p:cond delay="0"/>
                                  </p:stCondLst>
                                  <p:childTnLst>
                                    <p:set>
                                      <p:cBhvr>
                                        <p:cTn id="37" dur="1" fill="hold">
                                          <p:stCondLst>
                                            <p:cond delay="0"/>
                                          </p:stCondLst>
                                        </p:cTn>
                                        <p:tgtEl>
                                          <p:spTgt spid="168963">
                                            <p:txEl>
                                              <p:charRg st="102" end="130"/>
                                            </p:txEl>
                                          </p:spTgt>
                                        </p:tgtEl>
                                        <p:attrNameLst>
                                          <p:attrName>style.visibility</p:attrName>
                                        </p:attrNameLst>
                                      </p:cBhvr>
                                      <p:to>
                                        <p:strVal val="visible"/>
                                      </p:to>
                                    </p:set>
                                    <p:anim calcmode="lin" valueType="num">
                                      <p:cBhvr additive="base">
                                        <p:cTn id="38" dur="500" fill="hold"/>
                                        <p:tgtEl>
                                          <p:spTgt spid="168963">
                                            <p:txEl>
                                              <p:charRg st="102" end="130"/>
                                            </p:txEl>
                                          </p:spTgt>
                                        </p:tgtEl>
                                        <p:attrNameLst>
                                          <p:attrName>ppt_x</p:attrName>
                                        </p:attrNameLst>
                                      </p:cBhvr>
                                      <p:tavLst>
                                        <p:tav tm="0">
                                          <p:val>
                                            <p:strVal val="0-#ppt_w/2"/>
                                          </p:val>
                                        </p:tav>
                                        <p:tav tm="100000">
                                          <p:val>
                                            <p:strVal val="#ppt_x"/>
                                          </p:val>
                                        </p:tav>
                                      </p:tavLst>
                                    </p:anim>
                                    <p:anim calcmode="lin" valueType="num">
                                      <p:cBhvr additive="base">
                                        <p:cTn id="39" dur="500" fill="hold"/>
                                        <p:tgtEl>
                                          <p:spTgt spid="168963">
                                            <p:txEl>
                                              <p:charRg st="102" end="130"/>
                                            </p:txEl>
                                          </p:spTgt>
                                        </p:tgtEl>
                                        <p:attrNameLst>
                                          <p:attrName>ppt_y</p:attrName>
                                        </p:attrNameLst>
                                      </p:cBhvr>
                                      <p:tavLst>
                                        <p:tav tm="0">
                                          <p:val>
                                            <p:strVal val="#ppt_y"/>
                                          </p:val>
                                        </p:tav>
                                        <p:tav tm="100000">
                                          <p:val>
                                            <p:strVal val="#ppt_y"/>
                                          </p:val>
                                        </p:tav>
                                      </p:tavLst>
                                    </p:anim>
                                  </p:childTnLst>
                                </p:cTn>
                              </p:par>
                            </p:childTnLst>
                          </p:cTn>
                        </p:par>
                        <p:par>
                          <p:cTn id="40" fill="hold">
                            <p:stCondLst>
                              <p:cond delay="3000"/>
                            </p:stCondLst>
                            <p:childTnLst>
                              <p:par>
                                <p:cTn id="41" presetID="2" presetClass="entr" presetSubtype="8" fill="hold" grpId="0" nodeType="afterEffect">
                                  <p:stCondLst>
                                    <p:cond delay="0"/>
                                  </p:stCondLst>
                                  <p:childTnLst>
                                    <p:set>
                                      <p:cBhvr>
                                        <p:cTn id="42" dur="1" fill="hold">
                                          <p:stCondLst>
                                            <p:cond delay="0"/>
                                          </p:stCondLst>
                                        </p:cTn>
                                        <p:tgtEl>
                                          <p:spTgt spid="168963">
                                            <p:txEl>
                                              <p:charRg st="130" end="155"/>
                                            </p:txEl>
                                          </p:spTgt>
                                        </p:tgtEl>
                                        <p:attrNameLst>
                                          <p:attrName>style.visibility</p:attrName>
                                        </p:attrNameLst>
                                      </p:cBhvr>
                                      <p:to>
                                        <p:strVal val="visible"/>
                                      </p:to>
                                    </p:set>
                                    <p:anim calcmode="lin" valueType="num">
                                      <p:cBhvr additive="base">
                                        <p:cTn id="43" dur="500" fill="hold"/>
                                        <p:tgtEl>
                                          <p:spTgt spid="168963">
                                            <p:txEl>
                                              <p:charRg st="130" end="155"/>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68963">
                                            <p:txEl>
                                              <p:charRg st="130" end="15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3" grpId="0" animBg="1" build="p"/>
      <p:bldP spid="16896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0482" name="Rectangle 26"/>
          <p:cNvSpPr/>
          <p:nvPr/>
        </p:nvSpPr>
        <p:spPr>
          <a:xfrm>
            <a:off x="412750" y="947738"/>
            <a:ext cx="3754438" cy="561975"/>
          </a:xfrm>
          <a:prstGeom prst="rect">
            <a:avLst/>
          </a:prstGeom>
          <a:noFill/>
          <a:ln w="9525">
            <a:noFill/>
          </a:ln>
        </p:spPr>
        <p:txBody>
          <a:bodyPr wrap="none" anchor="t" anchorCtr="0">
            <a:spAutoFit/>
          </a:bodyPr>
          <a:p>
            <a:pPr>
              <a:lnSpc>
                <a:spcPct val="110000"/>
              </a:lnSpc>
              <a:spcBef>
                <a:spcPct val="30000"/>
              </a:spcBef>
              <a:buClr>
                <a:schemeClr val="accent2"/>
              </a:buClr>
              <a:buFont typeface="Wingdings" panose="05000000000000000000" pitchFamily="2" charset="2"/>
            </a:pPr>
            <a:r>
              <a:rPr lang="en-US" altLang="zh-CN" sz="2800" b="1" dirty="0">
                <a:latin typeface="Times New Roman" panose="02020603050405020304" pitchFamily="18" charset="0"/>
                <a:ea typeface="宋体" panose="02010600030101010101" pitchFamily="2" charset="-122"/>
              </a:rPr>
              <a:t>2. </a:t>
            </a:r>
            <a:r>
              <a:rPr lang="zh-CN" altLang="en-US" sz="2800" b="1" dirty="0">
                <a:latin typeface="Times New Roman" panose="02020603050405020304" pitchFamily="18" charset="0"/>
                <a:ea typeface="宋体" panose="02010600030101010101" pitchFamily="2" charset="-122"/>
              </a:rPr>
              <a:t>证据不确定性的表示</a:t>
            </a:r>
            <a:endParaRPr lang="zh-CN" altLang="en-US" sz="2800" b="1" dirty="0">
              <a:latin typeface="Times New Roman" panose="02020603050405020304" pitchFamily="18" charset="0"/>
              <a:ea typeface="宋体" panose="02010600030101010101" pitchFamily="2" charset="-122"/>
            </a:endParaRPr>
          </a:p>
        </p:txBody>
      </p:sp>
      <p:sp>
        <p:nvSpPr>
          <p:cNvPr id="171035" name="Text Box 27"/>
          <p:cNvSpPr txBox="1"/>
          <p:nvPr/>
        </p:nvSpPr>
        <p:spPr>
          <a:xfrm>
            <a:off x="457200" y="1828800"/>
            <a:ext cx="8153400" cy="1689100"/>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lgn="just">
              <a:spcBef>
                <a:spcPct val="50000"/>
              </a:spcBef>
              <a:buClr>
                <a:schemeClr val="accent2"/>
              </a:buClr>
              <a:buFont typeface="Wingdings" panose="05000000000000000000" pitchFamily="2" charset="2"/>
              <a:buChar char="§"/>
            </a:pPr>
            <a:r>
              <a:rPr lang="en-US" altLang="zh-CN" sz="2600" b="1" dirty="0">
                <a:latin typeface="Times New Roman" panose="02020603050405020304" pitchFamily="18" charset="0"/>
                <a:ea typeface="宋体" panose="02010600030101010101" pitchFamily="2" charset="-122"/>
              </a:rPr>
              <a:t> </a:t>
            </a:r>
            <a:r>
              <a:rPr lang="zh-CN" altLang="en-US" sz="2600" b="1" dirty="0">
                <a:latin typeface="Times New Roman" panose="02020603050405020304" pitchFamily="18" charset="0"/>
                <a:ea typeface="宋体" panose="02010600030101010101" pitchFamily="2" charset="-122"/>
              </a:rPr>
              <a:t>静态强度</a:t>
            </a:r>
            <a:r>
              <a:rPr lang="en-US" altLang="zh-CN" sz="2600" i="1" dirty="0">
                <a:latin typeface="Times New Roman" panose="02020603050405020304" pitchFamily="18" charset="0"/>
                <a:ea typeface="宋体" panose="02010600030101010101" pitchFamily="2" charset="-122"/>
              </a:rPr>
              <a:t>CF</a:t>
            </a:r>
            <a:r>
              <a:rPr lang="zh-CN" altLang="en-US" sz="2600" dirty="0">
                <a:latin typeface="Times New Roman" panose="02020603050405020304" pitchFamily="18" charset="0"/>
                <a:ea typeface="宋体" panose="02010600030101010101" pitchFamily="2" charset="-122"/>
              </a:rPr>
              <a:t>（</a:t>
            </a:r>
            <a:r>
              <a:rPr lang="en-US" altLang="zh-CN" sz="2600" i="1" dirty="0">
                <a:latin typeface="Times New Roman" panose="02020603050405020304" pitchFamily="18" charset="0"/>
                <a:ea typeface="宋体" panose="02010600030101010101" pitchFamily="2" charset="-122"/>
              </a:rPr>
              <a:t>H</a:t>
            </a:r>
            <a:r>
              <a:rPr lang="zh-CN" altLang="en-US" sz="2600" i="1" dirty="0">
                <a:latin typeface="Times New Roman" panose="02020603050405020304" pitchFamily="18" charset="0"/>
                <a:ea typeface="宋体" panose="02010600030101010101" pitchFamily="2" charset="-122"/>
              </a:rPr>
              <a:t>，</a:t>
            </a:r>
            <a:r>
              <a:rPr lang="en-US" altLang="zh-CN" sz="2600" i="1" dirty="0">
                <a:latin typeface="Times New Roman" panose="02020603050405020304" pitchFamily="18" charset="0"/>
                <a:ea typeface="宋体" panose="02010600030101010101" pitchFamily="2" charset="-122"/>
              </a:rPr>
              <a:t>E</a:t>
            </a:r>
            <a:r>
              <a:rPr lang="zh-CN" altLang="en-US" sz="2600" dirty="0">
                <a:latin typeface="Times New Roman" panose="02020603050405020304" pitchFamily="18" charset="0"/>
                <a:ea typeface="宋体" panose="02010600030101010101" pitchFamily="2" charset="-122"/>
              </a:rPr>
              <a:t>）：知识的强度，即当 </a:t>
            </a:r>
            <a:r>
              <a:rPr lang="en-US" altLang="zh-CN" sz="2600" i="1" dirty="0">
                <a:latin typeface="Times New Roman" panose="02020603050405020304" pitchFamily="18" charset="0"/>
                <a:ea typeface="宋体" panose="02010600030101010101" pitchFamily="2" charset="-122"/>
              </a:rPr>
              <a:t>E </a:t>
            </a:r>
            <a:r>
              <a:rPr lang="zh-CN" altLang="en-US" sz="2600" dirty="0">
                <a:latin typeface="Times New Roman" panose="02020603050405020304" pitchFamily="18" charset="0"/>
                <a:ea typeface="宋体" panose="02010600030101010101" pitchFamily="2" charset="-122"/>
              </a:rPr>
              <a:t>所对应</a:t>
            </a:r>
            <a:endParaRPr lang="zh-CN" altLang="en-US" sz="2600" dirty="0">
              <a:latin typeface="Times New Roman" panose="02020603050405020304" pitchFamily="18" charset="0"/>
              <a:ea typeface="宋体" panose="02010600030101010101" pitchFamily="2" charset="-122"/>
            </a:endParaRPr>
          </a:p>
          <a:p>
            <a:pPr algn="just">
              <a:spcBef>
                <a:spcPct val="50000"/>
              </a:spcBef>
              <a:buClr>
                <a:schemeClr val="accent2"/>
              </a:buClr>
              <a:buFont typeface="Wingdings" panose="05000000000000000000" pitchFamily="2" charset="2"/>
            </a:pPr>
            <a:r>
              <a:rPr lang="zh-CN" altLang="en-US" sz="2600" dirty="0">
                <a:latin typeface="Times New Roman" panose="02020603050405020304" pitchFamily="18" charset="0"/>
                <a:ea typeface="宋体" panose="02010600030101010101" pitchFamily="2" charset="-122"/>
              </a:rPr>
              <a:t>   的证据为真时对 </a:t>
            </a:r>
            <a:r>
              <a:rPr lang="en-US" altLang="zh-CN" sz="2600" i="1" dirty="0">
                <a:latin typeface="Times New Roman" panose="02020603050405020304" pitchFamily="18" charset="0"/>
                <a:ea typeface="宋体" panose="02010600030101010101" pitchFamily="2" charset="-122"/>
              </a:rPr>
              <a:t>H </a:t>
            </a:r>
            <a:r>
              <a:rPr lang="zh-CN" altLang="en-US" sz="2600" dirty="0">
                <a:latin typeface="Times New Roman" panose="02020603050405020304" pitchFamily="18" charset="0"/>
                <a:ea typeface="宋体" panose="02010600030101010101" pitchFamily="2" charset="-122"/>
              </a:rPr>
              <a:t>的影响程度。</a:t>
            </a:r>
            <a:endParaRPr lang="zh-CN" altLang="en-US" sz="2600" dirty="0">
              <a:latin typeface="Times New Roman" panose="02020603050405020304" pitchFamily="18" charset="0"/>
              <a:ea typeface="宋体" panose="02010600030101010101" pitchFamily="2" charset="-122"/>
            </a:endParaRPr>
          </a:p>
          <a:p>
            <a:pPr algn="just">
              <a:spcBef>
                <a:spcPct val="50000"/>
              </a:spcBef>
              <a:buClr>
                <a:schemeClr val="accent2"/>
              </a:buClr>
              <a:buFont typeface="Wingdings" panose="05000000000000000000" pitchFamily="2" charset="2"/>
              <a:buChar char="§"/>
            </a:pPr>
            <a:r>
              <a:rPr lang="zh-CN" altLang="en-US" sz="2600" b="1" dirty="0">
                <a:latin typeface="Times New Roman" panose="02020603050405020304" pitchFamily="18" charset="0"/>
                <a:ea typeface="宋体" panose="02010600030101010101" pitchFamily="2" charset="-122"/>
              </a:rPr>
              <a:t> 动态强度</a:t>
            </a:r>
            <a:r>
              <a:rPr lang="zh-CN" altLang="en-US" sz="2600" dirty="0">
                <a:latin typeface="Times New Roman" panose="02020603050405020304" pitchFamily="18" charset="0"/>
                <a:ea typeface="宋体" panose="02010600030101010101" pitchFamily="2" charset="-122"/>
              </a:rPr>
              <a:t> </a:t>
            </a:r>
            <a:r>
              <a:rPr lang="en-US" altLang="zh-CN" sz="2600" i="1" dirty="0">
                <a:latin typeface="Times New Roman" panose="02020603050405020304" pitchFamily="18" charset="0"/>
                <a:ea typeface="宋体" panose="02010600030101010101" pitchFamily="2" charset="-122"/>
              </a:rPr>
              <a:t>CF</a:t>
            </a:r>
            <a:r>
              <a:rPr lang="zh-CN" altLang="en-US" sz="2600" dirty="0">
                <a:latin typeface="Times New Roman" panose="02020603050405020304" pitchFamily="18" charset="0"/>
                <a:ea typeface="宋体" panose="02010600030101010101" pitchFamily="2" charset="-122"/>
              </a:rPr>
              <a:t>（</a:t>
            </a:r>
            <a:r>
              <a:rPr lang="en-US" altLang="zh-CN" sz="2600" i="1" dirty="0">
                <a:latin typeface="Times New Roman" panose="02020603050405020304" pitchFamily="18" charset="0"/>
                <a:ea typeface="宋体" panose="02010600030101010101" pitchFamily="2" charset="-122"/>
              </a:rPr>
              <a:t>E</a:t>
            </a:r>
            <a:r>
              <a:rPr lang="zh-CN" altLang="en-US" sz="2600" dirty="0">
                <a:latin typeface="Times New Roman" panose="02020603050405020304" pitchFamily="18" charset="0"/>
                <a:ea typeface="宋体" panose="02010600030101010101" pitchFamily="2" charset="-122"/>
              </a:rPr>
              <a:t>）：证据 </a:t>
            </a:r>
            <a:r>
              <a:rPr lang="en-US" altLang="zh-CN" sz="2600" i="1" dirty="0">
                <a:latin typeface="Times New Roman" panose="02020603050405020304" pitchFamily="18" charset="0"/>
                <a:ea typeface="宋体" panose="02010600030101010101" pitchFamily="2" charset="-122"/>
              </a:rPr>
              <a:t>E</a:t>
            </a:r>
            <a:r>
              <a:rPr lang="en-US" altLang="zh-CN" sz="2600" dirty="0">
                <a:latin typeface="Times New Roman" panose="02020603050405020304" pitchFamily="18" charset="0"/>
                <a:ea typeface="宋体" panose="02010600030101010101" pitchFamily="2" charset="-122"/>
              </a:rPr>
              <a:t> </a:t>
            </a:r>
            <a:r>
              <a:rPr lang="zh-CN" altLang="en-US" sz="2600" dirty="0">
                <a:latin typeface="Times New Roman" panose="02020603050405020304" pitchFamily="18" charset="0"/>
                <a:ea typeface="宋体" panose="02010600030101010101" pitchFamily="2" charset="-122"/>
              </a:rPr>
              <a:t>当前的不确定性程度。</a:t>
            </a:r>
            <a:endParaRPr lang="zh-CN" altLang="en-US" sz="2600" dirty="0">
              <a:latin typeface="Times New Roman" panose="02020603050405020304" pitchFamily="18" charset="0"/>
              <a:ea typeface="宋体" panose="02010600030101010101" pitchFamily="2" charset="-122"/>
            </a:endParaRPr>
          </a:p>
        </p:txBody>
      </p:sp>
      <p:sp>
        <p:nvSpPr>
          <p:cNvPr id="20484" name="Rectangle 29"/>
          <p:cNvSpPr>
            <a:spLocks noGrp="1"/>
          </p:cNvSpPr>
          <p:nvPr>
            <p:ph type="title"/>
          </p:nvPr>
        </p:nvSpPr>
        <p:spPr/>
        <p:txBody>
          <a:bodyPr vert="horz" wrap="square" lIns="91440" tIns="45720" rIns="91440" bIns="45720" anchor="b" anchorCtr="0"/>
          <a:p>
            <a:pPr eaLnBrk="1" hangingPunct="1"/>
            <a:endParaRPr lang="zh-CN" altLang="zh-CN" dirty="0">
              <a:latin typeface="Times New Roman" panose="02020603050405020304" pitchFamily="18" charset="0"/>
            </a:endParaRPr>
          </a:p>
        </p:txBody>
      </p:sp>
      <p:sp>
        <p:nvSpPr>
          <p:cNvPr id="20485" name="Rectangle 30"/>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4.2  </a:t>
            </a:r>
            <a:r>
              <a:rPr lang="zh-CN" altLang="en-US" sz="3600" dirty="0">
                <a:solidFill>
                  <a:schemeClr val="bg1"/>
                </a:solidFill>
                <a:latin typeface="Times New Roman" panose="02020603050405020304" pitchFamily="18" charset="0"/>
                <a:ea typeface="黑体" panose="02010609060101010101" pitchFamily="2" charset="-122"/>
              </a:rPr>
              <a:t>可信度方法</a:t>
            </a:r>
            <a:endParaRPr lang="zh-CN" altLang="en-US" sz="3600" dirty="0">
              <a:solidFill>
                <a:schemeClr val="bg1"/>
              </a:solidFill>
              <a:latin typeface="Times New Roman" panose="02020603050405020304" pitchFamily="18" charset="0"/>
              <a:ea typeface="黑体" panose="0201060906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1035"/>
                                        </p:tgtEl>
                                        <p:attrNameLst>
                                          <p:attrName>style.visibility</p:attrName>
                                        </p:attrNameLst>
                                      </p:cBhvr>
                                      <p:to>
                                        <p:strVal val="visible"/>
                                      </p:to>
                                    </p:set>
                                    <p:anim calcmode="lin" valueType="num">
                                      <p:cBhvr additive="base">
                                        <p:cTn id="7" dur="500" fill="hold"/>
                                        <p:tgtEl>
                                          <p:spTgt spid="171035"/>
                                        </p:tgtEl>
                                        <p:attrNameLst>
                                          <p:attrName>ppt_x</p:attrName>
                                        </p:attrNameLst>
                                      </p:cBhvr>
                                      <p:tavLst>
                                        <p:tav tm="0">
                                          <p:val>
                                            <p:strVal val="#ppt_x"/>
                                          </p:val>
                                        </p:tav>
                                        <p:tav tm="100000">
                                          <p:val>
                                            <p:strVal val="#ppt_x"/>
                                          </p:val>
                                        </p:tav>
                                      </p:tavLst>
                                    </p:anim>
                                    <p:anim calcmode="lin" valueType="num">
                                      <p:cBhvr additive="base">
                                        <p:cTn id="8" dur="500" fill="hold"/>
                                        <p:tgtEl>
                                          <p:spTgt spid="1710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3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1506" name="Rectangle 2"/>
          <p:cNvSpPr>
            <a:spLocks noGrp="1"/>
          </p:cNvSpPr>
          <p:nvPr>
            <p:ph idx="1"/>
          </p:nvPr>
        </p:nvSpPr>
        <p:spPr>
          <a:xfrm>
            <a:off x="298450" y="1743075"/>
            <a:ext cx="8540750" cy="4200525"/>
          </a:xfrm>
          <a:solidFill>
            <a:srgbClr val="FFFFFF"/>
          </a:solidFill>
          <a:ln>
            <a:solidFill>
              <a:srgbClr val="808080"/>
            </a:solidFill>
            <a:miter/>
          </a:ln>
        </p:spPr>
        <p:txBody>
          <a:bodyPr vert="horz" wrap="square" lIns="91440" tIns="45720" rIns="91440" bIns="45720" anchor="t" anchorCtr="0"/>
          <a:p>
            <a:pPr marL="196850" indent="-196850" eaLnBrk="1" hangingPunct="1">
              <a:lnSpc>
                <a:spcPct val="80000"/>
              </a:lnSpc>
              <a:buFont typeface="Wingdings" panose="05000000000000000000" pitchFamily="2" charset="2"/>
              <a:buChar char="§"/>
            </a:pPr>
            <a:r>
              <a:rPr lang="en-US" altLang="zh-CN" sz="2600" dirty="0">
                <a:latin typeface="Times New Roman" panose="02020603050405020304" pitchFamily="18" charset="0"/>
              </a:rPr>
              <a:t> </a:t>
            </a:r>
            <a:r>
              <a:rPr lang="zh-CN" altLang="en-US" sz="2600" dirty="0">
                <a:latin typeface="Times New Roman" panose="02020603050405020304" pitchFamily="18" charset="0"/>
              </a:rPr>
              <a:t>组合证据：</a:t>
            </a:r>
            <a:r>
              <a:rPr lang="zh-CN" altLang="en-US" sz="2600" dirty="0">
                <a:solidFill>
                  <a:schemeClr val="accent2"/>
                </a:solidFill>
                <a:latin typeface="Times New Roman" panose="02020603050405020304" pitchFamily="18" charset="0"/>
              </a:rPr>
              <a:t>多个单一证据的合取</a:t>
            </a:r>
            <a:endParaRPr lang="zh-CN" altLang="en-US" sz="2600" dirty="0">
              <a:latin typeface="Times New Roman" panose="02020603050405020304" pitchFamily="18" charset="0"/>
            </a:endParaRPr>
          </a:p>
          <a:p>
            <a:pPr marL="196850" indent="-196850" eaLnBrk="1" hangingPunct="1">
              <a:lnSpc>
                <a:spcPct val="80000"/>
              </a:lnSpc>
              <a:buNone/>
            </a:pPr>
            <a:endParaRPr lang="zh-CN" altLang="en-US" sz="2600" dirty="0">
              <a:latin typeface="Times New Roman" panose="02020603050405020304" pitchFamily="18" charset="0"/>
            </a:endParaRPr>
          </a:p>
          <a:p>
            <a:pPr marL="196850" indent="-196850" eaLnBrk="1" hangingPunct="1">
              <a:lnSpc>
                <a:spcPct val="80000"/>
              </a:lnSpc>
              <a:buNone/>
            </a:pPr>
            <a:endParaRPr lang="zh-CN" altLang="en-US" sz="2600" dirty="0">
              <a:latin typeface="Times New Roman" panose="02020603050405020304" pitchFamily="18" charset="0"/>
            </a:endParaRPr>
          </a:p>
          <a:p>
            <a:pPr marL="196850" indent="-196850" eaLnBrk="1" hangingPunct="1">
              <a:lnSpc>
                <a:spcPct val="80000"/>
              </a:lnSpc>
              <a:buNone/>
            </a:pPr>
            <a:r>
              <a:rPr lang="zh-CN" altLang="en-US" sz="2600" dirty="0">
                <a:latin typeface="Times New Roman" panose="02020603050405020304" pitchFamily="18" charset="0"/>
              </a:rPr>
              <a:t>则</a:t>
            </a:r>
            <a:endParaRPr lang="zh-CN" altLang="en-US" sz="2600" dirty="0">
              <a:latin typeface="Times New Roman" panose="02020603050405020304" pitchFamily="18" charset="0"/>
            </a:endParaRPr>
          </a:p>
          <a:p>
            <a:pPr marL="196850" indent="-196850" eaLnBrk="1" hangingPunct="1">
              <a:lnSpc>
                <a:spcPct val="80000"/>
              </a:lnSpc>
              <a:buNone/>
            </a:pPr>
            <a:endParaRPr lang="zh-CN" altLang="en-US" sz="2600" dirty="0">
              <a:latin typeface="Times New Roman" panose="02020603050405020304" pitchFamily="18" charset="0"/>
            </a:endParaRPr>
          </a:p>
          <a:p>
            <a:pPr marL="196850" indent="-196850" eaLnBrk="1" hangingPunct="1">
              <a:lnSpc>
                <a:spcPct val="80000"/>
              </a:lnSpc>
              <a:buFont typeface="Wingdings" panose="05000000000000000000" pitchFamily="2" charset="2"/>
              <a:buChar char="§"/>
            </a:pPr>
            <a:r>
              <a:rPr lang="zh-CN" altLang="en-US" sz="2600" dirty="0">
                <a:latin typeface="Times New Roman" panose="02020603050405020304" pitchFamily="18" charset="0"/>
              </a:rPr>
              <a:t> 组合证据：</a:t>
            </a:r>
            <a:r>
              <a:rPr lang="zh-CN" altLang="en-US" sz="2600" dirty="0">
                <a:solidFill>
                  <a:schemeClr val="accent2"/>
                </a:solidFill>
                <a:latin typeface="Times New Roman" panose="02020603050405020304" pitchFamily="18" charset="0"/>
              </a:rPr>
              <a:t>多个单一证据的析取</a:t>
            </a:r>
            <a:endParaRPr lang="zh-CN" altLang="en-US" sz="2600" dirty="0">
              <a:latin typeface="Times New Roman" panose="02020603050405020304" pitchFamily="18" charset="0"/>
            </a:endParaRPr>
          </a:p>
          <a:p>
            <a:pPr marL="196850" indent="-196850" eaLnBrk="1" hangingPunct="1">
              <a:lnSpc>
                <a:spcPct val="80000"/>
              </a:lnSpc>
              <a:buNone/>
            </a:pPr>
            <a:endParaRPr lang="zh-CN" altLang="en-US" sz="2600" dirty="0">
              <a:latin typeface="Times New Roman" panose="02020603050405020304" pitchFamily="18" charset="0"/>
            </a:endParaRPr>
          </a:p>
          <a:p>
            <a:pPr marL="196850" indent="-196850" eaLnBrk="1" hangingPunct="1">
              <a:lnSpc>
                <a:spcPct val="80000"/>
              </a:lnSpc>
              <a:buNone/>
            </a:pPr>
            <a:r>
              <a:rPr lang="zh-CN" altLang="en-US" sz="2600" dirty="0">
                <a:latin typeface="Times New Roman" panose="02020603050405020304" pitchFamily="18" charset="0"/>
              </a:rPr>
              <a:t>            </a:t>
            </a:r>
            <a:endParaRPr lang="zh-CN" altLang="en-US" sz="2600" dirty="0">
              <a:latin typeface="Times New Roman" panose="02020603050405020304" pitchFamily="18" charset="0"/>
            </a:endParaRPr>
          </a:p>
          <a:p>
            <a:pPr marL="196850" indent="-196850" eaLnBrk="1" hangingPunct="1">
              <a:lnSpc>
                <a:spcPct val="80000"/>
              </a:lnSpc>
              <a:buNone/>
            </a:pPr>
            <a:r>
              <a:rPr lang="zh-CN" altLang="en-US" sz="2600" dirty="0">
                <a:latin typeface="Times New Roman" panose="02020603050405020304" pitchFamily="18" charset="0"/>
              </a:rPr>
              <a:t>则</a:t>
            </a:r>
            <a:endParaRPr lang="zh-CN" altLang="en-US" sz="2600" dirty="0">
              <a:latin typeface="Times New Roman" panose="02020603050405020304" pitchFamily="18" charset="0"/>
            </a:endParaRPr>
          </a:p>
          <a:p>
            <a:pPr marL="196850" indent="-196850" eaLnBrk="1" hangingPunct="1">
              <a:lnSpc>
                <a:spcPct val="80000"/>
              </a:lnSpc>
              <a:buNone/>
            </a:pPr>
            <a:r>
              <a:rPr lang="zh-CN" altLang="en-US" sz="2200" dirty="0">
                <a:latin typeface="Times New Roman" panose="02020603050405020304" pitchFamily="18" charset="0"/>
              </a:rPr>
              <a:t> </a:t>
            </a:r>
            <a:endParaRPr lang="zh-CN" altLang="en-US" sz="2200" dirty="0">
              <a:latin typeface="Times New Roman" panose="02020603050405020304" pitchFamily="18" charset="0"/>
            </a:endParaRPr>
          </a:p>
        </p:txBody>
      </p:sp>
      <p:graphicFrame>
        <p:nvGraphicFramePr>
          <p:cNvPr id="21507" name="Object 8"/>
          <p:cNvGraphicFramePr>
            <a:graphicFrameLocks noChangeAspect="1"/>
          </p:cNvGraphicFramePr>
          <p:nvPr/>
        </p:nvGraphicFramePr>
        <p:xfrm>
          <a:off x="957263" y="3060700"/>
          <a:ext cx="5368925" cy="436563"/>
        </p:xfrm>
        <a:graphic>
          <a:graphicData uri="http://schemas.openxmlformats.org/presentationml/2006/ole">
            <mc:AlternateContent xmlns:mc="http://schemas.openxmlformats.org/markup-compatibility/2006">
              <mc:Choice xmlns:v="urn:schemas-microsoft-com:vml" Requires="v">
                <p:oleObj spid="_x0000_s3078" name="" r:id="rId1" imgW="45862875" imgH="3733800" progId="Equation.3">
                  <p:embed/>
                </p:oleObj>
              </mc:Choice>
              <mc:Fallback>
                <p:oleObj name="" r:id="rId1" imgW="45862875" imgH="3733800" progId="Equation.3">
                  <p:embed/>
                  <p:pic>
                    <p:nvPicPr>
                      <p:cNvPr id="0" name="图片 3077"/>
                      <p:cNvPicPr/>
                      <p:nvPr/>
                    </p:nvPicPr>
                    <p:blipFill>
                      <a:blip r:embed="rId2"/>
                      <a:stretch>
                        <a:fillRect/>
                      </a:stretch>
                    </p:blipFill>
                    <p:spPr>
                      <a:xfrm>
                        <a:off x="957263" y="3060700"/>
                        <a:ext cx="5368925" cy="436563"/>
                      </a:xfrm>
                      <a:prstGeom prst="rect">
                        <a:avLst/>
                      </a:prstGeom>
                      <a:noFill/>
                      <a:ln w="38100">
                        <a:noFill/>
                        <a:miter/>
                      </a:ln>
                    </p:spPr>
                  </p:pic>
                </p:oleObj>
              </mc:Fallback>
            </mc:AlternateContent>
          </a:graphicData>
        </a:graphic>
      </p:graphicFrame>
      <p:graphicFrame>
        <p:nvGraphicFramePr>
          <p:cNvPr id="21508" name="Object 15"/>
          <p:cNvGraphicFramePr>
            <a:graphicFrameLocks noChangeAspect="1"/>
          </p:cNvGraphicFramePr>
          <p:nvPr/>
        </p:nvGraphicFramePr>
        <p:xfrm>
          <a:off x="854075" y="5229225"/>
          <a:ext cx="5949950" cy="471488"/>
        </p:xfrm>
        <a:graphic>
          <a:graphicData uri="http://schemas.openxmlformats.org/presentationml/2006/ole">
            <mc:AlternateContent xmlns:mc="http://schemas.openxmlformats.org/markup-compatibility/2006">
              <mc:Choice xmlns:v="urn:schemas-microsoft-com:vml" Requires="v">
                <p:oleObj spid="_x0000_s3081" name="" r:id="rId3" imgW="47177325" imgH="3733800" progId="Equation.3">
                  <p:embed/>
                </p:oleObj>
              </mc:Choice>
              <mc:Fallback>
                <p:oleObj name="" r:id="rId3" imgW="47177325" imgH="3733800" progId="Equation.3">
                  <p:embed/>
                  <p:pic>
                    <p:nvPicPr>
                      <p:cNvPr id="0" name="图片 3080"/>
                      <p:cNvPicPr/>
                      <p:nvPr/>
                    </p:nvPicPr>
                    <p:blipFill>
                      <a:blip r:embed="rId4"/>
                      <a:stretch>
                        <a:fillRect/>
                      </a:stretch>
                    </p:blipFill>
                    <p:spPr>
                      <a:xfrm>
                        <a:off x="854075" y="5229225"/>
                        <a:ext cx="5949950" cy="471488"/>
                      </a:xfrm>
                      <a:prstGeom prst="rect">
                        <a:avLst/>
                      </a:prstGeom>
                      <a:noFill/>
                      <a:ln w="38100">
                        <a:noFill/>
                        <a:miter/>
                      </a:ln>
                    </p:spPr>
                  </p:pic>
                </p:oleObj>
              </mc:Fallback>
            </mc:AlternateContent>
          </a:graphicData>
        </a:graphic>
      </p:graphicFrame>
      <p:sp>
        <p:nvSpPr>
          <p:cNvPr id="21509" name="Rectangle 18"/>
          <p:cNvSpPr/>
          <p:nvPr/>
        </p:nvSpPr>
        <p:spPr>
          <a:xfrm>
            <a:off x="336550" y="1050925"/>
            <a:ext cx="4468813" cy="433388"/>
          </a:xfrm>
          <a:prstGeom prst="rect">
            <a:avLst/>
          </a:prstGeom>
          <a:noFill/>
          <a:ln w="9525">
            <a:noFill/>
          </a:ln>
        </p:spPr>
        <p:txBody>
          <a:bodyPr wrap="none" anchor="t" anchorCtr="0">
            <a:spAutoFit/>
          </a:bodyPr>
          <a:p>
            <a:pPr>
              <a:lnSpc>
                <a:spcPct val="80000"/>
              </a:lnSpc>
              <a:spcBef>
                <a:spcPct val="30000"/>
              </a:spcBef>
              <a:buClr>
                <a:schemeClr val="accent2"/>
              </a:buClr>
              <a:buFont typeface="Wingdings" panose="05000000000000000000" pitchFamily="2" charset="2"/>
            </a:pPr>
            <a:r>
              <a:rPr lang="en-US" altLang="zh-CN" sz="2800" b="1" dirty="0">
                <a:latin typeface="Times New Roman" panose="02020603050405020304" pitchFamily="18" charset="0"/>
                <a:ea typeface="宋体" panose="02010600030101010101" pitchFamily="2" charset="-122"/>
              </a:rPr>
              <a:t>3. </a:t>
            </a:r>
            <a:r>
              <a:rPr lang="zh-CN" altLang="en-US" sz="2800" b="1" dirty="0">
                <a:latin typeface="Times New Roman" panose="02020603050405020304" pitchFamily="18" charset="0"/>
                <a:ea typeface="宋体" panose="02010600030101010101" pitchFamily="2" charset="-122"/>
              </a:rPr>
              <a:t>组合证据不确定性的算法</a:t>
            </a:r>
            <a:endParaRPr lang="zh-CN" altLang="en-US" sz="2800" b="1" dirty="0">
              <a:latin typeface="Times New Roman" panose="02020603050405020304" pitchFamily="18" charset="0"/>
              <a:ea typeface="宋体" panose="02010600030101010101" pitchFamily="2" charset="-122"/>
            </a:endParaRPr>
          </a:p>
        </p:txBody>
      </p:sp>
      <p:sp>
        <p:nvSpPr>
          <p:cNvPr id="21510" name="Text Box 19"/>
          <p:cNvSpPr txBox="1"/>
          <p:nvPr/>
        </p:nvSpPr>
        <p:spPr>
          <a:xfrm>
            <a:off x="1476375" y="2420938"/>
            <a:ext cx="6624638" cy="488950"/>
          </a:xfrm>
          <a:prstGeom prst="rect">
            <a:avLst/>
          </a:prstGeom>
          <a:noFill/>
          <a:ln w="9525">
            <a:noFill/>
          </a:ln>
        </p:spPr>
        <p:txBody>
          <a:bodyPr anchor="t" anchorCtr="0">
            <a:spAutoFit/>
          </a:bodyPr>
          <a:p>
            <a:pPr>
              <a:spcBef>
                <a:spcPct val="50000"/>
              </a:spcBef>
              <a:buClrTx/>
              <a:buFontTx/>
            </a:pPr>
            <a:r>
              <a:rPr lang="en-US" altLang="zh-CN" sz="2600" i="1" dirty="0">
                <a:latin typeface="Times New Roman" panose="02020603050405020304" pitchFamily="18" charset="0"/>
                <a:ea typeface="宋体" panose="02010600030101010101" pitchFamily="2" charset="-122"/>
              </a:rPr>
              <a:t>E</a:t>
            </a:r>
            <a:r>
              <a:rPr lang="en-US" altLang="zh-CN" sz="2600" dirty="0">
                <a:latin typeface="Times New Roman" panose="02020603050405020304" pitchFamily="18" charset="0"/>
                <a:ea typeface="宋体" panose="02010600030101010101" pitchFamily="2" charset="-122"/>
              </a:rPr>
              <a:t>=</a:t>
            </a:r>
            <a:r>
              <a:rPr lang="en-US" altLang="zh-CN" sz="2600" i="1" dirty="0">
                <a:latin typeface="Times New Roman" panose="02020603050405020304" pitchFamily="18" charset="0"/>
                <a:ea typeface="宋体" panose="02010600030101010101" pitchFamily="2" charset="-122"/>
              </a:rPr>
              <a:t>E</a:t>
            </a:r>
            <a:r>
              <a:rPr lang="en-US" altLang="zh-CN" sz="2600" baseline="-25000" dirty="0">
                <a:latin typeface="Times New Roman" panose="02020603050405020304" pitchFamily="18" charset="0"/>
                <a:ea typeface="宋体" panose="02010600030101010101" pitchFamily="2" charset="-122"/>
              </a:rPr>
              <a:t>1</a:t>
            </a:r>
            <a:r>
              <a:rPr lang="en-US" altLang="zh-CN" sz="2600" dirty="0">
                <a:latin typeface="Times New Roman" panose="02020603050405020304" pitchFamily="18" charset="0"/>
                <a:ea typeface="宋体" panose="02010600030101010101" pitchFamily="2" charset="-122"/>
              </a:rPr>
              <a:t>    AND      </a:t>
            </a:r>
            <a:r>
              <a:rPr lang="en-US" altLang="zh-CN" sz="2600" i="1" dirty="0">
                <a:latin typeface="Times New Roman" panose="02020603050405020304" pitchFamily="18" charset="0"/>
                <a:ea typeface="宋体" panose="02010600030101010101" pitchFamily="2" charset="-122"/>
              </a:rPr>
              <a:t>E</a:t>
            </a:r>
            <a:r>
              <a:rPr lang="en-US" altLang="zh-CN" sz="2600" baseline="-25000" dirty="0">
                <a:latin typeface="Times New Roman" panose="02020603050405020304" pitchFamily="18" charset="0"/>
                <a:ea typeface="宋体" panose="02010600030101010101" pitchFamily="2" charset="-122"/>
              </a:rPr>
              <a:t>2</a:t>
            </a:r>
            <a:r>
              <a:rPr lang="en-US" altLang="zh-CN" sz="2600" dirty="0">
                <a:latin typeface="Times New Roman" panose="02020603050405020304" pitchFamily="18" charset="0"/>
                <a:ea typeface="宋体" panose="02010600030101010101" pitchFamily="2" charset="-122"/>
              </a:rPr>
              <a:t>     AND     </a:t>
            </a:r>
            <a:r>
              <a:rPr lang="en-US" altLang="zh-CN" sz="3600" b="1" baseline="25000" dirty="0">
                <a:latin typeface="Times New Roman" panose="02020603050405020304" pitchFamily="18" charset="0"/>
                <a:ea typeface="宋体" panose="02010600030101010101" pitchFamily="2" charset="-122"/>
              </a:rPr>
              <a:t>…</a:t>
            </a:r>
            <a:r>
              <a:rPr lang="en-US" altLang="zh-CN" sz="2600" dirty="0">
                <a:latin typeface="Times New Roman" panose="02020603050405020304" pitchFamily="18" charset="0"/>
                <a:ea typeface="宋体" panose="02010600030101010101" pitchFamily="2" charset="-122"/>
              </a:rPr>
              <a:t>    AND       </a:t>
            </a:r>
            <a:r>
              <a:rPr lang="en-US" altLang="zh-CN" sz="2600" i="1" dirty="0">
                <a:latin typeface="Times New Roman" panose="02020603050405020304" pitchFamily="18" charset="0"/>
                <a:ea typeface="宋体" panose="02010600030101010101" pitchFamily="2" charset="-122"/>
              </a:rPr>
              <a:t>E</a:t>
            </a:r>
            <a:r>
              <a:rPr lang="en-US" altLang="zh-CN" sz="2600" baseline="-25000" dirty="0">
                <a:latin typeface="Times New Roman" panose="02020603050405020304" pitchFamily="18" charset="0"/>
                <a:ea typeface="宋体" panose="02010600030101010101" pitchFamily="2" charset="-122"/>
              </a:rPr>
              <a:t>n</a:t>
            </a:r>
            <a:endParaRPr lang="en-US" altLang="zh-CN" sz="2600" baseline="-25000" dirty="0">
              <a:latin typeface="Times New Roman" panose="02020603050405020304" pitchFamily="18" charset="0"/>
              <a:ea typeface="宋体" panose="02010600030101010101" pitchFamily="2" charset="-122"/>
            </a:endParaRPr>
          </a:p>
        </p:txBody>
      </p:sp>
      <p:sp>
        <p:nvSpPr>
          <p:cNvPr id="21511" name="Text Box 20"/>
          <p:cNvSpPr txBox="1"/>
          <p:nvPr/>
        </p:nvSpPr>
        <p:spPr>
          <a:xfrm>
            <a:off x="1619250" y="4508500"/>
            <a:ext cx="6624638" cy="488950"/>
          </a:xfrm>
          <a:prstGeom prst="rect">
            <a:avLst/>
          </a:prstGeom>
          <a:noFill/>
          <a:ln w="9525">
            <a:noFill/>
          </a:ln>
        </p:spPr>
        <p:txBody>
          <a:bodyPr anchor="t" anchorCtr="0">
            <a:spAutoFit/>
          </a:bodyPr>
          <a:p>
            <a:pPr>
              <a:spcBef>
                <a:spcPct val="50000"/>
              </a:spcBef>
              <a:buClrTx/>
              <a:buFontTx/>
            </a:pPr>
            <a:r>
              <a:rPr lang="en-US" altLang="zh-CN" sz="2600" i="1" dirty="0">
                <a:latin typeface="Times New Roman" panose="02020603050405020304" pitchFamily="18" charset="0"/>
                <a:ea typeface="宋体" panose="02010600030101010101" pitchFamily="2" charset="-122"/>
              </a:rPr>
              <a:t>E</a:t>
            </a:r>
            <a:r>
              <a:rPr lang="en-US" altLang="zh-CN" sz="2600" dirty="0">
                <a:latin typeface="Times New Roman" panose="02020603050405020304" pitchFamily="18" charset="0"/>
                <a:ea typeface="宋体" panose="02010600030101010101" pitchFamily="2" charset="-122"/>
              </a:rPr>
              <a:t>=</a:t>
            </a:r>
            <a:r>
              <a:rPr lang="en-US" altLang="zh-CN" sz="2600" i="1" dirty="0">
                <a:latin typeface="Times New Roman" panose="02020603050405020304" pitchFamily="18" charset="0"/>
                <a:ea typeface="宋体" panose="02010600030101010101" pitchFamily="2" charset="-122"/>
              </a:rPr>
              <a:t>E</a:t>
            </a:r>
            <a:r>
              <a:rPr lang="en-US" altLang="zh-CN" sz="2600" baseline="-25000" dirty="0">
                <a:latin typeface="Times New Roman" panose="02020603050405020304" pitchFamily="18" charset="0"/>
                <a:ea typeface="宋体" panose="02010600030101010101" pitchFamily="2" charset="-122"/>
              </a:rPr>
              <a:t>1</a:t>
            </a:r>
            <a:r>
              <a:rPr lang="en-US" altLang="zh-CN" sz="2600" dirty="0">
                <a:latin typeface="Times New Roman" panose="02020603050405020304" pitchFamily="18" charset="0"/>
                <a:ea typeface="宋体" panose="02010600030101010101" pitchFamily="2" charset="-122"/>
              </a:rPr>
              <a:t>    OR      </a:t>
            </a:r>
            <a:r>
              <a:rPr lang="en-US" altLang="zh-CN" sz="2600" i="1" dirty="0">
                <a:latin typeface="Times New Roman" panose="02020603050405020304" pitchFamily="18" charset="0"/>
                <a:ea typeface="宋体" panose="02010600030101010101" pitchFamily="2" charset="-122"/>
              </a:rPr>
              <a:t>E</a:t>
            </a:r>
            <a:r>
              <a:rPr lang="en-US" altLang="zh-CN" sz="2600" baseline="-25000" dirty="0">
                <a:latin typeface="Times New Roman" panose="02020603050405020304" pitchFamily="18" charset="0"/>
                <a:ea typeface="宋体" panose="02010600030101010101" pitchFamily="2" charset="-122"/>
              </a:rPr>
              <a:t>2</a:t>
            </a:r>
            <a:r>
              <a:rPr lang="en-US" altLang="zh-CN" sz="2600" dirty="0">
                <a:latin typeface="Times New Roman" panose="02020603050405020304" pitchFamily="18" charset="0"/>
                <a:ea typeface="宋体" panose="02010600030101010101" pitchFamily="2" charset="-122"/>
              </a:rPr>
              <a:t>      OR     </a:t>
            </a:r>
            <a:r>
              <a:rPr lang="en-US" altLang="zh-CN" sz="3600" b="1" baseline="25000" dirty="0">
                <a:latin typeface="Times New Roman" panose="02020603050405020304" pitchFamily="18" charset="0"/>
                <a:ea typeface="宋体" panose="02010600030101010101" pitchFamily="2" charset="-122"/>
              </a:rPr>
              <a:t>…</a:t>
            </a:r>
            <a:r>
              <a:rPr lang="en-US" altLang="zh-CN" sz="2600" dirty="0">
                <a:latin typeface="Times New Roman" panose="02020603050405020304" pitchFamily="18" charset="0"/>
                <a:ea typeface="宋体" panose="02010600030101010101" pitchFamily="2" charset="-122"/>
              </a:rPr>
              <a:t>     OR        </a:t>
            </a:r>
            <a:r>
              <a:rPr lang="en-US" altLang="zh-CN" sz="2600" i="1" dirty="0">
                <a:latin typeface="Times New Roman" panose="02020603050405020304" pitchFamily="18" charset="0"/>
                <a:ea typeface="宋体" panose="02010600030101010101" pitchFamily="2" charset="-122"/>
              </a:rPr>
              <a:t>E</a:t>
            </a:r>
            <a:r>
              <a:rPr lang="en-US" altLang="zh-CN" sz="2600" baseline="-25000" dirty="0">
                <a:latin typeface="Times New Roman" panose="02020603050405020304" pitchFamily="18" charset="0"/>
                <a:ea typeface="宋体" panose="02010600030101010101" pitchFamily="2" charset="-122"/>
              </a:rPr>
              <a:t>n</a:t>
            </a:r>
            <a:endParaRPr lang="en-US" altLang="zh-CN" sz="2600" baseline="-25000" dirty="0">
              <a:latin typeface="Times New Roman" panose="02020603050405020304" pitchFamily="18" charset="0"/>
              <a:ea typeface="宋体" panose="02010600030101010101" pitchFamily="2" charset="-122"/>
            </a:endParaRPr>
          </a:p>
        </p:txBody>
      </p:sp>
      <p:sp>
        <p:nvSpPr>
          <p:cNvPr id="21512" name="Rectangle 22"/>
          <p:cNvSpPr>
            <a:spLocks noGrp="1"/>
          </p:cNvSpPr>
          <p:nvPr>
            <p:ph type="title"/>
          </p:nvPr>
        </p:nvSpPr>
        <p:spPr/>
        <p:txBody>
          <a:bodyPr vert="horz" wrap="square" lIns="91440" tIns="45720" rIns="91440" bIns="45720" anchor="b" anchorCtr="0"/>
          <a:p>
            <a:pPr eaLnBrk="1" hangingPunct="1"/>
            <a:endParaRPr lang="zh-CN" altLang="zh-CN" dirty="0">
              <a:latin typeface="Times New Roman" panose="02020603050405020304" pitchFamily="18" charset="0"/>
            </a:endParaRPr>
          </a:p>
        </p:txBody>
      </p:sp>
      <p:sp>
        <p:nvSpPr>
          <p:cNvPr id="21513" name="Rectangle 23"/>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4.2  </a:t>
            </a:r>
            <a:r>
              <a:rPr lang="zh-CN" altLang="en-US" sz="3600" dirty="0">
                <a:solidFill>
                  <a:schemeClr val="bg1"/>
                </a:solidFill>
                <a:latin typeface="Times New Roman" panose="02020603050405020304" pitchFamily="18" charset="0"/>
                <a:ea typeface="黑体" panose="02010609060101010101" pitchFamily="2" charset="-122"/>
              </a:rPr>
              <a:t>可信度方法</a:t>
            </a:r>
            <a:endParaRPr lang="zh-CN" altLang="en-US" sz="3600" dirty="0">
              <a:solidFill>
                <a:schemeClr val="bg1"/>
              </a:solidFill>
              <a:latin typeface="Times New Roman" panose="02020603050405020304" pitchFamily="18" charset="0"/>
              <a:ea typeface="黑体" panose="02010609060101010101" pitchFamily="2" charset="-122"/>
            </a:endParaRPr>
          </a:p>
        </p:txBody>
      </p:sp>
    </p:spTree>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69986" name="Rectangle 2"/>
          <p:cNvSpPr>
            <a:spLocks noGrp="1"/>
          </p:cNvSpPr>
          <p:nvPr>
            <p:ph idx="1"/>
          </p:nvPr>
        </p:nvSpPr>
        <p:spPr>
          <a:xfrm>
            <a:off x="315913" y="1784350"/>
            <a:ext cx="8447087" cy="3473450"/>
          </a:xfrm>
          <a:solidFill>
            <a:srgbClr val="FFFFFF"/>
          </a:solidFill>
          <a:ln>
            <a:solidFill>
              <a:srgbClr val="808080"/>
            </a:solidFill>
            <a:miter/>
          </a:ln>
        </p:spPr>
        <p:txBody>
          <a:bodyPr vert="horz" wrap="square" lIns="91440" tIns="45720" rIns="91440" bIns="45720" anchor="t" anchorCtr="0"/>
          <a:p>
            <a:pPr marL="196850" indent="-196850" eaLnBrk="1" hangingPunct="1">
              <a:buFont typeface="Wingdings" panose="05000000000000000000" pitchFamily="2" charset="2"/>
              <a:buChar char="§"/>
            </a:pPr>
            <a:r>
              <a:rPr lang="en-US" altLang="zh-CN" sz="2600" dirty="0">
                <a:latin typeface="Times New Roman" panose="02020603050405020304" pitchFamily="18" charset="0"/>
              </a:rPr>
              <a:t>C</a:t>
            </a:r>
            <a:r>
              <a:rPr lang="zh-CN" altLang="en-US" sz="2600" dirty="0">
                <a:latin typeface="Times New Roman" panose="02020603050405020304" pitchFamily="18" charset="0"/>
              </a:rPr>
              <a:t>－</a:t>
            </a:r>
            <a:r>
              <a:rPr lang="en-US" altLang="zh-CN" sz="2600" dirty="0">
                <a:latin typeface="Times New Roman" panose="02020603050405020304" pitchFamily="18" charset="0"/>
              </a:rPr>
              <a:t>F</a:t>
            </a:r>
            <a:r>
              <a:rPr lang="zh-CN" altLang="en-US" sz="2600" dirty="0">
                <a:latin typeface="Times New Roman" panose="02020603050405020304" pitchFamily="18" charset="0"/>
              </a:rPr>
              <a:t>模型中的不确定性推理：从不确定的初始证据出发，通过运用相关的不确定性知识，最终推出结论并求出结论的可信度值。结论 </a:t>
            </a:r>
            <a:r>
              <a:rPr lang="en-US" altLang="zh-CN" sz="2600" i="1" dirty="0">
                <a:latin typeface="Times New Roman" panose="02020603050405020304" pitchFamily="18" charset="0"/>
              </a:rPr>
              <a:t>H</a:t>
            </a:r>
            <a:r>
              <a:rPr lang="en-US" altLang="zh-CN" sz="2600" dirty="0">
                <a:latin typeface="Times New Roman" panose="02020603050405020304" pitchFamily="18" charset="0"/>
              </a:rPr>
              <a:t> </a:t>
            </a:r>
            <a:r>
              <a:rPr lang="zh-CN" altLang="en-US" sz="2600" dirty="0">
                <a:latin typeface="Times New Roman" panose="02020603050405020304" pitchFamily="18" charset="0"/>
              </a:rPr>
              <a:t>的可信度由下式计算：</a:t>
            </a:r>
            <a:endParaRPr lang="zh-CN" altLang="en-US" sz="2600" dirty="0">
              <a:latin typeface="Times New Roman" panose="02020603050405020304" pitchFamily="18" charset="0"/>
            </a:endParaRPr>
          </a:p>
          <a:p>
            <a:pPr marL="196850" indent="-196850" eaLnBrk="1" hangingPunct="1">
              <a:buNone/>
            </a:pP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
        <p:nvSpPr>
          <p:cNvPr id="22531" name="Rectangle 12"/>
          <p:cNvSpPr/>
          <p:nvPr/>
        </p:nvSpPr>
        <p:spPr>
          <a:xfrm>
            <a:off x="0" y="3328988"/>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169995" name="Object 11"/>
          <p:cNvGraphicFramePr>
            <a:graphicFrameLocks noChangeAspect="1"/>
          </p:cNvGraphicFramePr>
          <p:nvPr/>
        </p:nvGraphicFramePr>
        <p:xfrm>
          <a:off x="1970088" y="3525838"/>
          <a:ext cx="5137150" cy="454025"/>
        </p:xfrm>
        <a:graphic>
          <a:graphicData uri="http://schemas.openxmlformats.org/presentationml/2006/ole">
            <mc:AlternateContent xmlns:mc="http://schemas.openxmlformats.org/markup-compatibility/2006">
              <mc:Choice xmlns:v="urn:schemas-microsoft-com:vml" Requires="v">
                <p:oleObj spid="_x0000_s3079" name="" r:id="rId1" imgW="39719250" imgH="3514725" progId="Equation.3">
                  <p:embed/>
                </p:oleObj>
              </mc:Choice>
              <mc:Fallback>
                <p:oleObj name="" r:id="rId1" imgW="39719250" imgH="3514725" progId="Equation.3">
                  <p:embed/>
                  <p:pic>
                    <p:nvPicPr>
                      <p:cNvPr id="0" name="图片 3078"/>
                      <p:cNvPicPr/>
                      <p:nvPr/>
                    </p:nvPicPr>
                    <p:blipFill>
                      <a:blip r:embed="rId2"/>
                      <a:stretch>
                        <a:fillRect/>
                      </a:stretch>
                    </p:blipFill>
                    <p:spPr>
                      <a:xfrm>
                        <a:off x="1970088" y="3525838"/>
                        <a:ext cx="5137150" cy="454025"/>
                      </a:xfrm>
                      <a:prstGeom prst="rect">
                        <a:avLst/>
                      </a:prstGeom>
                      <a:noFill/>
                      <a:ln w="38100">
                        <a:noFill/>
                        <a:miter/>
                      </a:ln>
                    </p:spPr>
                  </p:pic>
                </p:oleObj>
              </mc:Fallback>
            </mc:AlternateContent>
          </a:graphicData>
        </a:graphic>
      </p:graphicFrame>
      <p:sp>
        <p:nvSpPr>
          <p:cNvPr id="22533" name="Rectangle 14"/>
          <p:cNvSpPr/>
          <p:nvPr/>
        </p:nvSpPr>
        <p:spPr>
          <a:xfrm>
            <a:off x="323850" y="1038225"/>
            <a:ext cx="3754438" cy="519113"/>
          </a:xfrm>
          <a:prstGeom prst="rect">
            <a:avLst/>
          </a:prstGeom>
          <a:noFill/>
          <a:ln w="9525">
            <a:noFill/>
          </a:ln>
        </p:spPr>
        <p:txBody>
          <a:bodyPr wrap="none" anchor="t" anchorCtr="0">
            <a:spAutoFit/>
          </a:bodyPr>
          <a:p>
            <a:pPr>
              <a:buClrTx/>
              <a:buFontTx/>
            </a:pPr>
            <a:r>
              <a:rPr lang="en-US" altLang="zh-CN" sz="2800" b="1" dirty="0">
                <a:latin typeface="Times New Roman" panose="02020603050405020304" pitchFamily="18" charset="0"/>
                <a:ea typeface="宋体" panose="02010600030101010101" pitchFamily="2" charset="-122"/>
              </a:rPr>
              <a:t>4. </a:t>
            </a:r>
            <a:r>
              <a:rPr lang="zh-CN" altLang="en-US" sz="2800" b="1" dirty="0">
                <a:latin typeface="Times New Roman" panose="02020603050405020304" pitchFamily="18" charset="0"/>
                <a:ea typeface="宋体" panose="02010600030101010101" pitchFamily="2" charset="-122"/>
              </a:rPr>
              <a:t>不确定性的传递算法</a:t>
            </a:r>
            <a:endParaRPr lang="zh-CN" altLang="en-US" sz="2800" b="1" dirty="0">
              <a:latin typeface="Times New Roman" panose="02020603050405020304" pitchFamily="18" charset="0"/>
              <a:ea typeface="宋体" panose="02010600030101010101" pitchFamily="2" charset="-122"/>
            </a:endParaRPr>
          </a:p>
        </p:txBody>
      </p:sp>
      <p:sp>
        <p:nvSpPr>
          <p:cNvPr id="22534" name="Rectangle 16"/>
          <p:cNvSpPr/>
          <p:nvPr/>
        </p:nvSpPr>
        <p:spPr>
          <a:xfrm>
            <a:off x="4205288" y="332898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169999" name="Object 15"/>
          <p:cNvGraphicFramePr>
            <a:graphicFrameLocks noChangeAspect="1"/>
          </p:cNvGraphicFramePr>
          <p:nvPr/>
        </p:nvGraphicFramePr>
        <p:xfrm>
          <a:off x="598488" y="4114800"/>
          <a:ext cx="4468812" cy="417513"/>
        </p:xfrm>
        <a:graphic>
          <a:graphicData uri="http://schemas.openxmlformats.org/presentationml/2006/ole">
            <mc:AlternateContent xmlns:mc="http://schemas.openxmlformats.org/markup-compatibility/2006">
              <mc:Choice xmlns:v="urn:schemas-microsoft-com:vml" Requires="v">
                <p:oleObj spid="_x0000_s3080" name="" r:id="rId3" imgW="39281100" imgH="4391025" progId="Equation.DSMT4">
                  <p:embed/>
                </p:oleObj>
              </mc:Choice>
              <mc:Fallback>
                <p:oleObj name="" r:id="rId3" imgW="39281100" imgH="4391025" progId="Equation.DSMT4">
                  <p:embed/>
                  <p:pic>
                    <p:nvPicPr>
                      <p:cNvPr id="0" name="图片 3079"/>
                      <p:cNvPicPr/>
                      <p:nvPr/>
                    </p:nvPicPr>
                    <p:blipFill>
                      <a:blip r:embed="rId4"/>
                      <a:stretch>
                        <a:fillRect/>
                      </a:stretch>
                    </p:blipFill>
                    <p:spPr>
                      <a:xfrm>
                        <a:off x="598488" y="4114800"/>
                        <a:ext cx="4468812" cy="417513"/>
                      </a:xfrm>
                      <a:prstGeom prst="rect">
                        <a:avLst/>
                      </a:prstGeom>
                      <a:noFill/>
                      <a:ln w="38100">
                        <a:noFill/>
                        <a:miter/>
                      </a:ln>
                    </p:spPr>
                  </p:pic>
                </p:oleObj>
              </mc:Fallback>
            </mc:AlternateContent>
          </a:graphicData>
        </a:graphic>
      </p:graphicFrame>
      <p:graphicFrame>
        <p:nvGraphicFramePr>
          <p:cNvPr id="170001" name="Object 17"/>
          <p:cNvGraphicFramePr>
            <a:graphicFrameLocks noChangeAspect="1"/>
          </p:cNvGraphicFramePr>
          <p:nvPr/>
        </p:nvGraphicFramePr>
        <p:xfrm>
          <a:off x="598488" y="4648200"/>
          <a:ext cx="5567362" cy="417513"/>
        </p:xfrm>
        <a:graphic>
          <a:graphicData uri="http://schemas.openxmlformats.org/presentationml/2006/ole">
            <mc:AlternateContent xmlns:mc="http://schemas.openxmlformats.org/markup-compatibility/2006">
              <mc:Choice xmlns:v="urn:schemas-microsoft-com:vml" Requires="v">
                <p:oleObj spid="_x0000_s3082" name="" r:id="rId5" imgW="48929925" imgH="4391025" progId="Equation.DSMT4">
                  <p:embed/>
                </p:oleObj>
              </mc:Choice>
              <mc:Fallback>
                <p:oleObj name="" r:id="rId5" imgW="48929925" imgH="4391025" progId="Equation.DSMT4">
                  <p:embed/>
                  <p:pic>
                    <p:nvPicPr>
                      <p:cNvPr id="0" name="图片 3081"/>
                      <p:cNvPicPr/>
                      <p:nvPr/>
                    </p:nvPicPr>
                    <p:blipFill>
                      <a:blip r:embed="rId6"/>
                      <a:stretch>
                        <a:fillRect/>
                      </a:stretch>
                    </p:blipFill>
                    <p:spPr>
                      <a:xfrm>
                        <a:off x="598488" y="4648200"/>
                        <a:ext cx="5567362" cy="417513"/>
                      </a:xfrm>
                      <a:prstGeom prst="rect">
                        <a:avLst/>
                      </a:prstGeom>
                      <a:noFill/>
                      <a:ln w="38100">
                        <a:noFill/>
                        <a:miter/>
                      </a:ln>
                    </p:spPr>
                  </p:pic>
                </p:oleObj>
              </mc:Fallback>
            </mc:AlternateContent>
          </a:graphicData>
        </a:graphic>
      </p:graphicFrame>
      <p:sp>
        <p:nvSpPr>
          <p:cNvPr id="22537" name="Rectangle 19"/>
          <p:cNvSpPr>
            <a:spLocks noGrp="1"/>
          </p:cNvSpPr>
          <p:nvPr>
            <p:ph type="title"/>
          </p:nvPr>
        </p:nvSpPr>
        <p:spPr/>
        <p:txBody>
          <a:bodyPr vert="horz" wrap="square" lIns="91440" tIns="45720" rIns="91440" bIns="45720" anchor="b" anchorCtr="0"/>
          <a:p>
            <a:pPr eaLnBrk="1" hangingPunct="1"/>
            <a:endParaRPr lang="zh-CN" altLang="zh-CN" dirty="0">
              <a:latin typeface="Times New Roman" panose="02020603050405020304" pitchFamily="18" charset="0"/>
            </a:endParaRPr>
          </a:p>
        </p:txBody>
      </p:sp>
      <p:sp>
        <p:nvSpPr>
          <p:cNvPr id="22538" name="Rectangle 20"/>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4.2  </a:t>
            </a:r>
            <a:r>
              <a:rPr lang="zh-CN" altLang="en-US" sz="3600" dirty="0">
                <a:solidFill>
                  <a:schemeClr val="bg1"/>
                </a:solidFill>
                <a:latin typeface="Times New Roman" panose="02020603050405020304" pitchFamily="18" charset="0"/>
                <a:ea typeface="黑体" panose="02010609060101010101" pitchFamily="2" charset="-122"/>
              </a:rPr>
              <a:t>可信度方法</a:t>
            </a:r>
            <a:endParaRPr lang="zh-CN" altLang="en-US" sz="3600" dirty="0">
              <a:solidFill>
                <a:schemeClr val="bg1"/>
              </a:solidFill>
              <a:latin typeface="Times New Roman" panose="02020603050405020304" pitchFamily="18" charset="0"/>
              <a:ea typeface="黑体" panose="0201060906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9986">
                                            <p:txEl>
                                              <p:charRg st="0" end="73"/>
                                            </p:txEl>
                                          </p:spTgt>
                                        </p:tgtEl>
                                        <p:attrNameLst>
                                          <p:attrName>style.visibility</p:attrName>
                                        </p:attrNameLst>
                                      </p:cBhvr>
                                      <p:to>
                                        <p:strVal val="visible"/>
                                      </p:to>
                                    </p:set>
                                    <p:animEffect transition="in" filter="blinds(horizontal)">
                                      <p:cBhvr>
                                        <p:cTn id="7" dur="500"/>
                                        <p:tgtEl>
                                          <p:spTgt spid="169986">
                                            <p:txEl>
                                              <p:charRg st="0" end="7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9986">
                                            <p:txEl>
                                              <p:charRg st="73" end="105"/>
                                            </p:txEl>
                                          </p:spTgt>
                                        </p:tgtEl>
                                        <p:attrNameLst>
                                          <p:attrName>style.visibility</p:attrName>
                                        </p:attrNameLst>
                                      </p:cBhvr>
                                      <p:to>
                                        <p:strVal val="visible"/>
                                      </p:to>
                                    </p:set>
                                    <p:animEffect transition="in" filter="blinds(horizontal)">
                                      <p:cBhvr>
                                        <p:cTn id="12" dur="500"/>
                                        <p:tgtEl>
                                          <p:spTgt spid="169986">
                                            <p:txEl>
                                              <p:charRg st="73" end="10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69995"/>
                                        </p:tgtEl>
                                        <p:attrNameLst>
                                          <p:attrName>style.visibility</p:attrName>
                                        </p:attrNameLst>
                                      </p:cBhvr>
                                      <p:to>
                                        <p:strVal val="visible"/>
                                      </p:to>
                                    </p:set>
                                    <p:anim calcmode="lin" valueType="num">
                                      <p:cBhvr additive="base">
                                        <p:cTn id="17" dur="500" fill="hold"/>
                                        <p:tgtEl>
                                          <p:spTgt spid="169995"/>
                                        </p:tgtEl>
                                        <p:attrNameLst>
                                          <p:attrName>ppt_x</p:attrName>
                                        </p:attrNameLst>
                                      </p:cBhvr>
                                      <p:tavLst>
                                        <p:tav tm="0">
                                          <p:val>
                                            <p:strVal val="0-#ppt_w/2"/>
                                          </p:val>
                                        </p:tav>
                                        <p:tav tm="100000">
                                          <p:val>
                                            <p:strVal val="#ppt_x"/>
                                          </p:val>
                                        </p:tav>
                                      </p:tavLst>
                                    </p:anim>
                                    <p:anim calcmode="lin" valueType="num">
                                      <p:cBhvr additive="base">
                                        <p:cTn id="18" dur="500" fill="hold"/>
                                        <p:tgtEl>
                                          <p:spTgt spid="16999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169999"/>
                                        </p:tgtEl>
                                        <p:attrNameLst>
                                          <p:attrName>style.visibility</p:attrName>
                                        </p:attrNameLst>
                                      </p:cBhvr>
                                      <p:to>
                                        <p:strVal val="visible"/>
                                      </p:to>
                                    </p:set>
                                    <p:anim calcmode="lin" valueType="num">
                                      <p:cBhvr additive="base">
                                        <p:cTn id="23" dur="500" fill="hold"/>
                                        <p:tgtEl>
                                          <p:spTgt spid="169999"/>
                                        </p:tgtEl>
                                        <p:attrNameLst>
                                          <p:attrName>ppt_x</p:attrName>
                                        </p:attrNameLst>
                                      </p:cBhvr>
                                      <p:tavLst>
                                        <p:tav tm="0">
                                          <p:val>
                                            <p:strVal val="0-#ppt_w/2"/>
                                          </p:val>
                                        </p:tav>
                                        <p:tav tm="100000">
                                          <p:val>
                                            <p:strVal val="#ppt_x"/>
                                          </p:val>
                                        </p:tav>
                                      </p:tavLst>
                                    </p:anim>
                                    <p:anim calcmode="lin" valueType="num">
                                      <p:cBhvr additive="base">
                                        <p:cTn id="24" dur="500" fill="hold"/>
                                        <p:tgtEl>
                                          <p:spTgt spid="169999"/>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170001"/>
                                        </p:tgtEl>
                                        <p:attrNameLst>
                                          <p:attrName>style.visibility</p:attrName>
                                        </p:attrNameLst>
                                      </p:cBhvr>
                                      <p:to>
                                        <p:strVal val="visible"/>
                                      </p:to>
                                    </p:set>
                                    <p:anim calcmode="lin" valueType="num">
                                      <p:cBhvr additive="base">
                                        <p:cTn id="29" dur="500" fill="hold"/>
                                        <p:tgtEl>
                                          <p:spTgt spid="170001"/>
                                        </p:tgtEl>
                                        <p:attrNameLst>
                                          <p:attrName>ppt_x</p:attrName>
                                        </p:attrNameLst>
                                      </p:cBhvr>
                                      <p:tavLst>
                                        <p:tav tm="0">
                                          <p:val>
                                            <p:strVal val="0-#ppt_w/2"/>
                                          </p:val>
                                        </p:tav>
                                        <p:tav tm="100000">
                                          <p:val>
                                            <p:strVal val="#ppt_x"/>
                                          </p:val>
                                        </p:tav>
                                      </p:tavLst>
                                    </p:anim>
                                    <p:anim calcmode="lin" valueType="num">
                                      <p:cBhvr additive="base">
                                        <p:cTn id="30" dur="500" fill="hold"/>
                                        <p:tgtEl>
                                          <p:spTgt spid="1700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3554" name="Rectangle 2"/>
          <p:cNvSpPr>
            <a:spLocks noGrp="1"/>
          </p:cNvSpPr>
          <p:nvPr>
            <p:ph idx="1"/>
          </p:nvPr>
        </p:nvSpPr>
        <p:spPr>
          <a:xfrm>
            <a:off x="331788" y="1450975"/>
            <a:ext cx="8964612" cy="5407025"/>
          </a:xfrm>
        </p:spPr>
        <p:txBody>
          <a:bodyPr vert="horz" wrap="square" lIns="91440" tIns="45720" rIns="91440" bIns="45720" anchor="t" anchorCtr="0"/>
          <a:p>
            <a:pPr marL="377825" indent="-377825" eaLnBrk="1" hangingPunct="1">
              <a:buFont typeface="Wingdings" panose="05000000000000000000" pitchFamily="2" charset="2"/>
              <a:buChar char="§"/>
            </a:pPr>
            <a:r>
              <a:rPr lang="zh-CN" altLang="en-US" sz="2600" dirty="0">
                <a:latin typeface="Times New Roman" panose="02020603050405020304" pitchFamily="18" charset="0"/>
              </a:rPr>
              <a:t>设知识：</a:t>
            </a:r>
            <a:endParaRPr lang="zh-CN" altLang="en-US" sz="2600" dirty="0">
              <a:latin typeface="Times New Roman" panose="02020603050405020304" pitchFamily="18" charset="0"/>
            </a:endParaRPr>
          </a:p>
        </p:txBody>
      </p:sp>
      <p:sp>
        <p:nvSpPr>
          <p:cNvPr id="23555" name="Rectangle 7"/>
          <p:cNvSpPr/>
          <p:nvPr/>
        </p:nvSpPr>
        <p:spPr>
          <a:xfrm>
            <a:off x="0" y="327660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23556" name="Rectangle 9"/>
          <p:cNvSpPr/>
          <p:nvPr/>
        </p:nvSpPr>
        <p:spPr>
          <a:xfrm>
            <a:off x="381000" y="866775"/>
            <a:ext cx="4468813" cy="604838"/>
          </a:xfrm>
          <a:prstGeom prst="rect">
            <a:avLst/>
          </a:prstGeom>
          <a:noFill/>
          <a:ln w="9525">
            <a:noFill/>
          </a:ln>
        </p:spPr>
        <p:txBody>
          <a:bodyPr wrap="none" anchor="t" anchorCtr="0">
            <a:spAutoFit/>
          </a:bodyPr>
          <a:p>
            <a:pPr>
              <a:lnSpc>
                <a:spcPct val="120000"/>
              </a:lnSpc>
              <a:spcBef>
                <a:spcPct val="30000"/>
              </a:spcBef>
              <a:buClr>
                <a:schemeClr val="accent2"/>
              </a:buClr>
              <a:buFont typeface="Wingdings" panose="05000000000000000000" pitchFamily="2" charset="2"/>
            </a:pPr>
            <a:r>
              <a:rPr lang="en-US" altLang="zh-CN" sz="2800" b="1" dirty="0">
                <a:latin typeface="Times New Roman" panose="02020603050405020304" pitchFamily="18" charset="0"/>
                <a:ea typeface="宋体" panose="02010600030101010101" pitchFamily="2" charset="-122"/>
              </a:rPr>
              <a:t>5. </a:t>
            </a:r>
            <a:r>
              <a:rPr lang="zh-CN" altLang="en-US" sz="2800" b="1" dirty="0">
                <a:latin typeface="Times New Roman" panose="02020603050405020304" pitchFamily="18" charset="0"/>
                <a:ea typeface="宋体" panose="02010600030101010101" pitchFamily="2" charset="-122"/>
              </a:rPr>
              <a:t>结论不确定性的合成算法</a:t>
            </a:r>
            <a:endParaRPr lang="zh-CN" altLang="en-US" sz="2800" b="1" dirty="0">
              <a:latin typeface="Times New Roman" panose="02020603050405020304" pitchFamily="18" charset="0"/>
              <a:ea typeface="宋体" panose="02010600030101010101" pitchFamily="2" charset="-122"/>
            </a:endParaRPr>
          </a:p>
        </p:txBody>
      </p:sp>
      <p:sp>
        <p:nvSpPr>
          <p:cNvPr id="176138" name="Rectangle 10"/>
          <p:cNvSpPr/>
          <p:nvPr/>
        </p:nvSpPr>
        <p:spPr>
          <a:xfrm>
            <a:off x="455613" y="3241675"/>
            <a:ext cx="5962650" cy="568325"/>
          </a:xfrm>
          <a:prstGeom prst="rect">
            <a:avLst/>
          </a:prstGeom>
          <a:noFill/>
          <a:ln w="9525">
            <a:noFill/>
          </a:ln>
        </p:spPr>
        <p:txBody>
          <a:bodyPr wrap="none" anchor="t" anchorCtr="0">
            <a:spAutoFit/>
          </a:bodyPr>
          <a:p>
            <a:pPr>
              <a:lnSpc>
                <a:spcPct val="120000"/>
              </a:lnSpc>
              <a:spcBef>
                <a:spcPct val="30000"/>
              </a:spcBef>
              <a:buClr>
                <a:schemeClr val="accent2"/>
              </a:buClr>
              <a:buFont typeface="Wingdings" panose="05000000000000000000" pitchFamily="2" charset="2"/>
            </a:pPr>
            <a:r>
              <a:rPr lang="zh-CN" altLang="en-US" sz="2600" dirty="0">
                <a:latin typeface="Times New Roman" panose="02020603050405020304" pitchFamily="18" charset="0"/>
                <a:ea typeface="宋体" panose="02010600030101010101" pitchFamily="2" charset="-122"/>
              </a:rPr>
              <a:t>（</a:t>
            </a:r>
            <a:r>
              <a:rPr lang="en-US" altLang="zh-CN" sz="2600" dirty="0">
                <a:latin typeface="Times New Roman" panose="02020603050405020304" pitchFamily="18" charset="0"/>
                <a:ea typeface="宋体" panose="02010600030101010101" pitchFamily="2" charset="-122"/>
              </a:rPr>
              <a:t>1</a:t>
            </a:r>
            <a:r>
              <a:rPr lang="zh-CN" altLang="en-US" sz="2600" dirty="0">
                <a:latin typeface="Times New Roman" panose="02020603050405020304" pitchFamily="18" charset="0"/>
                <a:ea typeface="宋体" panose="02010600030101010101" pitchFamily="2" charset="-122"/>
              </a:rPr>
              <a:t>）分别对每一条知识求出</a:t>
            </a:r>
            <a:r>
              <a:rPr lang="en-US" altLang="zh-CN" sz="2600" i="1" dirty="0">
                <a:latin typeface="Times New Roman" panose="02020603050405020304" pitchFamily="18" charset="0"/>
                <a:ea typeface="宋体" panose="02010600030101010101" pitchFamily="2" charset="-122"/>
              </a:rPr>
              <a:t>CF</a:t>
            </a:r>
            <a:r>
              <a:rPr lang="zh-CN" altLang="en-US" sz="2600" dirty="0">
                <a:latin typeface="Times New Roman" panose="02020603050405020304" pitchFamily="18" charset="0"/>
                <a:ea typeface="宋体" panose="02010600030101010101" pitchFamily="2" charset="-122"/>
              </a:rPr>
              <a:t>（</a:t>
            </a:r>
            <a:r>
              <a:rPr lang="en-US" altLang="zh-CN" sz="2600" i="1" dirty="0">
                <a:latin typeface="Times New Roman" panose="02020603050405020304" pitchFamily="18" charset="0"/>
                <a:ea typeface="宋体" panose="02010600030101010101" pitchFamily="2" charset="-122"/>
              </a:rPr>
              <a:t>H</a:t>
            </a:r>
            <a:r>
              <a:rPr lang="zh-CN" altLang="en-US" sz="2600" dirty="0">
                <a:latin typeface="Times New Roman" panose="02020603050405020304" pitchFamily="18" charset="0"/>
                <a:ea typeface="宋体" panose="02010600030101010101" pitchFamily="2" charset="-122"/>
              </a:rPr>
              <a:t>）：</a:t>
            </a:r>
            <a:endParaRPr lang="zh-CN" altLang="en-US" sz="2600" dirty="0">
              <a:latin typeface="Times New Roman" panose="02020603050405020304" pitchFamily="18" charset="0"/>
              <a:ea typeface="宋体" panose="02010600030101010101" pitchFamily="2" charset="-122"/>
            </a:endParaRPr>
          </a:p>
        </p:txBody>
      </p:sp>
      <p:graphicFrame>
        <p:nvGraphicFramePr>
          <p:cNvPr id="176139" name="Object 11"/>
          <p:cNvGraphicFramePr>
            <a:graphicFrameLocks noChangeAspect="1"/>
          </p:cNvGraphicFramePr>
          <p:nvPr/>
        </p:nvGraphicFramePr>
        <p:xfrm>
          <a:off x="1447800" y="3970338"/>
          <a:ext cx="4876800" cy="449262"/>
        </p:xfrm>
        <a:graphic>
          <a:graphicData uri="http://schemas.openxmlformats.org/presentationml/2006/ole">
            <mc:AlternateContent xmlns:mc="http://schemas.openxmlformats.org/markup-compatibility/2006">
              <mc:Choice xmlns:v="urn:schemas-microsoft-com:vml" Requires="v">
                <p:oleObj spid="_x0000_s3120" name="" r:id="rId1" imgW="41252775" imgH="3733800" progId="Equation.3">
                  <p:embed/>
                </p:oleObj>
              </mc:Choice>
              <mc:Fallback>
                <p:oleObj name="" r:id="rId1" imgW="41252775" imgH="3733800" progId="Equation.3">
                  <p:embed/>
                  <p:pic>
                    <p:nvPicPr>
                      <p:cNvPr id="0" name="图片 3119"/>
                      <p:cNvPicPr/>
                      <p:nvPr/>
                    </p:nvPicPr>
                    <p:blipFill>
                      <a:blip r:embed="rId2"/>
                      <a:stretch>
                        <a:fillRect/>
                      </a:stretch>
                    </p:blipFill>
                    <p:spPr>
                      <a:xfrm>
                        <a:off x="1447800" y="3970338"/>
                        <a:ext cx="4876800" cy="449262"/>
                      </a:xfrm>
                      <a:prstGeom prst="rect">
                        <a:avLst/>
                      </a:prstGeom>
                      <a:noFill/>
                      <a:ln w="38100">
                        <a:noFill/>
                        <a:miter/>
                      </a:ln>
                    </p:spPr>
                  </p:pic>
                </p:oleObj>
              </mc:Fallback>
            </mc:AlternateContent>
          </a:graphicData>
        </a:graphic>
      </p:graphicFrame>
      <p:graphicFrame>
        <p:nvGraphicFramePr>
          <p:cNvPr id="176140" name="Object 12"/>
          <p:cNvGraphicFramePr>
            <a:graphicFrameLocks noChangeAspect="1"/>
          </p:cNvGraphicFramePr>
          <p:nvPr/>
        </p:nvGraphicFramePr>
        <p:xfrm>
          <a:off x="1447800" y="4597400"/>
          <a:ext cx="4876800" cy="431800"/>
        </p:xfrm>
        <a:graphic>
          <a:graphicData uri="http://schemas.openxmlformats.org/presentationml/2006/ole">
            <mc:AlternateContent xmlns:mc="http://schemas.openxmlformats.org/markup-compatibility/2006">
              <mc:Choice xmlns:v="urn:schemas-microsoft-com:vml" Requires="v">
                <p:oleObj spid="_x0000_s3123" name="" r:id="rId3" imgW="42129075" imgH="3733800" progId="Equation.3">
                  <p:embed/>
                </p:oleObj>
              </mc:Choice>
              <mc:Fallback>
                <p:oleObj name="" r:id="rId3" imgW="42129075" imgH="3733800" progId="Equation.3">
                  <p:embed/>
                  <p:pic>
                    <p:nvPicPr>
                      <p:cNvPr id="0" name="图片 3122"/>
                      <p:cNvPicPr/>
                      <p:nvPr/>
                    </p:nvPicPr>
                    <p:blipFill>
                      <a:blip r:embed="rId4"/>
                      <a:stretch>
                        <a:fillRect/>
                      </a:stretch>
                    </p:blipFill>
                    <p:spPr>
                      <a:xfrm>
                        <a:off x="1447800" y="4597400"/>
                        <a:ext cx="4876800" cy="431800"/>
                      </a:xfrm>
                      <a:prstGeom prst="rect">
                        <a:avLst/>
                      </a:prstGeom>
                      <a:noFill/>
                      <a:ln w="38100">
                        <a:noFill/>
                        <a:miter/>
                      </a:ln>
                    </p:spPr>
                  </p:pic>
                </p:oleObj>
              </mc:Fallback>
            </mc:AlternateContent>
          </a:graphicData>
        </a:graphic>
      </p:graphicFrame>
      <p:grpSp>
        <p:nvGrpSpPr>
          <p:cNvPr id="23560" name="Group 15"/>
          <p:cNvGrpSpPr/>
          <p:nvPr/>
        </p:nvGrpSpPr>
        <p:grpSpPr>
          <a:xfrm>
            <a:off x="1908175" y="2082800"/>
            <a:ext cx="4676775" cy="501650"/>
            <a:chOff x="1202" y="1312"/>
            <a:chExt cx="2946" cy="316"/>
          </a:xfrm>
        </p:grpSpPr>
        <p:graphicFrame>
          <p:nvGraphicFramePr>
            <p:cNvPr id="23561" name="Object 4"/>
            <p:cNvGraphicFramePr>
              <a:graphicFrameLocks noChangeAspect="1"/>
            </p:cNvGraphicFramePr>
            <p:nvPr/>
          </p:nvGraphicFramePr>
          <p:xfrm>
            <a:off x="1254" y="1344"/>
            <a:ext cx="2894" cy="271"/>
          </p:xfrm>
          <a:graphic>
            <a:graphicData uri="http://schemas.openxmlformats.org/presentationml/2006/ole">
              <mc:AlternateContent xmlns:mc="http://schemas.openxmlformats.org/markup-compatibility/2006">
                <mc:Choice xmlns:v="urn:schemas-microsoft-com:vml" Requires="v">
                  <p:oleObj spid="_x0000_s3116" name="" r:id="rId5" imgW="39938325" imgH="3733800" progId="Equation.3">
                    <p:embed/>
                  </p:oleObj>
                </mc:Choice>
                <mc:Fallback>
                  <p:oleObj name="" r:id="rId5" imgW="39938325" imgH="3733800" progId="Equation.3">
                    <p:embed/>
                    <p:pic>
                      <p:nvPicPr>
                        <p:cNvPr id="0" name="图片 3115"/>
                        <p:cNvPicPr/>
                        <p:nvPr/>
                      </p:nvPicPr>
                      <p:blipFill>
                        <a:blip r:embed="rId6"/>
                        <a:stretch>
                          <a:fillRect/>
                        </a:stretch>
                      </p:blipFill>
                      <p:spPr>
                        <a:xfrm>
                          <a:off x="1254" y="1344"/>
                          <a:ext cx="2894" cy="271"/>
                        </a:xfrm>
                        <a:prstGeom prst="rect">
                          <a:avLst/>
                        </a:prstGeom>
                        <a:noFill/>
                        <a:ln w="38100">
                          <a:noFill/>
                          <a:miter/>
                        </a:ln>
                      </p:spPr>
                    </p:pic>
                  </p:oleObj>
                </mc:Fallback>
              </mc:AlternateContent>
            </a:graphicData>
          </a:graphic>
        </p:graphicFrame>
        <p:sp>
          <p:nvSpPr>
            <p:cNvPr id="23562" name="Text Box 13"/>
            <p:cNvSpPr txBox="1"/>
            <p:nvPr/>
          </p:nvSpPr>
          <p:spPr>
            <a:xfrm>
              <a:off x="1202" y="1320"/>
              <a:ext cx="499" cy="308"/>
            </a:xfrm>
            <a:prstGeom prst="rect">
              <a:avLst/>
            </a:prstGeom>
            <a:noFill/>
            <a:ln w="9525">
              <a:noFill/>
            </a:ln>
          </p:spPr>
          <p:txBody>
            <a:bodyPr anchor="t" anchorCtr="0">
              <a:spAutoFit/>
            </a:bodyPr>
            <a:p>
              <a:pPr>
                <a:spcBef>
                  <a:spcPct val="50000"/>
                </a:spcBef>
                <a:buClrTx/>
                <a:buFontTx/>
              </a:pPr>
              <a:r>
                <a:rPr lang="en-US" altLang="zh-CN" sz="2600" dirty="0">
                  <a:latin typeface="Times New Roman" panose="02020603050405020304" pitchFamily="18" charset="0"/>
                  <a:ea typeface="宋体" panose="02010600030101010101" pitchFamily="2" charset="-122"/>
                </a:rPr>
                <a:t>IF</a:t>
              </a:r>
              <a:endParaRPr lang="en-US" altLang="zh-CN" sz="2600" dirty="0">
                <a:latin typeface="Times New Roman" panose="02020603050405020304" pitchFamily="18" charset="0"/>
                <a:ea typeface="宋体" panose="02010600030101010101" pitchFamily="2" charset="-122"/>
              </a:endParaRPr>
            </a:p>
          </p:txBody>
        </p:sp>
        <p:sp>
          <p:nvSpPr>
            <p:cNvPr id="23563" name="Text Box 14"/>
            <p:cNvSpPr txBox="1"/>
            <p:nvPr/>
          </p:nvSpPr>
          <p:spPr>
            <a:xfrm>
              <a:off x="1882" y="1312"/>
              <a:ext cx="680" cy="308"/>
            </a:xfrm>
            <a:prstGeom prst="rect">
              <a:avLst/>
            </a:prstGeom>
            <a:noFill/>
            <a:ln w="9525">
              <a:noFill/>
            </a:ln>
          </p:spPr>
          <p:txBody>
            <a:bodyPr anchor="t" anchorCtr="0">
              <a:spAutoFit/>
            </a:bodyPr>
            <a:p>
              <a:pPr>
                <a:spcBef>
                  <a:spcPct val="50000"/>
                </a:spcBef>
                <a:buClrTx/>
                <a:buFontTx/>
              </a:pPr>
              <a:r>
                <a:rPr lang="en-US" altLang="zh-CN" sz="2600" dirty="0">
                  <a:latin typeface="Times New Roman" panose="02020603050405020304" pitchFamily="18" charset="0"/>
                  <a:ea typeface="宋体" panose="02010600030101010101" pitchFamily="2" charset="-122"/>
                </a:rPr>
                <a:t>THEN</a:t>
              </a:r>
              <a:endParaRPr lang="en-US" altLang="zh-CN" sz="2600" dirty="0">
                <a:latin typeface="Times New Roman" panose="02020603050405020304" pitchFamily="18" charset="0"/>
                <a:ea typeface="宋体" panose="02010600030101010101" pitchFamily="2" charset="-122"/>
              </a:endParaRPr>
            </a:p>
          </p:txBody>
        </p:sp>
      </p:grpSp>
      <p:grpSp>
        <p:nvGrpSpPr>
          <p:cNvPr id="23564" name="Group 16"/>
          <p:cNvGrpSpPr/>
          <p:nvPr/>
        </p:nvGrpSpPr>
        <p:grpSpPr>
          <a:xfrm>
            <a:off x="1908175" y="2711450"/>
            <a:ext cx="4702175" cy="501650"/>
            <a:chOff x="1202" y="1312"/>
            <a:chExt cx="2962" cy="316"/>
          </a:xfrm>
        </p:grpSpPr>
        <p:graphicFrame>
          <p:nvGraphicFramePr>
            <p:cNvPr id="23565" name="Object 17"/>
            <p:cNvGraphicFramePr>
              <a:graphicFrameLocks noChangeAspect="1"/>
            </p:cNvGraphicFramePr>
            <p:nvPr/>
          </p:nvGraphicFramePr>
          <p:xfrm>
            <a:off x="1238" y="1344"/>
            <a:ext cx="2926" cy="271"/>
          </p:xfrm>
          <a:graphic>
            <a:graphicData uri="http://schemas.openxmlformats.org/presentationml/2006/ole">
              <mc:AlternateContent xmlns:mc="http://schemas.openxmlformats.org/markup-compatibility/2006">
                <mc:Choice xmlns:v="urn:schemas-microsoft-com:vml" Requires="v">
                  <p:oleObj spid="_x0000_s3117" name="" r:id="rId7" imgW="40376475" imgH="3733800" progId="Equation.3">
                    <p:embed/>
                  </p:oleObj>
                </mc:Choice>
                <mc:Fallback>
                  <p:oleObj name="" r:id="rId7" imgW="40376475" imgH="3733800" progId="Equation.3">
                    <p:embed/>
                    <p:pic>
                      <p:nvPicPr>
                        <p:cNvPr id="0" name="图片 3116"/>
                        <p:cNvPicPr/>
                        <p:nvPr/>
                      </p:nvPicPr>
                      <p:blipFill>
                        <a:blip r:embed="rId8"/>
                        <a:stretch>
                          <a:fillRect/>
                        </a:stretch>
                      </p:blipFill>
                      <p:spPr>
                        <a:xfrm>
                          <a:off x="1238" y="1344"/>
                          <a:ext cx="2926" cy="271"/>
                        </a:xfrm>
                        <a:prstGeom prst="rect">
                          <a:avLst/>
                        </a:prstGeom>
                        <a:noFill/>
                        <a:ln w="38100">
                          <a:noFill/>
                          <a:miter/>
                        </a:ln>
                      </p:spPr>
                    </p:pic>
                  </p:oleObj>
                </mc:Fallback>
              </mc:AlternateContent>
            </a:graphicData>
          </a:graphic>
        </p:graphicFrame>
        <p:sp>
          <p:nvSpPr>
            <p:cNvPr id="23566" name="Text Box 18"/>
            <p:cNvSpPr txBox="1"/>
            <p:nvPr/>
          </p:nvSpPr>
          <p:spPr>
            <a:xfrm>
              <a:off x="1202" y="1320"/>
              <a:ext cx="499" cy="308"/>
            </a:xfrm>
            <a:prstGeom prst="rect">
              <a:avLst/>
            </a:prstGeom>
            <a:noFill/>
            <a:ln w="9525">
              <a:noFill/>
            </a:ln>
          </p:spPr>
          <p:txBody>
            <a:bodyPr anchor="t" anchorCtr="0">
              <a:spAutoFit/>
            </a:bodyPr>
            <a:p>
              <a:pPr>
                <a:spcBef>
                  <a:spcPct val="50000"/>
                </a:spcBef>
                <a:buClrTx/>
                <a:buFontTx/>
              </a:pPr>
              <a:r>
                <a:rPr lang="en-US" altLang="zh-CN" sz="2600" dirty="0">
                  <a:latin typeface="Times New Roman" panose="02020603050405020304" pitchFamily="18" charset="0"/>
                  <a:ea typeface="宋体" panose="02010600030101010101" pitchFamily="2" charset="-122"/>
                </a:rPr>
                <a:t>IF</a:t>
              </a:r>
              <a:endParaRPr lang="en-US" altLang="zh-CN" sz="2600" dirty="0">
                <a:latin typeface="Times New Roman" panose="02020603050405020304" pitchFamily="18" charset="0"/>
                <a:ea typeface="宋体" panose="02010600030101010101" pitchFamily="2" charset="-122"/>
              </a:endParaRPr>
            </a:p>
          </p:txBody>
        </p:sp>
        <p:sp>
          <p:nvSpPr>
            <p:cNvPr id="23567" name="Text Box 19"/>
            <p:cNvSpPr txBox="1"/>
            <p:nvPr/>
          </p:nvSpPr>
          <p:spPr>
            <a:xfrm>
              <a:off x="1882" y="1312"/>
              <a:ext cx="680" cy="308"/>
            </a:xfrm>
            <a:prstGeom prst="rect">
              <a:avLst/>
            </a:prstGeom>
            <a:noFill/>
            <a:ln w="9525">
              <a:noFill/>
            </a:ln>
          </p:spPr>
          <p:txBody>
            <a:bodyPr anchor="t" anchorCtr="0">
              <a:spAutoFit/>
            </a:bodyPr>
            <a:p>
              <a:pPr>
                <a:spcBef>
                  <a:spcPct val="50000"/>
                </a:spcBef>
                <a:buClrTx/>
                <a:buFontTx/>
              </a:pPr>
              <a:r>
                <a:rPr lang="en-US" altLang="zh-CN" sz="2600" dirty="0">
                  <a:latin typeface="Times New Roman" panose="02020603050405020304" pitchFamily="18" charset="0"/>
                  <a:ea typeface="宋体" panose="02010600030101010101" pitchFamily="2" charset="-122"/>
                </a:rPr>
                <a:t>THEN</a:t>
              </a:r>
              <a:endParaRPr lang="en-US" altLang="zh-CN" sz="2600" dirty="0">
                <a:latin typeface="Times New Roman" panose="02020603050405020304" pitchFamily="18" charset="0"/>
                <a:ea typeface="宋体" panose="02010600030101010101" pitchFamily="2" charset="-122"/>
              </a:endParaRPr>
            </a:p>
          </p:txBody>
        </p:sp>
      </p:grpSp>
      <p:sp>
        <p:nvSpPr>
          <p:cNvPr id="23568" name="Rectangle 21"/>
          <p:cNvSpPr>
            <a:spLocks noGrp="1"/>
          </p:cNvSpPr>
          <p:nvPr>
            <p:ph type="title"/>
          </p:nvPr>
        </p:nvSpPr>
        <p:spPr/>
        <p:txBody>
          <a:bodyPr vert="horz" wrap="square" lIns="91440" tIns="45720" rIns="91440" bIns="45720" anchor="b" anchorCtr="0"/>
          <a:p>
            <a:pPr eaLnBrk="1" hangingPunct="1"/>
            <a:endParaRPr lang="zh-CN" altLang="zh-CN" dirty="0">
              <a:latin typeface="Times New Roman" panose="02020603050405020304" pitchFamily="18" charset="0"/>
            </a:endParaRPr>
          </a:p>
        </p:txBody>
      </p:sp>
      <p:sp>
        <p:nvSpPr>
          <p:cNvPr id="23569" name="Rectangle 22"/>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4.2  </a:t>
            </a:r>
            <a:r>
              <a:rPr lang="zh-CN" altLang="en-US" sz="3600" dirty="0">
                <a:solidFill>
                  <a:schemeClr val="bg1"/>
                </a:solidFill>
                <a:latin typeface="Times New Roman" panose="02020603050405020304" pitchFamily="18" charset="0"/>
                <a:ea typeface="黑体" panose="02010609060101010101" pitchFamily="2" charset="-122"/>
              </a:rPr>
              <a:t>可信度方法</a:t>
            </a:r>
            <a:endParaRPr lang="zh-CN" altLang="en-US" sz="3600" dirty="0">
              <a:solidFill>
                <a:schemeClr val="bg1"/>
              </a:solidFill>
              <a:latin typeface="Times New Roman" panose="02020603050405020304" pitchFamily="18" charset="0"/>
              <a:ea typeface="黑体" panose="0201060906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6138"/>
                                        </p:tgtEl>
                                        <p:attrNameLst>
                                          <p:attrName>style.visibility</p:attrName>
                                        </p:attrNameLst>
                                      </p:cBhvr>
                                      <p:to>
                                        <p:strVal val="visible"/>
                                      </p:to>
                                    </p:set>
                                    <p:anim calcmode="lin" valueType="num">
                                      <p:cBhvr additive="base">
                                        <p:cTn id="7" dur="500" fill="hold"/>
                                        <p:tgtEl>
                                          <p:spTgt spid="176138"/>
                                        </p:tgtEl>
                                        <p:attrNameLst>
                                          <p:attrName>ppt_x</p:attrName>
                                        </p:attrNameLst>
                                      </p:cBhvr>
                                      <p:tavLst>
                                        <p:tav tm="0">
                                          <p:val>
                                            <p:strVal val="0-#ppt_w/2"/>
                                          </p:val>
                                        </p:tav>
                                        <p:tav tm="100000">
                                          <p:val>
                                            <p:strVal val="#ppt_x"/>
                                          </p:val>
                                        </p:tav>
                                      </p:tavLst>
                                    </p:anim>
                                    <p:anim calcmode="lin" valueType="num">
                                      <p:cBhvr additive="base">
                                        <p:cTn id="8" dur="500" fill="hold"/>
                                        <p:tgtEl>
                                          <p:spTgt spid="17613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76139"/>
                                        </p:tgtEl>
                                        <p:attrNameLst>
                                          <p:attrName>style.visibility</p:attrName>
                                        </p:attrNameLst>
                                      </p:cBhvr>
                                      <p:to>
                                        <p:strVal val="visible"/>
                                      </p:to>
                                    </p:set>
                                    <p:animEffect transition="in" filter="blinds(horizontal)">
                                      <p:cBhvr>
                                        <p:cTn id="13" dur="500"/>
                                        <p:tgtEl>
                                          <p:spTgt spid="176139"/>
                                        </p:tgtEl>
                                      </p:cBhvr>
                                    </p:animEffect>
                                  </p:childTnLst>
                                </p:cTn>
                              </p:par>
                            </p:childTnLst>
                          </p:cTn>
                        </p:par>
                        <p:par>
                          <p:cTn id="14" fill="hold">
                            <p:stCondLst>
                              <p:cond delay="500"/>
                            </p:stCondLst>
                            <p:childTnLst>
                              <p:par>
                                <p:cTn id="15" presetID="3" presetClass="entr" presetSubtype="10" fill="hold" nodeType="afterEffect">
                                  <p:stCondLst>
                                    <p:cond delay="0"/>
                                  </p:stCondLst>
                                  <p:childTnLst>
                                    <p:set>
                                      <p:cBhvr>
                                        <p:cTn id="16" dur="1" fill="hold">
                                          <p:stCondLst>
                                            <p:cond delay="0"/>
                                          </p:stCondLst>
                                        </p:cTn>
                                        <p:tgtEl>
                                          <p:spTgt spid="176140"/>
                                        </p:tgtEl>
                                        <p:attrNameLst>
                                          <p:attrName>style.visibility</p:attrName>
                                        </p:attrNameLst>
                                      </p:cBhvr>
                                      <p:to>
                                        <p:strVal val="visible"/>
                                      </p:to>
                                    </p:set>
                                    <p:animEffect transition="in" filter="blinds(horizontal)">
                                      <p:cBhvr>
                                        <p:cTn id="17" dur="500"/>
                                        <p:tgtEl>
                                          <p:spTgt spid="176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灯片编号占位符 4"/>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4578" name="Rectangle 2"/>
          <p:cNvSpPr>
            <a:spLocks noGrp="1"/>
          </p:cNvSpPr>
          <p:nvPr>
            <p:ph type="body" sz="half" idx="1"/>
          </p:nvPr>
        </p:nvSpPr>
        <p:spPr>
          <a:xfrm>
            <a:off x="120650" y="1609725"/>
            <a:ext cx="8642350" cy="5400675"/>
          </a:xfrm>
        </p:spPr>
        <p:txBody>
          <a:bodyPr vert="horz" wrap="square" lIns="91440" tIns="45720" rIns="91440" bIns="45720" anchor="t" anchorCtr="0"/>
          <a:p>
            <a:pPr marL="377825" indent="-377825" eaLnBrk="1" hangingPunct="1">
              <a:buClr>
                <a:schemeClr val="accent2"/>
              </a:buClr>
              <a:buSzTx/>
              <a:buFont typeface="Wingdings" panose="05000000000000000000" pitchFamily="2" charset="2"/>
              <a:buNone/>
            </a:pPr>
            <a:r>
              <a:rPr lang="zh-CN" altLang="en-US" sz="2600" dirty="0">
                <a:latin typeface="Times New Roman" panose="02020603050405020304" pitchFamily="18" charset="0"/>
              </a:rPr>
              <a:t>（</a:t>
            </a:r>
            <a:r>
              <a:rPr lang="en-US" altLang="zh-CN" sz="2600" dirty="0">
                <a:latin typeface="Times New Roman" panose="02020603050405020304" pitchFamily="18" charset="0"/>
              </a:rPr>
              <a:t>2</a:t>
            </a:r>
            <a:r>
              <a:rPr lang="zh-CN" altLang="en-US" sz="2600" dirty="0">
                <a:latin typeface="Times New Roman" panose="02020603050405020304" pitchFamily="18" charset="0"/>
              </a:rPr>
              <a:t>）求出  与   对</a:t>
            </a:r>
            <a:r>
              <a:rPr lang="en-US" altLang="zh-CN" sz="2600" i="1" dirty="0">
                <a:latin typeface="Times New Roman" panose="02020603050405020304" pitchFamily="18" charset="0"/>
              </a:rPr>
              <a:t>H</a:t>
            </a:r>
            <a:r>
              <a:rPr lang="zh-CN" altLang="en-US" sz="2600" dirty="0">
                <a:latin typeface="Times New Roman" panose="02020603050405020304" pitchFamily="18" charset="0"/>
              </a:rPr>
              <a:t>的综合影响所形成的可信度                ：</a:t>
            </a:r>
            <a:endParaRPr lang="zh-CN" altLang="en-US" dirty="0">
              <a:latin typeface="Times New Roman" panose="02020603050405020304" pitchFamily="18" charset="0"/>
            </a:endParaRPr>
          </a:p>
        </p:txBody>
      </p:sp>
      <p:graphicFrame>
        <p:nvGraphicFramePr>
          <p:cNvPr id="178209" name="Object 33"/>
          <p:cNvGraphicFramePr>
            <a:graphicFrameLocks noChangeAspect="1"/>
          </p:cNvGraphicFramePr>
          <p:nvPr/>
        </p:nvGraphicFramePr>
        <p:xfrm>
          <a:off x="107315" y="2348865"/>
          <a:ext cx="8875713" cy="1981200"/>
        </p:xfrm>
        <a:graphic>
          <a:graphicData uri="http://schemas.openxmlformats.org/presentationml/2006/ole">
            <mc:AlternateContent xmlns:mc="http://schemas.openxmlformats.org/markup-compatibility/2006">
              <mc:Choice xmlns:v="urn:schemas-microsoft-com:vml" Requires="v">
                <p:oleObj spid="_x0000_s3118" name="" r:id="rId1" imgW="4965700" imgH="1016000" progId="Equation.3">
                  <p:embed/>
                </p:oleObj>
              </mc:Choice>
              <mc:Fallback>
                <p:oleObj name="" r:id="rId1" imgW="4965700" imgH="1016000" progId="Equation.3">
                  <p:embed/>
                  <p:pic>
                    <p:nvPicPr>
                      <p:cNvPr id="0" name="图片 3117"/>
                      <p:cNvPicPr/>
                      <p:nvPr/>
                    </p:nvPicPr>
                    <p:blipFill>
                      <a:blip r:embed="rId2"/>
                      <a:stretch>
                        <a:fillRect/>
                      </a:stretch>
                    </p:blipFill>
                    <p:spPr>
                      <a:xfrm>
                        <a:off x="107315" y="2348865"/>
                        <a:ext cx="8875713" cy="1981200"/>
                      </a:xfrm>
                      <a:prstGeom prst="rect">
                        <a:avLst/>
                      </a:prstGeom>
                      <a:noFill/>
                      <a:ln w="38100">
                        <a:noFill/>
                        <a:miter/>
                      </a:ln>
                    </p:spPr>
                  </p:pic>
                </p:oleObj>
              </mc:Fallback>
            </mc:AlternateContent>
          </a:graphicData>
        </a:graphic>
      </p:graphicFrame>
      <p:grpSp>
        <p:nvGrpSpPr>
          <p:cNvPr id="24580" name="Group 39"/>
          <p:cNvGrpSpPr/>
          <p:nvPr/>
        </p:nvGrpSpPr>
        <p:grpSpPr>
          <a:xfrm>
            <a:off x="1652588" y="1701800"/>
            <a:ext cx="6664325" cy="528638"/>
            <a:chOff x="1041" y="1072"/>
            <a:chExt cx="4198" cy="333"/>
          </a:xfrm>
        </p:grpSpPr>
        <p:graphicFrame>
          <p:nvGraphicFramePr>
            <p:cNvPr id="24581" name="Object 8"/>
            <p:cNvGraphicFramePr>
              <a:graphicFrameLocks noChangeAspect="1"/>
            </p:cNvGraphicFramePr>
            <p:nvPr/>
          </p:nvGraphicFramePr>
          <p:xfrm>
            <a:off x="1041" y="1072"/>
            <a:ext cx="161" cy="272"/>
          </p:xfrm>
          <a:graphic>
            <a:graphicData uri="http://schemas.openxmlformats.org/presentationml/2006/ole">
              <mc:AlternateContent xmlns:mc="http://schemas.openxmlformats.org/markup-compatibility/2006">
                <mc:Choice xmlns:v="urn:schemas-microsoft-com:vml" Requires="v">
                  <p:oleObj spid="_x0000_s3122" name="" r:id="rId3" imgW="3076575" imgH="3733800" progId="Equation.3">
                    <p:embed/>
                  </p:oleObj>
                </mc:Choice>
                <mc:Fallback>
                  <p:oleObj name="" r:id="rId3" imgW="3076575" imgH="3733800" progId="Equation.3">
                    <p:embed/>
                    <p:pic>
                      <p:nvPicPr>
                        <p:cNvPr id="0" name="图片 3121"/>
                        <p:cNvPicPr/>
                        <p:nvPr/>
                      </p:nvPicPr>
                      <p:blipFill>
                        <a:blip r:embed="rId4"/>
                        <a:stretch>
                          <a:fillRect/>
                        </a:stretch>
                      </p:blipFill>
                      <p:spPr>
                        <a:xfrm>
                          <a:off x="1041" y="1072"/>
                          <a:ext cx="161" cy="272"/>
                        </a:xfrm>
                        <a:prstGeom prst="rect">
                          <a:avLst/>
                        </a:prstGeom>
                        <a:noFill/>
                        <a:ln w="38100">
                          <a:noFill/>
                          <a:miter/>
                        </a:ln>
                      </p:spPr>
                    </p:pic>
                  </p:oleObj>
                </mc:Fallback>
              </mc:AlternateContent>
            </a:graphicData>
          </a:graphic>
        </p:graphicFrame>
        <p:graphicFrame>
          <p:nvGraphicFramePr>
            <p:cNvPr id="24582" name="Object 16"/>
            <p:cNvGraphicFramePr>
              <a:graphicFrameLocks noChangeAspect="1"/>
            </p:cNvGraphicFramePr>
            <p:nvPr/>
          </p:nvGraphicFramePr>
          <p:xfrm>
            <a:off x="1367" y="1087"/>
            <a:ext cx="182" cy="272"/>
          </p:xfrm>
          <a:graphic>
            <a:graphicData uri="http://schemas.openxmlformats.org/presentationml/2006/ole">
              <mc:AlternateContent xmlns:mc="http://schemas.openxmlformats.org/markup-compatibility/2006">
                <mc:Choice xmlns:v="urn:schemas-microsoft-com:vml" Requires="v">
                  <p:oleObj spid="_x0000_s3119" name="" r:id="rId5" imgW="3295650" imgH="3733800" progId="Equation.3">
                    <p:embed/>
                  </p:oleObj>
                </mc:Choice>
                <mc:Fallback>
                  <p:oleObj name="" r:id="rId5" imgW="3295650" imgH="3733800" progId="Equation.3">
                    <p:embed/>
                    <p:pic>
                      <p:nvPicPr>
                        <p:cNvPr id="0" name="图片 3118"/>
                        <p:cNvPicPr/>
                        <p:nvPr/>
                      </p:nvPicPr>
                      <p:blipFill>
                        <a:blip r:embed="rId6"/>
                        <a:stretch>
                          <a:fillRect/>
                        </a:stretch>
                      </p:blipFill>
                      <p:spPr>
                        <a:xfrm>
                          <a:off x="1367" y="1087"/>
                          <a:ext cx="182" cy="272"/>
                        </a:xfrm>
                        <a:prstGeom prst="rect">
                          <a:avLst/>
                        </a:prstGeom>
                        <a:noFill/>
                        <a:ln w="38100">
                          <a:noFill/>
                          <a:miter/>
                        </a:ln>
                      </p:spPr>
                    </p:pic>
                  </p:oleObj>
                </mc:Fallback>
              </mc:AlternateContent>
            </a:graphicData>
          </a:graphic>
        </p:graphicFrame>
        <p:graphicFrame>
          <p:nvGraphicFramePr>
            <p:cNvPr id="24583" name="Object 36"/>
            <p:cNvGraphicFramePr>
              <a:graphicFrameLocks noChangeAspect="1"/>
            </p:cNvGraphicFramePr>
            <p:nvPr/>
          </p:nvGraphicFramePr>
          <p:xfrm>
            <a:off x="4468" y="1093"/>
            <a:ext cx="771" cy="312"/>
          </p:xfrm>
          <a:graphic>
            <a:graphicData uri="http://schemas.openxmlformats.org/presentationml/2006/ole">
              <mc:AlternateContent xmlns:mc="http://schemas.openxmlformats.org/markup-compatibility/2006">
                <mc:Choice xmlns:v="urn:schemas-microsoft-com:vml" Requires="v">
                  <p:oleObj spid="_x0000_s3121" name="" r:id="rId7" imgW="10315575" imgH="4171950" progId="Equation.3">
                    <p:embed/>
                  </p:oleObj>
                </mc:Choice>
                <mc:Fallback>
                  <p:oleObj name="" r:id="rId7" imgW="10315575" imgH="4171950" progId="Equation.3">
                    <p:embed/>
                    <p:pic>
                      <p:nvPicPr>
                        <p:cNvPr id="0" name="图片 3120"/>
                        <p:cNvPicPr/>
                        <p:nvPr/>
                      </p:nvPicPr>
                      <p:blipFill>
                        <a:blip r:embed="rId8"/>
                        <a:stretch>
                          <a:fillRect/>
                        </a:stretch>
                      </p:blipFill>
                      <p:spPr>
                        <a:xfrm>
                          <a:off x="4468" y="1093"/>
                          <a:ext cx="771" cy="312"/>
                        </a:xfrm>
                        <a:prstGeom prst="rect">
                          <a:avLst/>
                        </a:prstGeom>
                        <a:noFill/>
                        <a:ln w="38100">
                          <a:noFill/>
                          <a:miter/>
                        </a:ln>
                      </p:spPr>
                    </p:pic>
                  </p:oleObj>
                </mc:Fallback>
              </mc:AlternateContent>
            </a:graphicData>
          </a:graphic>
        </p:graphicFrame>
      </p:grpSp>
      <p:sp>
        <p:nvSpPr>
          <p:cNvPr id="24584" name="Rectangle 38"/>
          <p:cNvSpPr/>
          <p:nvPr/>
        </p:nvSpPr>
        <p:spPr>
          <a:xfrm>
            <a:off x="319088" y="952500"/>
            <a:ext cx="4468812" cy="604838"/>
          </a:xfrm>
          <a:prstGeom prst="rect">
            <a:avLst/>
          </a:prstGeom>
          <a:noFill/>
          <a:ln w="9525">
            <a:noFill/>
          </a:ln>
        </p:spPr>
        <p:txBody>
          <a:bodyPr wrap="none" anchor="t" anchorCtr="0">
            <a:spAutoFit/>
          </a:bodyPr>
          <a:p>
            <a:pPr>
              <a:lnSpc>
                <a:spcPct val="120000"/>
              </a:lnSpc>
              <a:spcBef>
                <a:spcPct val="30000"/>
              </a:spcBef>
              <a:buClr>
                <a:schemeClr val="accent2"/>
              </a:buClr>
              <a:buFont typeface="Wingdings" panose="05000000000000000000" pitchFamily="2" charset="2"/>
            </a:pPr>
            <a:r>
              <a:rPr lang="en-US" altLang="zh-CN" sz="2800" b="1" dirty="0">
                <a:latin typeface="Times New Roman" panose="02020603050405020304" pitchFamily="18" charset="0"/>
                <a:ea typeface="宋体" panose="02010600030101010101" pitchFamily="2" charset="-122"/>
              </a:rPr>
              <a:t>5. </a:t>
            </a:r>
            <a:r>
              <a:rPr lang="zh-CN" altLang="en-US" sz="2800" b="1" dirty="0">
                <a:latin typeface="Times New Roman" panose="02020603050405020304" pitchFamily="18" charset="0"/>
                <a:ea typeface="宋体" panose="02010600030101010101" pitchFamily="2" charset="-122"/>
              </a:rPr>
              <a:t>结论不确定性的合成算法</a:t>
            </a:r>
            <a:endParaRPr lang="zh-CN" altLang="en-US" sz="2800" b="1" dirty="0">
              <a:latin typeface="Times New Roman" panose="02020603050405020304" pitchFamily="18" charset="0"/>
              <a:ea typeface="宋体" panose="02010600030101010101" pitchFamily="2" charset="-122"/>
            </a:endParaRPr>
          </a:p>
        </p:txBody>
      </p:sp>
      <p:sp>
        <p:nvSpPr>
          <p:cNvPr id="24585" name="Rectangle 40"/>
          <p:cNvSpPr/>
          <p:nvPr/>
        </p:nvSpPr>
        <p:spPr>
          <a:xfrm>
            <a:off x="1476375" y="2420938"/>
            <a:ext cx="142875" cy="287337"/>
          </a:xfrm>
          <a:prstGeom prst="rect">
            <a:avLst/>
          </a:prstGeom>
          <a:solidFill>
            <a:schemeClr val="bg1"/>
          </a:solidFill>
          <a:ln w="9525">
            <a:noFill/>
          </a:ln>
        </p:spPr>
        <p:txBody>
          <a:bodyPr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24586" name="Rectangle 42"/>
          <p:cNvSpPr>
            <a:spLocks noGrp="1"/>
          </p:cNvSpPr>
          <p:nvPr>
            <p:ph type="title"/>
          </p:nvPr>
        </p:nvSpPr>
        <p:spPr/>
        <p:txBody>
          <a:bodyPr vert="horz" wrap="square" lIns="91440" tIns="45720" rIns="91440" bIns="45720" anchor="b" anchorCtr="0"/>
          <a:p>
            <a:pPr eaLnBrk="1" hangingPunct="1"/>
            <a:endParaRPr lang="zh-CN" altLang="zh-CN" dirty="0">
              <a:latin typeface="Times New Roman" panose="02020603050405020304" pitchFamily="18" charset="0"/>
            </a:endParaRPr>
          </a:p>
        </p:txBody>
      </p:sp>
      <p:sp>
        <p:nvSpPr>
          <p:cNvPr id="24587" name="Rectangle 43"/>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4.2  </a:t>
            </a:r>
            <a:r>
              <a:rPr lang="zh-CN" altLang="en-US" sz="3600" dirty="0">
                <a:solidFill>
                  <a:schemeClr val="bg1"/>
                </a:solidFill>
                <a:latin typeface="Times New Roman" panose="02020603050405020304" pitchFamily="18" charset="0"/>
                <a:ea typeface="黑体" panose="02010609060101010101" pitchFamily="2" charset="-122"/>
              </a:rPr>
              <a:t>可信度方法</a:t>
            </a:r>
            <a:endParaRPr lang="zh-CN" altLang="en-US" sz="3600" dirty="0">
              <a:solidFill>
                <a:schemeClr val="bg1"/>
              </a:solidFill>
              <a:latin typeface="Times New Roman" panose="02020603050405020304" pitchFamily="18" charset="0"/>
              <a:ea typeface="黑体" panose="0201060906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8209"/>
                                        </p:tgtEl>
                                        <p:attrNameLst>
                                          <p:attrName>style.visibility</p:attrName>
                                        </p:attrNameLst>
                                      </p:cBhvr>
                                      <p:to>
                                        <p:strVal val="visible"/>
                                      </p:to>
                                    </p:set>
                                    <p:animEffect transition="in" filter="blinds(horizontal)">
                                      <p:cBhvr>
                                        <p:cTn id="7" dur="500"/>
                                        <p:tgtEl>
                                          <p:spTgt spid="178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60451" name="Rectangle 3"/>
          <p:cNvSpPr>
            <a:spLocks noGrp="1"/>
          </p:cNvSpPr>
          <p:nvPr>
            <p:ph idx="1"/>
          </p:nvPr>
        </p:nvSpPr>
        <p:spPr>
          <a:xfrm>
            <a:off x="250825" y="1060450"/>
            <a:ext cx="8642350" cy="5187950"/>
          </a:xfrm>
          <a:gradFill rotWithShape="0">
            <a:gsLst>
              <a:gs pos="0">
                <a:srgbClr val="CCFFFF"/>
              </a:gs>
              <a:gs pos="100000">
                <a:schemeClr val="bg1"/>
              </a:gs>
            </a:gsLst>
            <a:path path="rect">
              <a:fillToRect l="100000" b="100000"/>
            </a:path>
            <a:tileRect/>
          </a:gradFill>
          <a:ln>
            <a:solidFill>
              <a:srgbClr val="808080"/>
            </a:solidFill>
            <a:miter/>
          </a:ln>
        </p:spPr>
        <p:txBody>
          <a:bodyPr vert="horz" wrap="square" lIns="91440" tIns="45720" rIns="91440" bIns="45720" anchor="t" anchorCtr="0"/>
          <a:p>
            <a:pPr eaLnBrk="1" hangingPunct="1"/>
            <a:r>
              <a:rPr lang="zh-CN" altLang="en-US" sz="2400" b="1" dirty="0">
                <a:latin typeface="Times New Roman" panose="02020603050405020304" pitchFamily="18" charset="0"/>
              </a:rPr>
              <a:t>例</a:t>
            </a:r>
            <a:r>
              <a:rPr lang="en-US" altLang="zh-CN" sz="2400" b="1" dirty="0">
                <a:latin typeface="Times New Roman" panose="02020603050405020304" pitchFamily="18" charset="0"/>
              </a:rPr>
              <a:t>4.1   </a:t>
            </a:r>
            <a:r>
              <a:rPr lang="zh-CN" altLang="en-US" sz="2400" dirty="0">
                <a:latin typeface="Times New Roman" panose="02020603050405020304" pitchFamily="18" charset="0"/>
              </a:rPr>
              <a:t>设有如下一组知识：</a:t>
            </a:r>
            <a:r>
              <a:rPr lang="zh-CN" altLang="en-US" dirty="0"/>
              <a:t> </a:t>
            </a:r>
            <a:endParaRPr lang="zh-CN" altLang="en-US" dirty="0"/>
          </a:p>
        </p:txBody>
      </p:sp>
      <p:sp>
        <p:nvSpPr>
          <p:cNvPr id="25603" name="Rectangle 11"/>
          <p:cNvSpPr/>
          <p:nvPr/>
        </p:nvSpPr>
        <p:spPr>
          <a:xfrm>
            <a:off x="2166938" y="330993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360458" name="Object 10"/>
          <p:cNvGraphicFramePr>
            <a:graphicFrameLocks noChangeAspect="1"/>
          </p:cNvGraphicFramePr>
          <p:nvPr/>
        </p:nvGraphicFramePr>
        <p:xfrm>
          <a:off x="568325" y="1828800"/>
          <a:ext cx="5111750" cy="381000"/>
        </p:xfrm>
        <a:graphic>
          <a:graphicData uri="http://schemas.openxmlformats.org/presentationml/2006/ole">
            <mc:AlternateContent xmlns:mc="http://schemas.openxmlformats.org/markup-compatibility/2006">
              <mc:Choice xmlns:v="urn:schemas-microsoft-com:vml" Requires="v">
                <p:oleObj spid="_x0000_s3127" name="" r:id="rId1" imgW="48929925" imgH="3733800" progId="Equation.3">
                  <p:embed/>
                </p:oleObj>
              </mc:Choice>
              <mc:Fallback>
                <p:oleObj name="" r:id="rId1" imgW="48929925" imgH="3733800" progId="Equation.3">
                  <p:embed/>
                  <p:pic>
                    <p:nvPicPr>
                      <p:cNvPr id="0" name="图片 3126"/>
                      <p:cNvPicPr/>
                      <p:nvPr/>
                    </p:nvPicPr>
                    <p:blipFill>
                      <a:blip r:embed="rId2"/>
                      <a:stretch>
                        <a:fillRect/>
                      </a:stretch>
                    </p:blipFill>
                    <p:spPr>
                      <a:xfrm>
                        <a:off x="568325" y="1828800"/>
                        <a:ext cx="5111750" cy="381000"/>
                      </a:xfrm>
                      <a:prstGeom prst="rect">
                        <a:avLst/>
                      </a:prstGeom>
                      <a:noFill/>
                      <a:ln w="38100">
                        <a:noFill/>
                        <a:miter/>
                      </a:ln>
                    </p:spPr>
                  </p:pic>
                </p:oleObj>
              </mc:Fallback>
            </mc:AlternateContent>
          </a:graphicData>
        </a:graphic>
      </p:graphicFrame>
      <p:graphicFrame>
        <p:nvGraphicFramePr>
          <p:cNvPr id="360457" name="Object 9"/>
          <p:cNvGraphicFramePr>
            <a:graphicFrameLocks noChangeAspect="1"/>
          </p:cNvGraphicFramePr>
          <p:nvPr/>
        </p:nvGraphicFramePr>
        <p:xfrm>
          <a:off x="533400" y="2438400"/>
          <a:ext cx="5105400" cy="381000"/>
        </p:xfrm>
        <a:graphic>
          <a:graphicData uri="http://schemas.openxmlformats.org/presentationml/2006/ole">
            <mc:AlternateContent xmlns:mc="http://schemas.openxmlformats.org/markup-compatibility/2006">
              <mc:Choice xmlns:v="urn:schemas-microsoft-com:vml" Requires="v">
                <p:oleObj spid="_x0000_s3124" name="" r:id="rId3" imgW="50253900" imgH="3733800" progId="Equation.3">
                  <p:embed/>
                </p:oleObj>
              </mc:Choice>
              <mc:Fallback>
                <p:oleObj name="" r:id="rId3" imgW="50253900" imgH="3733800" progId="Equation.3">
                  <p:embed/>
                  <p:pic>
                    <p:nvPicPr>
                      <p:cNvPr id="0" name="图片 3123"/>
                      <p:cNvPicPr/>
                      <p:nvPr/>
                    </p:nvPicPr>
                    <p:blipFill>
                      <a:blip r:embed="rId4"/>
                      <a:stretch>
                        <a:fillRect/>
                      </a:stretch>
                    </p:blipFill>
                    <p:spPr>
                      <a:xfrm>
                        <a:off x="533400" y="2438400"/>
                        <a:ext cx="5105400" cy="381000"/>
                      </a:xfrm>
                      <a:prstGeom prst="rect">
                        <a:avLst/>
                      </a:prstGeom>
                      <a:noFill/>
                      <a:ln w="38100">
                        <a:noFill/>
                        <a:miter/>
                      </a:ln>
                    </p:spPr>
                  </p:pic>
                </p:oleObj>
              </mc:Fallback>
            </mc:AlternateContent>
          </a:graphicData>
        </a:graphic>
      </p:graphicFrame>
      <p:graphicFrame>
        <p:nvGraphicFramePr>
          <p:cNvPr id="360456" name="Object 8"/>
          <p:cNvGraphicFramePr>
            <a:graphicFrameLocks noChangeAspect="1"/>
          </p:cNvGraphicFramePr>
          <p:nvPr/>
        </p:nvGraphicFramePr>
        <p:xfrm>
          <a:off x="533400" y="2971800"/>
          <a:ext cx="5181600" cy="381000"/>
        </p:xfrm>
        <a:graphic>
          <a:graphicData uri="http://schemas.openxmlformats.org/presentationml/2006/ole">
            <mc:AlternateContent xmlns:mc="http://schemas.openxmlformats.org/markup-compatibility/2006">
              <mc:Choice xmlns:v="urn:schemas-microsoft-com:vml" Requires="v">
                <p:oleObj spid="_x0000_s3128" name="" r:id="rId5" imgW="51349275" imgH="3952875" progId="Equation.3">
                  <p:embed/>
                </p:oleObj>
              </mc:Choice>
              <mc:Fallback>
                <p:oleObj name="" r:id="rId5" imgW="51349275" imgH="3952875" progId="Equation.3">
                  <p:embed/>
                  <p:pic>
                    <p:nvPicPr>
                      <p:cNvPr id="0" name="图片 3127"/>
                      <p:cNvPicPr/>
                      <p:nvPr/>
                    </p:nvPicPr>
                    <p:blipFill>
                      <a:blip r:embed="rId6"/>
                      <a:stretch>
                        <a:fillRect/>
                      </a:stretch>
                    </p:blipFill>
                    <p:spPr>
                      <a:xfrm>
                        <a:off x="533400" y="2971800"/>
                        <a:ext cx="5181600" cy="381000"/>
                      </a:xfrm>
                      <a:prstGeom prst="rect">
                        <a:avLst/>
                      </a:prstGeom>
                      <a:noFill/>
                      <a:ln w="38100">
                        <a:noFill/>
                        <a:miter/>
                      </a:ln>
                    </p:spPr>
                  </p:pic>
                </p:oleObj>
              </mc:Fallback>
            </mc:AlternateContent>
          </a:graphicData>
        </a:graphic>
      </p:graphicFrame>
      <p:graphicFrame>
        <p:nvGraphicFramePr>
          <p:cNvPr id="360455" name="Object 7"/>
          <p:cNvGraphicFramePr>
            <a:graphicFrameLocks noChangeAspect="1"/>
          </p:cNvGraphicFramePr>
          <p:nvPr/>
        </p:nvGraphicFramePr>
        <p:xfrm>
          <a:off x="542925" y="3505200"/>
          <a:ext cx="7219950" cy="381000"/>
        </p:xfrm>
        <a:graphic>
          <a:graphicData uri="http://schemas.openxmlformats.org/presentationml/2006/ole">
            <mc:AlternateContent xmlns:mc="http://schemas.openxmlformats.org/markup-compatibility/2006">
              <mc:Choice xmlns:v="urn:schemas-microsoft-com:vml" Requires="v">
                <p:oleObj spid="_x0000_s3125" name="" r:id="rId7" imgW="82943700" imgH="3952875" progId="Equation.3">
                  <p:embed/>
                </p:oleObj>
              </mc:Choice>
              <mc:Fallback>
                <p:oleObj name="" r:id="rId7" imgW="82943700" imgH="3952875" progId="Equation.3">
                  <p:embed/>
                  <p:pic>
                    <p:nvPicPr>
                      <p:cNvPr id="0" name="图片 3124"/>
                      <p:cNvPicPr/>
                      <p:nvPr/>
                    </p:nvPicPr>
                    <p:blipFill>
                      <a:blip r:embed="rId8"/>
                      <a:stretch>
                        <a:fillRect/>
                      </a:stretch>
                    </p:blipFill>
                    <p:spPr>
                      <a:xfrm>
                        <a:off x="542925" y="3505200"/>
                        <a:ext cx="7219950" cy="381000"/>
                      </a:xfrm>
                      <a:prstGeom prst="rect">
                        <a:avLst/>
                      </a:prstGeom>
                      <a:noFill/>
                      <a:ln w="38100">
                        <a:noFill/>
                        <a:miter/>
                      </a:ln>
                    </p:spPr>
                  </p:pic>
                </p:oleObj>
              </mc:Fallback>
            </mc:AlternateContent>
          </a:graphicData>
        </a:graphic>
      </p:graphicFrame>
      <p:graphicFrame>
        <p:nvGraphicFramePr>
          <p:cNvPr id="360454" name="Object 6"/>
          <p:cNvGraphicFramePr>
            <a:graphicFrameLocks noChangeAspect="1"/>
          </p:cNvGraphicFramePr>
          <p:nvPr/>
        </p:nvGraphicFramePr>
        <p:xfrm>
          <a:off x="576263" y="4114800"/>
          <a:ext cx="6315075" cy="381000"/>
        </p:xfrm>
        <a:graphic>
          <a:graphicData uri="http://schemas.openxmlformats.org/presentationml/2006/ole">
            <mc:AlternateContent xmlns:mc="http://schemas.openxmlformats.org/markup-compatibility/2006">
              <mc:Choice xmlns:v="urn:schemas-microsoft-com:vml" Requires="v">
                <p:oleObj spid="_x0000_s3126" name="" r:id="rId9" imgW="65389125" imgH="4171950" progId="Equation.3">
                  <p:embed/>
                </p:oleObj>
              </mc:Choice>
              <mc:Fallback>
                <p:oleObj name="" r:id="rId9" imgW="65389125" imgH="4171950" progId="Equation.3">
                  <p:embed/>
                  <p:pic>
                    <p:nvPicPr>
                      <p:cNvPr id="0" name="图片 3125"/>
                      <p:cNvPicPr/>
                      <p:nvPr/>
                    </p:nvPicPr>
                    <p:blipFill>
                      <a:blip r:embed="rId10"/>
                      <a:stretch>
                        <a:fillRect/>
                      </a:stretch>
                    </p:blipFill>
                    <p:spPr>
                      <a:xfrm>
                        <a:off x="576263" y="4114800"/>
                        <a:ext cx="6315075" cy="381000"/>
                      </a:xfrm>
                      <a:prstGeom prst="rect">
                        <a:avLst/>
                      </a:prstGeom>
                      <a:noFill/>
                      <a:ln w="38100">
                        <a:noFill/>
                        <a:miter/>
                      </a:ln>
                    </p:spPr>
                  </p:pic>
                </p:oleObj>
              </mc:Fallback>
            </mc:AlternateContent>
          </a:graphicData>
        </a:graphic>
      </p:graphicFrame>
      <p:graphicFrame>
        <p:nvGraphicFramePr>
          <p:cNvPr id="360465" name="Object 17"/>
          <p:cNvGraphicFramePr>
            <a:graphicFrameLocks noChangeAspect="1"/>
          </p:cNvGraphicFramePr>
          <p:nvPr/>
        </p:nvGraphicFramePr>
        <p:xfrm>
          <a:off x="1343025" y="4687888"/>
          <a:ext cx="1430338" cy="341312"/>
        </p:xfrm>
        <a:graphic>
          <a:graphicData uri="http://schemas.openxmlformats.org/presentationml/2006/ole">
            <mc:AlternateContent xmlns:mc="http://schemas.openxmlformats.org/markup-compatibility/2006">
              <mc:Choice xmlns:v="urn:schemas-microsoft-com:vml" Requires="v">
                <p:oleObj spid="_x0000_s3093" name="" r:id="rId11" imgW="17773650" imgH="4171950" progId="Equation.DSMT4">
                  <p:embed/>
                </p:oleObj>
              </mc:Choice>
              <mc:Fallback>
                <p:oleObj name="" r:id="rId11" imgW="17773650" imgH="4171950" progId="Equation.DSMT4">
                  <p:embed/>
                  <p:pic>
                    <p:nvPicPr>
                      <p:cNvPr id="0" name="图片 3092"/>
                      <p:cNvPicPr/>
                      <p:nvPr/>
                    </p:nvPicPr>
                    <p:blipFill>
                      <a:blip r:embed="rId12"/>
                      <a:stretch>
                        <a:fillRect/>
                      </a:stretch>
                    </p:blipFill>
                    <p:spPr>
                      <a:xfrm>
                        <a:off x="1343025" y="4687888"/>
                        <a:ext cx="1430338" cy="341312"/>
                      </a:xfrm>
                      <a:prstGeom prst="rect">
                        <a:avLst/>
                      </a:prstGeom>
                      <a:noFill/>
                      <a:ln w="38100">
                        <a:noFill/>
                        <a:miter/>
                      </a:ln>
                    </p:spPr>
                  </p:pic>
                </p:oleObj>
              </mc:Fallback>
            </mc:AlternateContent>
          </a:graphicData>
        </a:graphic>
      </p:graphicFrame>
      <p:graphicFrame>
        <p:nvGraphicFramePr>
          <p:cNvPr id="360464" name="Object 16"/>
          <p:cNvGraphicFramePr>
            <a:graphicFrameLocks noChangeAspect="1"/>
          </p:cNvGraphicFramePr>
          <p:nvPr/>
        </p:nvGraphicFramePr>
        <p:xfrm>
          <a:off x="2782888" y="4667250"/>
          <a:ext cx="1520825" cy="361950"/>
        </p:xfrm>
        <a:graphic>
          <a:graphicData uri="http://schemas.openxmlformats.org/presentationml/2006/ole">
            <mc:AlternateContent xmlns:mc="http://schemas.openxmlformats.org/markup-compatibility/2006">
              <mc:Choice xmlns:v="urn:schemas-microsoft-com:vml" Requires="v">
                <p:oleObj spid="_x0000_s3091" name="" r:id="rId13" imgW="17773650" imgH="4171950" progId="Equation.DSMT4">
                  <p:embed/>
                </p:oleObj>
              </mc:Choice>
              <mc:Fallback>
                <p:oleObj name="" r:id="rId13" imgW="17773650" imgH="4171950" progId="Equation.DSMT4">
                  <p:embed/>
                  <p:pic>
                    <p:nvPicPr>
                      <p:cNvPr id="0" name="图片 3090"/>
                      <p:cNvPicPr/>
                      <p:nvPr/>
                    </p:nvPicPr>
                    <p:blipFill>
                      <a:blip r:embed="rId14"/>
                      <a:stretch>
                        <a:fillRect/>
                      </a:stretch>
                    </p:blipFill>
                    <p:spPr>
                      <a:xfrm>
                        <a:off x="2782888" y="4667250"/>
                        <a:ext cx="1520825" cy="361950"/>
                      </a:xfrm>
                      <a:prstGeom prst="rect">
                        <a:avLst/>
                      </a:prstGeom>
                      <a:noFill/>
                      <a:ln w="38100">
                        <a:noFill/>
                        <a:miter/>
                      </a:ln>
                    </p:spPr>
                  </p:pic>
                </p:oleObj>
              </mc:Fallback>
            </mc:AlternateContent>
          </a:graphicData>
        </a:graphic>
      </p:graphicFrame>
      <p:graphicFrame>
        <p:nvGraphicFramePr>
          <p:cNvPr id="360463" name="Object 15"/>
          <p:cNvGraphicFramePr>
            <a:graphicFrameLocks noChangeAspect="1"/>
          </p:cNvGraphicFramePr>
          <p:nvPr/>
        </p:nvGraphicFramePr>
        <p:xfrm>
          <a:off x="4238625" y="4694238"/>
          <a:ext cx="1430338" cy="334962"/>
        </p:xfrm>
        <a:graphic>
          <a:graphicData uri="http://schemas.openxmlformats.org/presentationml/2006/ole">
            <mc:AlternateContent xmlns:mc="http://schemas.openxmlformats.org/markup-compatibility/2006">
              <mc:Choice xmlns:v="urn:schemas-microsoft-com:vml" Requires="v">
                <p:oleObj spid="_x0000_s3085" name="" r:id="rId15" imgW="17773650" imgH="4171950" progId="Equation.DSMT4">
                  <p:embed/>
                </p:oleObj>
              </mc:Choice>
              <mc:Fallback>
                <p:oleObj name="" r:id="rId15" imgW="17773650" imgH="4171950" progId="Equation.DSMT4">
                  <p:embed/>
                  <p:pic>
                    <p:nvPicPr>
                      <p:cNvPr id="0" name="图片 3084"/>
                      <p:cNvPicPr/>
                      <p:nvPr/>
                    </p:nvPicPr>
                    <p:blipFill>
                      <a:blip r:embed="rId16"/>
                      <a:stretch>
                        <a:fillRect/>
                      </a:stretch>
                    </p:blipFill>
                    <p:spPr>
                      <a:xfrm>
                        <a:off x="4238625" y="4694238"/>
                        <a:ext cx="1430338" cy="334962"/>
                      </a:xfrm>
                      <a:prstGeom prst="rect">
                        <a:avLst/>
                      </a:prstGeom>
                      <a:noFill/>
                      <a:ln w="38100">
                        <a:noFill/>
                        <a:miter/>
                      </a:ln>
                    </p:spPr>
                  </p:pic>
                </p:oleObj>
              </mc:Fallback>
            </mc:AlternateContent>
          </a:graphicData>
        </a:graphic>
      </p:graphicFrame>
      <p:graphicFrame>
        <p:nvGraphicFramePr>
          <p:cNvPr id="360462" name="Object 14"/>
          <p:cNvGraphicFramePr>
            <a:graphicFrameLocks noChangeAspect="1"/>
          </p:cNvGraphicFramePr>
          <p:nvPr/>
        </p:nvGraphicFramePr>
        <p:xfrm>
          <a:off x="5761038" y="4665663"/>
          <a:ext cx="1587500" cy="363537"/>
        </p:xfrm>
        <a:graphic>
          <a:graphicData uri="http://schemas.openxmlformats.org/presentationml/2006/ole">
            <mc:AlternateContent xmlns:mc="http://schemas.openxmlformats.org/markup-compatibility/2006">
              <mc:Choice xmlns:v="urn:schemas-microsoft-com:vml" Requires="v">
                <p:oleObj spid="_x0000_s3086" name="" r:id="rId17" imgW="17773650" imgH="4171950" progId="Equation.DSMT4">
                  <p:embed/>
                </p:oleObj>
              </mc:Choice>
              <mc:Fallback>
                <p:oleObj name="" r:id="rId17" imgW="17773650" imgH="4171950" progId="Equation.DSMT4">
                  <p:embed/>
                  <p:pic>
                    <p:nvPicPr>
                      <p:cNvPr id="0" name="图片 3085"/>
                      <p:cNvPicPr/>
                      <p:nvPr/>
                    </p:nvPicPr>
                    <p:blipFill>
                      <a:blip r:embed="rId18"/>
                      <a:stretch>
                        <a:fillRect/>
                      </a:stretch>
                    </p:blipFill>
                    <p:spPr>
                      <a:xfrm>
                        <a:off x="5761038" y="4665663"/>
                        <a:ext cx="1587500" cy="363537"/>
                      </a:xfrm>
                      <a:prstGeom prst="rect">
                        <a:avLst/>
                      </a:prstGeom>
                      <a:noFill/>
                      <a:ln w="38100">
                        <a:noFill/>
                        <a:miter/>
                      </a:ln>
                    </p:spPr>
                  </p:pic>
                </p:oleObj>
              </mc:Fallback>
            </mc:AlternateContent>
          </a:graphicData>
        </a:graphic>
      </p:graphicFrame>
      <p:graphicFrame>
        <p:nvGraphicFramePr>
          <p:cNvPr id="360461" name="Object 13"/>
          <p:cNvGraphicFramePr>
            <a:graphicFrameLocks noChangeAspect="1"/>
          </p:cNvGraphicFramePr>
          <p:nvPr/>
        </p:nvGraphicFramePr>
        <p:xfrm>
          <a:off x="1295400" y="5218113"/>
          <a:ext cx="1460500" cy="344487"/>
        </p:xfrm>
        <a:graphic>
          <a:graphicData uri="http://schemas.openxmlformats.org/presentationml/2006/ole">
            <mc:AlternateContent xmlns:mc="http://schemas.openxmlformats.org/markup-compatibility/2006">
              <mc:Choice xmlns:v="urn:schemas-microsoft-com:vml" Requires="v">
                <p:oleObj spid="_x0000_s3095" name="" r:id="rId19" imgW="17773650" imgH="4171950" progId="Equation.DSMT4">
                  <p:embed/>
                </p:oleObj>
              </mc:Choice>
              <mc:Fallback>
                <p:oleObj name="" r:id="rId19" imgW="17773650" imgH="4171950" progId="Equation.DSMT4">
                  <p:embed/>
                  <p:pic>
                    <p:nvPicPr>
                      <p:cNvPr id="0" name="图片 3094"/>
                      <p:cNvPicPr/>
                      <p:nvPr/>
                    </p:nvPicPr>
                    <p:blipFill>
                      <a:blip r:embed="rId20"/>
                      <a:stretch>
                        <a:fillRect/>
                      </a:stretch>
                    </p:blipFill>
                    <p:spPr>
                      <a:xfrm>
                        <a:off x="1295400" y="5218113"/>
                        <a:ext cx="1460500" cy="344487"/>
                      </a:xfrm>
                      <a:prstGeom prst="rect">
                        <a:avLst/>
                      </a:prstGeom>
                      <a:noFill/>
                      <a:ln w="38100">
                        <a:noFill/>
                        <a:miter/>
                      </a:ln>
                    </p:spPr>
                  </p:pic>
                </p:oleObj>
              </mc:Fallback>
            </mc:AlternateContent>
          </a:graphicData>
        </a:graphic>
      </p:graphicFrame>
      <p:graphicFrame>
        <p:nvGraphicFramePr>
          <p:cNvPr id="360460" name="Object 12"/>
          <p:cNvGraphicFramePr>
            <a:graphicFrameLocks noChangeAspect="1"/>
          </p:cNvGraphicFramePr>
          <p:nvPr/>
        </p:nvGraphicFramePr>
        <p:xfrm>
          <a:off x="2819400" y="5227638"/>
          <a:ext cx="1416050" cy="334962"/>
        </p:xfrm>
        <a:graphic>
          <a:graphicData uri="http://schemas.openxmlformats.org/presentationml/2006/ole">
            <mc:AlternateContent xmlns:mc="http://schemas.openxmlformats.org/markup-compatibility/2006">
              <mc:Choice xmlns:v="urn:schemas-microsoft-com:vml" Requires="v">
                <p:oleObj spid="_x0000_s3094" name="" r:id="rId21" imgW="17554575" imgH="4171950" progId="Equation.DSMT4">
                  <p:embed/>
                </p:oleObj>
              </mc:Choice>
              <mc:Fallback>
                <p:oleObj name="" r:id="rId21" imgW="17554575" imgH="4171950" progId="Equation.DSMT4">
                  <p:embed/>
                  <p:pic>
                    <p:nvPicPr>
                      <p:cNvPr id="0" name="图片 3093"/>
                      <p:cNvPicPr/>
                      <p:nvPr/>
                    </p:nvPicPr>
                    <p:blipFill>
                      <a:blip r:embed="rId22"/>
                      <a:stretch>
                        <a:fillRect/>
                      </a:stretch>
                    </p:blipFill>
                    <p:spPr>
                      <a:xfrm>
                        <a:off x="2819400" y="5227638"/>
                        <a:ext cx="1416050" cy="334962"/>
                      </a:xfrm>
                      <a:prstGeom prst="rect">
                        <a:avLst/>
                      </a:prstGeom>
                      <a:noFill/>
                      <a:ln w="38100">
                        <a:noFill/>
                        <a:miter/>
                      </a:ln>
                    </p:spPr>
                  </p:pic>
                </p:oleObj>
              </mc:Fallback>
            </mc:AlternateContent>
          </a:graphicData>
        </a:graphic>
      </p:graphicFrame>
      <p:sp>
        <p:nvSpPr>
          <p:cNvPr id="360467" name="Rectangle 19"/>
          <p:cNvSpPr/>
          <p:nvPr/>
        </p:nvSpPr>
        <p:spPr>
          <a:xfrm>
            <a:off x="349250" y="4572000"/>
            <a:ext cx="1098550" cy="457200"/>
          </a:xfrm>
          <a:prstGeom prst="rect">
            <a:avLst/>
          </a:prstGeom>
          <a:noFill/>
          <a:ln w="9525">
            <a:noFill/>
          </a:ln>
        </p:spPr>
        <p:txBody>
          <a:bodyPr wrap="none" anchor="t" anchorCtr="0">
            <a:spAutoFit/>
          </a:bodyPr>
          <a:p>
            <a:pPr>
              <a:buClrTx/>
              <a:buFontTx/>
            </a:pPr>
            <a:r>
              <a:rPr lang="zh-CN" altLang="en-US" sz="2400" dirty="0">
                <a:latin typeface="宋体" panose="02010600030101010101" pitchFamily="2" charset="-122"/>
                <a:ea typeface="宋体" panose="02010600030101010101" pitchFamily="2" charset="-122"/>
              </a:rPr>
              <a:t>已知：</a:t>
            </a:r>
            <a:endParaRPr lang="zh-CN" altLang="en-US" sz="2400" dirty="0">
              <a:latin typeface="宋体" panose="02010600030101010101" pitchFamily="2" charset="-122"/>
              <a:ea typeface="宋体" panose="02010600030101010101" pitchFamily="2" charset="-122"/>
            </a:endParaRPr>
          </a:p>
        </p:txBody>
      </p:sp>
      <p:sp>
        <p:nvSpPr>
          <p:cNvPr id="360468" name="Text Box 20"/>
          <p:cNvSpPr txBox="1"/>
          <p:nvPr/>
        </p:nvSpPr>
        <p:spPr>
          <a:xfrm>
            <a:off x="457200" y="5638800"/>
            <a:ext cx="946150" cy="457200"/>
          </a:xfrm>
          <a:prstGeom prst="rect">
            <a:avLst/>
          </a:prstGeom>
          <a:noFill/>
          <a:ln w="9525">
            <a:noFill/>
          </a:ln>
        </p:spPr>
        <p:txBody>
          <a:bodyPr anchor="t" anchorCtr="0">
            <a:spAutoFit/>
          </a:bodyPr>
          <a:p>
            <a:pPr>
              <a:spcBef>
                <a:spcPct val="50000"/>
              </a:spcBef>
              <a:buClrTx/>
              <a:buFontTx/>
            </a:pPr>
            <a:r>
              <a:rPr lang="zh-CN" altLang="en-US" sz="2400" dirty="0">
                <a:latin typeface="宋体" panose="02010600030101010101" pitchFamily="2" charset="-122"/>
                <a:ea typeface="宋体" panose="02010600030101010101" pitchFamily="2" charset="-122"/>
              </a:rPr>
              <a:t>求：</a:t>
            </a:r>
            <a:r>
              <a:rPr lang="zh-CN" altLang="en-US" dirty="0">
                <a:latin typeface="Arial" panose="020B0604020202020204" pitchFamily="34" charset="0"/>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p:txBody>
      </p:sp>
      <p:sp>
        <p:nvSpPr>
          <p:cNvPr id="25617" name="Rectangle 22"/>
          <p:cNvSpPr/>
          <p:nvPr/>
        </p:nvSpPr>
        <p:spPr>
          <a:xfrm>
            <a:off x="4324350" y="332898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360469" name="Object 21"/>
          <p:cNvGraphicFramePr>
            <a:graphicFrameLocks noChangeAspect="1"/>
          </p:cNvGraphicFramePr>
          <p:nvPr/>
        </p:nvGraphicFramePr>
        <p:xfrm>
          <a:off x="1066800" y="5726113"/>
          <a:ext cx="914400" cy="369887"/>
        </p:xfrm>
        <a:graphic>
          <a:graphicData uri="http://schemas.openxmlformats.org/presentationml/2006/ole">
            <mc:AlternateContent xmlns:mc="http://schemas.openxmlformats.org/markup-compatibility/2006">
              <mc:Choice xmlns:v="urn:schemas-microsoft-com:vml" Requires="v">
                <p:oleObj spid="_x0000_s3096" name="" r:id="rId23" imgW="8553450" imgH="3514725" progId="Equation.DSMT4">
                  <p:embed/>
                </p:oleObj>
              </mc:Choice>
              <mc:Fallback>
                <p:oleObj name="" r:id="rId23" imgW="8553450" imgH="3514725" progId="Equation.DSMT4">
                  <p:embed/>
                  <p:pic>
                    <p:nvPicPr>
                      <p:cNvPr id="0" name="图片 3095"/>
                      <p:cNvPicPr/>
                      <p:nvPr/>
                    </p:nvPicPr>
                    <p:blipFill>
                      <a:blip r:embed="rId24"/>
                      <a:stretch>
                        <a:fillRect/>
                      </a:stretch>
                    </p:blipFill>
                    <p:spPr>
                      <a:xfrm>
                        <a:off x="1066800" y="5726113"/>
                        <a:ext cx="914400" cy="369887"/>
                      </a:xfrm>
                      <a:prstGeom prst="rect">
                        <a:avLst/>
                      </a:prstGeom>
                      <a:noFill/>
                      <a:ln w="38100">
                        <a:noFill/>
                        <a:miter/>
                      </a:ln>
                    </p:spPr>
                  </p:pic>
                </p:oleObj>
              </mc:Fallback>
            </mc:AlternateContent>
          </a:graphicData>
        </a:graphic>
      </p:graphicFrame>
      <p:sp>
        <p:nvSpPr>
          <p:cNvPr id="25619" name="Rectangle 26"/>
          <p:cNvSpPr>
            <a:spLocks noGrp="1"/>
          </p:cNvSpPr>
          <p:nvPr>
            <p:ph type="title"/>
          </p:nvPr>
        </p:nvSpPr>
        <p:spPr/>
        <p:txBody>
          <a:bodyPr vert="horz" wrap="square" lIns="91440" tIns="45720" rIns="91440" bIns="45720" anchor="b" anchorCtr="0"/>
          <a:p>
            <a:pPr eaLnBrk="1" hangingPunct="1"/>
            <a:endParaRPr lang="zh-CN" altLang="zh-CN" dirty="0">
              <a:latin typeface="Times New Roman" panose="02020603050405020304" pitchFamily="18" charset="0"/>
            </a:endParaRPr>
          </a:p>
        </p:txBody>
      </p:sp>
      <p:sp>
        <p:nvSpPr>
          <p:cNvPr id="25620" name="Rectangle 27"/>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4.2  </a:t>
            </a:r>
            <a:r>
              <a:rPr lang="zh-CN" altLang="en-US" sz="3600" dirty="0">
                <a:solidFill>
                  <a:schemeClr val="bg1"/>
                </a:solidFill>
                <a:latin typeface="Times New Roman" panose="02020603050405020304" pitchFamily="18" charset="0"/>
                <a:ea typeface="黑体" panose="02010609060101010101" pitchFamily="2" charset="-122"/>
              </a:rPr>
              <a:t>可信度方法</a:t>
            </a:r>
            <a:endParaRPr lang="zh-CN" altLang="en-US" sz="3600" dirty="0">
              <a:solidFill>
                <a:schemeClr val="bg1"/>
              </a:solidFill>
              <a:latin typeface="Times New Roman" panose="02020603050405020304" pitchFamily="18" charset="0"/>
              <a:ea typeface="黑体" panose="0201060906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60451"/>
                                        </p:tgtEl>
                                        <p:attrNameLst>
                                          <p:attrName>style.visibility</p:attrName>
                                        </p:attrNameLst>
                                      </p:cBhvr>
                                      <p:to>
                                        <p:strVal val="visible"/>
                                      </p:to>
                                    </p:set>
                                    <p:anim calcmode="lin" valueType="num">
                                      <p:cBhvr additive="base">
                                        <p:cTn id="7" dur="500" fill="hold"/>
                                        <p:tgtEl>
                                          <p:spTgt spid="360451"/>
                                        </p:tgtEl>
                                        <p:attrNameLst>
                                          <p:attrName>ppt_x</p:attrName>
                                        </p:attrNameLst>
                                      </p:cBhvr>
                                      <p:tavLst>
                                        <p:tav tm="0">
                                          <p:val>
                                            <p:strVal val="0-#ppt_w/2"/>
                                          </p:val>
                                        </p:tav>
                                        <p:tav tm="100000">
                                          <p:val>
                                            <p:strVal val="#ppt_x"/>
                                          </p:val>
                                        </p:tav>
                                      </p:tavLst>
                                    </p:anim>
                                    <p:anim calcmode="lin" valueType="num">
                                      <p:cBhvr additive="base">
                                        <p:cTn id="8" dur="500" fill="hold"/>
                                        <p:tgtEl>
                                          <p:spTgt spid="36045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60451">
                                            <p:txEl>
                                              <p:charRg st="0" end="18"/>
                                            </p:txEl>
                                          </p:spTgt>
                                        </p:tgtEl>
                                        <p:attrNameLst>
                                          <p:attrName>style.visibility</p:attrName>
                                        </p:attrNameLst>
                                      </p:cBhvr>
                                      <p:to>
                                        <p:strVal val="visible"/>
                                      </p:to>
                                    </p:set>
                                    <p:anim calcmode="lin" valueType="num">
                                      <p:cBhvr additive="base">
                                        <p:cTn id="12" dur="500" fill="hold"/>
                                        <p:tgtEl>
                                          <p:spTgt spid="360451">
                                            <p:txEl>
                                              <p:charRg st="0" end="18"/>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360451">
                                            <p:txEl>
                                              <p:charRg st="0" end="18"/>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360458"/>
                                        </p:tgtEl>
                                        <p:attrNameLst>
                                          <p:attrName>style.visibility</p:attrName>
                                        </p:attrNameLst>
                                      </p:cBhvr>
                                      <p:to>
                                        <p:strVal val="visible"/>
                                      </p:to>
                                    </p:set>
                                    <p:anim calcmode="lin" valueType="num">
                                      <p:cBhvr additive="base">
                                        <p:cTn id="17" dur="500" fill="hold"/>
                                        <p:tgtEl>
                                          <p:spTgt spid="360458"/>
                                        </p:tgtEl>
                                        <p:attrNameLst>
                                          <p:attrName>ppt_x</p:attrName>
                                        </p:attrNameLst>
                                      </p:cBhvr>
                                      <p:tavLst>
                                        <p:tav tm="0">
                                          <p:val>
                                            <p:strVal val="0-#ppt_w/2"/>
                                          </p:val>
                                        </p:tav>
                                        <p:tav tm="100000">
                                          <p:val>
                                            <p:strVal val="#ppt_x"/>
                                          </p:val>
                                        </p:tav>
                                      </p:tavLst>
                                    </p:anim>
                                    <p:anim calcmode="lin" valueType="num">
                                      <p:cBhvr additive="base">
                                        <p:cTn id="18" dur="500" fill="hold"/>
                                        <p:tgtEl>
                                          <p:spTgt spid="360458"/>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nodeType="afterEffect">
                                  <p:stCondLst>
                                    <p:cond delay="0"/>
                                  </p:stCondLst>
                                  <p:childTnLst>
                                    <p:set>
                                      <p:cBhvr>
                                        <p:cTn id="21" dur="1" fill="hold">
                                          <p:stCondLst>
                                            <p:cond delay="0"/>
                                          </p:stCondLst>
                                        </p:cTn>
                                        <p:tgtEl>
                                          <p:spTgt spid="360457"/>
                                        </p:tgtEl>
                                        <p:attrNameLst>
                                          <p:attrName>style.visibility</p:attrName>
                                        </p:attrNameLst>
                                      </p:cBhvr>
                                      <p:to>
                                        <p:strVal val="visible"/>
                                      </p:to>
                                    </p:set>
                                    <p:anim calcmode="lin" valueType="num">
                                      <p:cBhvr additive="base">
                                        <p:cTn id="22" dur="500" fill="hold"/>
                                        <p:tgtEl>
                                          <p:spTgt spid="360457"/>
                                        </p:tgtEl>
                                        <p:attrNameLst>
                                          <p:attrName>ppt_x</p:attrName>
                                        </p:attrNameLst>
                                      </p:cBhvr>
                                      <p:tavLst>
                                        <p:tav tm="0">
                                          <p:val>
                                            <p:strVal val="0-#ppt_w/2"/>
                                          </p:val>
                                        </p:tav>
                                        <p:tav tm="100000">
                                          <p:val>
                                            <p:strVal val="#ppt_x"/>
                                          </p:val>
                                        </p:tav>
                                      </p:tavLst>
                                    </p:anim>
                                    <p:anim calcmode="lin" valueType="num">
                                      <p:cBhvr additive="base">
                                        <p:cTn id="23" dur="500" fill="hold"/>
                                        <p:tgtEl>
                                          <p:spTgt spid="360457"/>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nodeType="afterEffect">
                                  <p:stCondLst>
                                    <p:cond delay="0"/>
                                  </p:stCondLst>
                                  <p:childTnLst>
                                    <p:set>
                                      <p:cBhvr>
                                        <p:cTn id="26" dur="1" fill="hold">
                                          <p:stCondLst>
                                            <p:cond delay="0"/>
                                          </p:stCondLst>
                                        </p:cTn>
                                        <p:tgtEl>
                                          <p:spTgt spid="360456"/>
                                        </p:tgtEl>
                                        <p:attrNameLst>
                                          <p:attrName>style.visibility</p:attrName>
                                        </p:attrNameLst>
                                      </p:cBhvr>
                                      <p:to>
                                        <p:strVal val="visible"/>
                                      </p:to>
                                    </p:set>
                                    <p:anim calcmode="lin" valueType="num">
                                      <p:cBhvr additive="base">
                                        <p:cTn id="27" dur="500" fill="hold"/>
                                        <p:tgtEl>
                                          <p:spTgt spid="360456"/>
                                        </p:tgtEl>
                                        <p:attrNameLst>
                                          <p:attrName>ppt_x</p:attrName>
                                        </p:attrNameLst>
                                      </p:cBhvr>
                                      <p:tavLst>
                                        <p:tav tm="0">
                                          <p:val>
                                            <p:strVal val="0-#ppt_w/2"/>
                                          </p:val>
                                        </p:tav>
                                        <p:tav tm="100000">
                                          <p:val>
                                            <p:strVal val="#ppt_x"/>
                                          </p:val>
                                        </p:tav>
                                      </p:tavLst>
                                    </p:anim>
                                    <p:anim calcmode="lin" valueType="num">
                                      <p:cBhvr additive="base">
                                        <p:cTn id="28" dur="500" fill="hold"/>
                                        <p:tgtEl>
                                          <p:spTgt spid="360456"/>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8" fill="hold" nodeType="afterEffect">
                                  <p:stCondLst>
                                    <p:cond delay="0"/>
                                  </p:stCondLst>
                                  <p:childTnLst>
                                    <p:set>
                                      <p:cBhvr>
                                        <p:cTn id="31" dur="1" fill="hold">
                                          <p:stCondLst>
                                            <p:cond delay="0"/>
                                          </p:stCondLst>
                                        </p:cTn>
                                        <p:tgtEl>
                                          <p:spTgt spid="360455"/>
                                        </p:tgtEl>
                                        <p:attrNameLst>
                                          <p:attrName>style.visibility</p:attrName>
                                        </p:attrNameLst>
                                      </p:cBhvr>
                                      <p:to>
                                        <p:strVal val="visible"/>
                                      </p:to>
                                    </p:set>
                                    <p:anim calcmode="lin" valueType="num">
                                      <p:cBhvr additive="base">
                                        <p:cTn id="32" dur="500" fill="hold"/>
                                        <p:tgtEl>
                                          <p:spTgt spid="360455"/>
                                        </p:tgtEl>
                                        <p:attrNameLst>
                                          <p:attrName>ppt_x</p:attrName>
                                        </p:attrNameLst>
                                      </p:cBhvr>
                                      <p:tavLst>
                                        <p:tav tm="0">
                                          <p:val>
                                            <p:strVal val="0-#ppt_w/2"/>
                                          </p:val>
                                        </p:tav>
                                        <p:tav tm="100000">
                                          <p:val>
                                            <p:strVal val="#ppt_x"/>
                                          </p:val>
                                        </p:tav>
                                      </p:tavLst>
                                    </p:anim>
                                    <p:anim calcmode="lin" valueType="num">
                                      <p:cBhvr additive="base">
                                        <p:cTn id="33" dur="500" fill="hold"/>
                                        <p:tgtEl>
                                          <p:spTgt spid="360455"/>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 presetClass="entr" presetSubtype="8" fill="hold" nodeType="afterEffect">
                                  <p:stCondLst>
                                    <p:cond delay="0"/>
                                  </p:stCondLst>
                                  <p:childTnLst>
                                    <p:set>
                                      <p:cBhvr>
                                        <p:cTn id="36" dur="1" fill="hold">
                                          <p:stCondLst>
                                            <p:cond delay="0"/>
                                          </p:stCondLst>
                                        </p:cTn>
                                        <p:tgtEl>
                                          <p:spTgt spid="360454"/>
                                        </p:tgtEl>
                                        <p:attrNameLst>
                                          <p:attrName>style.visibility</p:attrName>
                                        </p:attrNameLst>
                                      </p:cBhvr>
                                      <p:to>
                                        <p:strVal val="visible"/>
                                      </p:to>
                                    </p:set>
                                    <p:anim calcmode="lin" valueType="num">
                                      <p:cBhvr additive="base">
                                        <p:cTn id="37" dur="500" fill="hold"/>
                                        <p:tgtEl>
                                          <p:spTgt spid="360454"/>
                                        </p:tgtEl>
                                        <p:attrNameLst>
                                          <p:attrName>ppt_x</p:attrName>
                                        </p:attrNameLst>
                                      </p:cBhvr>
                                      <p:tavLst>
                                        <p:tav tm="0">
                                          <p:val>
                                            <p:strVal val="0-#ppt_w/2"/>
                                          </p:val>
                                        </p:tav>
                                        <p:tav tm="100000">
                                          <p:val>
                                            <p:strVal val="#ppt_x"/>
                                          </p:val>
                                        </p:tav>
                                      </p:tavLst>
                                    </p:anim>
                                    <p:anim calcmode="lin" valueType="num">
                                      <p:cBhvr additive="base">
                                        <p:cTn id="38" dur="500" fill="hold"/>
                                        <p:tgtEl>
                                          <p:spTgt spid="360454"/>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60467"/>
                                        </p:tgtEl>
                                        <p:attrNameLst>
                                          <p:attrName>style.visibility</p:attrName>
                                        </p:attrNameLst>
                                      </p:cBhvr>
                                      <p:to>
                                        <p:strVal val="visible"/>
                                      </p:to>
                                    </p:set>
                                    <p:anim calcmode="lin" valueType="num">
                                      <p:cBhvr additive="base">
                                        <p:cTn id="43" dur="500" fill="hold"/>
                                        <p:tgtEl>
                                          <p:spTgt spid="360467"/>
                                        </p:tgtEl>
                                        <p:attrNameLst>
                                          <p:attrName>ppt_x</p:attrName>
                                        </p:attrNameLst>
                                      </p:cBhvr>
                                      <p:tavLst>
                                        <p:tav tm="0">
                                          <p:val>
                                            <p:strVal val="0-#ppt_w/2"/>
                                          </p:val>
                                        </p:tav>
                                        <p:tav tm="100000">
                                          <p:val>
                                            <p:strVal val="#ppt_x"/>
                                          </p:val>
                                        </p:tav>
                                      </p:tavLst>
                                    </p:anim>
                                    <p:anim calcmode="lin" valueType="num">
                                      <p:cBhvr additive="base">
                                        <p:cTn id="44" dur="500" fill="hold"/>
                                        <p:tgtEl>
                                          <p:spTgt spid="360467"/>
                                        </p:tgtEl>
                                        <p:attrNameLst>
                                          <p:attrName>ppt_y</p:attrName>
                                        </p:attrNameLst>
                                      </p:cBhvr>
                                      <p:tavLst>
                                        <p:tav tm="0">
                                          <p:val>
                                            <p:strVal val="#ppt_y"/>
                                          </p:val>
                                        </p:tav>
                                        <p:tav tm="100000">
                                          <p:val>
                                            <p:strVal val="#ppt_y"/>
                                          </p:val>
                                        </p:tav>
                                      </p:tavLst>
                                    </p:anim>
                                  </p:childTnLst>
                                </p:cTn>
                              </p:par>
                            </p:childTnLst>
                          </p:cTn>
                        </p:par>
                        <p:par>
                          <p:cTn id="45" fill="hold">
                            <p:stCondLst>
                              <p:cond delay="500"/>
                            </p:stCondLst>
                            <p:childTnLst>
                              <p:par>
                                <p:cTn id="46" presetID="2" presetClass="entr" presetSubtype="8" fill="hold" nodeType="afterEffect">
                                  <p:stCondLst>
                                    <p:cond delay="0"/>
                                  </p:stCondLst>
                                  <p:childTnLst>
                                    <p:set>
                                      <p:cBhvr>
                                        <p:cTn id="47" dur="1" fill="hold">
                                          <p:stCondLst>
                                            <p:cond delay="0"/>
                                          </p:stCondLst>
                                        </p:cTn>
                                        <p:tgtEl>
                                          <p:spTgt spid="360465"/>
                                        </p:tgtEl>
                                        <p:attrNameLst>
                                          <p:attrName>style.visibility</p:attrName>
                                        </p:attrNameLst>
                                      </p:cBhvr>
                                      <p:to>
                                        <p:strVal val="visible"/>
                                      </p:to>
                                    </p:set>
                                    <p:anim calcmode="lin" valueType="num">
                                      <p:cBhvr additive="base">
                                        <p:cTn id="48" dur="500" fill="hold"/>
                                        <p:tgtEl>
                                          <p:spTgt spid="360465"/>
                                        </p:tgtEl>
                                        <p:attrNameLst>
                                          <p:attrName>ppt_x</p:attrName>
                                        </p:attrNameLst>
                                      </p:cBhvr>
                                      <p:tavLst>
                                        <p:tav tm="0">
                                          <p:val>
                                            <p:strVal val="0-#ppt_w/2"/>
                                          </p:val>
                                        </p:tav>
                                        <p:tav tm="100000">
                                          <p:val>
                                            <p:strVal val="#ppt_x"/>
                                          </p:val>
                                        </p:tav>
                                      </p:tavLst>
                                    </p:anim>
                                    <p:anim calcmode="lin" valueType="num">
                                      <p:cBhvr additive="base">
                                        <p:cTn id="49" dur="500" fill="hold"/>
                                        <p:tgtEl>
                                          <p:spTgt spid="360465"/>
                                        </p:tgtEl>
                                        <p:attrNameLst>
                                          <p:attrName>ppt_y</p:attrName>
                                        </p:attrNameLst>
                                      </p:cBhvr>
                                      <p:tavLst>
                                        <p:tav tm="0">
                                          <p:val>
                                            <p:strVal val="#ppt_y"/>
                                          </p:val>
                                        </p:tav>
                                        <p:tav tm="100000">
                                          <p:val>
                                            <p:strVal val="#ppt_y"/>
                                          </p:val>
                                        </p:tav>
                                      </p:tavLst>
                                    </p:anim>
                                  </p:childTnLst>
                                </p:cTn>
                              </p:par>
                            </p:childTnLst>
                          </p:cTn>
                        </p:par>
                        <p:par>
                          <p:cTn id="50" fill="hold">
                            <p:stCondLst>
                              <p:cond delay="1000"/>
                            </p:stCondLst>
                            <p:childTnLst>
                              <p:par>
                                <p:cTn id="51" presetID="2" presetClass="entr" presetSubtype="8" fill="hold" nodeType="afterEffect">
                                  <p:stCondLst>
                                    <p:cond delay="0"/>
                                  </p:stCondLst>
                                  <p:childTnLst>
                                    <p:set>
                                      <p:cBhvr>
                                        <p:cTn id="52" dur="1" fill="hold">
                                          <p:stCondLst>
                                            <p:cond delay="0"/>
                                          </p:stCondLst>
                                        </p:cTn>
                                        <p:tgtEl>
                                          <p:spTgt spid="360464"/>
                                        </p:tgtEl>
                                        <p:attrNameLst>
                                          <p:attrName>style.visibility</p:attrName>
                                        </p:attrNameLst>
                                      </p:cBhvr>
                                      <p:to>
                                        <p:strVal val="visible"/>
                                      </p:to>
                                    </p:set>
                                    <p:anim calcmode="lin" valueType="num">
                                      <p:cBhvr additive="base">
                                        <p:cTn id="53" dur="500" fill="hold"/>
                                        <p:tgtEl>
                                          <p:spTgt spid="360464"/>
                                        </p:tgtEl>
                                        <p:attrNameLst>
                                          <p:attrName>ppt_x</p:attrName>
                                        </p:attrNameLst>
                                      </p:cBhvr>
                                      <p:tavLst>
                                        <p:tav tm="0">
                                          <p:val>
                                            <p:strVal val="0-#ppt_w/2"/>
                                          </p:val>
                                        </p:tav>
                                        <p:tav tm="100000">
                                          <p:val>
                                            <p:strVal val="#ppt_x"/>
                                          </p:val>
                                        </p:tav>
                                      </p:tavLst>
                                    </p:anim>
                                    <p:anim calcmode="lin" valueType="num">
                                      <p:cBhvr additive="base">
                                        <p:cTn id="54" dur="500" fill="hold"/>
                                        <p:tgtEl>
                                          <p:spTgt spid="360464"/>
                                        </p:tgtEl>
                                        <p:attrNameLst>
                                          <p:attrName>ppt_y</p:attrName>
                                        </p:attrNameLst>
                                      </p:cBhvr>
                                      <p:tavLst>
                                        <p:tav tm="0">
                                          <p:val>
                                            <p:strVal val="#ppt_y"/>
                                          </p:val>
                                        </p:tav>
                                        <p:tav tm="100000">
                                          <p:val>
                                            <p:strVal val="#ppt_y"/>
                                          </p:val>
                                        </p:tav>
                                      </p:tavLst>
                                    </p:anim>
                                  </p:childTnLst>
                                </p:cTn>
                              </p:par>
                            </p:childTnLst>
                          </p:cTn>
                        </p:par>
                        <p:par>
                          <p:cTn id="55" fill="hold">
                            <p:stCondLst>
                              <p:cond delay="1500"/>
                            </p:stCondLst>
                            <p:childTnLst>
                              <p:par>
                                <p:cTn id="56" presetID="2" presetClass="entr" presetSubtype="8" fill="hold" nodeType="afterEffect">
                                  <p:stCondLst>
                                    <p:cond delay="0"/>
                                  </p:stCondLst>
                                  <p:childTnLst>
                                    <p:set>
                                      <p:cBhvr>
                                        <p:cTn id="57" dur="1" fill="hold">
                                          <p:stCondLst>
                                            <p:cond delay="0"/>
                                          </p:stCondLst>
                                        </p:cTn>
                                        <p:tgtEl>
                                          <p:spTgt spid="360463"/>
                                        </p:tgtEl>
                                        <p:attrNameLst>
                                          <p:attrName>style.visibility</p:attrName>
                                        </p:attrNameLst>
                                      </p:cBhvr>
                                      <p:to>
                                        <p:strVal val="visible"/>
                                      </p:to>
                                    </p:set>
                                    <p:anim calcmode="lin" valueType="num">
                                      <p:cBhvr additive="base">
                                        <p:cTn id="58" dur="500" fill="hold"/>
                                        <p:tgtEl>
                                          <p:spTgt spid="360463"/>
                                        </p:tgtEl>
                                        <p:attrNameLst>
                                          <p:attrName>ppt_x</p:attrName>
                                        </p:attrNameLst>
                                      </p:cBhvr>
                                      <p:tavLst>
                                        <p:tav tm="0">
                                          <p:val>
                                            <p:strVal val="0-#ppt_w/2"/>
                                          </p:val>
                                        </p:tav>
                                        <p:tav tm="100000">
                                          <p:val>
                                            <p:strVal val="#ppt_x"/>
                                          </p:val>
                                        </p:tav>
                                      </p:tavLst>
                                    </p:anim>
                                    <p:anim calcmode="lin" valueType="num">
                                      <p:cBhvr additive="base">
                                        <p:cTn id="59" dur="500" fill="hold"/>
                                        <p:tgtEl>
                                          <p:spTgt spid="360463"/>
                                        </p:tgtEl>
                                        <p:attrNameLst>
                                          <p:attrName>ppt_y</p:attrName>
                                        </p:attrNameLst>
                                      </p:cBhvr>
                                      <p:tavLst>
                                        <p:tav tm="0">
                                          <p:val>
                                            <p:strVal val="#ppt_y"/>
                                          </p:val>
                                        </p:tav>
                                        <p:tav tm="100000">
                                          <p:val>
                                            <p:strVal val="#ppt_y"/>
                                          </p:val>
                                        </p:tav>
                                      </p:tavLst>
                                    </p:anim>
                                  </p:childTnLst>
                                </p:cTn>
                              </p:par>
                            </p:childTnLst>
                          </p:cTn>
                        </p:par>
                        <p:par>
                          <p:cTn id="60" fill="hold">
                            <p:stCondLst>
                              <p:cond delay="2000"/>
                            </p:stCondLst>
                            <p:childTnLst>
                              <p:par>
                                <p:cTn id="61" presetID="2" presetClass="entr" presetSubtype="8" fill="hold" nodeType="afterEffect">
                                  <p:stCondLst>
                                    <p:cond delay="0"/>
                                  </p:stCondLst>
                                  <p:childTnLst>
                                    <p:set>
                                      <p:cBhvr>
                                        <p:cTn id="62" dur="1" fill="hold">
                                          <p:stCondLst>
                                            <p:cond delay="0"/>
                                          </p:stCondLst>
                                        </p:cTn>
                                        <p:tgtEl>
                                          <p:spTgt spid="360462"/>
                                        </p:tgtEl>
                                        <p:attrNameLst>
                                          <p:attrName>style.visibility</p:attrName>
                                        </p:attrNameLst>
                                      </p:cBhvr>
                                      <p:to>
                                        <p:strVal val="visible"/>
                                      </p:to>
                                    </p:set>
                                    <p:anim calcmode="lin" valueType="num">
                                      <p:cBhvr additive="base">
                                        <p:cTn id="63" dur="500" fill="hold"/>
                                        <p:tgtEl>
                                          <p:spTgt spid="360462"/>
                                        </p:tgtEl>
                                        <p:attrNameLst>
                                          <p:attrName>ppt_x</p:attrName>
                                        </p:attrNameLst>
                                      </p:cBhvr>
                                      <p:tavLst>
                                        <p:tav tm="0">
                                          <p:val>
                                            <p:strVal val="0-#ppt_w/2"/>
                                          </p:val>
                                        </p:tav>
                                        <p:tav tm="100000">
                                          <p:val>
                                            <p:strVal val="#ppt_x"/>
                                          </p:val>
                                        </p:tav>
                                      </p:tavLst>
                                    </p:anim>
                                    <p:anim calcmode="lin" valueType="num">
                                      <p:cBhvr additive="base">
                                        <p:cTn id="64" dur="500" fill="hold"/>
                                        <p:tgtEl>
                                          <p:spTgt spid="360462"/>
                                        </p:tgtEl>
                                        <p:attrNameLst>
                                          <p:attrName>ppt_y</p:attrName>
                                        </p:attrNameLst>
                                      </p:cBhvr>
                                      <p:tavLst>
                                        <p:tav tm="0">
                                          <p:val>
                                            <p:strVal val="#ppt_y"/>
                                          </p:val>
                                        </p:tav>
                                        <p:tav tm="100000">
                                          <p:val>
                                            <p:strVal val="#ppt_y"/>
                                          </p:val>
                                        </p:tav>
                                      </p:tavLst>
                                    </p:anim>
                                  </p:childTnLst>
                                </p:cTn>
                              </p:par>
                            </p:childTnLst>
                          </p:cTn>
                        </p:par>
                        <p:par>
                          <p:cTn id="65" fill="hold">
                            <p:stCondLst>
                              <p:cond delay="2500"/>
                            </p:stCondLst>
                            <p:childTnLst>
                              <p:par>
                                <p:cTn id="66" presetID="2" presetClass="entr" presetSubtype="8" fill="hold" nodeType="afterEffect">
                                  <p:stCondLst>
                                    <p:cond delay="0"/>
                                  </p:stCondLst>
                                  <p:childTnLst>
                                    <p:set>
                                      <p:cBhvr>
                                        <p:cTn id="67" dur="1" fill="hold">
                                          <p:stCondLst>
                                            <p:cond delay="0"/>
                                          </p:stCondLst>
                                        </p:cTn>
                                        <p:tgtEl>
                                          <p:spTgt spid="360461"/>
                                        </p:tgtEl>
                                        <p:attrNameLst>
                                          <p:attrName>style.visibility</p:attrName>
                                        </p:attrNameLst>
                                      </p:cBhvr>
                                      <p:to>
                                        <p:strVal val="visible"/>
                                      </p:to>
                                    </p:set>
                                    <p:anim calcmode="lin" valueType="num">
                                      <p:cBhvr additive="base">
                                        <p:cTn id="68" dur="500" fill="hold"/>
                                        <p:tgtEl>
                                          <p:spTgt spid="360461"/>
                                        </p:tgtEl>
                                        <p:attrNameLst>
                                          <p:attrName>ppt_x</p:attrName>
                                        </p:attrNameLst>
                                      </p:cBhvr>
                                      <p:tavLst>
                                        <p:tav tm="0">
                                          <p:val>
                                            <p:strVal val="0-#ppt_w/2"/>
                                          </p:val>
                                        </p:tav>
                                        <p:tav tm="100000">
                                          <p:val>
                                            <p:strVal val="#ppt_x"/>
                                          </p:val>
                                        </p:tav>
                                      </p:tavLst>
                                    </p:anim>
                                    <p:anim calcmode="lin" valueType="num">
                                      <p:cBhvr additive="base">
                                        <p:cTn id="69" dur="500" fill="hold"/>
                                        <p:tgtEl>
                                          <p:spTgt spid="360461"/>
                                        </p:tgtEl>
                                        <p:attrNameLst>
                                          <p:attrName>ppt_y</p:attrName>
                                        </p:attrNameLst>
                                      </p:cBhvr>
                                      <p:tavLst>
                                        <p:tav tm="0">
                                          <p:val>
                                            <p:strVal val="#ppt_y"/>
                                          </p:val>
                                        </p:tav>
                                        <p:tav tm="100000">
                                          <p:val>
                                            <p:strVal val="#ppt_y"/>
                                          </p:val>
                                        </p:tav>
                                      </p:tavLst>
                                    </p:anim>
                                  </p:childTnLst>
                                </p:cTn>
                              </p:par>
                            </p:childTnLst>
                          </p:cTn>
                        </p:par>
                        <p:par>
                          <p:cTn id="70" fill="hold">
                            <p:stCondLst>
                              <p:cond delay="3000"/>
                            </p:stCondLst>
                            <p:childTnLst>
                              <p:par>
                                <p:cTn id="71" presetID="2" presetClass="entr" presetSubtype="8" fill="hold" nodeType="afterEffect">
                                  <p:stCondLst>
                                    <p:cond delay="0"/>
                                  </p:stCondLst>
                                  <p:childTnLst>
                                    <p:set>
                                      <p:cBhvr>
                                        <p:cTn id="72" dur="1" fill="hold">
                                          <p:stCondLst>
                                            <p:cond delay="0"/>
                                          </p:stCondLst>
                                        </p:cTn>
                                        <p:tgtEl>
                                          <p:spTgt spid="360460"/>
                                        </p:tgtEl>
                                        <p:attrNameLst>
                                          <p:attrName>style.visibility</p:attrName>
                                        </p:attrNameLst>
                                      </p:cBhvr>
                                      <p:to>
                                        <p:strVal val="visible"/>
                                      </p:to>
                                    </p:set>
                                    <p:anim calcmode="lin" valueType="num">
                                      <p:cBhvr additive="base">
                                        <p:cTn id="73" dur="500" fill="hold"/>
                                        <p:tgtEl>
                                          <p:spTgt spid="360460"/>
                                        </p:tgtEl>
                                        <p:attrNameLst>
                                          <p:attrName>ppt_x</p:attrName>
                                        </p:attrNameLst>
                                      </p:cBhvr>
                                      <p:tavLst>
                                        <p:tav tm="0">
                                          <p:val>
                                            <p:strVal val="0-#ppt_w/2"/>
                                          </p:val>
                                        </p:tav>
                                        <p:tav tm="100000">
                                          <p:val>
                                            <p:strVal val="#ppt_x"/>
                                          </p:val>
                                        </p:tav>
                                      </p:tavLst>
                                    </p:anim>
                                    <p:anim calcmode="lin" valueType="num">
                                      <p:cBhvr additive="base">
                                        <p:cTn id="74" dur="500" fill="hold"/>
                                        <p:tgtEl>
                                          <p:spTgt spid="360460"/>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360468"/>
                                        </p:tgtEl>
                                        <p:attrNameLst>
                                          <p:attrName>style.visibility</p:attrName>
                                        </p:attrNameLst>
                                      </p:cBhvr>
                                      <p:to>
                                        <p:strVal val="visible"/>
                                      </p:to>
                                    </p:set>
                                    <p:anim calcmode="lin" valueType="num">
                                      <p:cBhvr additive="base">
                                        <p:cTn id="79" dur="500" fill="hold"/>
                                        <p:tgtEl>
                                          <p:spTgt spid="360468"/>
                                        </p:tgtEl>
                                        <p:attrNameLst>
                                          <p:attrName>ppt_x</p:attrName>
                                        </p:attrNameLst>
                                      </p:cBhvr>
                                      <p:tavLst>
                                        <p:tav tm="0">
                                          <p:val>
                                            <p:strVal val="0-#ppt_w/2"/>
                                          </p:val>
                                        </p:tav>
                                        <p:tav tm="100000">
                                          <p:val>
                                            <p:strVal val="#ppt_x"/>
                                          </p:val>
                                        </p:tav>
                                      </p:tavLst>
                                    </p:anim>
                                    <p:anim calcmode="lin" valueType="num">
                                      <p:cBhvr additive="base">
                                        <p:cTn id="80" dur="500" fill="hold"/>
                                        <p:tgtEl>
                                          <p:spTgt spid="360468"/>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2" fill="hold" nodeType="clickEffect">
                                  <p:stCondLst>
                                    <p:cond delay="0"/>
                                  </p:stCondLst>
                                  <p:childTnLst>
                                    <p:set>
                                      <p:cBhvr>
                                        <p:cTn id="84" dur="1" fill="hold">
                                          <p:stCondLst>
                                            <p:cond delay="0"/>
                                          </p:stCondLst>
                                        </p:cTn>
                                        <p:tgtEl>
                                          <p:spTgt spid="360469"/>
                                        </p:tgtEl>
                                        <p:attrNameLst>
                                          <p:attrName>style.visibility</p:attrName>
                                        </p:attrNameLst>
                                      </p:cBhvr>
                                      <p:to>
                                        <p:strVal val="visible"/>
                                      </p:to>
                                    </p:set>
                                    <p:anim calcmode="lin" valueType="num">
                                      <p:cBhvr additive="base">
                                        <p:cTn id="85" dur="500" fill="hold"/>
                                        <p:tgtEl>
                                          <p:spTgt spid="360469"/>
                                        </p:tgtEl>
                                        <p:attrNameLst>
                                          <p:attrName>ppt_x</p:attrName>
                                        </p:attrNameLst>
                                      </p:cBhvr>
                                      <p:tavLst>
                                        <p:tav tm="0">
                                          <p:val>
                                            <p:strVal val="1+#ppt_w/2"/>
                                          </p:val>
                                        </p:tav>
                                        <p:tav tm="100000">
                                          <p:val>
                                            <p:strVal val="#ppt_x"/>
                                          </p:val>
                                        </p:tav>
                                      </p:tavLst>
                                    </p:anim>
                                    <p:anim calcmode="lin" valueType="num">
                                      <p:cBhvr additive="base">
                                        <p:cTn id="86" dur="500" fill="hold"/>
                                        <p:tgtEl>
                                          <p:spTgt spid="3604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51" grpId="0" animBg="1" advAuto="1000" build="p"/>
      <p:bldP spid="360467" grpId="0"/>
      <p:bldP spid="36046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6626" name="Rectangle 3"/>
          <p:cNvSpPr>
            <a:spLocks noGrp="1"/>
          </p:cNvSpPr>
          <p:nvPr>
            <p:ph idx="1"/>
          </p:nvPr>
        </p:nvSpPr>
        <p:spPr/>
        <p:txBody>
          <a:bodyPr vert="horz" wrap="square" lIns="91440" tIns="45720" rIns="91440" bIns="45720" anchor="t" anchorCtr="0"/>
          <a:p>
            <a:pPr eaLnBrk="1" hangingPunct="1">
              <a:buNone/>
            </a:pPr>
            <a:r>
              <a:rPr lang="zh-CN" altLang="en-US" b="1" dirty="0"/>
              <a:t>解：</a:t>
            </a:r>
            <a:endParaRPr lang="zh-CN" altLang="en-US" b="1" dirty="0"/>
          </a:p>
          <a:p>
            <a:pPr eaLnBrk="1" hangingPunct="1">
              <a:buNone/>
            </a:pPr>
            <a:r>
              <a:rPr lang="zh-CN" altLang="en-US" b="1" dirty="0"/>
              <a:t>     </a:t>
            </a:r>
            <a:r>
              <a:rPr lang="zh-CN" altLang="en-US" b="1" dirty="0">
                <a:solidFill>
                  <a:srgbClr val="000000"/>
                </a:solidFill>
                <a:latin typeface="宋体" panose="02010600030101010101" pitchFamily="2" charset="-122"/>
              </a:rPr>
              <a:t>第一步：对每一条规则求出</a:t>
            </a:r>
            <a:r>
              <a:rPr lang="en-US" altLang="zh-CN" b="1" i="1" dirty="0">
                <a:solidFill>
                  <a:srgbClr val="000000"/>
                </a:solidFill>
                <a:latin typeface="Times New Roman" panose="02020603050405020304" pitchFamily="18" charset="0"/>
              </a:rPr>
              <a:t>CF</a:t>
            </a:r>
            <a:r>
              <a:rPr lang="zh-CN" altLang="en-US" b="1" dirty="0">
                <a:solidFill>
                  <a:srgbClr val="000000"/>
                </a:solidFill>
                <a:latin typeface="宋体" panose="02010600030101010101" pitchFamily="2" charset="-122"/>
              </a:rPr>
              <a:t>（</a:t>
            </a:r>
            <a:r>
              <a:rPr lang="en-US" altLang="zh-CN" b="1" i="1" dirty="0">
                <a:solidFill>
                  <a:srgbClr val="000000"/>
                </a:solidFill>
                <a:latin typeface="Times New Roman" panose="02020603050405020304" pitchFamily="18" charset="0"/>
              </a:rPr>
              <a:t>H</a:t>
            </a:r>
            <a:r>
              <a:rPr lang="zh-CN" altLang="en-US" b="1" dirty="0">
                <a:solidFill>
                  <a:srgbClr val="000000"/>
                </a:solidFill>
                <a:latin typeface="宋体" panose="02010600030101010101" pitchFamily="2" charset="-122"/>
              </a:rPr>
              <a:t>）。</a:t>
            </a:r>
            <a:r>
              <a:rPr lang="zh-CN" altLang="en-US" b="1" dirty="0"/>
              <a:t> </a:t>
            </a:r>
            <a:endParaRPr lang="zh-CN" altLang="en-US" b="1" dirty="0"/>
          </a:p>
        </p:txBody>
      </p:sp>
      <p:sp>
        <p:nvSpPr>
          <p:cNvPr id="26627" name="Rectangle 11"/>
          <p:cNvSpPr/>
          <p:nvPr/>
        </p:nvSpPr>
        <p:spPr>
          <a:xfrm>
            <a:off x="0" y="2774950"/>
            <a:ext cx="9144000" cy="1128713"/>
          </a:xfrm>
          <a:prstGeom prst="rect">
            <a:avLst/>
          </a:prstGeom>
          <a:noFill/>
          <a:ln w="9525">
            <a:noFill/>
          </a:ln>
        </p:spPr>
        <p:txBody>
          <a:bodyPr anchor="t" anchorCtr="0">
            <a:spAutoFit/>
          </a:bodyPr>
          <a:p>
            <a:pPr indent="1066800" algn="just" defTabSz="914400">
              <a:buClrTx/>
              <a:buFontTx/>
              <a:tabLst>
                <a:tab pos="457200" algn="l"/>
              </a:tabLst>
            </a:pPr>
            <a:r>
              <a:rPr lang="en-US" altLang="zh-CN" sz="1000" dirty="0">
                <a:latin typeface="Times New Roman" panose="02020603050405020304" pitchFamily="18" charset="0"/>
                <a:ea typeface="宋体" panose="02010600030101010101" pitchFamily="2" charset="-122"/>
              </a:rPr>
              <a:t>  </a:t>
            </a:r>
            <a:endParaRPr lang="en-US" altLang="zh-CN" sz="1000" dirty="0">
              <a:latin typeface="Times New Roman" panose="02020603050405020304" pitchFamily="18" charset="0"/>
              <a:ea typeface="宋体" panose="02010600030101010101" pitchFamily="2" charset="-122"/>
            </a:endParaRPr>
          </a:p>
          <a:p>
            <a:pPr indent="1066800" algn="just" defTabSz="914400" eaLnBrk="0" hangingPunct="0">
              <a:buClrTx/>
              <a:buFontTx/>
              <a:tabLst>
                <a:tab pos="457200" algn="l"/>
              </a:tabLst>
            </a:pPr>
            <a:r>
              <a:rPr lang="en-US" altLang="zh-CN" sz="1000" dirty="0">
                <a:latin typeface="Times New Roman" panose="02020603050405020304" pitchFamily="18" charset="0"/>
                <a:ea typeface="宋体" panose="02010600030101010101" pitchFamily="2" charset="-122"/>
              </a:rPr>
              <a:t>                </a:t>
            </a:r>
            <a:endParaRPr lang="en-US" altLang="zh-CN" sz="1000" dirty="0">
              <a:latin typeface="Times New Roman" panose="02020603050405020304" pitchFamily="18" charset="0"/>
              <a:ea typeface="宋体" panose="02010600030101010101" pitchFamily="2" charset="-122"/>
            </a:endParaRPr>
          </a:p>
          <a:p>
            <a:pPr indent="1066800" algn="just" defTabSz="914400" eaLnBrk="0" hangingPunct="0">
              <a:buClrTx/>
              <a:buFontTx/>
              <a:tabLst>
                <a:tab pos="457200" algn="l"/>
              </a:tabLst>
            </a:pPr>
            <a:r>
              <a:rPr lang="en-US" altLang="zh-CN" sz="1000" dirty="0">
                <a:latin typeface="Times New Roman" panose="02020603050405020304" pitchFamily="18" charset="0"/>
                <a:ea typeface="宋体" panose="02010600030101010101" pitchFamily="2" charset="-122"/>
              </a:rPr>
              <a:t>                </a:t>
            </a:r>
            <a:endParaRPr lang="en-US" altLang="zh-CN" sz="1000" dirty="0">
              <a:latin typeface="Times New Roman" panose="02020603050405020304" pitchFamily="18" charset="0"/>
              <a:ea typeface="宋体" panose="02010600030101010101" pitchFamily="2" charset="-122"/>
            </a:endParaRPr>
          </a:p>
          <a:p>
            <a:pPr indent="1066800" algn="just" defTabSz="914400" eaLnBrk="0" hangingPunct="0">
              <a:buClrTx/>
              <a:buFontTx/>
              <a:tabLst>
                <a:tab pos="457200" algn="l"/>
              </a:tabLst>
            </a:pPr>
            <a:r>
              <a:rPr lang="en-US" altLang="zh-CN" sz="1000" dirty="0">
                <a:latin typeface="Times New Roman" panose="02020603050405020304" pitchFamily="18" charset="0"/>
                <a:ea typeface="宋体" panose="02010600030101010101" pitchFamily="2" charset="-122"/>
              </a:rPr>
              <a:t>                </a:t>
            </a:r>
            <a:endParaRPr lang="en-US" altLang="zh-CN" sz="1000" dirty="0">
              <a:latin typeface="Times New Roman" panose="02020603050405020304" pitchFamily="18" charset="0"/>
              <a:ea typeface="宋体" panose="02010600030101010101" pitchFamily="2" charset="-122"/>
            </a:endParaRPr>
          </a:p>
          <a:p>
            <a:pPr indent="1066800" algn="just" defTabSz="914400" eaLnBrk="0" hangingPunct="0">
              <a:buClrTx/>
              <a:buFontTx/>
              <a:tabLst>
                <a:tab pos="457200" algn="l"/>
              </a:tabLst>
            </a:pPr>
            <a:r>
              <a:rPr lang="en-US" altLang="zh-CN" sz="1000" dirty="0">
                <a:latin typeface="Times New Roman" panose="02020603050405020304" pitchFamily="18" charset="0"/>
                <a:ea typeface="宋体" panose="02010600030101010101" pitchFamily="2" charset="-122"/>
              </a:rPr>
              <a:t>                </a:t>
            </a:r>
            <a:endParaRPr lang="en-US" altLang="zh-CN" sz="1000" dirty="0">
              <a:latin typeface="Times New Roman" panose="02020603050405020304" pitchFamily="18" charset="0"/>
              <a:ea typeface="宋体" panose="02010600030101010101" pitchFamily="2" charset="-122"/>
            </a:endParaRPr>
          </a:p>
          <a:p>
            <a:pPr indent="1066800" defTabSz="914400" eaLnBrk="0" hangingPunct="0">
              <a:buClrTx/>
              <a:buFontTx/>
              <a:tabLst>
                <a:tab pos="457200" algn="l"/>
              </a:tabLst>
            </a:pPr>
            <a:endParaRPr lang="en-US" altLang="zh-CN" dirty="0">
              <a:latin typeface="Arial" panose="020B0604020202020204" pitchFamily="34" charset="0"/>
              <a:ea typeface="宋体" panose="02010600030101010101" pitchFamily="2" charset="-122"/>
            </a:endParaRPr>
          </a:p>
        </p:txBody>
      </p:sp>
      <p:grpSp>
        <p:nvGrpSpPr>
          <p:cNvPr id="26628" name="Group 14"/>
          <p:cNvGrpSpPr/>
          <p:nvPr/>
        </p:nvGrpSpPr>
        <p:grpSpPr>
          <a:xfrm>
            <a:off x="309563" y="2825750"/>
            <a:ext cx="8758237" cy="3124200"/>
            <a:chOff x="195" y="1392"/>
            <a:chExt cx="5517" cy="1968"/>
          </a:xfrm>
        </p:grpSpPr>
        <p:graphicFrame>
          <p:nvGraphicFramePr>
            <p:cNvPr id="26629" name="Object 10"/>
            <p:cNvGraphicFramePr>
              <a:graphicFrameLocks noChangeAspect="1"/>
            </p:cNvGraphicFramePr>
            <p:nvPr/>
          </p:nvGraphicFramePr>
          <p:xfrm>
            <a:off x="195" y="1392"/>
            <a:ext cx="765" cy="283"/>
          </p:xfrm>
          <a:graphic>
            <a:graphicData uri="http://schemas.openxmlformats.org/presentationml/2006/ole">
              <mc:AlternateContent xmlns:mc="http://schemas.openxmlformats.org/markup-compatibility/2006">
                <mc:Choice xmlns:v="urn:schemas-microsoft-com:vml" Requires="v">
                  <p:oleObj spid="_x0000_s3097" name="" r:id="rId1" imgW="9001125" imgH="3733800" progId="Equation.3">
                    <p:embed/>
                  </p:oleObj>
                </mc:Choice>
                <mc:Fallback>
                  <p:oleObj name="" r:id="rId1" imgW="9001125" imgH="3733800" progId="Equation.3">
                    <p:embed/>
                    <p:pic>
                      <p:nvPicPr>
                        <p:cNvPr id="0" name="图片 3096"/>
                        <p:cNvPicPr/>
                        <p:nvPr/>
                      </p:nvPicPr>
                      <p:blipFill>
                        <a:blip r:embed="rId2"/>
                        <a:stretch>
                          <a:fillRect/>
                        </a:stretch>
                      </p:blipFill>
                      <p:spPr>
                        <a:xfrm>
                          <a:off x="195" y="1392"/>
                          <a:ext cx="765" cy="283"/>
                        </a:xfrm>
                        <a:prstGeom prst="rect">
                          <a:avLst/>
                        </a:prstGeom>
                        <a:noFill/>
                        <a:ln w="38100">
                          <a:noFill/>
                          <a:miter/>
                        </a:ln>
                      </p:spPr>
                    </p:pic>
                  </p:oleObj>
                </mc:Fallback>
              </mc:AlternateContent>
            </a:graphicData>
          </a:graphic>
        </p:graphicFrame>
        <p:graphicFrame>
          <p:nvGraphicFramePr>
            <p:cNvPr id="26630" name="Object 9"/>
            <p:cNvGraphicFramePr>
              <a:graphicFrameLocks noChangeAspect="1"/>
            </p:cNvGraphicFramePr>
            <p:nvPr/>
          </p:nvGraphicFramePr>
          <p:xfrm>
            <a:off x="960" y="1392"/>
            <a:ext cx="4752" cy="300"/>
          </p:xfrm>
          <a:graphic>
            <a:graphicData uri="http://schemas.openxmlformats.org/presentationml/2006/ole">
              <mc:AlternateContent xmlns:mc="http://schemas.openxmlformats.org/markup-compatibility/2006">
                <mc:Choice xmlns:v="urn:schemas-microsoft-com:vml" Requires="v">
                  <p:oleObj spid="_x0000_s3083" name="" r:id="rId3" imgW="58150125" imgH="3952875" progId="Equation.3">
                    <p:embed/>
                  </p:oleObj>
                </mc:Choice>
                <mc:Fallback>
                  <p:oleObj name="" r:id="rId3" imgW="58150125" imgH="3952875" progId="Equation.3">
                    <p:embed/>
                    <p:pic>
                      <p:nvPicPr>
                        <p:cNvPr id="0" name="图片 3082"/>
                        <p:cNvPicPr/>
                        <p:nvPr/>
                      </p:nvPicPr>
                      <p:blipFill>
                        <a:blip r:embed="rId4"/>
                        <a:stretch>
                          <a:fillRect/>
                        </a:stretch>
                      </p:blipFill>
                      <p:spPr>
                        <a:xfrm>
                          <a:off x="960" y="1392"/>
                          <a:ext cx="4752" cy="300"/>
                        </a:xfrm>
                        <a:prstGeom prst="rect">
                          <a:avLst/>
                        </a:prstGeom>
                        <a:noFill/>
                        <a:ln w="38100">
                          <a:noFill/>
                          <a:miter/>
                        </a:ln>
                      </p:spPr>
                    </p:pic>
                  </p:oleObj>
                </mc:Fallback>
              </mc:AlternateContent>
            </a:graphicData>
          </a:graphic>
        </p:graphicFrame>
        <p:graphicFrame>
          <p:nvGraphicFramePr>
            <p:cNvPr id="26631" name="Object 8"/>
            <p:cNvGraphicFramePr>
              <a:graphicFrameLocks noChangeAspect="1"/>
            </p:cNvGraphicFramePr>
            <p:nvPr/>
          </p:nvGraphicFramePr>
          <p:xfrm>
            <a:off x="932" y="1776"/>
            <a:ext cx="4588" cy="288"/>
          </p:xfrm>
          <a:graphic>
            <a:graphicData uri="http://schemas.openxmlformats.org/presentationml/2006/ole">
              <mc:AlternateContent xmlns:mc="http://schemas.openxmlformats.org/markup-compatibility/2006">
                <mc:Choice xmlns:v="urn:schemas-microsoft-com:vml" Requires="v">
                  <p:oleObj spid="_x0000_s3087" name="" r:id="rId5" imgW="55949850" imgH="3952875" progId="Equation.3">
                    <p:embed/>
                  </p:oleObj>
                </mc:Choice>
                <mc:Fallback>
                  <p:oleObj name="" r:id="rId5" imgW="55949850" imgH="3952875" progId="Equation.3">
                    <p:embed/>
                    <p:pic>
                      <p:nvPicPr>
                        <p:cNvPr id="0" name="图片 3086"/>
                        <p:cNvPicPr/>
                        <p:nvPr/>
                      </p:nvPicPr>
                      <p:blipFill>
                        <a:blip r:embed="rId6"/>
                        <a:stretch>
                          <a:fillRect/>
                        </a:stretch>
                      </p:blipFill>
                      <p:spPr>
                        <a:xfrm>
                          <a:off x="932" y="1776"/>
                          <a:ext cx="4588" cy="288"/>
                        </a:xfrm>
                        <a:prstGeom prst="rect">
                          <a:avLst/>
                        </a:prstGeom>
                        <a:noFill/>
                        <a:ln w="38100">
                          <a:noFill/>
                          <a:miter/>
                        </a:ln>
                      </p:spPr>
                    </p:pic>
                  </p:oleObj>
                </mc:Fallback>
              </mc:AlternateContent>
            </a:graphicData>
          </a:graphic>
        </p:graphicFrame>
        <p:graphicFrame>
          <p:nvGraphicFramePr>
            <p:cNvPr id="26632" name="Object 7"/>
            <p:cNvGraphicFramePr>
              <a:graphicFrameLocks noChangeAspect="1"/>
            </p:cNvGraphicFramePr>
            <p:nvPr/>
          </p:nvGraphicFramePr>
          <p:xfrm>
            <a:off x="912" y="2112"/>
            <a:ext cx="4752" cy="288"/>
          </p:xfrm>
          <a:graphic>
            <a:graphicData uri="http://schemas.openxmlformats.org/presentationml/2006/ole">
              <mc:AlternateContent xmlns:mc="http://schemas.openxmlformats.org/markup-compatibility/2006">
                <mc:Choice xmlns:v="urn:schemas-microsoft-com:vml" Requires="v">
                  <p:oleObj spid="_x0000_s3092" name="" r:id="rId7" imgW="57931050" imgH="3952875" progId="Equation.3">
                    <p:embed/>
                  </p:oleObj>
                </mc:Choice>
                <mc:Fallback>
                  <p:oleObj name="" r:id="rId7" imgW="57931050" imgH="3952875" progId="Equation.3">
                    <p:embed/>
                    <p:pic>
                      <p:nvPicPr>
                        <p:cNvPr id="0" name="图片 3091"/>
                        <p:cNvPicPr/>
                        <p:nvPr/>
                      </p:nvPicPr>
                      <p:blipFill>
                        <a:blip r:embed="rId8"/>
                        <a:stretch>
                          <a:fillRect/>
                        </a:stretch>
                      </p:blipFill>
                      <p:spPr>
                        <a:xfrm>
                          <a:off x="912" y="2112"/>
                          <a:ext cx="4752" cy="288"/>
                        </a:xfrm>
                        <a:prstGeom prst="rect">
                          <a:avLst/>
                        </a:prstGeom>
                        <a:noFill/>
                        <a:ln w="38100">
                          <a:noFill/>
                          <a:miter/>
                        </a:ln>
                      </p:spPr>
                    </p:pic>
                  </p:oleObj>
                </mc:Fallback>
              </mc:AlternateContent>
            </a:graphicData>
          </a:graphic>
        </p:graphicFrame>
        <p:graphicFrame>
          <p:nvGraphicFramePr>
            <p:cNvPr id="26633" name="Object 6"/>
            <p:cNvGraphicFramePr>
              <a:graphicFrameLocks noChangeAspect="1"/>
            </p:cNvGraphicFramePr>
            <p:nvPr/>
          </p:nvGraphicFramePr>
          <p:xfrm>
            <a:off x="912" y="2462"/>
            <a:ext cx="3564" cy="288"/>
          </p:xfrm>
          <a:graphic>
            <a:graphicData uri="http://schemas.openxmlformats.org/presentationml/2006/ole">
              <mc:AlternateContent xmlns:mc="http://schemas.openxmlformats.org/markup-compatibility/2006">
                <mc:Choice xmlns:v="urn:schemas-microsoft-com:vml" Requires="v">
                  <p:oleObj spid="_x0000_s3088" name="" r:id="rId9" imgW="42129075" imgH="3514725" progId="Equation.3">
                    <p:embed/>
                  </p:oleObj>
                </mc:Choice>
                <mc:Fallback>
                  <p:oleObj name="" r:id="rId9" imgW="42129075" imgH="3514725" progId="Equation.3">
                    <p:embed/>
                    <p:pic>
                      <p:nvPicPr>
                        <p:cNvPr id="0" name="图片 3087"/>
                        <p:cNvPicPr/>
                        <p:nvPr/>
                      </p:nvPicPr>
                      <p:blipFill>
                        <a:blip r:embed="rId10"/>
                        <a:stretch>
                          <a:fillRect/>
                        </a:stretch>
                      </p:blipFill>
                      <p:spPr>
                        <a:xfrm>
                          <a:off x="912" y="2462"/>
                          <a:ext cx="3564" cy="288"/>
                        </a:xfrm>
                        <a:prstGeom prst="rect">
                          <a:avLst/>
                        </a:prstGeom>
                        <a:noFill/>
                        <a:ln w="38100">
                          <a:noFill/>
                          <a:miter/>
                        </a:ln>
                      </p:spPr>
                    </p:pic>
                  </p:oleObj>
                </mc:Fallback>
              </mc:AlternateContent>
            </a:graphicData>
          </a:graphic>
        </p:graphicFrame>
        <p:graphicFrame>
          <p:nvGraphicFramePr>
            <p:cNvPr id="26634" name="Object 5"/>
            <p:cNvGraphicFramePr>
              <a:graphicFrameLocks noChangeAspect="1"/>
            </p:cNvGraphicFramePr>
            <p:nvPr/>
          </p:nvGraphicFramePr>
          <p:xfrm>
            <a:off x="912" y="2832"/>
            <a:ext cx="1713" cy="288"/>
          </p:xfrm>
          <a:graphic>
            <a:graphicData uri="http://schemas.openxmlformats.org/presentationml/2006/ole">
              <mc:AlternateContent xmlns:mc="http://schemas.openxmlformats.org/markup-compatibility/2006">
                <mc:Choice xmlns:v="urn:schemas-microsoft-com:vml" Requires="v">
                  <p:oleObj spid="_x0000_s3089" name="" r:id="rId11" imgW="20183475" imgH="3514725" progId="Equation.3">
                    <p:embed/>
                  </p:oleObj>
                </mc:Choice>
                <mc:Fallback>
                  <p:oleObj name="" r:id="rId11" imgW="20183475" imgH="3514725" progId="Equation.3">
                    <p:embed/>
                    <p:pic>
                      <p:nvPicPr>
                        <p:cNvPr id="0" name="图片 3088"/>
                        <p:cNvPicPr/>
                        <p:nvPr/>
                      </p:nvPicPr>
                      <p:blipFill>
                        <a:blip r:embed="rId12"/>
                        <a:stretch>
                          <a:fillRect/>
                        </a:stretch>
                      </p:blipFill>
                      <p:spPr>
                        <a:xfrm>
                          <a:off x="912" y="2832"/>
                          <a:ext cx="1713" cy="288"/>
                        </a:xfrm>
                        <a:prstGeom prst="rect">
                          <a:avLst/>
                        </a:prstGeom>
                        <a:noFill/>
                        <a:ln w="38100">
                          <a:noFill/>
                          <a:miter/>
                        </a:ln>
                      </p:spPr>
                    </p:pic>
                  </p:oleObj>
                </mc:Fallback>
              </mc:AlternateContent>
            </a:graphicData>
          </a:graphic>
        </p:graphicFrame>
        <p:graphicFrame>
          <p:nvGraphicFramePr>
            <p:cNvPr id="26635" name="Object 4"/>
            <p:cNvGraphicFramePr>
              <a:graphicFrameLocks noChangeAspect="1"/>
            </p:cNvGraphicFramePr>
            <p:nvPr/>
          </p:nvGraphicFramePr>
          <p:xfrm>
            <a:off x="912" y="3120"/>
            <a:ext cx="624" cy="240"/>
          </p:xfrm>
          <a:graphic>
            <a:graphicData uri="http://schemas.openxmlformats.org/presentationml/2006/ole">
              <mc:AlternateContent xmlns:mc="http://schemas.openxmlformats.org/markup-compatibility/2006">
                <mc:Choice xmlns:v="urn:schemas-microsoft-com:vml" Requires="v">
                  <p:oleObj spid="_x0000_s3084" name="" r:id="rId13" imgW="7458075" imgH="3076575" progId="Equation.3">
                    <p:embed/>
                  </p:oleObj>
                </mc:Choice>
                <mc:Fallback>
                  <p:oleObj name="" r:id="rId13" imgW="7458075" imgH="3076575" progId="Equation.3">
                    <p:embed/>
                    <p:pic>
                      <p:nvPicPr>
                        <p:cNvPr id="0" name="图片 3083"/>
                        <p:cNvPicPr/>
                        <p:nvPr/>
                      </p:nvPicPr>
                      <p:blipFill>
                        <a:blip r:embed="rId14"/>
                        <a:stretch>
                          <a:fillRect/>
                        </a:stretch>
                      </p:blipFill>
                      <p:spPr>
                        <a:xfrm>
                          <a:off x="912" y="3120"/>
                          <a:ext cx="624" cy="240"/>
                        </a:xfrm>
                        <a:prstGeom prst="rect">
                          <a:avLst/>
                        </a:prstGeom>
                        <a:noFill/>
                        <a:ln w="38100">
                          <a:noFill/>
                          <a:miter/>
                        </a:ln>
                      </p:spPr>
                    </p:pic>
                  </p:oleObj>
                </mc:Fallback>
              </mc:AlternateContent>
            </a:graphicData>
          </a:graphic>
        </p:graphicFrame>
      </p:grpSp>
      <p:graphicFrame>
        <p:nvGraphicFramePr>
          <p:cNvPr id="26636" name="Object 13"/>
          <p:cNvGraphicFramePr>
            <a:graphicFrameLocks noChangeAspect="1"/>
          </p:cNvGraphicFramePr>
          <p:nvPr/>
        </p:nvGraphicFramePr>
        <p:xfrm>
          <a:off x="333375" y="2171700"/>
          <a:ext cx="566738" cy="609600"/>
        </p:xfrm>
        <a:graphic>
          <a:graphicData uri="http://schemas.openxmlformats.org/presentationml/2006/ole">
            <mc:AlternateContent xmlns:mc="http://schemas.openxmlformats.org/markup-compatibility/2006">
              <mc:Choice xmlns:v="urn:schemas-microsoft-com:vml" Requires="v">
                <p:oleObj spid="_x0000_s3090" name="" r:id="rId15" imgW="2847975" imgH="3076575" progId="Equation.DSMT4">
                  <p:embed/>
                </p:oleObj>
              </mc:Choice>
              <mc:Fallback>
                <p:oleObj name="" r:id="rId15" imgW="2847975" imgH="3076575" progId="Equation.DSMT4">
                  <p:embed/>
                  <p:pic>
                    <p:nvPicPr>
                      <p:cNvPr id="0" name="图片 3089"/>
                      <p:cNvPicPr/>
                      <p:nvPr/>
                    </p:nvPicPr>
                    <p:blipFill>
                      <a:blip r:embed="rId16"/>
                      <a:stretch>
                        <a:fillRect/>
                      </a:stretch>
                    </p:blipFill>
                    <p:spPr>
                      <a:xfrm>
                        <a:off x="333375" y="2171700"/>
                        <a:ext cx="566738" cy="609600"/>
                      </a:xfrm>
                      <a:prstGeom prst="rect">
                        <a:avLst/>
                      </a:prstGeom>
                      <a:noFill/>
                      <a:ln w="38100">
                        <a:noFill/>
                        <a:miter/>
                      </a:ln>
                    </p:spPr>
                  </p:pic>
                </p:oleObj>
              </mc:Fallback>
            </mc:AlternateContent>
          </a:graphicData>
        </a:graphic>
      </p:graphicFrame>
      <p:sp>
        <p:nvSpPr>
          <p:cNvPr id="26637" name="Rectangle 16"/>
          <p:cNvSpPr>
            <a:spLocks noGrp="1"/>
          </p:cNvSpPr>
          <p:nvPr>
            <p:ph type="title"/>
          </p:nvPr>
        </p:nvSpPr>
        <p:spPr/>
        <p:txBody>
          <a:bodyPr vert="horz" wrap="square" lIns="91440" tIns="45720" rIns="91440" bIns="45720" anchor="b" anchorCtr="0"/>
          <a:p>
            <a:pPr eaLnBrk="1" hangingPunct="1"/>
            <a:endParaRPr lang="zh-CN" altLang="zh-CN" dirty="0">
              <a:latin typeface="Times New Roman" panose="02020603050405020304" pitchFamily="18" charset="0"/>
            </a:endParaRPr>
          </a:p>
        </p:txBody>
      </p:sp>
      <p:sp>
        <p:nvSpPr>
          <p:cNvPr id="26638" name="Rectangle 17"/>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4.2  </a:t>
            </a:r>
            <a:r>
              <a:rPr lang="zh-CN" altLang="en-US" sz="3600" dirty="0">
                <a:solidFill>
                  <a:schemeClr val="bg1"/>
                </a:solidFill>
                <a:latin typeface="Times New Roman" panose="02020603050405020304" pitchFamily="18" charset="0"/>
                <a:ea typeface="黑体" panose="02010609060101010101" pitchFamily="2" charset="-122"/>
              </a:rPr>
              <a:t>可信度方法</a:t>
            </a:r>
            <a:endParaRPr lang="zh-CN" altLang="en-US" sz="3600" dirty="0">
              <a:solidFill>
                <a:schemeClr val="bg1"/>
              </a:solidFill>
              <a:latin typeface="Times New Roman" panose="02020603050405020304" pitchFamily="18" charset="0"/>
              <a:ea typeface="黑体" panose="02010609060101010101" pitchFamily="2" charset="-122"/>
            </a:endParaRPr>
          </a:p>
        </p:txBody>
      </p:sp>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7650" name="Rectangle 3"/>
          <p:cNvSpPr>
            <a:spLocks noGrp="1"/>
          </p:cNvSpPr>
          <p:nvPr>
            <p:ph idx="1"/>
          </p:nvPr>
        </p:nvSpPr>
        <p:spPr>
          <a:xfrm>
            <a:off x="250825" y="908050"/>
            <a:ext cx="8642350" cy="1441450"/>
          </a:xfrm>
        </p:spPr>
        <p:txBody>
          <a:bodyPr vert="horz" wrap="square" lIns="91440" tIns="45720" rIns="91440" bIns="45720" anchor="t" anchorCtr="0"/>
          <a:p>
            <a:pPr eaLnBrk="1" hangingPunct="1">
              <a:buNone/>
            </a:pPr>
            <a:r>
              <a:rPr lang="zh-CN" altLang="en-US" b="1" dirty="0"/>
              <a:t>解：</a:t>
            </a:r>
            <a:endParaRPr lang="zh-CN" altLang="en-US" b="1" dirty="0"/>
          </a:p>
          <a:p>
            <a:pPr eaLnBrk="1" hangingPunct="1">
              <a:buNone/>
            </a:pPr>
            <a:r>
              <a:rPr lang="zh-CN" altLang="en-US" b="1" dirty="0"/>
              <a:t>   </a:t>
            </a:r>
            <a:r>
              <a:rPr lang="zh-CN" altLang="en-US" b="1" dirty="0">
                <a:solidFill>
                  <a:srgbClr val="000000"/>
                </a:solidFill>
                <a:latin typeface="宋体" panose="02010600030101010101" pitchFamily="2" charset="-122"/>
              </a:rPr>
              <a:t>第一步：对每一条规则求出</a:t>
            </a:r>
            <a:r>
              <a:rPr lang="en-US" altLang="zh-CN" b="1" i="1" dirty="0">
                <a:solidFill>
                  <a:srgbClr val="000000"/>
                </a:solidFill>
                <a:latin typeface="Times New Roman" panose="02020603050405020304" pitchFamily="18" charset="0"/>
              </a:rPr>
              <a:t>CF</a:t>
            </a:r>
            <a:r>
              <a:rPr lang="zh-CN" altLang="en-US" b="1" dirty="0">
                <a:solidFill>
                  <a:srgbClr val="000000"/>
                </a:solidFill>
                <a:latin typeface="宋体" panose="02010600030101010101" pitchFamily="2" charset="-122"/>
              </a:rPr>
              <a:t>（</a:t>
            </a:r>
            <a:r>
              <a:rPr lang="en-US" altLang="zh-CN" b="1" i="1" dirty="0">
                <a:solidFill>
                  <a:srgbClr val="000000"/>
                </a:solidFill>
                <a:latin typeface="Times New Roman" panose="02020603050405020304" pitchFamily="18" charset="0"/>
              </a:rPr>
              <a:t>H</a:t>
            </a:r>
            <a:r>
              <a:rPr lang="zh-CN" altLang="en-US" b="1" dirty="0">
                <a:solidFill>
                  <a:srgbClr val="000000"/>
                </a:solidFill>
                <a:latin typeface="宋体" panose="02010600030101010101" pitchFamily="2" charset="-122"/>
              </a:rPr>
              <a:t>）。</a:t>
            </a:r>
            <a:endParaRPr lang="zh-CN" altLang="en-US" b="1" dirty="0"/>
          </a:p>
        </p:txBody>
      </p:sp>
      <p:grpSp>
        <p:nvGrpSpPr>
          <p:cNvPr id="27651" name="Group 25"/>
          <p:cNvGrpSpPr/>
          <p:nvPr/>
        </p:nvGrpSpPr>
        <p:grpSpPr>
          <a:xfrm>
            <a:off x="762000" y="2443163"/>
            <a:ext cx="7696200" cy="2209800"/>
            <a:chOff x="480" y="1078"/>
            <a:chExt cx="4848" cy="1392"/>
          </a:xfrm>
        </p:grpSpPr>
        <p:graphicFrame>
          <p:nvGraphicFramePr>
            <p:cNvPr id="27652" name="Object 12"/>
            <p:cNvGraphicFramePr>
              <a:graphicFrameLocks noChangeAspect="1"/>
            </p:cNvGraphicFramePr>
            <p:nvPr/>
          </p:nvGraphicFramePr>
          <p:xfrm>
            <a:off x="480" y="1078"/>
            <a:ext cx="357" cy="384"/>
          </p:xfrm>
          <a:graphic>
            <a:graphicData uri="http://schemas.openxmlformats.org/presentationml/2006/ole">
              <mc:AlternateContent xmlns:mc="http://schemas.openxmlformats.org/markup-compatibility/2006">
                <mc:Choice xmlns:v="urn:schemas-microsoft-com:vml" Requires="v">
                  <p:oleObj spid="_x0000_s3114" name="" r:id="rId1" imgW="2847975" imgH="3076575" progId="Equation.DSMT4">
                    <p:embed/>
                  </p:oleObj>
                </mc:Choice>
                <mc:Fallback>
                  <p:oleObj name="" r:id="rId1" imgW="2847975" imgH="3076575" progId="Equation.DSMT4">
                    <p:embed/>
                    <p:pic>
                      <p:nvPicPr>
                        <p:cNvPr id="0" name="图片 3113"/>
                        <p:cNvPicPr/>
                        <p:nvPr/>
                      </p:nvPicPr>
                      <p:blipFill>
                        <a:blip r:embed="rId2"/>
                        <a:stretch>
                          <a:fillRect/>
                        </a:stretch>
                      </p:blipFill>
                      <p:spPr>
                        <a:xfrm>
                          <a:off x="480" y="1078"/>
                          <a:ext cx="357" cy="384"/>
                        </a:xfrm>
                        <a:prstGeom prst="rect">
                          <a:avLst/>
                        </a:prstGeom>
                        <a:noFill/>
                        <a:ln w="38100">
                          <a:noFill/>
                          <a:miter/>
                        </a:ln>
                      </p:spPr>
                    </p:pic>
                  </p:oleObj>
                </mc:Fallback>
              </mc:AlternateContent>
            </a:graphicData>
          </a:graphic>
        </p:graphicFrame>
        <p:graphicFrame>
          <p:nvGraphicFramePr>
            <p:cNvPr id="27653" name="Object 17"/>
            <p:cNvGraphicFramePr>
              <a:graphicFrameLocks noChangeAspect="1"/>
            </p:cNvGraphicFramePr>
            <p:nvPr/>
          </p:nvGraphicFramePr>
          <p:xfrm>
            <a:off x="967" y="1126"/>
            <a:ext cx="4361" cy="337"/>
          </p:xfrm>
          <a:graphic>
            <a:graphicData uri="http://schemas.openxmlformats.org/presentationml/2006/ole">
              <mc:AlternateContent xmlns:mc="http://schemas.openxmlformats.org/markup-compatibility/2006">
                <mc:Choice xmlns:v="urn:schemas-microsoft-com:vml" Requires="v">
                  <p:oleObj spid="_x0000_s3098" name="" r:id="rId3" imgW="51130200" imgH="3952875" progId="Equation.3">
                    <p:embed/>
                  </p:oleObj>
                </mc:Choice>
                <mc:Fallback>
                  <p:oleObj name="" r:id="rId3" imgW="51130200" imgH="3952875" progId="Equation.3">
                    <p:embed/>
                    <p:pic>
                      <p:nvPicPr>
                        <p:cNvPr id="0" name="图片 3097"/>
                        <p:cNvPicPr/>
                        <p:nvPr/>
                      </p:nvPicPr>
                      <p:blipFill>
                        <a:blip r:embed="rId4"/>
                        <a:stretch>
                          <a:fillRect/>
                        </a:stretch>
                      </p:blipFill>
                      <p:spPr>
                        <a:xfrm>
                          <a:off x="967" y="1126"/>
                          <a:ext cx="4361" cy="337"/>
                        </a:xfrm>
                        <a:prstGeom prst="rect">
                          <a:avLst/>
                        </a:prstGeom>
                        <a:noFill/>
                        <a:ln w="38100">
                          <a:noFill/>
                          <a:miter/>
                        </a:ln>
                      </p:spPr>
                    </p:pic>
                  </p:oleObj>
                </mc:Fallback>
              </mc:AlternateContent>
            </a:graphicData>
          </a:graphic>
        </p:graphicFrame>
        <p:graphicFrame>
          <p:nvGraphicFramePr>
            <p:cNvPr id="27654" name="Object 16"/>
            <p:cNvGraphicFramePr>
              <a:graphicFrameLocks noChangeAspect="1"/>
            </p:cNvGraphicFramePr>
            <p:nvPr/>
          </p:nvGraphicFramePr>
          <p:xfrm>
            <a:off x="1735" y="1413"/>
            <a:ext cx="3537" cy="337"/>
          </p:xfrm>
          <a:graphic>
            <a:graphicData uri="http://schemas.openxmlformats.org/presentationml/2006/ole">
              <mc:AlternateContent xmlns:mc="http://schemas.openxmlformats.org/markup-compatibility/2006">
                <mc:Choice xmlns:v="urn:schemas-microsoft-com:vml" Requires="v">
                  <p:oleObj spid="_x0000_s3099" name="" r:id="rId5" imgW="41471850" imgH="3952875" progId="Equation.3">
                    <p:embed/>
                  </p:oleObj>
                </mc:Choice>
                <mc:Fallback>
                  <p:oleObj name="" r:id="rId5" imgW="41471850" imgH="3952875" progId="Equation.3">
                    <p:embed/>
                    <p:pic>
                      <p:nvPicPr>
                        <p:cNvPr id="0" name="图片 3098"/>
                        <p:cNvPicPr/>
                        <p:nvPr/>
                      </p:nvPicPr>
                      <p:blipFill>
                        <a:blip r:embed="rId6"/>
                        <a:stretch>
                          <a:fillRect/>
                        </a:stretch>
                      </p:blipFill>
                      <p:spPr>
                        <a:xfrm>
                          <a:off x="1735" y="1413"/>
                          <a:ext cx="3537" cy="337"/>
                        </a:xfrm>
                        <a:prstGeom prst="rect">
                          <a:avLst/>
                        </a:prstGeom>
                        <a:noFill/>
                        <a:ln w="38100">
                          <a:noFill/>
                          <a:miter/>
                        </a:ln>
                      </p:spPr>
                    </p:pic>
                  </p:oleObj>
                </mc:Fallback>
              </mc:AlternateContent>
            </a:graphicData>
          </a:graphic>
        </p:graphicFrame>
        <p:graphicFrame>
          <p:nvGraphicFramePr>
            <p:cNvPr id="27655" name="Object 15"/>
            <p:cNvGraphicFramePr>
              <a:graphicFrameLocks noChangeAspect="1"/>
            </p:cNvGraphicFramePr>
            <p:nvPr/>
          </p:nvGraphicFramePr>
          <p:xfrm>
            <a:off x="1735" y="1696"/>
            <a:ext cx="2637" cy="294"/>
          </p:xfrm>
          <a:graphic>
            <a:graphicData uri="http://schemas.openxmlformats.org/presentationml/2006/ole">
              <mc:AlternateContent xmlns:mc="http://schemas.openxmlformats.org/markup-compatibility/2006">
                <mc:Choice xmlns:v="urn:schemas-microsoft-com:vml" Requires="v">
                  <p:oleObj spid="_x0000_s3104" name="" r:id="rId7" imgW="30937200" imgH="3514725" progId="Equation.3">
                    <p:embed/>
                  </p:oleObj>
                </mc:Choice>
                <mc:Fallback>
                  <p:oleObj name="" r:id="rId7" imgW="30937200" imgH="3514725" progId="Equation.3">
                    <p:embed/>
                    <p:pic>
                      <p:nvPicPr>
                        <p:cNvPr id="0" name="图片 3103"/>
                        <p:cNvPicPr/>
                        <p:nvPr/>
                      </p:nvPicPr>
                      <p:blipFill>
                        <a:blip r:embed="rId8"/>
                        <a:stretch>
                          <a:fillRect/>
                        </a:stretch>
                      </p:blipFill>
                      <p:spPr>
                        <a:xfrm>
                          <a:off x="1735" y="1696"/>
                          <a:ext cx="2637" cy="294"/>
                        </a:xfrm>
                        <a:prstGeom prst="rect">
                          <a:avLst/>
                        </a:prstGeom>
                        <a:noFill/>
                        <a:ln w="38100">
                          <a:noFill/>
                          <a:miter/>
                        </a:ln>
                      </p:spPr>
                    </p:pic>
                  </p:oleObj>
                </mc:Fallback>
              </mc:AlternateContent>
            </a:graphicData>
          </a:graphic>
        </p:graphicFrame>
        <p:graphicFrame>
          <p:nvGraphicFramePr>
            <p:cNvPr id="27656" name="Object 14"/>
            <p:cNvGraphicFramePr>
              <a:graphicFrameLocks noChangeAspect="1"/>
            </p:cNvGraphicFramePr>
            <p:nvPr/>
          </p:nvGraphicFramePr>
          <p:xfrm>
            <a:off x="1735" y="1936"/>
            <a:ext cx="1728" cy="294"/>
          </p:xfrm>
          <a:graphic>
            <a:graphicData uri="http://schemas.openxmlformats.org/presentationml/2006/ole">
              <mc:AlternateContent xmlns:mc="http://schemas.openxmlformats.org/markup-compatibility/2006">
                <mc:Choice xmlns:v="urn:schemas-microsoft-com:vml" Requires="v">
                  <p:oleObj spid="_x0000_s3109" name="" r:id="rId9" imgW="20183475" imgH="3514725" progId="Equation.3">
                    <p:embed/>
                  </p:oleObj>
                </mc:Choice>
                <mc:Fallback>
                  <p:oleObj name="" r:id="rId9" imgW="20183475" imgH="3514725" progId="Equation.3">
                    <p:embed/>
                    <p:pic>
                      <p:nvPicPr>
                        <p:cNvPr id="0" name="图片 3108"/>
                        <p:cNvPicPr/>
                        <p:nvPr/>
                      </p:nvPicPr>
                      <p:blipFill>
                        <a:blip r:embed="rId10"/>
                        <a:stretch>
                          <a:fillRect/>
                        </a:stretch>
                      </p:blipFill>
                      <p:spPr>
                        <a:xfrm>
                          <a:off x="1735" y="1936"/>
                          <a:ext cx="1728" cy="294"/>
                        </a:xfrm>
                        <a:prstGeom prst="rect">
                          <a:avLst/>
                        </a:prstGeom>
                        <a:noFill/>
                        <a:ln w="38100">
                          <a:noFill/>
                          <a:miter/>
                        </a:ln>
                      </p:spPr>
                    </p:pic>
                  </p:oleObj>
                </mc:Fallback>
              </mc:AlternateContent>
            </a:graphicData>
          </a:graphic>
        </p:graphicFrame>
        <p:graphicFrame>
          <p:nvGraphicFramePr>
            <p:cNvPr id="27657" name="Object 13"/>
            <p:cNvGraphicFramePr>
              <a:graphicFrameLocks noChangeAspect="1"/>
            </p:cNvGraphicFramePr>
            <p:nvPr/>
          </p:nvGraphicFramePr>
          <p:xfrm>
            <a:off x="1735" y="2203"/>
            <a:ext cx="632" cy="267"/>
          </p:xfrm>
          <a:graphic>
            <a:graphicData uri="http://schemas.openxmlformats.org/presentationml/2006/ole">
              <mc:AlternateContent xmlns:mc="http://schemas.openxmlformats.org/markup-compatibility/2006">
                <mc:Choice xmlns:v="urn:schemas-microsoft-com:vml" Requires="v">
                  <p:oleObj spid="_x0000_s3106" name="" r:id="rId11" imgW="7458075" imgH="3076575" progId="Equation.3">
                    <p:embed/>
                  </p:oleObj>
                </mc:Choice>
                <mc:Fallback>
                  <p:oleObj name="" r:id="rId11" imgW="7458075" imgH="3076575" progId="Equation.3">
                    <p:embed/>
                    <p:pic>
                      <p:nvPicPr>
                        <p:cNvPr id="0" name="图片 3105"/>
                        <p:cNvPicPr/>
                        <p:nvPr/>
                      </p:nvPicPr>
                      <p:blipFill>
                        <a:blip r:embed="rId12"/>
                        <a:stretch>
                          <a:fillRect/>
                        </a:stretch>
                      </p:blipFill>
                      <p:spPr>
                        <a:xfrm>
                          <a:off x="1735" y="2203"/>
                          <a:ext cx="632" cy="267"/>
                        </a:xfrm>
                        <a:prstGeom prst="rect">
                          <a:avLst/>
                        </a:prstGeom>
                        <a:noFill/>
                        <a:ln w="38100">
                          <a:noFill/>
                          <a:miter/>
                        </a:ln>
                      </p:spPr>
                    </p:pic>
                  </p:oleObj>
                </mc:Fallback>
              </mc:AlternateContent>
            </a:graphicData>
          </a:graphic>
        </p:graphicFrame>
      </p:grpSp>
      <p:grpSp>
        <p:nvGrpSpPr>
          <p:cNvPr id="27658" name="Group 24"/>
          <p:cNvGrpSpPr/>
          <p:nvPr/>
        </p:nvGrpSpPr>
        <p:grpSpPr>
          <a:xfrm>
            <a:off x="782638" y="4933950"/>
            <a:ext cx="5275262" cy="1447800"/>
            <a:chOff x="493" y="2651"/>
            <a:chExt cx="3323" cy="912"/>
          </a:xfrm>
        </p:grpSpPr>
        <p:graphicFrame>
          <p:nvGraphicFramePr>
            <p:cNvPr id="27659" name="Object 21"/>
            <p:cNvGraphicFramePr>
              <a:graphicFrameLocks noChangeAspect="1"/>
            </p:cNvGraphicFramePr>
            <p:nvPr/>
          </p:nvGraphicFramePr>
          <p:xfrm>
            <a:off x="1063" y="2689"/>
            <a:ext cx="2753" cy="303"/>
          </p:xfrm>
          <a:graphic>
            <a:graphicData uri="http://schemas.openxmlformats.org/presentationml/2006/ole">
              <mc:AlternateContent xmlns:mc="http://schemas.openxmlformats.org/markup-compatibility/2006">
                <mc:Choice xmlns:v="urn:schemas-microsoft-com:vml" Requires="v">
                  <p:oleObj spid="_x0000_s3100" name="" r:id="rId13" imgW="34451925" imgH="3733800" progId="Equation.3">
                    <p:embed/>
                  </p:oleObj>
                </mc:Choice>
                <mc:Fallback>
                  <p:oleObj name="" r:id="rId13" imgW="34451925" imgH="3733800" progId="Equation.3">
                    <p:embed/>
                    <p:pic>
                      <p:nvPicPr>
                        <p:cNvPr id="0" name="图片 3099"/>
                        <p:cNvPicPr/>
                        <p:nvPr/>
                      </p:nvPicPr>
                      <p:blipFill>
                        <a:blip r:embed="rId14"/>
                        <a:stretch>
                          <a:fillRect/>
                        </a:stretch>
                      </p:blipFill>
                      <p:spPr>
                        <a:xfrm>
                          <a:off x="1063" y="2689"/>
                          <a:ext cx="2753" cy="303"/>
                        </a:xfrm>
                        <a:prstGeom prst="rect">
                          <a:avLst/>
                        </a:prstGeom>
                        <a:noFill/>
                        <a:ln w="38100">
                          <a:noFill/>
                          <a:miter/>
                        </a:ln>
                      </p:spPr>
                    </p:pic>
                  </p:oleObj>
                </mc:Fallback>
              </mc:AlternateContent>
            </a:graphicData>
          </a:graphic>
        </p:graphicFrame>
        <p:graphicFrame>
          <p:nvGraphicFramePr>
            <p:cNvPr id="27660" name="Object 20"/>
            <p:cNvGraphicFramePr>
              <a:graphicFrameLocks noChangeAspect="1"/>
            </p:cNvGraphicFramePr>
            <p:nvPr/>
          </p:nvGraphicFramePr>
          <p:xfrm>
            <a:off x="1783" y="2987"/>
            <a:ext cx="1728" cy="277"/>
          </p:xfrm>
          <a:graphic>
            <a:graphicData uri="http://schemas.openxmlformats.org/presentationml/2006/ole">
              <mc:AlternateContent xmlns:mc="http://schemas.openxmlformats.org/markup-compatibility/2006">
                <mc:Choice xmlns:v="urn:schemas-microsoft-com:vml" Requires="v">
                  <p:oleObj spid="_x0000_s3110" name="" r:id="rId15" imgW="21507450" imgH="3514725" progId="Equation.3">
                    <p:embed/>
                  </p:oleObj>
                </mc:Choice>
                <mc:Fallback>
                  <p:oleObj name="" r:id="rId15" imgW="21507450" imgH="3514725" progId="Equation.3">
                    <p:embed/>
                    <p:pic>
                      <p:nvPicPr>
                        <p:cNvPr id="0" name="图片 3109"/>
                        <p:cNvPicPr/>
                        <p:nvPr/>
                      </p:nvPicPr>
                      <p:blipFill>
                        <a:blip r:embed="rId16"/>
                        <a:stretch>
                          <a:fillRect/>
                        </a:stretch>
                      </p:blipFill>
                      <p:spPr>
                        <a:xfrm>
                          <a:off x="1783" y="2987"/>
                          <a:ext cx="1728" cy="277"/>
                        </a:xfrm>
                        <a:prstGeom prst="rect">
                          <a:avLst/>
                        </a:prstGeom>
                        <a:noFill/>
                        <a:ln w="38100">
                          <a:noFill/>
                          <a:miter/>
                        </a:ln>
                      </p:spPr>
                    </p:pic>
                  </p:oleObj>
                </mc:Fallback>
              </mc:AlternateContent>
            </a:graphicData>
          </a:graphic>
        </p:graphicFrame>
        <p:graphicFrame>
          <p:nvGraphicFramePr>
            <p:cNvPr id="27661" name="Object 19"/>
            <p:cNvGraphicFramePr>
              <a:graphicFrameLocks noChangeAspect="1"/>
            </p:cNvGraphicFramePr>
            <p:nvPr/>
          </p:nvGraphicFramePr>
          <p:xfrm>
            <a:off x="1806" y="3312"/>
            <a:ext cx="594" cy="251"/>
          </p:xfrm>
          <a:graphic>
            <a:graphicData uri="http://schemas.openxmlformats.org/presentationml/2006/ole">
              <mc:AlternateContent xmlns:mc="http://schemas.openxmlformats.org/markup-compatibility/2006">
                <mc:Choice xmlns:v="urn:schemas-microsoft-com:vml" Requires="v">
                  <p:oleObj spid="_x0000_s3108" name="" r:id="rId17" imgW="7458075" imgH="3076575" progId="Equation.3">
                    <p:embed/>
                  </p:oleObj>
                </mc:Choice>
                <mc:Fallback>
                  <p:oleObj name="" r:id="rId17" imgW="7458075" imgH="3076575" progId="Equation.3">
                    <p:embed/>
                    <p:pic>
                      <p:nvPicPr>
                        <p:cNvPr id="0" name="图片 3107"/>
                        <p:cNvPicPr/>
                        <p:nvPr/>
                      </p:nvPicPr>
                      <p:blipFill>
                        <a:blip r:embed="rId18"/>
                        <a:stretch>
                          <a:fillRect/>
                        </a:stretch>
                      </p:blipFill>
                      <p:spPr>
                        <a:xfrm>
                          <a:off x="1806" y="3312"/>
                          <a:ext cx="594" cy="251"/>
                        </a:xfrm>
                        <a:prstGeom prst="rect">
                          <a:avLst/>
                        </a:prstGeom>
                        <a:noFill/>
                        <a:ln w="38100">
                          <a:noFill/>
                          <a:miter/>
                        </a:ln>
                      </p:spPr>
                    </p:pic>
                  </p:oleObj>
                </mc:Fallback>
              </mc:AlternateContent>
            </a:graphicData>
          </a:graphic>
        </p:graphicFrame>
        <p:graphicFrame>
          <p:nvGraphicFramePr>
            <p:cNvPr id="27662" name="Object 23"/>
            <p:cNvGraphicFramePr>
              <a:graphicFrameLocks noChangeAspect="1"/>
            </p:cNvGraphicFramePr>
            <p:nvPr/>
          </p:nvGraphicFramePr>
          <p:xfrm>
            <a:off x="493" y="2651"/>
            <a:ext cx="330" cy="384"/>
          </p:xfrm>
          <a:graphic>
            <a:graphicData uri="http://schemas.openxmlformats.org/presentationml/2006/ole">
              <mc:AlternateContent xmlns:mc="http://schemas.openxmlformats.org/markup-compatibility/2006">
                <mc:Choice xmlns:v="urn:schemas-microsoft-com:vml" Requires="v">
                  <p:oleObj spid="_x0000_s3102" name="" r:id="rId19" imgW="2628900" imgH="3076575" progId="Equation.DSMT4">
                    <p:embed/>
                  </p:oleObj>
                </mc:Choice>
                <mc:Fallback>
                  <p:oleObj name="" r:id="rId19" imgW="2628900" imgH="3076575" progId="Equation.DSMT4">
                    <p:embed/>
                    <p:pic>
                      <p:nvPicPr>
                        <p:cNvPr id="0" name="图片 3101"/>
                        <p:cNvPicPr/>
                        <p:nvPr/>
                      </p:nvPicPr>
                      <p:blipFill>
                        <a:blip r:embed="rId20"/>
                        <a:stretch>
                          <a:fillRect/>
                        </a:stretch>
                      </p:blipFill>
                      <p:spPr>
                        <a:xfrm>
                          <a:off x="493" y="2651"/>
                          <a:ext cx="330" cy="384"/>
                        </a:xfrm>
                        <a:prstGeom prst="rect">
                          <a:avLst/>
                        </a:prstGeom>
                        <a:noFill/>
                        <a:ln w="38100">
                          <a:noFill/>
                          <a:miter/>
                        </a:ln>
                      </p:spPr>
                    </p:pic>
                  </p:oleObj>
                </mc:Fallback>
              </mc:AlternateContent>
            </a:graphicData>
          </a:graphic>
        </p:graphicFrame>
      </p:grpSp>
      <p:sp>
        <p:nvSpPr>
          <p:cNvPr id="27663" name="Rectangle 27"/>
          <p:cNvSpPr>
            <a:spLocks noGrp="1"/>
          </p:cNvSpPr>
          <p:nvPr>
            <p:ph type="title"/>
          </p:nvPr>
        </p:nvSpPr>
        <p:spPr/>
        <p:txBody>
          <a:bodyPr vert="horz" wrap="square" lIns="91440" tIns="45720" rIns="91440" bIns="45720" anchor="b" anchorCtr="0"/>
          <a:p>
            <a:pPr eaLnBrk="1" hangingPunct="1"/>
            <a:endParaRPr lang="zh-CN" altLang="zh-CN" dirty="0">
              <a:latin typeface="Times New Roman" panose="02020603050405020304" pitchFamily="18" charset="0"/>
            </a:endParaRPr>
          </a:p>
        </p:txBody>
      </p:sp>
      <p:sp>
        <p:nvSpPr>
          <p:cNvPr id="27664" name="Rectangle 28"/>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4.2  </a:t>
            </a:r>
            <a:r>
              <a:rPr lang="zh-CN" altLang="en-US" sz="3600" dirty="0">
                <a:solidFill>
                  <a:schemeClr val="bg1"/>
                </a:solidFill>
                <a:latin typeface="Times New Roman" panose="02020603050405020304" pitchFamily="18" charset="0"/>
                <a:ea typeface="黑体" panose="02010609060101010101" pitchFamily="2" charset="-122"/>
              </a:rPr>
              <a:t>可信度方法</a:t>
            </a:r>
            <a:endParaRPr lang="zh-CN" altLang="en-US" sz="3600" dirty="0">
              <a:solidFill>
                <a:schemeClr val="bg1"/>
              </a:solidFill>
              <a:latin typeface="Times New Roman" panose="02020603050405020304" pitchFamily="18" charset="0"/>
              <a:ea typeface="黑体" panose="02010609060101010101" pitchFamily="2" charset="-122"/>
            </a:endParaRPr>
          </a:p>
        </p:txBody>
      </p:sp>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8674" name="Rectangle 3"/>
          <p:cNvSpPr>
            <a:spLocks noGrp="1"/>
          </p:cNvSpPr>
          <p:nvPr>
            <p:ph idx="1"/>
          </p:nvPr>
        </p:nvSpPr>
        <p:spPr>
          <a:xfrm>
            <a:off x="250825" y="908050"/>
            <a:ext cx="8642350" cy="1441450"/>
          </a:xfrm>
        </p:spPr>
        <p:txBody>
          <a:bodyPr vert="horz" wrap="square" lIns="91440" tIns="45720" rIns="91440" bIns="45720" anchor="t" anchorCtr="0"/>
          <a:p>
            <a:pPr eaLnBrk="1" hangingPunct="1">
              <a:buNone/>
            </a:pPr>
            <a:r>
              <a:rPr lang="zh-CN" altLang="en-US" b="1" dirty="0"/>
              <a:t>解：</a:t>
            </a:r>
            <a:endParaRPr lang="zh-CN" altLang="en-US" b="1" dirty="0"/>
          </a:p>
          <a:p>
            <a:pPr eaLnBrk="1" hangingPunct="1">
              <a:buNone/>
            </a:pPr>
            <a:r>
              <a:rPr lang="zh-CN" altLang="en-US" b="1" dirty="0"/>
              <a:t>      </a:t>
            </a:r>
            <a:r>
              <a:rPr lang="zh-CN" altLang="en-US" b="1" dirty="0">
                <a:solidFill>
                  <a:srgbClr val="000000"/>
                </a:solidFill>
                <a:latin typeface="宋体" panose="02010600030101010101" pitchFamily="2" charset="-122"/>
              </a:rPr>
              <a:t>第一步：对每一条规则求出</a:t>
            </a:r>
            <a:r>
              <a:rPr lang="en-US" altLang="zh-CN" b="1" i="1" dirty="0">
                <a:solidFill>
                  <a:srgbClr val="000000"/>
                </a:solidFill>
                <a:latin typeface="Times New Roman" panose="02020603050405020304" pitchFamily="18" charset="0"/>
              </a:rPr>
              <a:t>CF</a:t>
            </a:r>
            <a:r>
              <a:rPr lang="zh-CN" altLang="en-US" b="1" dirty="0">
                <a:solidFill>
                  <a:srgbClr val="000000"/>
                </a:solidFill>
                <a:latin typeface="宋体" panose="02010600030101010101" pitchFamily="2" charset="-122"/>
              </a:rPr>
              <a:t>（</a:t>
            </a:r>
            <a:r>
              <a:rPr lang="en-US" altLang="zh-CN" b="1" i="1" dirty="0">
                <a:solidFill>
                  <a:srgbClr val="000000"/>
                </a:solidFill>
                <a:latin typeface="Times New Roman" panose="02020603050405020304" pitchFamily="18" charset="0"/>
              </a:rPr>
              <a:t>H</a:t>
            </a:r>
            <a:r>
              <a:rPr lang="zh-CN" altLang="en-US" b="1" dirty="0">
                <a:solidFill>
                  <a:srgbClr val="000000"/>
                </a:solidFill>
                <a:latin typeface="宋体" panose="02010600030101010101" pitchFamily="2" charset="-122"/>
              </a:rPr>
              <a:t>）。</a:t>
            </a:r>
            <a:r>
              <a:rPr lang="zh-CN" altLang="en-US" b="1" dirty="0"/>
              <a:t> </a:t>
            </a:r>
            <a:endParaRPr lang="zh-CN" altLang="en-US" b="1" dirty="0"/>
          </a:p>
        </p:txBody>
      </p:sp>
      <p:sp>
        <p:nvSpPr>
          <p:cNvPr id="28675" name="Rectangle 17"/>
          <p:cNvSpPr/>
          <p:nvPr/>
        </p:nvSpPr>
        <p:spPr>
          <a:xfrm>
            <a:off x="0" y="3079750"/>
            <a:ext cx="9144000" cy="519113"/>
          </a:xfrm>
          <a:prstGeom prst="rect">
            <a:avLst/>
          </a:prstGeom>
          <a:noFill/>
          <a:ln w="9525">
            <a:noFill/>
          </a:ln>
        </p:spPr>
        <p:txBody>
          <a:bodyPr anchor="t" anchorCtr="0">
            <a:spAutoFit/>
          </a:bodyPr>
          <a:p>
            <a:pPr indent="1400175" algn="just" defTabSz="914400">
              <a:buClrTx/>
              <a:buFontTx/>
              <a:tabLst>
                <a:tab pos="457200" algn="l"/>
              </a:tabLst>
            </a:pPr>
            <a:r>
              <a:rPr lang="en-US" altLang="zh-CN" sz="1000" dirty="0">
                <a:latin typeface="Times New Roman" panose="02020603050405020304" pitchFamily="18" charset="0"/>
                <a:ea typeface="宋体" panose="02010600030101010101" pitchFamily="2" charset="-122"/>
              </a:rPr>
              <a:t>        </a:t>
            </a:r>
            <a:endParaRPr lang="en-US" altLang="zh-CN" sz="1000" dirty="0">
              <a:latin typeface="Times New Roman" panose="02020603050405020304" pitchFamily="18" charset="0"/>
              <a:ea typeface="宋体" panose="02010600030101010101" pitchFamily="2" charset="-122"/>
            </a:endParaRPr>
          </a:p>
          <a:p>
            <a:pPr indent="1400175" defTabSz="914400" eaLnBrk="0" hangingPunct="0">
              <a:buClrTx/>
              <a:buFontTx/>
              <a:tabLst>
                <a:tab pos="457200" algn="l"/>
              </a:tabLst>
            </a:pPr>
            <a:endParaRPr lang="en-US" altLang="zh-CN" dirty="0">
              <a:latin typeface="Arial" panose="020B0604020202020204" pitchFamily="34" charset="0"/>
              <a:ea typeface="宋体" panose="02010600030101010101" pitchFamily="2" charset="-122"/>
            </a:endParaRPr>
          </a:p>
        </p:txBody>
      </p:sp>
      <p:grpSp>
        <p:nvGrpSpPr>
          <p:cNvPr id="28676" name="Group 23"/>
          <p:cNvGrpSpPr/>
          <p:nvPr/>
        </p:nvGrpSpPr>
        <p:grpSpPr>
          <a:xfrm>
            <a:off x="1008063" y="2633663"/>
            <a:ext cx="4716462" cy="1371600"/>
            <a:chOff x="425" y="1143"/>
            <a:chExt cx="2971" cy="864"/>
          </a:xfrm>
        </p:grpSpPr>
        <p:graphicFrame>
          <p:nvGraphicFramePr>
            <p:cNvPr id="28677" name="Object 4"/>
            <p:cNvGraphicFramePr>
              <a:graphicFrameLocks noChangeAspect="1"/>
            </p:cNvGraphicFramePr>
            <p:nvPr/>
          </p:nvGraphicFramePr>
          <p:xfrm>
            <a:off x="425" y="1143"/>
            <a:ext cx="357" cy="384"/>
          </p:xfrm>
          <a:graphic>
            <a:graphicData uri="http://schemas.openxmlformats.org/presentationml/2006/ole">
              <mc:AlternateContent xmlns:mc="http://schemas.openxmlformats.org/markup-compatibility/2006">
                <mc:Choice xmlns:v="urn:schemas-microsoft-com:vml" Requires="v">
                  <p:oleObj spid="_x0000_s3107" name="" r:id="rId1" imgW="2847975" imgH="3076575" progId="Equation.DSMT4">
                    <p:embed/>
                  </p:oleObj>
                </mc:Choice>
                <mc:Fallback>
                  <p:oleObj name="" r:id="rId1" imgW="2847975" imgH="3076575" progId="Equation.DSMT4">
                    <p:embed/>
                    <p:pic>
                      <p:nvPicPr>
                        <p:cNvPr id="0" name="图片 3106"/>
                        <p:cNvPicPr/>
                        <p:nvPr/>
                      </p:nvPicPr>
                      <p:blipFill>
                        <a:blip r:embed="rId2"/>
                        <a:stretch>
                          <a:fillRect/>
                        </a:stretch>
                      </p:blipFill>
                      <p:spPr>
                        <a:xfrm>
                          <a:off x="425" y="1143"/>
                          <a:ext cx="357" cy="384"/>
                        </a:xfrm>
                        <a:prstGeom prst="rect">
                          <a:avLst/>
                        </a:prstGeom>
                        <a:noFill/>
                        <a:ln w="38100">
                          <a:noFill/>
                          <a:miter/>
                        </a:ln>
                      </p:spPr>
                    </p:pic>
                  </p:oleObj>
                </mc:Fallback>
              </mc:AlternateContent>
            </a:graphicData>
          </a:graphic>
        </p:graphicFrame>
        <p:graphicFrame>
          <p:nvGraphicFramePr>
            <p:cNvPr id="28678" name="Object 16"/>
            <p:cNvGraphicFramePr>
              <a:graphicFrameLocks noChangeAspect="1"/>
            </p:cNvGraphicFramePr>
            <p:nvPr/>
          </p:nvGraphicFramePr>
          <p:xfrm>
            <a:off x="912" y="1209"/>
            <a:ext cx="2484" cy="270"/>
          </p:xfrm>
          <a:graphic>
            <a:graphicData uri="http://schemas.openxmlformats.org/presentationml/2006/ole">
              <mc:AlternateContent xmlns:mc="http://schemas.openxmlformats.org/markup-compatibility/2006">
                <mc:Choice xmlns:v="urn:schemas-microsoft-com:vml" Requires="v">
                  <p:oleObj spid="_x0000_s3111" name="" r:id="rId3" imgW="34890075" imgH="3733800" progId="Equation.3">
                    <p:embed/>
                  </p:oleObj>
                </mc:Choice>
                <mc:Fallback>
                  <p:oleObj name="" r:id="rId3" imgW="34890075" imgH="3733800" progId="Equation.3">
                    <p:embed/>
                    <p:pic>
                      <p:nvPicPr>
                        <p:cNvPr id="0" name="图片 3110"/>
                        <p:cNvPicPr/>
                        <p:nvPr/>
                      </p:nvPicPr>
                      <p:blipFill>
                        <a:blip r:embed="rId4"/>
                        <a:stretch>
                          <a:fillRect/>
                        </a:stretch>
                      </p:blipFill>
                      <p:spPr>
                        <a:xfrm>
                          <a:off x="912" y="1209"/>
                          <a:ext cx="2484" cy="270"/>
                        </a:xfrm>
                        <a:prstGeom prst="rect">
                          <a:avLst/>
                        </a:prstGeom>
                        <a:noFill/>
                        <a:ln w="38100">
                          <a:noFill/>
                          <a:miter/>
                        </a:ln>
                      </p:spPr>
                    </p:pic>
                  </p:oleObj>
                </mc:Fallback>
              </mc:AlternateContent>
            </a:graphicData>
          </a:graphic>
        </p:graphicFrame>
        <p:graphicFrame>
          <p:nvGraphicFramePr>
            <p:cNvPr id="28679" name="Object 15"/>
            <p:cNvGraphicFramePr>
              <a:graphicFrameLocks noChangeAspect="1"/>
            </p:cNvGraphicFramePr>
            <p:nvPr/>
          </p:nvGraphicFramePr>
          <p:xfrm>
            <a:off x="1582" y="1521"/>
            <a:ext cx="1442" cy="246"/>
          </p:xfrm>
          <a:graphic>
            <a:graphicData uri="http://schemas.openxmlformats.org/presentationml/2006/ole">
              <mc:AlternateContent xmlns:mc="http://schemas.openxmlformats.org/markup-compatibility/2006">
                <mc:Choice xmlns:v="urn:schemas-microsoft-com:vml" Requires="v">
                  <p:oleObj spid="_x0000_s3103" name="" r:id="rId5" imgW="20183475" imgH="3514725" progId="Equation.3">
                    <p:embed/>
                  </p:oleObj>
                </mc:Choice>
                <mc:Fallback>
                  <p:oleObj name="" r:id="rId5" imgW="20183475" imgH="3514725" progId="Equation.3">
                    <p:embed/>
                    <p:pic>
                      <p:nvPicPr>
                        <p:cNvPr id="0" name="图片 3102"/>
                        <p:cNvPicPr/>
                        <p:nvPr/>
                      </p:nvPicPr>
                      <p:blipFill>
                        <a:blip r:embed="rId6"/>
                        <a:stretch>
                          <a:fillRect/>
                        </a:stretch>
                      </p:blipFill>
                      <p:spPr>
                        <a:xfrm>
                          <a:off x="1582" y="1521"/>
                          <a:ext cx="1442" cy="246"/>
                        </a:xfrm>
                        <a:prstGeom prst="rect">
                          <a:avLst/>
                        </a:prstGeom>
                        <a:noFill/>
                        <a:ln w="38100">
                          <a:noFill/>
                          <a:miter/>
                        </a:ln>
                      </p:spPr>
                    </p:pic>
                  </p:oleObj>
                </mc:Fallback>
              </mc:AlternateContent>
            </a:graphicData>
          </a:graphic>
        </p:graphicFrame>
        <p:graphicFrame>
          <p:nvGraphicFramePr>
            <p:cNvPr id="28680" name="Object 14"/>
            <p:cNvGraphicFramePr>
              <a:graphicFrameLocks noChangeAspect="1"/>
            </p:cNvGraphicFramePr>
            <p:nvPr/>
          </p:nvGraphicFramePr>
          <p:xfrm>
            <a:off x="1582" y="1784"/>
            <a:ext cx="528" cy="223"/>
          </p:xfrm>
          <a:graphic>
            <a:graphicData uri="http://schemas.openxmlformats.org/presentationml/2006/ole">
              <mc:AlternateContent xmlns:mc="http://schemas.openxmlformats.org/markup-compatibility/2006">
                <mc:Choice xmlns:v="urn:schemas-microsoft-com:vml" Requires="v">
                  <p:oleObj spid="_x0000_s3101" name="" r:id="rId7" imgW="7458075" imgH="3076575" progId="Equation.3">
                    <p:embed/>
                  </p:oleObj>
                </mc:Choice>
                <mc:Fallback>
                  <p:oleObj name="" r:id="rId7" imgW="7458075" imgH="3076575" progId="Equation.3">
                    <p:embed/>
                    <p:pic>
                      <p:nvPicPr>
                        <p:cNvPr id="0" name="图片 3100"/>
                        <p:cNvPicPr/>
                        <p:nvPr/>
                      </p:nvPicPr>
                      <p:blipFill>
                        <a:blip r:embed="rId8"/>
                        <a:stretch>
                          <a:fillRect/>
                        </a:stretch>
                      </p:blipFill>
                      <p:spPr>
                        <a:xfrm>
                          <a:off x="1582" y="1784"/>
                          <a:ext cx="528" cy="223"/>
                        </a:xfrm>
                        <a:prstGeom prst="rect">
                          <a:avLst/>
                        </a:prstGeom>
                        <a:noFill/>
                        <a:ln w="38100">
                          <a:noFill/>
                          <a:miter/>
                        </a:ln>
                      </p:spPr>
                    </p:pic>
                  </p:oleObj>
                </mc:Fallback>
              </mc:AlternateContent>
            </a:graphicData>
          </a:graphic>
        </p:graphicFrame>
      </p:grpSp>
      <p:sp>
        <p:nvSpPr>
          <p:cNvPr id="28681" name="Rectangle 21"/>
          <p:cNvSpPr/>
          <p:nvPr/>
        </p:nvSpPr>
        <p:spPr>
          <a:xfrm>
            <a:off x="0" y="3079750"/>
            <a:ext cx="9144000" cy="519113"/>
          </a:xfrm>
          <a:prstGeom prst="rect">
            <a:avLst/>
          </a:prstGeom>
          <a:noFill/>
          <a:ln w="9525">
            <a:noFill/>
          </a:ln>
        </p:spPr>
        <p:txBody>
          <a:bodyPr anchor="t" anchorCtr="0">
            <a:spAutoFit/>
          </a:bodyPr>
          <a:p>
            <a:pPr indent="1466850" algn="just" defTabSz="914400">
              <a:buClrTx/>
              <a:buFontTx/>
              <a:tabLst>
                <a:tab pos="457200" algn="l"/>
              </a:tabLst>
            </a:pPr>
            <a:r>
              <a:rPr lang="en-US" altLang="zh-CN" sz="1000" dirty="0">
                <a:latin typeface="Times New Roman" panose="02020603050405020304" pitchFamily="18" charset="0"/>
                <a:ea typeface="宋体" panose="02010600030101010101" pitchFamily="2" charset="-122"/>
              </a:rPr>
              <a:t>        </a:t>
            </a:r>
            <a:endParaRPr lang="en-US" altLang="zh-CN" sz="1000" dirty="0">
              <a:latin typeface="Times New Roman" panose="02020603050405020304" pitchFamily="18" charset="0"/>
              <a:ea typeface="宋体" panose="02010600030101010101" pitchFamily="2" charset="-122"/>
            </a:endParaRPr>
          </a:p>
          <a:p>
            <a:pPr indent="1466850" defTabSz="914400" eaLnBrk="0" hangingPunct="0">
              <a:buClrTx/>
              <a:buFontTx/>
              <a:tabLst>
                <a:tab pos="457200" algn="l"/>
              </a:tabLst>
            </a:pPr>
            <a:endParaRPr lang="en-US" altLang="zh-CN" dirty="0">
              <a:latin typeface="Arial" panose="020B0604020202020204" pitchFamily="34" charset="0"/>
              <a:ea typeface="宋体" panose="02010600030101010101" pitchFamily="2" charset="-122"/>
            </a:endParaRPr>
          </a:p>
        </p:txBody>
      </p:sp>
      <p:grpSp>
        <p:nvGrpSpPr>
          <p:cNvPr id="28682" name="Group 22"/>
          <p:cNvGrpSpPr/>
          <p:nvPr/>
        </p:nvGrpSpPr>
        <p:grpSpPr>
          <a:xfrm>
            <a:off x="974725" y="4348163"/>
            <a:ext cx="5181600" cy="1385887"/>
            <a:chOff x="384" y="2247"/>
            <a:chExt cx="3264" cy="873"/>
          </a:xfrm>
        </p:grpSpPr>
        <p:graphicFrame>
          <p:nvGraphicFramePr>
            <p:cNvPr id="28683" name="Object 13"/>
            <p:cNvGraphicFramePr>
              <a:graphicFrameLocks noChangeAspect="1"/>
            </p:cNvGraphicFramePr>
            <p:nvPr/>
          </p:nvGraphicFramePr>
          <p:xfrm>
            <a:off x="384" y="2247"/>
            <a:ext cx="357" cy="384"/>
          </p:xfrm>
          <a:graphic>
            <a:graphicData uri="http://schemas.openxmlformats.org/presentationml/2006/ole">
              <mc:AlternateContent xmlns:mc="http://schemas.openxmlformats.org/markup-compatibility/2006">
                <mc:Choice xmlns:v="urn:schemas-microsoft-com:vml" Requires="v">
                  <p:oleObj spid="_x0000_s3112" name="" r:id="rId9" imgW="2847975" imgH="3076575" progId="Equation.DSMT4">
                    <p:embed/>
                  </p:oleObj>
                </mc:Choice>
                <mc:Fallback>
                  <p:oleObj name="" r:id="rId9" imgW="2847975" imgH="3076575" progId="Equation.DSMT4">
                    <p:embed/>
                    <p:pic>
                      <p:nvPicPr>
                        <p:cNvPr id="0" name="图片 3111"/>
                        <p:cNvPicPr/>
                        <p:nvPr/>
                      </p:nvPicPr>
                      <p:blipFill>
                        <a:blip r:embed="rId10"/>
                        <a:stretch>
                          <a:fillRect/>
                        </a:stretch>
                      </p:blipFill>
                      <p:spPr>
                        <a:xfrm>
                          <a:off x="384" y="2247"/>
                          <a:ext cx="357" cy="384"/>
                        </a:xfrm>
                        <a:prstGeom prst="rect">
                          <a:avLst/>
                        </a:prstGeom>
                        <a:noFill/>
                        <a:ln w="38100">
                          <a:noFill/>
                          <a:miter/>
                        </a:ln>
                      </p:spPr>
                    </p:pic>
                  </p:oleObj>
                </mc:Fallback>
              </mc:AlternateContent>
            </a:graphicData>
          </a:graphic>
        </p:graphicFrame>
        <p:graphicFrame>
          <p:nvGraphicFramePr>
            <p:cNvPr id="28684" name="Object 20"/>
            <p:cNvGraphicFramePr>
              <a:graphicFrameLocks noChangeAspect="1"/>
            </p:cNvGraphicFramePr>
            <p:nvPr/>
          </p:nvGraphicFramePr>
          <p:xfrm>
            <a:off x="912" y="2247"/>
            <a:ext cx="2736" cy="328"/>
          </p:xfrm>
          <a:graphic>
            <a:graphicData uri="http://schemas.openxmlformats.org/presentationml/2006/ole">
              <mc:AlternateContent xmlns:mc="http://schemas.openxmlformats.org/markup-compatibility/2006">
                <mc:Choice xmlns:v="urn:schemas-microsoft-com:vml" Requires="v">
                  <p:oleObj spid="_x0000_s3113" name="" r:id="rId11" imgW="36423600" imgH="4171950" progId="Equation.3">
                    <p:embed/>
                  </p:oleObj>
                </mc:Choice>
                <mc:Fallback>
                  <p:oleObj name="" r:id="rId11" imgW="36423600" imgH="4171950" progId="Equation.3">
                    <p:embed/>
                    <p:pic>
                      <p:nvPicPr>
                        <p:cNvPr id="0" name="图片 3112"/>
                        <p:cNvPicPr/>
                        <p:nvPr/>
                      </p:nvPicPr>
                      <p:blipFill>
                        <a:blip r:embed="rId12"/>
                        <a:stretch>
                          <a:fillRect/>
                        </a:stretch>
                      </p:blipFill>
                      <p:spPr>
                        <a:xfrm>
                          <a:off x="912" y="2247"/>
                          <a:ext cx="2736" cy="328"/>
                        </a:xfrm>
                        <a:prstGeom prst="rect">
                          <a:avLst/>
                        </a:prstGeom>
                        <a:noFill/>
                        <a:ln w="38100">
                          <a:noFill/>
                          <a:miter/>
                        </a:ln>
                      </p:spPr>
                    </p:pic>
                  </p:oleObj>
                </mc:Fallback>
              </mc:AlternateContent>
            </a:graphicData>
          </a:graphic>
        </p:graphicFrame>
        <p:graphicFrame>
          <p:nvGraphicFramePr>
            <p:cNvPr id="28685" name="Object 19"/>
            <p:cNvGraphicFramePr>
              <a:graphicFrameLocks noChangeAspect="1"/>
            </p:cNvGraphicFramePr>
            <p:nvPr/>
          </p:nvGraphicFramePr>
          <p:xfrm>
            <a:off x="1584" y="2583"/>
            <a:ext cx="1920" cy="276"/>
          </p:xfrm>
          <a:graphic>
            <a:graphicData uri="http://schemas.openxmlformats.org/presentationml/2006/ole">
              <mc:AlternateContent xmlns:mc="http://schemas.openxmlformats.org/markup-compatibility/2006">
                <mc:Choice xmlns:v="urn:schemas-microsoft-com:vml" Requires="v">
                  <p:oleObj spid="_x0000_s3105" name="" r:id="rId13" imgW="23040975" imgH="3514725" progId="Equation.3">
                    <p:embed/>
                  </p:oleObj>
                </mc:Choice>
                <mc:Fallback>
                  <p:oleObj name="" r:id="rId13" imgW="23040975" imgH="3514725" progId="Equation.3">
                    <p:embed/>
                    <p:pic>
                      <p:nvPicPr>
                        <p:cNvPr id="0" name="图片 3104"/>
                        <p:cNvPicPr/>
                        <p:nvPr/>
                      </p:nvPicPr>
                      <p:blipFill>
                        <a:blip r:embed="rId14"/>
                        <a:stretch>
                          <a:fillRect/>
                        </a:stretch>
                      </p:blipFill>
                      <p:spPr>
                        <a:xfrm>
                          <a:off x="1584" y="2583"/>
                          <a:ext cx="1920" cy="276"/>
                        </a:xfrm>
                        <a:prstGeom prst="rect">
                          <a:avLst/>
                        </a:prstGeom>
                        <a:noFill/>
                        <a:ln w="38100">
                          <a:noFill/>
                          <a:miter/>
                        </a:ln>
                      </p:spPr>
                    </p:pic>
                  </p:oleObj>
                </mc:Fallback>
              </mc:AlternateContent>
            </a:graphicData>
          </a:graphic>
        </p:graphicFrame>
        <p:graphicFrame>
          <p:nvGraphicFramePr>
            <p:cNvPr id="28686" name="Object 18"/>
            <p:cNvGraphicFramePr>
              <a:graphicFrameLocks noChangeAspect="1"/>
            </p:cNvGraphicFramePr>
            <p:nvPr/>
          </p:nvGraphicFramePr>
          <p:xfrm>
            <a:off x="1584" y="2871"/>
            <a:ext cx="576" cy="249"/>
          </p:xfrm>
          <a:graphic>
            <a:graphicData uri="http://schemas.openxmlformats.org/presentationml/2006/ole">
              <mc:AlternateContent xmlns:mc="http://schemas.openxmlformats.org/markup-compatibility/2006">
                <mc:Choice xmlns:v="urn:schemas-microsoft-com:vml" Requires="v">
                  <p:oleObj spid="_x0000_s3115" name="" r:id="rId15" imgW="9001125" imgH="3076575" progId="Equation.3">
                    <p:embed/>
                  </p:oleObj>
                </mc:Choice>
                <mc:Fallback>
                  <p:oleObj name="" r:id="rId15" imgW="9001125" imgH="3076575" progId="Equation.3">
                    <p:embed/>
                    <p:pic>
                      <p:nvPicPr>
                        <p:cNvPr id="0" name="图片 3114"/>
                        <p:cNvPicPr/>
                        <p:nvPr/>
                      </p:nvPicPr>
                      <p:blipFill>
                        <a:blip r:embed="rId16"/>
                        <a:stretch>
                          <a:fillRect/>
                        </a:stretch>
                      </p:blipFill>
                      <p:spPr>
                        <a:xfrm>
                          <a:off x="1584" y="2871"/>
                          <a:ext cx="576" cy="249"/>
                        </a:xfrm>
                        <a:prstGeom prst="rect">
                          <a:avLst/>
                        </a:prstGeom>
                        <a:noFill/>
                        <a:ln w="38100">
                          <a:noFill/>
                          <a:miter/>
                        </a:ln>
                      </p:spPr>
                    </p:pic>
                  </p:oleObj>
                </mc:Fallback>
              </mc:AlternateContent>
            </a:graphicData>
          </a:graphic>
        </p:graphicFrame>
      </p:grpSp>
      <p:sp>
        <p:nvSpPr>
          <p:cNvPr id="28687" name="Rectangle 25"/>
          <p:cNvSpPr>
            <a:spLocks noGrp="1"/>
          </p:cNvSpPr>
          <p:nvPr>
            <p:ph type="title"/>
          </p:nvPr>
        </p:nvSpPr>
        <p:spPr/>
        <p:txBody>
          <a:bodyPr vert="horz" wrap="square" lIns="91440" tIns="45720" rIns="91440" bIns="45720" anchor="b" anchorCtr="0"/>
          <a:p>
            <a:pPr eaLnBrk="1" hangingPunct="1"/>
            <a:endParaRPr lang="zh-CN" altLang="zh-CN" dirty="0">
              <a:latin typeface="Times New Roman" panose="02020603050405020304" pitchFamily="18" charset="0"/>
            </a:endParaRPr>
          </a:p>
        </p:txBody>
      </p:sp>
      <p:sp>
        <p:nvSpPr>
          <p:cNvPr id="28688" name="Rectangle 26"/>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4.2  </a:t>
            </a:r>
            <a:r>
              <a:rPr lang="zh-CN" altLang="en-US" sz="3600" dirty="0">
                <a:solidFill>
                  <a:schemeClr val="bg1"/>
                </a:solidFill>
                <a:latin typeface="Times New Roman" panose="02020603050405020304" pitchFamily="18" charset="0"/>
                <a:ea typeface="黑体" panose="02010609060101010101" pitchFamily="2" charset="-122"/>
              </a:rPr>
              <a:t>可信度方法</a:t>
            </a:r>
            <a:endParaRPr lang="zh-CN" altLang="en-US" sz="3600" dirty="0">
              <a:solidFill>
                <a:schemeClr val="bg1"/>
              </a:solidFill>
              <a:latin typeface="Times New Roman" panose="02020603050405020304" pitchFamily="18" charset="0"/>
              <a:ea typeface="黑体" panose="02010609060101010101" pitchFamily="2" charset="-122"/>
            </a:endParaRPr>
          </a:p>
        </p:txBody>
      </p:sp>
    </p:spTree>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29698" name="Rectangle 3"/>
          <p:cNvSpPr>
            <a:spLocks noGrp="1"/>
          </p:cNvSpPr>
          <p:nvPr>
            <p:ph idx="1"/>
          </p:nvPr>
        </p:nvSpPr>
        <p:spPr>
          <a:xfrm>
            <a:off x="250825" y="908050"/>
            <a:ext cx="8642350" cy="692150"/>
          </a:xfrm>
        </p:spPr>
        <p:txBody>
          <a:bodyPr vert="horz" wrap="square" lIns="91440" tIns="45720" rIns="91440" bIns="45720" anchor="t" anchorCtr="0"/>
          <a:p>
            <a:pPr eaLnBrk="1" hangingPunct="1">
              <a:buNone/>
            </a:pPr>
            <a:r>
              <a:rPr lang="zh-CN" altLang="en-US" sz="2600" b="1" dirty="0">
                <a:latin typeface="宋体" panose="02010600030101010101" pitchFamily="2" charset="-122"/>
              </a:rPr>
              <a:t>第二步：根据结论不确定性的合成算法得到：</a:t>
            </a:r>
            <a:r>
              <a:rPr lang="zh-CN" altLang="en-US" b="1" dirty="0"/>
              <a:t>  </a:t>
            </a:r>
            <a:endParaRPr lang="zh-CN" altLang="en-US" b="1" dirty="0"/>
          </a:p>
          <a:p>
            <a:pPr eaLnBrk="1" hangingPunct="1"/>
            <a:endParaRPr lang="en-US" altLang="zh-CN" b="1" dirty="0"/>
          </a:p>
        </p:txBody>
      </p:sp>
      <p:sp>
        <p:nvSpPr>
          <p:cNvPr id="29699" name="Rectangle 6"/>
          <p:cNvSpPr/>
          <p:nvPr/>
        </p:nvSpPr>
        <p:spPr>
          <a:xfrm>
            <a:off x="0" y="3079750"/>
            <a:ext cx="9144000" cy="519113"/>
          </a:xfrm>
          <a:prstGeom prst="rect">
            <a:avLst/>
          </a:prstGeom>
          <a:noFill/>
          <a:ln w="9525">
            <a:noFill/>
          </a:ln>
        </p:spPr>
        <p:txBody>
          <a:bodyPr anchor="t" anchorCtr="0">
            <a:spAutoFit/>
          </a:bodyPr>
          <a:p>
            <a:pPr indent="1400175" algn="just" defTabSz="914400">
              <a:buClrTx/>
              <a:buFontTx/>
              <a:tabLst>
                <a:tab pos="457200" algn="l"/>
              </a:tabLst>
            </a:pPr>
            <a:r>
              <a:rPr lang="en-US" altLang="zh-CN" sz="1000" dirty="0">
                <a:latin typeface="Times New Roman" panose="02020603050405020304" pitchFamily="18" charset="0"/>
                <a:ea typeface="宋体" panose="02010600030101010101" pitchFamily="2" charset="-122"/>
              </a:rPr>
              <a:t>        </a:t>
            </a:r>
            <a:endParaRPr lang="en-US" altLang="zh-CN" sz="1000" dirty="0">
              <a:latin typeface="Times New Roman" panose="02020603050405020304" pitchFamily="18" charset="0"/>
              <a:ea typeface="宋体" panose="02010600030101010101" pitchFamily="2" charset="-122"/>
            </a:endParaRPr>
          </a:p>
          <a:p>
            <a:pPr indent="1400175" defTabSz="914400" eaLnBrk="0" hangingPunct="0">
              <a:buClrTx/>
              <a:buFontTx/>
              <a:tabLst>
                <a:tab pos="457200" algn="l"/>
              </a:tabLst>
            </a:pPr>
            <a:endParaRPr lang="en-US" altLang="zh-CN" dirty="0">
              <a:latin typeface="Arial" panose="020B0604020202020204" pitchFamily="34" charset="0"/>
              <a:ea typeface="宋体" panose="02010600030101010101" pitchFamily="2" charset="-122"/>
            </a:endParaRPr>
          </a:p>
        </p:txBody>
      </p:sp>
      <p:sp>
        <p:nvSpPr>
          <p:cNvPr id="29700" name="Rectangle 10"/>
          <p:cNvSpPr/>
          <p:nvPr/>
        </p:nvSpPr>
        <p:spPr>
          <a:xfrm>
            <a:off x="0" y="3079750"/>
            <a:ext cx="9144000" cy="519113"/>
          </a:xfrm>
          <a:prstGeom prst="rect">
            <a:avLst/>
          </a:prstGeom>
          <a:noFill/>
          <a:ln w="9525">
            <a:noFill/>
          </a:ln>
        </p:spPr>
        <p:txBody>
          <a:bodyPr anchor="t" anchorCtr="0">
            <a:spAutoFit/>
          </a:bodyPr>
          <a:p>
            <a:pPr indent="1466850" algn="just" defTabSz="914400">
              <a:buClrTx/>
              <a:buFontTx/>
              <a:tabLst>
                <a:tab pos="457200" algn="l"/>
              </a:tabLst>
            </a:pPr>
            <a:r>
              <a:rPr lang="en-US" altLang="zh-CN" sz="1000" dirty="0">
                <a:latin typeface="Times New Roman" panose="02020603050405020304" pitchFamily="18" charset="0"/>
                <a:ea typeface="宋体" panose="02010600030101010101" pitchFamily="2" charset="-122"/>
              </a:rPr>
              <a:t>        </a:t>
            </a:r>
            <a:endParaRPr lang="en-US" altLang="zh-CN" sz="1000" dirty="0">
              <a:latin typeface="Times New Roman" panose="02020603050405020304" pitchFamily="18" charset="0"/>
              <a:ea typeface="宋体" panose="02010600030101010101" pitchFamily="2" charset="-122"/>
            </a:endParaRPr>
          </a:p>
          <a:p>
            <a:pPr indent="1466850" defTabSz="914400" eaLnBrk="0" hangingPunct="0">
              <a:buClrTx/>
              <a:buFontTx/>
              <a:tabLst>
                <a:tab pos="457200" algn="l"/>
              </a:tabLst>
            </a:pPr>
            <a:endParaRPr lang="en-US" altLang="zh-CN" dirty="0">
              <a:latin typeface="Arial" panose="020B0604020202020204" pitchFamily="34" charset="0"/>
              <a:ea typeface="宋体" panose="02010600030101010101" pitchFamily="2" charset="-122"/>
            </a:endParaRPr>
          </a:p>
        </p:txBody>
      </p:sp>
      <p:graphicFrame>
        <p:nvGraphicFramePr>
          <p:cNvPr id="420884" name="Object 20"/>
          <p:cNvGraphicFramePr>
            <a:graphicFrameLocks noChangeAspect="1"/>
          </p:cNvGraphicFramePr>
          <p:nvPr/>
        </p:nvGraphicFramePr>
        <p:xfrm>
          <a:off x="762000" y="1798638"/>
          <a:ext cx="5791200" cy="487362"/>
        </p:xfrm>
        <a:graphic>
          <a:graphicData uri="http://schemas.openxmlformats.org/presentationml/2006/ole">
            <mc:AlternateContent xmlns:mc="http://schemas.openxmlformats.org/markup-compatibility/2006">
              <mc:Choice xmlns:v="urn:schemas-microsoft-com:vml" Requires="v">
                <p:oleObj spid="_x0000_s3155" name="" r:id="rId1" imgW="53978175" imgH="4171950" progId="Equation.3">
                  <p:embed/>
                </p:oleObj>
              </mc:Choice>
              <mc:Fallback>
                <p:oleObj name="" r:id="rId1" imgW="53978175" imgH="4171950" progId="Equation.3">
                  <p:embed/>
                  <p:pic>
                    <p:nvPicPr>
                      <p:cNvPr id="0" name="图片 3154"/>
                      <p:cNvPicPr/>
                      <p:nvPr/>
                    </p:nvPicPr>
                    <p:blipFill>
                      <a:blip r:embed="rId2"/>
                      <a:stretch>
                        <a:fillRect/>
                      </a:stretch>
                    </p:blipFill>
                    <p:spPr>
                      <a:xfrm>
                        <a:off x="762000" y="1798638"/>
                        <a:ext cx="5791200" cy="487362"/>
                      </a:xfrm>
                      <a:prstGeom prst="rect">
                        <a:avLst/>
                      </a:prstGeom>
                      <a:noFill/>
                      <a:ln w="38100">
                        <a:noFill/>
                        <a:miter/>
                      </a:ln>
                    </p:spPr>
                  </p:pic>
                </p:oleObj>
              </mc:Fallback>
            </mc:AlternateContent>
          </a:graphicData>
        </a:graphic>
      </p:graphicFrame>
      <p:graphicFrame>
        <p:nvGraphicFramePr>
          <p:cNvPr id="420883" name="Object 19"/>
          <p:cNvGraphicFramePr>
            <a:graphicFrameLocks noChangeAspect="1"/>
          </p:cNvGraphicFramePr>
          <p:nvPr/>
        </p:nvGraphicFramePr>
        <p:xfrm>
          <a:off x="1847850" y="2362200"/>
          <a:ext cx="2724150" cy="371475"/>
        </p:xfrm>
        <a:graphic>
          <a:graphicData uri="http://schemas.openxmlformats.org/presentationml/2006/ole">
            <mc:AlternateContent xmlns:mc="http://schemas.openxmlformats.org/markup-compatibility/2006">
              <mc:Choice xmlns:v="urn:schemas-microsoft-com:vml" Requires="v">
                <p:oleObj spid="_x0000_s3156" name="" r:id="rId3" imgW="28308300" imgH="3076575" progId="Equation.3">
                  <p:embed/>
                </p:oleObj>
              </mc:Choice>
              <mc:Fallback>
                <p:oleObj name="" r:id="rId3" imgW="28308300" imgH="3076575" progId="Equation.3">
                  <p:embed/>
                  <p:pic>
                    <p:nvPicPr>
                      <p:cNvPr id="0" name="图片 3155"/>
                      <p:cNvPicPr/>
                      <p:nvPr/>
                    </p:nvPicPr>
                    <p:blipFill>
                      <a:blip r:embed="rId4"/>
                      <a:stretch>
                        <a:fillRect/>
                      </a:stretch>
                    </p:blipFill>
                    <p:spPr>
                      <a:xfrm>
                        <a:off x="1847850" y="2362200"/>
                        <a:ext cx="2724150" cy="371475"/>
                      </a:xfrm>
                      <a:prstGeom prst="rect">
                        <a:avLst/>
                      </a:prstGeom>
                      <a:noFill/>
                      <a:ln w="38100">
                        <a:noFill/>
                        <a:miter/>
                      </a:ln>
                    </p:spPr>
                  </p:pic>
                </p:oleObj>
              </mc:Fallback>
            </mc:AlternateContent>
          </a:graphicData>
        </a:graphic>
      </p:graphicFrame>
      <p:graphicFrame>
        <p:nvGraphicFramePr>
          <p:cNvPr id="420882" name="Object 18"/>
          <p:cNvGraphicFramePr>
            <a:graphicFrameLocks noChangeAspect="1"/>
          </p:cNvGraphicFramePr>
          <p:nvPr/>
        </p:nvGraphicFramePr>
        <p:xfrm>
          <a:off x="4697413" y="2362200"/>
          <a:ext cx="712787" cy="371475"/>
        </p:xfrm>
        <a:graphic>
          <a:graphicData uri="http://schemas.openxmlformats.org/presentationml/2006/ole">
            <mc:AlternateContent xmlns:mc="http://schemas.openxmlformats.org/markup-compatibility/2006">
              <mc:Choice xmlns:v="urn:schemas-microsoft-com:vml" Requires="v">
                <p:oleObj spid="_x0000_s3151" name="" r:id="rId5" imgW="7458075" imgH="3076575" progId="Equation.3">
                  <p:embed/>
                </p:oleObj>
              </mc:Choice>
              <mc:Fallback>
                <p:oleObj name="" r:id="rId5" imgW="7458075" imgH="3076575" progId="Equation.3">
                  <p:embed/>
                  <p:pic>
                    <p:nvPicPr>
                      <p:cNvPr id="0" name="图片 3150"/>
                      <p:cNvPicPr/>
                      <p:nvPr/>
                    </p:nvPicPr>
                    <p:blipFill>
                      <a:blip r:embed="rId6"/>
                      <a:stretch>
                        <a:fillRect/>
                      </a:stretch>
                    </p:blipFill>
                    <p:spPr>
                      <a:xfrm>
                        <a:off x="4697413" y="2362200"/>
                        <a:ext cx="712787" cy="371475"/>
                      </a:xfrm>
                      <a:prstGeom prst="rect">
                        <a:avLst/>
                      </a:prstGeom>
                      <a:noFill/>
                      <a:ln w="38100">
                        <a:noFill/>
                        <a:miter/>
                      </a:ln>
                    </p:spPr>
                  </p:pic>
                </p:oleObj>
              </mc:Fallback>
            </mc:AlternateContent>
          </a:graphicData>
        </a:graphic>
      </p:graphicFrame>
      <p:graphicFrame>
        <p:nvGraphicFramePr>
          <p:cNvPr id="420881" name="Object 17"/>
          <p:cNvGraphicFramePr>
            <a:graphicFrameLocks noChangeAspect="1"/>
          </p:cNvGraphicFramePr>
          <p:nvPr/>
        </p:nvGraphicFramePr>
        <p:xfrm>
          <a:off x="685800" y="2895600"/>
          <a:ext cx="5181600" cy="957263"/>
        </p:xfrm>
        <a:graphic>
          <a:graphicData uri="http://schemas.openxmlformats.org/presentationml/2006/ole">
            <mc:AlternateContent xmlns:mc="http://schemas.openxmlformats.org/markup-compatibility/2006">
              <mc:Choice xmlns:v="urn:schemas-microsoft-com:vml" Requires="v">
                <p:oleObj spid="_x0000_s3150" name="" r:id="rId7" imgW="47834550" imgH="8115300" progId="Equation.3">
                  <p:embed/>
                </p:oleObj>
              </mc:Choice>
              <mc:Fallback>
                <p:oleObj name="" r:id="rId7" imgW="47834550" imgH="8115300" progId="Equation.3">
                  <p:embed/>
                  <p:pic>
                    <p:nvPicPr>
                      <p:cNvPr id="0" name="图片 3149"/>
                      <p:cNvPicPr/>
                      <p:nvPr/>
                    </p:nvPicPr>
                    <p:blipFill>
                      <a:blip r:embed="rId8"/>
                      <a:stretch>
                        <a:fillRect/>
                      </a:stretch>
                    </p:blipFill>
                    <p:spPr>
                      <a:xfrm>
                        <a:off x="685800" y="2895600"/>
                        <a:ext cx="5181600" cy="957263"/>
                      </a:xfrm>
                      <a:prstGeom prst="rect">
                        <a:avLst/>
                      </a:prstGeom>
                      <a:noFill/>
                      <a:ln w="38100">
                        <a:noFill/>
                        <a:miter/>
                      </a:ln>
                    </p:spPr>
                  </p:pic>
                </p:oleObj>
              </mc:Fallback>
            </mc:AlternateContent>
          </a:graphicData>
        </a:graphic>
      </p:graphicFrame>
      <p:graphicFrame>
        <p:nvGraphicFramePr>
          <p:cNvPr id="420880" name="Object 16"/>
          <p:cNvGraphicFramePr>
            <a:graphicFrameLocks noChangeAspect="1"/>
          </p:cNvGraphicFramePr>
          <p:nvPr/>
        </p:nvGraphicFramePr>
        <p:xfrm>
          <a:off x="1981200" y="3886200"/>
          <a:ext cx="2667000" cy="858838"/>
        </p:xfrm>
        <a:graphic>
          <a:graphicData uri="http://schemas.openxmlformats.org/presentationml/2006/ole">
            <mc:AlternateContent xmlns:mc="http://schemas.openxmlformats.org/markup-compatibility/2006">
              <mc:Choice xmlns:v="urn:schemas-microsoft-com:vml" Requires="v">
                <p:oleObj spid="_x0000_s3154" name="" r:id="rId9" imgW="22602825" imgH="7239000" progId="Equation.3">
                  <p:embed/>
                </p:oleObj>
              </mc:Choice>
              <mc:Fallback>
                <p:oleObj name="" r:id="rId9" imgW="22602825" imgH="7239000" progId="Equation.3">
                  <p:embed/>
                  <p:pic>
                    <p:nvPicPr>
                      <p:cNvPr id="0" name="图片 3153"/>
                      <p:cNvPicPr/>
                      <p:nvPr/>
                    </p:nvPicPr>
                    <p:blipFill>
                      <a:blip r:embed="rId10"/>
                      <a:stretch>
                        <a:fillRect/>
                      </a:stretch>
                    </p:blipFill>
                    <p:spPr>
                      <a:xfrm>
                        <a:off x="1981200" y="3886200"/>
                        <a:ext cx="2667000" cy="858838"/>
                      </a:xfrm>
                      <a:prstGeom prst="rect">
                        <a:avLst/>
                      </a:prstGeom>
                      <a:noFill/>
                      <a:ln w="38100">
                        <a:noFill/>
                        <a:miter/>
                      </a:ln>
                    </p:spPr>
                  </p:pic>
                </p:oleObj>
              </mc:Fallback>
            </mc:AlternateContent>
          </a:graphicData>
        </a:graphic>
      </p:graphicFrame>
      <p:graphicFrame>
        <p:nvGraphicFramePr>
          <p:cNvPr id="420879" name="Object 15"/>
          <p:cNvGraphicFramePr>
            <a:graphicFrameLocks noChangeAspect="1"/>
          </p:cNvGraphicFramePr>
          <p:nvPr/>
        </p:nvGraphicFramePr>
        <p:xfrm>
          <a:off x="4800600" y="3962400"/>
          <a:ext cx="758825" cy="798513"/>
        </p:xfrm>
        <a:graphic>
          <a:graphicData uri="http://schemas.openxmlformats.org/presentationml/2006/ole">
            <mc:AlternateContent xmlns:mc="http://schemas.openxmlformats.org/markup-compatibility/2006">
              <mc:Choice xmlns:v="urn:schemas-microsoft-com:vml" Requires="v">
                <p:oleObj spid="_x0000_s3153" name="" r:id="rId11" imgW="7896225" imgH="6800850" progId="Equation.3">
                  <p:embed/>
                </p:oleObj>
              </mc:Choice>
              <mc:Fallback>
                <p:oleObj name="" r:id="rId11" imgW="7896225" imgH="6800850" progId="Equation.3">
                  <p:embed/>
                  <p:pic>
                    <p:nvPicPr>
                      <p:cNvPr id="0" name="图片 3152"/>
                      <p:cNvPicPr/>
                      <p:nvPr/>
                    </p:nvPicPr>
                    <p:blipFill>
                      <a:blip r:embed="rId12"/>
                      <a:stretch>
                        <a:fillRect/>
                      </a:stretch>
                    </p:blipFill>
                    <p:spPr>
                      <a:xfrm>
                        <a:off x="4800600" y="3962400"/>
                        <a:ext cx="758825" cy="798513"/>
                      </a:xfrm>
                      <a:prstGeom prst="rect">
                        <a:avLst/>
                      </a:prstGeom>
                      <a:noFill/>
                      <a:ln w="38100">
                        <a:noFill/>
                        <a:miter/>
                      </a:ln>
                    </p:spPr>
                  </p:pic>
                </p:oleObj>
              </mc:Fallback>
            </mc:AlternateContent>
          </a:graphicData>
        </a:graphic>
      </p:graphicFrame>
      <p:graphicFrame>
        <p:nvGraphicFramePr>
          <p:cNvPr id="420878" name="Object 14"/>
          <p:cNvGraphicFramePr>
            <a:graphicFrameLocks noChangeAspect="1"/>
          </p:cNvGraphicFramePr>
          <p:nvPr/>
        </p:nvGraphicFramePr>
        <p:xfrm>
          <a:off x="5638800" y="4191000"/>
          <a:ext cx="712788" cy="371475"/>
        </p:xfrm>
        <a:graphic>
          <a:graphicData uri="http://schemas.openxmlformats.org/presentationml/2006/ole">
            <mc:AlternateContent xmlns:mc="http://schemas.openxmlformats.org/markup-compatibility/2006">
              <mc:Choice xmlns:v="urn:schemas-microsoft-com:vml" Requires="v">
                <p:oleObj spid="_x0000_s3149" name="" r:id="rId13" imgW="7458075" imgH="3076575" progId="Equation.3">
                  <p:embed/>
                </p:oleObj>
              </mc:Choice>
              <mc:Fallback>
                <p:oleObj name="" r:id="rId13" imgW="7458075" imgH="3076575" progId="Equation.3">
                  <p:embed/>
                  <p:pic>
                    <p:nvPicPr>
                      <p:cNvPr id="0" name="图片 3148"/>
                      <p:cNvPicPr/>
                      <p:nvPr/>
                    </p:nvPicPr>
                    <p:blipFill>
                      <a:blip r:embed="rId14"/>
                      <a:stretch>
                        <a:fillRect/>
                      </a:stretch>
                    </p:blipFill>
                    <p:spPr>
                      <a:xfrm>
                        <a:off x="5638800" y="4191000"/>
                        <a:ext cx="712788" cy="371475"/>
                      </a:xfrm>
                      <a:prstGeom prst="rect">
                        <a:avLst/>
                      </a:prstGeom>
                      <a:noFill/>
                      <a:ln w="38100">
                        <a:noFill/>
                        <a:miter/>
                      </a:ln>
                    </p:spPr>
                  </p:pic>
                </p:oleObj>
              </mc:Fallback>
            </mc:AlternateContent>
          </a:graphicData>
        </a:graphic>
      </p:graphicFrame>
      <p:sp>
        <p:nvSpPr>
          <p:cNvPr id="420886" name="Text Box 22"/>
          <p:cNvSpPr txBox="1"/>
          <p:nvPr/>
        </p:nvSpPr>
        <p:spPr>
          <a:xfrm>
            <a:off x="609600" y="5029200"/>
            <a:ext cx="2438400" cy="488950"/>
          </a:xfrm>
          <a:prstGeom prst="rect">
            <a:avLst/>
          </a:prstGeom>
          <a:noFill/>
          <a:ln w="9525">
            <a:noFill/>
          </a:ln>
        </p:spPr>
        <p:txBody>
          <a:bodyPr anchor="t" anchorCtr="0">
            <a:spAutoFit/>
          </a:bodyPr>
          <a:p>
            <a:pPr>
              <a:spcBef>
                <a:spcPct val="50000"/>
              </a:spcBef>
              <a:buClrTx/>
              <a:buFontTx/>
            </a:pPr>
            <a:r>
              <a:rPr lang="zh-CN" altLang="en-US" sz="2600" b="1" dirty="0">
                <a:latin typeface="宋体" panose="02010600030101010101" pitchFamily="2" charset="-122"/>
                <a:ea typeface="宋体" panose="02010600030101010101" pitchFamily="2" charset="-122"/>
              </a:rPr>
              <a:t>综合可信度：</a:t>
            </a:r>
            <a:r>
              <a:rPr lang="zh-CN" altLang="en-US" sz="2600" b="1" dirty="0">
                <a:latin typeface="Arial" panose="020B0604020202020204" pitchFamily="34" charset="0"/>
                <a:ea typeface="宋体" panose="02010600030101010101" pitchFamily="2" charset="-122"/>
              </a:rPr>
              <a:t> </a:t>
            </a:r>
            <a:endParaRPr lang="zh-CN" altLang="en-US" sz="2600" b="1" dirty="0">
              <a:latin typeface="Arial" panose="020B0604020202020204" pitchFamily="34" charset="0"/>
              <a:ea typeface="宋体" panose="02010600030101010101" pitchFamily="2" charset="-122"/>
            </a:endParaRPr>
          </a:p>
        </p:txBody>
      </p:sp>
      <p:sp>
        <p:nvSpPr>
          <p:cNvPr id="29709" name="Rectangle 24"/>
          <p:cNvSpPr/>
          <p:nvPr/>
        </p:nvSpPr>
        <p:spPr>
          <a:xfrm>
            <a:off x="4324350" y="332898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420887" name="Object 23"/>
          <p:cNvGraphicFramePr>
            <a:graphicFrameLocks noChangeAspect="1"/>
          </p:cNvGraphicFramePr>
          <p:nvPr/>
        </p:nvGraphicFramePr>
        <p:xfrm>
          <a:off x="2590800" y="5072063"/>
          <a:ext cx="1752600" cy="490537"/>
        </p:xfrm>
        <a:graphic>
          <a:graphicData uri="http://schemas.openxmlformats.org/presentationml/2006/ole">
            <mc:AlternateContent xmlns:mc="http://schemas.openxmlformats.org/markup-compatibility/2006">
              <mc:Choice xmlns:v="urn:schemas-microsoft-com:vml" Requires="v">
                <p:oleObj spid="_x0000_s3152" name="" r:id="rId15" imgW="12068175" imgH="2847975" progId="Equation.DSMT4">
                  <p:embed/>
                </p:oleObj>
              </mc:Choice>
              <mc:Fallback>
                <p:oleObj name="" r:id="rId15" imgW="12068175" imgH="2847975" progId="Equation.DSMT4">
                  <p:embed/>
                  <p:pic>
                    <p:nvPicPr>
                      <p:cNvPr id="0" name="图片 3151"/>
                      <p:cNvPicPr/>
                      <p:nvPr/>
                    </p:nvPicPr>
                    <p:blipFill>
                      <a:blip r:embed="rId16"/>
                      <a:stretch>
                        <a:fillRect/>
                      </a:stretch>
                    </p:blipFill>
                    <p:spPr>
                      <a:xfrm>
                        <a:off x="2590800" y="5072063"/>
                        <a:ext cx="1752600" cy="490537"/>
                      </a:xfrm>
                      <a:prstGeom prst="rect">
                        <a:avLst/>
                      </a:prstGeom>
                      <a:noFill/>
                      <a:ln w="38100">
                        <a:noFill/>
                        <a:miter/>
                      </a:ln>
                    </p:spPr>
                  </p:pic>
                </p:oleObj>
              </mc:Fallback>
            </mc:AlternateContent>
          </a:graphicData>
        </a:graphic>
      </p:graphicFrame>
      <p:sp>
        <p:nvSpPr>
          <p:cNvPr id="29711" name="Rectangle 26"/>
          <p:cNvSpPr>
            <a:spLocks noGrp="1"/>
          </p:cNvSpPr>
          <p:nvPr>
            <p:ph type="title"/>
          </p:nvPr>
        </p:nvSpPr>
        <p:spPr/>
        <p:txBody>
          <a:bodyPr vert="horz" wrap="square" lIns="91440" tIns="45720" rIns="91440" bIns="45720" anchor="b" anchorCtr="0"/>
          <a:p>
            <a:pPr eaLnBrk="1" hangingPunct="1"/>
            <a:endParaRPr lang="zh-CN" altLang="zh-CN" dirty="0">
              <a:latin typeface="Times New Roman" panose="02020603050405020304" pitchFamily="18" charset="0"/>
            </a:endParaRPr>
          </a:p>
        </p:txBody>
      </p:sp>
      <p:sp>
        <p:nvSpPr>
          <p:cNvPr id="29712" name="Rectangle 27"/>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4.2  </a:t>
            </a:r>
            <a:r>
              <a:rPr lang="zh-CN" altLang="en-US" sz="3600" dirty="0">
                <a:solidFill>
                  <a:schemeClr val="bg1"/>
                </a:solidFill>
                <a:latin typeface="Times New Roman" panose="02020603050405020304" pitchFamily="18" charset="0"/>
                <a:ea typeface="黑体" panose="02010609060101010101" pitchFamily="2" charset="-122"/>
              </a:rPr>
              <a:t>可信度方法</a:t>
            </a:r>
            <a:endParaRPr lang="zh-CN" altLang="en-US" sz="3600" dirty="0">
              <a:solidFill>
                <a:schemeClr val="bg1"/>
              </a:solidFill>
              <a:latin typeface="Times New Roman" panose="02020603050405020304" pitchFamily="18" charset="0"/>
              <a:ea typeface="黑体" panose="0201060906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20884"/>
                                        </p:tgtEl>
                                        <p:attrNameLst>
                                          <p:attrName>style.visibility</p:attrName>
                                        </p:attrNameLst>
                                      </p:cBhvr>
                                      <p:to>
                                        <p:strVal val="visible"/>
                                      </p:to>
                                    </p:set>
                                    <p:anim calcmode="lin" valueType="num">
                                      <p:cBhvr additive="base">
                                        <p:cTn id="7" dur="500" fill="hold"/>
                                        <p:tgtEl>
                                          <p:spTgt spid="420884"/>
                                        </p:tgtEl>
                                        <p:attrNameLst>
                                          <p:attrName>ppt_x</p:attrName>
                                        </p:attrNameLst>
                                      </p:cBhvr>
                                      <p:tavLst>
                                        <p:tav tm="0">
                                          <p:val>
                                            <p:strVal val="0-#ppt_w/2"/>
                                          </p:val>
                                        </p:tav>
                                        <p:tav tm="100000">
                                          <p:val>
                                            <p:strVal val="#ppt_x"/>
                                          </p:val>
                                        </p:tav>
                                      </p:tavLst>
                                    </p:anim>
                                    <p:anim calcmode="lin" valueType="num">
                                      <p:cBhvr additive="base">
                                        <p:cTn id="8" dur="500" fill="hold"/>
                                        <p:tgtEl>
                                          <p:spTgt spid="42088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420883"/>
                                        </p:tgtEl>
                                        <p:attrNameLst>
                                          <p:attrName>style.visibility</p:attrName>
                                        </p:attrNameLst>
                                      </p:cBhvr>
                                      <p:to>
                                        <p:strVal val="visible"/>
                                      </p:to>
                                    </p:set>
                                    <p:anim calcmode="lin" valueType="num">
                                      <p:cBhvr additive="base">
                                        <p:cTn id="12" dur="500" fill="hold"/>
                                        <p:tgtEl>
                                          <p:spTgt spid="420883"/>
                                        </p:tgtEl>
                                        <p:attrNameLst>
                                          <p:attrName>ppt_x</p:attrName>
                                        </p:attrNameLst>
                                      </p:cBhvr>
                                      <p:tavLst>
                                        <p:tav tm="0">
                                          <p:val>
                                            <p:strVal val="0-#ppt_w/2"/>
                                          </p:val>
                                        </p:tav>
                                        <p:tav tm="100000">
                                          <p:val>
                                            <p:strVal val="#ppt_x"/>
                                          </p:val>
                                        </p:tav>
                                      </p:tavLst>
                                    </p:anim>
                                    <p:anim calcmode="lin" valueType="num">
                                      <p:cBhvr additive="base">
                                        <p:cTn id="13" dur="500" fill="hold"/>
                                        <p:tgtEl>
                                          <p:spTgt spid="420883"/>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420882"/>
                                        </p:tgtEl>
                                        <p:attrNameLst>
                                          <p:attrName>style.visibility</p:attrName>
                                        </p:attrNameLst>
                                      </p:cBhvr>
                                      <p:to>
                                        <p:strVal val="visible"/>
                                      </p:to>
                                    </p:set>
                                    <p:anim calcmode="lin" valueType="num">
                                      <p:cBhvr additive="base">
                                        <p:cTn id="17" dur="500" fill="hold"/>
                                        <p:tgtEl>
                                          <p:spTgt spid="420882"/>
                                        </p:tgtEl>
                                        <p:attrNameLst>
                                          <p:attrName>ppt_x</p:attrName>
                                        </p:attrNameLst>
                                      </p:cBhvr>
                                      <p:tavLst>
                                        <p:tav tm="0">
                                          <p:val>
                                            <p:strVal val="1+#ppt_w/2"/>
                                          </p:val>
                                        </p:tav>
                                        <p:tav tm="100000">
                                          <p:val>
                                            <p:strVal val="#ppt_x"/>
                                          </p:val>
                                        </p:tav>
                                      </p:tavLst>
                                    </p:anim>
                                    <p:anim calcmode="lin" valueType="num">
                                      <p:cBhvr additive="base">
                                        <p:cTn id="18" dur="500" fill="hold"/>
                                        <p:tgtEl>
                                          <p:spTgt spid="420882"/>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420881"/>
                                        </p:tgtEl>
                                        <p:attrNameLst>
                                          <p:attrName>style.visibility</p:attrName>
                                        </p:attrNameLst>
                                      </p:cBhvr>
                                      <p:to>
                                        <p:strVal val="visible"/>
                                      </p:to>
                                    </p:set>
                                    <p:anim calcmode="lin" valueType="num">
                                      <p:cBhvr additive="base">
                                        <p:cTn id="23" dur="500" fill="hold"/>
                                        <p:tgtEl>
                                          <p:spTgt spid="420881"/>
                                        </p:tgtEl>
                                        <p:attrNameLst>
                                          <p:attrName>ppt_x</p:attrName>
                                        </p:attrNameLst>
                                      </p:cBhvr>
                                      <p:tavLst>
                                        <p:tav tm="0">
                                          <p:val>
                                            <p:strVal val="0-#ppt_w/2"/>
                                          </p:val>
                                        </p:tav>
                                        <p:tav tm="100000">
                                          <p:val>
                                            <p:strVal val="#ppt_x"/>
                                          </p:val>
                                        </p:tav>
                                      </p:tavLst>
                                    </p:anim>
                                    <p:anim calcmode="lin" valueType="num">
                                      <p:cBhvr additive="base">
                                        <p:cTn id="24" dur="500" fill="hold"/>
                                        <p:tgtEl>
                                          <p:spTgt spid="420881"/>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2" presetClass="entr" presetSubtype="8" fill="hold" nodeType="afterEffect">
                                  <p:stCondLst>
                                    <p:cond delay="0"/>
                                  </p:stCondLst>
                                  <p:childTnLst>
                                    <p:set>
                                      <p:cBhvr>
                                        <p:cTn id="27" dur="1" fill="hold">
                                          <p:stCondLst>
                                            <p:cond delay="0"/>
                                          </p:stCondLst>
                                        </p:cTn>
                                        <p:tgtEl>
                                          <p:spTgt spid="420880"/>
                                        </p:tgtEl>
                                        <p:attrNameLst>
                                          <p:attrName>style.visibility</p:attrName>
                                        </p:attrNameLst>
                                      </p:cBhvr>
                                      <p:to>
                                        <p:strVal val="visible"/>
                                      </p:to>
                                    </p:set>
                                    <p:anim calcmode="lin" valueType="num">
                                      <p:cBhvr additive="base">
                                        <p:cTn id="28" dur="500" fill="hold"/>
                                        <p:tgtEl>
                                          <p:spTgt spid="420880"/>
                                        </p:tgtEl>
                                        <p:attrNameLst>
                                          <p:attrName>ppt_x</p:attrName>
                                        </p:attrNameLst>
                                      </p:cBhvr>
                                      <p:tavLst>
                                        <p:tav tm="0">
                                          <p:val>
                                            <p:strVal val="0-#ppt_w/2"/>
                                          </p:val>
                                        </p:tav>
                                        <p:tav tm="100000">
                                          <p:val>
                                            <p:strVal val="#ppt_x"/>
                                          </p:val>
                                        </p:tav>
                                      </p:tavLst>
                                    </p:anim>
                                    <p:anim calcmode="lin" valueType="num">
                                      <p:cBhvr additive="base">
                                        <p:cTn id="29" dur="500" fill="hold"/>
                                        <p:tgtEl>
                                          <p:spTgt spid="420880"/>
                                        </p:tgtEl>
                                        <p:attrNameLst>
                                          <p:attrName>ppt_y</p:attrName>
                                        </p:attrNameLst>
                                      </p:cBhvr>
                                      <p:tavLst>
                                        <p:tav tm="0">
                                          <p:val>
                                            <p:strVal val="#ppt_y"/>
                                          </p:val>
                                        </p:tav>
                                        <p:tav tm="100000">
                                          <p:val>
                                            <p:strVal val="#ppt_y"/>
                                          </p:val>
                                        </p:tav>
                                      </p:tavLst>
                                    </p:anim>
                                  </p:childTnLst>
                                </p:cTn>
                              </p:par>
                            </p:childTnLst>
                          </p:cTn>
                        </p:par>
                        <p:par>
                          <p:cTn id="30" fill="hold">
                            <p:stCondLst>
                              <p:cond delay="1000"/>
                            </p:stCondLst>
                            <p:childTnLst>
                              <p:par>
                                <p:cTn id="31" presetID="2" presetClass="entr" presetSubtype="2" fill="hold" nodeType="afterEffect">
                                  <p:stCondLst>
                                    <p:cond delay="0"/>
                                  </p:stCondLst>
                                  <p:childTnLst>
                                    <p:set>
                                      <p:cBhvr>
                                        <p:cTn id="32" dur="1" fill="hold">
                                          <p:stCondLst>
                                            <p:cond delay="0"/>
                                          </p:stCondLst>
                                        </p:cTn>
                                        <p:tgtEl>
                                          <p:spTgt spid="420879"/>
                                        </p:tgtEl>
                                        <p:attrNameLst>
                                          <p:attrName>style.visibility</p:attrName>
                                        </p:attrNameLst>
                                      </p:cBhvr>
                                      <p:to>
                                        <p:strVal val="visible"/>
                                      </p:to>
                                    </p:set>
                                    <p:anim calcmode="lin" valueType="num">
                                      <p:cBhvr additive="base">
                                        <p:cTn id="33" dur="500" fill="hold"/>
                                        <p:tgtEl>
                                          <p:spTgt spid="420879"/>
                                        </p:tgtEl>
                                        <p:attrNameLst>
                                          <p:attrName>ppt_x</p:attrName>
                                        </p:attrNameLst>
                                      </p:cBhvr>
                                      <p:tavLst>
                                        <p:tav tm="0">
                                          <p:val>
                                            <p:strVal val="1+#ppt_w/2"/>
                                          </p:val>
                                        </p:tav>
                                        <p:tav tm="100000">
                                          <p:val>
                                            <p:strVal val="#ppt_x"/>
                                          </p:val>
                                        </p:tav>
                                      </p:tavLst>
                                    </p:anim>
                                    <p:anim calcmode="lin" valueType="num">
                                      <p:cBhvr additive="base">
                                        <p:cTn id="34" dur="500" fill="hold"/>
                                        <p:tgtEl>
                                          <p:spTgt spid="420879"/>
                                        </p:tgtEl>
                                        <p:attrNameLst>
                                          <p:attrName>ppt_y</p:attrName>
                                        </p:attrNameLst>
                                      </p:cBhvr>
                                      <p:tavLst>
                                        <p:tav tm="0">
                                          <p:val>
                                            <p:strVal val="#ppt_y"/>
                                          </p:val>
                                        </p:tav>
                                        <p:tav tm="100000">
                                          <p:val>
                                            <p:strVal val="#ppt_y"/>
                                          </p:val>
                                        </p:tav>
                                      </p:tavLst>
                                    </p:anim>
                                  </p:childTnLst>
                                </p:cTn>
                              </p:par>
                            </p:childTnLst>
                          </p:cTn>
                        </p:par>
                        <p:par>
                          <p:cTn id="35" fill="hold">
                            <p:stCondLst>
                              <p:cond delay="1500"/>
                            </p:stCondLst>
                            <p:childTnLst>
                              <p:par>
                                <p:cTn id="36" presetID="2" presetClass="entr" presetSubtype="2" fill="hold" nodeType="afterEffect">
                                  <p:stCondLst>
                                    <p:cond delay="0"/>
                                  </p:stCondLst>
                                  <p:childTnLst>
                                    <p:set>
                                      <p:cBhvr>
                                        <p:cTn id="37" dur="1" fill="hold">
                                          <p:stCondLst>
                                            <p:cond delay="0"/>
                                          </p:stCondLst>
                                        </p:cTn>
                                        <p:tgtEl>
                                          <p:spTgt spid="420878"/>
                                        </p:tgtEl>
                                        <p:attrNameLst>
                                          <p:attrName>style.visibility</p:attrName>
                                        </p:attrNameLst>
                                      </p:cBhvr>
                                      <p:to>
                                        <p:strVal val="visible"/>
                                      </p:to>
                                    </p:set>
                                    <p:anim calcmode="lin" valueType="num">
                                      <p:cBhvr additive="base">
                                        <p:cTn id="38" dur="500" fill="hold"/>
                                        <p:tgtEl>
                                          <p:spTgt spid="420878"/>
                                        </p:tgtEl>
                                        <p:attrNameLst>
                                          <p:attrName>ppt_x</p:attrName>
                                        </p:attrNameLst>
                                      </p:cBhvr>
                                      <p:tavLst>
                                        <p:tav tm="0">
                                          <p:val>
                                            <p:strVal val="1+#ppt_w/2"/>
                                          </p:val>
                                        </p:tav>
                                        <p:tav tm="100000">
                                          <p:val>
                                            <p:strVal val="#ppt_x"/>
                                          </p:val>
                                        </p:tav>
                                      </p:tavLst>
                                    </p:anim>
                                    <p:anim calcmode="lin" valueType="num">
                                      <p:cBhvr additive="base">
                                        <p:cTn id="39" dur="500" fill="hold"/>
                                        <p:tgtEl>
                                          <p:spTgt spid="420878"/>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420886"/>
                                        </p:tgtEl>
                                        <p:attrNameLst>
                                          <p:attrName>style.visibility</p:attrName>
                                        </p:attrNameLst>
                                      </p:cBhvr>
                                      <p:to>
                                        <p:strVal val="visible"/>
                                      </p:to>
                                    </p:set>
                                    <p:anim calcmode="lin" valueType="num">
                                      <p:cBhvr additive="base">
                                        <p:cTn id="44" dur="500" fill="hold"/>
                                        <p:tgtEl>
                                          <p:spTgt spid="420886"/>
                                        </p:tgtEl>
                                        <p:attrNameLst>
                                          <p:attrName>ppt_x</p:attrName>
                                        </p:attrNameLst>
                                      </p:cBhvr>
                                      <p:tavLst>
                                        <p:tav tm="0">
                                          <p:val>
                                            <p:strVal val="0-#ppt_w/2"/>
                                          </p:val>
                                        </p:tav>
                                        <p:tav tm="100000">
                                          <p:val>
                                            <p:strVal val="#ppt_x"/>
                                          </p:val>
                                        </p:tav>
                                      </p:tavLst>
                                    </p:anim>
                                    <p:anim calcmode="lin" valueType="num">
                                      <p:cBhvr additive="base">
                                        <p:cTn id="45" dur="500" fill="hold"/>
                                        <p:tgtEl>
                                          <p:spTgt spid="420886"/>
                                        </p:tgtEl>
                                        <p:attrNameLst>
                                          <p:attrName>ppt_y</p:attrName>
                                        </p:attrNameLst>
                                      </p:cBhvr>
                                      <p:tavLst>
                                        <p:tav tm="0">
                                          <p:val>
                                            <p:strVal val="#ppt_y"/>
                                          </p:val>
                                        </p:tav>
                                        <p:tav tm="100000">
                                          <p:val>
                                            <p:strVal val="#ppt_y"/>
                                          </p:val>
                                        </p:tav>
                                      </p:tavLst>
                                    </p:anim>
                                  </p:childTnLst>
                                </p:cTn>
                              </p:par>
                            </p:childTnLst>
                          </p:cTn>
                        </p:par>
                        <p:par>
                          <p:cTn id="46" fill="hold">
                            <p:stCondLst>
                              <p:cond delay="500"/>
                            </p:stCondLst>
                            <p:childTnLst>
                              <p:par>
                                <p:cTn id="47" presetID="2" presetClass="entr" presetSubtype="2" fill="hold" nodeType="afterEffect">
                                  <p:stCondLst>
                                    <p:cond delay="0"/>
                                  </p:stCondLst>
                                  <p:childTnLst>
                                    <p:set>
                                      <p:cBhvr>
                                        <p:cTn id="48" dur="1" fill="hold">
                                          <p:stCondLst>
                                            <p:cond delay="0"/>
                                          </p:stCondLst>
                                        </p:cTn>
                                        <p:tgtEl>
                                          <p:spTgt spid="420887"/>
                                        </p:tgtEl>
                                        <p:attrNameLst>
                                          <p:attrName>style.visibility</p:attrName>
                                        </p:attrNameLst>
                                      </p:cBhvr>
                                      <p:to>
                                        <p:strVal val="visible"/>
                                      </p:to>
                                    </p:set>
                                    <p:anim calcmode="lin" valueType="num">
                                      <p:cBhvr additive="base">
                                        <p:cTn id="49" dur="500" fill="hold"/>
                                        <p:tgtEl>
                                          <p:spTgt spid="420887"/>
                                        </p:tgtEl>
                                        <p:attrNameLst>
                                          <p:attrName>ppt_x</p:attrName>
                                        </p:attrNameLst>
                                      </p:cBhvr>
                                      <p:tavLst>
                                        <p:tav tm="0">
                                          <p:val>
                                            <p:strVal val="1+#ppt_w/2"/>
                                          </p:val>
                                        </p:tav>
                                        <p:tav tm="100000">
                                          <p:val>
                                            <p:strVal val="#ppt_x"/>
                                          </p:val>
                                        </p:tav>
                                      </p:tavLst>
                                    </p:anim>
                                    <p:anim calcmode="lin" valueType="num">
                                      <p:cBhvr additive="base">
                                        <p:cTn id="50" dur="500" fill="hold"/>
                                        <p:tgtEl>
                                          <p:spTgt spid="4208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88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0722" name="Rectangle 2"/>
          <p:cNvSpPr>
            <a:spLocks noGrp="1"/>
          </p:cNvSpPr>
          <p:nvPr>
            <p:ph type="title"/>
          </p:nvPr>
        </p:nvSpPr>
        <p:spPr/>
        <p:txBody>
          <a:bodyPr vert="horz" wrap="square" lIns="91440" tIns="45720" rIns="91440" bIns="45720" anchor="b" anchorCtr="0"/>
          <a:p>
            <a:pPr eaLnBrk="1" hangingPunct="1"/>
            <a:r>
              <a:rPr lang="zh-CN" altLang="en-US" b="0" dirty="0">
                <a:latin typeface="Times New Roman" panose="02020603050405020304" pitchFamily="18" charset="0"/>
              </a:rPr>
              <a:t>第</a:t>
            </a:r>
            <a:r>
              <a:rPr lang="en-US" altLang="zh-CN" b="0" dirty="0">
                <a:latin typeface="Times New Roman" panose="02020603050405020304" pitchFamily="18" charset="0"/>
              </a:rPr>
              <a:t>4</a:t>
            </a:r>
            <a:r>
              <a:rPr lang="zh-CN" altLang="en-US" b="0" dirty="0">
                <a:latin typeface="Times New Roman" panose="02020603050405020304" pitchFamily="18" charset="0"/>
              </a:rPr>
              <a:t>章  不确定性推理方法</a:t>
            </a:r>
            <a:endParaRPr lang="zh-CN" altLang="en-US" b="0" dirty="0">
              <a:latin typeface="Times New Roman" panose="02020603050405020304" pitchFamily="18" charset="0"/>
            </a:endParaRPr>
          </a:p>
        </p:txBody>
      </p:sp>
      <p:sp>
        <p:nvSpPr>
          <p:cNvPr id="30723" name="Rectangle 3"/>
          <p:cNvSpPr>
            <a:spLocks noGrp="1"/>
          </p:cNvSpPr>
          <p:nvPr>
            <p:ph idx="1"/>
          </p:nvPr>
        </p:nvSpPr>
        <p:spPr>
          <a:xfrm>
            <a:off x="468313" y="908050"/>
            <a:ext cx="8424862" cy="5400675"/>
          </a:xfrm>
        </p:spPr>
        <p:txBody>
          <a:bodyPr vert="horz" wrap="square" lIns="91440" tIns="45720" rIns="91440" bIns="45720" anchor="t" anchorCtr="0"/>
          <a:p>
            <a:pPr eaLnBrk="1" hangingPunct="1">
              <a:lnSpc>
                <a:spcPct val="140000"/>
              </a:lnSpc>
            </a:pPr>
            <a:r>
              <a:rPr lang="en-US" altLang="zh-CN" b="1" dirty="0">
                <a:latin typeface="Times New Roman" panose="02020603050405020304" pitchFamily="18" charset="0"/>
              </a:rPr>
              <a:t>4.1  </a:t>
            </a:r>
            <a:r>
              <a:rPr lang="zh-CN" altLang="en-US" b="1" dirty="0">
                <a:latin typeface="Times New Roman" panose="02020603050405020304" pitchFamily="18" charset="0"/>
              </a:rPr>
              <a:t>不确定性推理的基本概念 </a:t>
            </a:r>
            <a:endParaRPr lang="zh-CN" altLang="en-US" b="1" dirty="0">
              <a:latin typeface="Times New Roman" panose="02020603050405020304" pitchFamily="18" charset="0"/>
            </a:endParaRPr>
          </a:p>
          <a:p>
            <a:pPr eaLnBrk="1" hangingPunct="1">
              <a:lnSpc>
                <a:spcPct val="140000"/>
              </a:lnSpc>
            </a:pPr>
            <a:r>
              <a:rPr lang="en-US" altLang="zh-CN" b="1" dirty="0">
                <a:latin typeface="Times New Roman" panose="02020603050405020304" pitchFamily="18" charset="0"/>
              </a:rPr>
              <a:t>4.2  </a:t>
            </a:r>
            <a:r>
              <a:rPr lang="zh-CN" altLang="en-US" b="1" dirty="0">
                <a:latin typeface="Times New Roman" panose="02020603050405020304" pitchFamily="18" charset="0"/>
              </a:rPr>
              <a:t>可信度方法</a:t>
            </a:r>
            <a:endParaRPr lang="zh-CN" altLang="en-US" b="1" dirty="0">
              <a:latin typeface="Times New Roman" panose="02020603050405020304" pitchFamily="18" charset="0"/>
            </a:endParaRPr>
          </a:p>
          <a:p>
            <a:pPr eaLnBrk="1" hangingPunct="1">
              <a:lnSpc>
                <a:spcPct val="140000"/>
              </a:lnSpc>
              <a:buClr>
                <a:srgbClr val="0000FF"/>
              </a:buClr>
              <a:buSzPct val="150000"/>
              <a:buFont typeface="Wingdings" panose="05000000000000000000" pitchFamily="2" charset="2"/>
              <a:buChar char="ü"/>
            </a:pPr>
            <a:r>
              <a:rPr lang="en-US" altLang="zh-CN" b="1" dirty="0">
                <a:solidFill>
                  <a:srgbClr val="0000FF"/>
                </a:solidFill>
                <a:latin typeface="Times New Roman" panose="02020603050405020304" pitchFamily="18" charset="0"/>
              </a:rPr>
              <a:t>4.3  </a:t>
            </a:r>
            <a:r>
              <a:rPr lang="zh-CN" altLang="en-US" b="1" dirty="0">
                <a:solidFill>
                  <a:srgbClr val="0000FF"/>
                </a:solidFill>
                <a:latin typeface="Times New Roman" panose="02020603050405020304" pitchFamily="18" charset="0"/>
              </a:rPr>
              <a:t>证据理论</a:t>
            </a:r>
            <a:endParaRPr lang="zh-CN" altLang="en-US" b="1" dirty="0">
              <a:solidFill>
                <a:srgbClr val="0000FF"/>
              </a:solidFill>
              <a:latin typeface="Times New Roman" panose="02020603050405020304" pitchFamily="18" charset="0"/>
            </a:endParaRPr>
          </a:p>
          <a:p>
            <a:pPr eaLnBrk="1" hangingPunct="1">
              <a:lnSpc>
                <a:spcPct val="140000"/>
              </a:lnSpc>
            </a:pPr>
            <a:r>
              <a:rPr lang="en-US" altLang="zh-CN" b="1" dirty="0">
                <a:latin typeface="Times New Roman" panose="02020603050405020304" pitchFamily="18" charset="0"/>
              </a:rPr>
              <a:t>4.4  </a:t>
            </a:r>
            <a:r>
              <a:rPr lang="zh-CN" altLang="en-US" b="1" dirty="0">
                <a:latin typeface="Times New Roman" panose="02020603050405020304" pitchFamily="18" charset="0"/>
              </a:rPr>
              <a:t>模糊推理方法 </a:t>
            </a:r>
            <a:endParaRPr lang="zh-CN" altLang="en-US" b="1" dirty="0">
              <a:latin typeface="Times New Roman" panose="02020603050405020304" pitchFamily="18" charset="0"/>
            </a:endParaRPr>
          </a:p>
        </p:txBody>
      </p:sp>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88098" name="Rectangle 2"/>
          <p:cNvSpPr>
            <a:spLocks noGrp="1"/>
          </p:cNvSpPr>
          <p:nvPr>
            <p:ph idx="1"/>
          </p:nvPr>
        </p:nvSpPr>
        <p:spPr>
          <a:xfrm>
            <a:off x="395288" y="1123950"/>
            <a:ext cx="8353425" cy="5400675"/>
          </a:xfrm>
        </p:spPr>
        <p:txBody>
          <a:bodyPr vert="horz" wrap="square" lIns="91440" tIns="45720" rIns="91440" bIns="45720" anchor="t" anchorCtr="0"/>
          <a:p>
            <a:pPr marL="0" indent="0" eaLnBrk="1" hangingPunct="1">
              <a:lnSpc>
                <a:spcPct val="110000"/>
              </a:lnSpc>
              <a:buBlip>
                <a:blip r:embed="rId1"/>
              </a:buBlip>
            </a:pPr>
            <a:r>
              <a:rPr lang="en-US" altLang="zh-CN" sz="2800" dirty="0">
                <a:latin typeface="Times New Roman" panose="02020603050405020304" pitchFamily="18" charset="0"/>
              </a:rPr>
              <a:t> </a:t>
            </a:r>
            <a:r>
              <a:rPr lang="zh-CN" altLang="en-US" sz="2800" dirty="0">
                <a:latin typeface="Times New Roman" panose="02020603050405020304" pitchFamily="18" charset="0"/>
              </a:rPr>
              <a:t>证据理论</a:t>
            </a:r>
            <a:r>
              <a:rPr lang="en-US" altLang="zh-CN" sz="2800" dirty="0">
                <a:latin typeface="Times New Roman" panose="02020603050405020304" pitchFamily="18" charset="0"/>
              </a:rPr>
              <a:t>(theory of evidence)</a:t>
            </a:r>
            <a:r>
              <a:rPr lang="zh-CN" altLang="en-US" sz="2800" dirty="0">
                <a:latin typeface="Times New Roman" panose="02020603050405020304" pitchFamily="18" charset="0"/>
              </a:rPr>
              <a:t>：又称</a:t>
            </a:r>
            <a:r>
              <a:rPr lang="en-US" altLang="zh-CN" sz="2800" dirty="0">
                <a:latin typeface="Times New Roman" panose="02020603050405020304" pitchFamily="18" charset="0"/>
              </a:rPr>
              <a:t>D</a:t>
            </a:r>
            <a:r>
              <a:rPr lang="zh-CN" altLang="en-US" sz="2800" dirty="0">
                <a:latin typeface="Times New Roman" panose="02020603050405020304" pitchFamily="18" charset="0"/>
              </a:rPr>
              <a:t>－</a:t>
            </a:r>
            <a:r>
              <a:rPr lang="en-US" altLang="zh-CN" sz="2800" dirty="0">
                <a:latin typeface="Times New Roman" panose="02020603050405020304" pitchFamily="18" charset="0"/>
              </a:rPr>
              <a:t>S</a:t>
            </a:r>
            <a:r>
              <a:rPr lang="zh-CN" altLang="en-US" sz="2800" dirty="0">
                <a:latin typeface="Times New Roman" panose="02020603050405020304" pitchFamily="18" charset="0"/>
              </a:rPr>
              <a:t>理论，是德普斯特（</a:t>
            </a:r>
            <a:r>
              <a:rPr lang="en-US" altLang="zh-CN" sz="2800" dirty="0">
                <a:latin typeface="Times New Roman" panose="02020603050405020304" pitchFamily="18" charset="0"/>
              </a:rPr>
              <a:t>A. P. Dempster</a:t>
            </a:r>
            <a:r>
              <a:rPr lang="zh-CN" altLang="en-US" sz="2800" dirty="0">
                <a:latin typeface="Times New Roman" panose="02020603050405020304" pitchFamily="18" charset="0"/>
              </a:rPr>
              <a:t>）首先提出，沙佛（</a:t>
            </a:r>
            <a:r>
              <a:rPr lang="en-US" altLang="zh-CN" sz="2800" dirty="0">
                <a:latin typeface="Times New Roman" panose="02020603050405020304" pitchFamily="18" charset="0"/>
              </a:rPr>
              <a:t>G.  Shafer</a:t>
            </a:r>
            <a:r>
              <a:rPr lang="zh-CN" altLang="en-US" sz="2800" dirty="0">
                <a:latin typeface="Times New Roman" panose="02020603050405020304" pitchFamily="18" charset="0"/>
              </a:rPr>
              <a:t>）进一步发展起来的一种处理不确定性的理论。</a:t>
            </a:r>
            <a:endParaRPr lang="zh-CN" altLang="en-US" sz="2800" dirty="0">
              <a:latin typeface="Times New Roman" panose="02020603050405020304" pitchFamily="18" charset="0"/>
            </a:endParaRPr>
          </a:p>
          <a:p>
            <a:pPr marL="0" indent="0" eaLnBrk="1" hangingPunct="1">
              <a:lnSpc>
                <a:spcPct val="110000"/>
              </a:lnSpc>
              <a:buBlip>
                <a:blip r:embed="rId1"/>
              </a:buBlip>
            </a:pPr>
            <a:r>
              <a:rPr lang="zh-CN" altLang="en-US" sz="2800" dirty="0">
                <a:latin typeface="Times New Roman" panose="02020603050405020304" pitchFamily="18" charset="0"/>
              </a:rPr>
              <a:t> </a:t>
            </a:r>
            <a:r>
              <a:rPr lang="en-US" altLang="zh-CN" sz="2800" dirty="0">
                <a:latin typeface="Times New Roman" panose="02020603050405020304" pitchFamily="18" charset="0"/>
              </a:rPr>
              <a:t>1981</a:t>
            </a:r>
            <a:r>
              <a:rPr lang="zh-CN" altLang="en-US" sz="2800" dirty="0">
                <a:latin typeface="Times New Roman" panose="02020603050405020304" pitchFamily="18" charset="0"/>
              </a:rPr>
              <a:t>年巴纳特（</a:t>
            </a:r>
            <a:r>
              <a:rPr lang="en-US" altLang="zh-CN" sz="2800" dirty="0">
                <a:latin typeface="Times New Roman" panose="02020603050405020304" pitchFamily="18" charset="0"/>
              </a:rPr>
              <a:t>J. A. Barnett</a:t>
            </a:r>
            <a:r>
              <a:rPr lang="zh-CN" altLang="en-US" sz="2800" dirty="0">
                <a:latin typeface="Times New Roman" panose="02020603050405020304" pitchFamily="18" charset="0"/>
              </a:rPr>
              <a:t>）把该理论引入专家系统中，同年卡威（</a:t>
            </a:r>
            <a:r>
              <a:rPr lang="en-US" altLang="zh-CN" sz="2800" dirty="0">
                <a:latin typeface="Times New Roman" panose="02020603050405020304" pitchFamily="18" charset="0"/>
              </a:rPr>
              <a:t>J. Garvey</a:t>
            </a:r>
            <a:r>
              <a:rPr lang="zh-CN" altLang="en-US" sz="2800" dirty="0">
                <a:latin typeface="Times New Roman" panose="02020603050405020304" pitchFamily="18" charset="0"/>
              </a:rPr>
              <a:t>）等人用它实现了不确定性推理。</a:t>
            </a:r>
            <a:endParaRPr lang="zh-CN" altLang="en-US" sz="2800" dirty="0">
              <a:latin typeface="Times New Roman" panose="02020603050405020304" pitchFamily="18" charset="0"/>
            </a:endParaRPr>
          </a:p>
          <a:p>
            <a:pPr marL="0" indent="0" eaLnBrk="1" hangingPunct="1">
              <a:lnSpc>
                <a:spcPct val="110000"/>
              </a:lnSpc>
              <a:buBlip>
                <a:blip r:embed="rId1"/>
              </a:buBlip>
            </a:pPr>
            <a:r>
              <a:rPr lang="zh-CN" altLang="en-US" sz="2800" dirty="0">
                <a:latin typeface="Times New Roman" panose="02020603050405020304" pitchFamily="18" charset="0"/>
              </a:rPr>
              <a:t> 目前，在证据理论的基础上已经发展了多种不确定性推理模型。</a:t>
            </a:r>
            <a:endParaRPr lang="zh-CN" altLang="en-US" sz="2800" dirty="0">
              <a:latin typeface="Times New Roman" panose="02020603050405020304" pitchFamily="18" charset="0"/>
            </a:endParaRPr>
          </a:p>
        </p:txBody>
      </p:sp>
      <p:sp>
        <p:nvSpPr>
          <p:cNvPr id="31747" name="Rectangle 3"/>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4.3 </a:t>
            </a:r>
            <a:r>
              <a:rPr lang="zh-CN" altLang="en-US" b="0" dirty="0">
                <a:latin typeface="Times New Roman" panose="02020603050405020304" pitchFamily="18" charset="0"/>
              </a:rPr>
              <a:t>证据理论</a:t>
            </a:r>
            <a:endParaRPr lang="zh-CN" altLang="en-US" b="0"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88098">
                                            <p:txEl>
                                              <p:charRg st="0" end="95"/>
                                            </p:txEl>
                                          </p:spTgt>
                                        </p:tgtEl>
                                        <p:attrNameLst>
                                          <p:attrName>style.visibility</p:attrName>
                                        </p:attrNameLst>
                                      </p:cBhvr>
                                      <p:to>
                                        <p:strVal val="visible"/>
                                      </p:to>
                                    </p:set>
                                    <p:anim calcmode="lin" valueType="num">
                                      <p:cBhvr additive="base">
                                        <p:cTn id="7" dur="500" fill="hold"/>
                                        <p:tgtEl>
                                          <p:spTgt spid="388098">
                                            <p:txEl>
                                              <p:charRg st="0" end="9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88098">
                                            <p:txEl>
                                              <p:charRg st="0" end="95"/>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88098">
                                            <p:txEl>
                                              <p:charRg st="95" end="161"/>
                                            </p:txEl>
                                          </p:spTgt>
                                        </p:tgtEl>
                                        <p:attrNameLst>
                                          <p:attrName>style.visibility</p:attrName>
                                        </p:attrNameLst>
                                      </p:cBhvr>
                                      <p:to>
                                        <p:strVal val="visible"/>
                                      </p:to>
                                    </p:set>
                                    <p:anim calcmode="lin" valueType="num">
                                      <p:cBhvr additive="base">
                                        <p:cTn id="12" dur="500" fill="hold"/>
                                        <p:tgtEl>
                                          <p:spTgt spid="388098">
                                            <p:txEl>
                                              <p:charRg st="95" end="16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388098">
                                            <p:txEl>
                                              <p:charRg st="95" end="161"/>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388098">
                                            <p:txEl>
                                              <p:charRg st="161" end="191"/>
                                            </p:txEl>
                                          </p:spTgt>
                                        </p:tgtEl>
                                        <p:attrNameLst>
                                          <p:attrName>style.visibility</p:attrName>
                                        </p:attrNameLst>
                                      </p:cBhvr>
                                      <p:to>
                                        <p:strVal val="visible"/>
                                      </p:to>
                                    </p:set>
                                    <p:anim calcmode="lin" valueType="num">
                                      <p:cBhvr additive="base">
                                        <p:cTn id="17" dur="500" fill="hold"/>
                                        <p:tgtEl>
                                          <p:spTgt spid="388098">
                                            <p:txEl>
                                              <p:charRg st="161" end="19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88098">
                                            <p:txEl>
                                              <p:charRg st="161" end="19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098" grpId="0" advAuto="100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2770" name="Rectangle 2"/>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4.3 </a:t>
            </a:r>
            <a:r>
              <a:rPr lang="zh-CN" altLang="en-US" b="0" dirty="0">
                <a:latin typeface="Times New Roman" panose="02020603050405020304" pitchFamily="18" charset="0"/>
              </a:rPr>
              <a:t>证据理论</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
        <p:nvSpPr>
          <p:cNvPr id="362499" name="Rectangle 3"/>
          <p:cNvSpPr>
            <a:spLocks noGrp="1"/>
          </p:cNvSpPr>
          <p:nvPr>
            <p:ph idx="1"/>
          </p:nvPr>
        </p:nvSpPr>
        <p:spPr>
          <a:xfrm>
            <a:off x="395288" y="981075"/>
            <a:ext cx="8424862" cy="5400675"/>
          </a:xfrm>
        </p:spPr>
        <p:txBody>
          <a:bodyPr vert="horz" wrap="square" lIns="91440" tIns="45720" rIns="91440" bIns="45720" anchor="t" anchorCtr="0"/>
          <a:p>
            <a:pPr eaLnBrk="1" hangingPunct="1">
              <a:lnSpc>
                <a:spcPct val="140000"/>
              </a:lnSpc>
              <a:buSzPct val="60000"/>
              <a:buFontTx/>
              <a:buBlip>
                <a:blip r:embed="rId1"/>
              </a:buBlip>
            </a:pPr>
            <a:r>
              <a:rPr lang="en-US" altLang="zh-CN" sz="3200" b="1" dirty="0">
                <a:latin typeface="Times New Roman" panose="02020603050405020304" pitchFamily="18" charset="0"/>
              </a:rPr>
              <a:t>4.3.1  </a:t>
            </a:r>
            <a:r>
              <a:rPr lang="zh-CN" altLang="en-US" sz="3200" b="1" dirty="0">
                <a:latin typeface="Times New Roman" panose="02020603050405020304" pitchFamily="18" charset="0"/>
              </a:rPr>
              <a:t>概率分配函数 </a:t>
            </a:r>
            <a:endParaRPr lang="zh-CN" altLang="en-US" sz="3200" b="1" dirty="0">
              <a:latin typeface="Times New Roman" panose="02020603050405020304" pitchFamily="18" charset="0"/>
            </a:endParaRPr>
          </a:p>
          <a:p>
            <a:pPr eaLnBrk="1" hangingPunct="1">
              <a:lnSpc>
                <a:spcPct val="140000"/>
              </a:lnSpc>
              <a:buSzPct val="60000"/>
              <a:buFontTx/>
              <a:buBlip>
                <a:blip r:embed="rId1"/>
              </a:buBlip>
            </a:pPr>
            <a:r>
              <a:rPr lang="en-US" altLang="zh-CN" sz="3200" b="1" dirty="0">
                <a:latin typeface="Times New Roman" panose="02020603050405020304" pitchFamily="18" charset="0"/>
              </a:rPr>
              <a:t>4.3.2  </a:t>
            </a:r>
            <a:r>
              <a:rPr lang="zh-CN" altLang="en-US" sz="3200" b="1" dirty="0">
                <a:latin typeface="Times New Roman" panose="02020603050405020304" pitchFamily="18" charset="0"/>
              </a:rPr>
              <a:t>信任函数 </a:t>
            </a:r>
            <a:endParaRPr lang="zh-CN" altLang="en-US" sz="3200" b="1" dirty="0">
              <a:latin typeface="Times New Roman" panose="02020603050405020304" pitchFamily="18" charset="0"/>
            </a:endParaRPr>
          </a:p>
          <a:p>
            <a:pPr eaLnBrk="1" hangingPunct="1">
              <a:lnSpc>
                <a:spcPct val="140000"/>
              </a:lnSpc>
              <a:buSzPct val="60000"/>
              <a:buFontTx/>
              <a:buBlip>
                <a:blip r:embed="rId1"/>
              </a:buBlip>
            </a:pPr>
            <a:r>
              <a:rPr lang="en-US" altLang="zh-CN" sz="3200" b="1" dirty="0">
                <a:latin typeface="Times New Roman" panose="02020603050405020304" pitchFamily="18" charset="0"/>
              </a:rPr>
              <a:t>4.3.3  </a:t>
            </a:r>
            <a:r>
              <a:rPr lang="zh-CN" altLang="en-US" sz="3200" b="1" dirty="0">
                <a:latin typeface="Times New Roman" panose="02020603050405020304" pitchFamily="18" charset="0"/>
              </a:rPr>
              <a:t>似然函数 </a:t>
            </a:r>
            <a:endParaRPr lang="zh-CN" altLang="en-US" sz="3200" b="1" dirty="0">
              <a:latin typeface="Times New Roman" panose="02020603050405020304" pitchFamily="18" charset="0"/>
            </a:endParaRPr>
          </a:p>
          <a:p>
            <a:pPr eaLnBrk="1" hangingPunct="1">
              <a:lnSpc>
                <a:spcPct val="140000"/>
              </a:lnSpc>
              <a:buSzPct val="60000"/>
              <a:buFontTx/>
              <a:buBlip>
                <a:blip r:embed="rId1"/>
              </a:buBlip>
            </a:pPr>
            <a:r>
              <a:rPr lang="en-US" altLang="zh-CN" sz="3200" b="1" dirty="0">
                <a:latin typeface="Times New Roman" panose="02020603050405020304" pitchFamily="18" charset="0"/>
              </a:rPr>
              <a:t>4.3.4 </a:t>
            </a:r>
            <a:r>
              <a:rPr lang="zh-CN" altLang="en-US" sz="3200" b="1" dirty="0">
                <a:latin typeface="Times New Roman" panose="02020603050405020304" pitchFamily="18" charset="0"/>
              </a:rPr>
              <a:t>概率分配函数的正交和（证据的组合）</a:t>
            </a:r>
            <a:endParaRPr lang="zh-CN" altLang="en-US" sz="3200" b="1" dirty="0">
              <a:latin typeface="Times New Roman" panose="02020603050405020304" pitchFamily="18" charset="0"/>
            </a:endParaRPr>
          </a:p>
          <a:p>
            <a:pPr eaLnBrk="1" hangingPunct="1">
              <a:lnSpc>
                <a:spcPct val="140000"/>
              </a:lnSpc>
              <a:buSzPct val="60000"/>
              <a:buFontTx/>
              <a:buBlip>
                <a:blip r:embed="rId1"/>
              </a:buBlip>
            </a:pPr>
            <a:r>
              <a:rPr lang="en-US" altLang="zh-CN" sz="3200" b="1" dirty="0">
                <a:latin typeface="Times New Roman" panose="02020603050405020304" pitchFamily="18" charset="0"/>
              </a:rPr>
              <a:t>4.3.5  </a:t>
            </a:r>
            <a:r>
              <a:rPr lang="zh-CN" altLang="en-US" sz="3200" b="1" dirty="0">
                <a:latin typeface="Times New Roman" panose="02020603050405020304" pitchFamily="18" charset="0"/>
              </a:rPr>
              <a:t>基于证据理论的不确定性推理</a:t>
            </a:r>
            <a:endParaRPr lang="zh-CN" altLang="en-US" sz="3200"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62499">
                                            <p:txEl>
                                              <p:charRg st="0" end="15"/>
                                            </p:txEl>
                                          </p:spTgt>
                                        </p:tgtEl>
                                        <p:attrNameLst>
                                          <p:attrName>style.visibility</p:attrName>
                                        </p:attrNameLst>
                                      </p:cBhvr>
                                      <p:to>
                                        <p:strVal val="visible"/>
                                      </p:to>
                                    </p:set>
                                    <p:anim calcmode="lin" valueType="num">
                                      <p:cBhvr additive="base">
                                        <p:cTn id="7" dur="500" fill="hold"/>
                                        <p:tgtEl>
                                          <p:spTgt spid="362499">
                                            <p:txEl>
                                              <p:charRg st="0" end="1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62499">
                                            <p:txEl>
                                              <p:charRg st="0" end="15"/>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62499">
                                            <p:txEl>
                                              <p:charRg st="15" end="28"/>
                                            </p:txEl>
                                          </p:spTgt>
                                        </p:tgtEl>
                                        <p:attrNameLst>
                                          <p:attrName>style.visibility</p:attrName>
                                        </p:attrNameLst>
                                      </p:cBhvr>
                                      <p:to>
                                        <p:strVal val="visible"/>
                                      </p:to>
                                    </p:set>
                                    <p:anim calcmode="lin" valueType="num">
                                      <p:cBhvr additive="base">
                                        <p:cTn id="12" dur="500" fill="hold"/>
                                        <p:tgtEl>
                                          <p:spTgt spid="362499">
                                            <p:txEl>
                                              <p:charRg st="15" end="28"/>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362499">
                                            <p:txEl>
                                              <p:charRg st="15" end="28"/>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362499">
                                            <p:txEl>
                                              <p:charRg st="28" end="41"/>
                                            </p:txEl>
                                          </p:spTgt>
                                        </p:tgtEl>
                                        <p:attrNameLst>
                                          <p:attrName>style.visibility</p:attrName>
                                        </p:attrNameLst>
                                      </p:cBhvr>
                                      <p:to>
                                        <p:strVal val="visible"/>
                                      </p:to>
                                    </p:set>
                                    <p:anim calcmode="lin" valueType="num">
                                      <p:cBhvr additive="base">
                                        <p:cTn id="17" dur="500" fill="hold"/>
                                        <p:tgtEl>
                                          <p:spTgt spid="362499">
                                            <p:txEl>
                                              <p:charRg st="28" end="4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62499">
                                            <p:txEl>
                                              <p:charRg st="28" end="41"/>
                                            </p:txEl>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362499">
                                            <p:txEl>
                                              <p:charRg st="41" end="65"/>
                                            </p:txEl>
                                          </p:spTgt>
                                        </p:tgtEl>
                                        <p:attrNameLst>
                                          <p:attrName>style.visibility</p:attrName>
                                        </p:attrNameLst>
                                      </p:cBhvr>
                                      <p:to>
                                        <p:strVal val="visible"/>
                                      </p:to>
                                    </p:set>
                                    <p:anim calcmode="lin" valueType="num">
                                      <p:cBhvr additive="base">
                                        <p:cTn id="22" dur="500" fill="hold"/>
                                        <p:tgtEl>
                                          <p:spTgt spid="362499">
                                            <p:txEl>
                                              <p:charRg st="41" end="65"/>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362499">
                                            <p:txEl>
                                              <p:charRg st="41" end="65"/>
                                            </p:txEl>
                                          </p:spTgt>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362499">
                                            <p:txEl>
                                              <p:charRg st="65" end="86"/>
                                            </p:txEl>
                                          </p:spTgt>
                                        </p:tgtEl>
                                        <p:attrNameLst>
                                          <p:attrName>style.visibility</p:attrName>
                                        </p:attrNameLst>
                                      </p:cBhvr>
                                      <p:to>
                                        <p:strVal val="visible"/>
                                      </p:to>
                                    </p:set>
                                    <p:anim calcmode="lin" valueType="num">
                                      <p:cBhvr additive="base">
                                        <p:cTn id="27" dur="500" fill="hold"/>
                                        <p:tgtEl>
                                          <p:spTgt spid="362499">
                                            <p:txEl>
                                              <p:charRg st="65" end="86"/>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362499">
                                            <p:txEl>
                                              <p:charRg st="65" end="8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advAuto="100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4818" name="Rectangle 2"/>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4.3.1 </a:t>
            </a:r>
            <a:r>
              <a:rPr lang="zh-CN" altLang="en-US" b="0" dirty="0">
                <a:latin typeface="Times New Roman" panose="02020603050405020304" pitchFamily="18" charset="0"/>
              </a:rPr>
              <a:t>概率分配函数</a:t>
            </a:r>
            <a:endParaRPr lang="zh-CN" altLang="en-US" b="0" dirty="0">
              <a:latin typeface="Times New Roman" panose="02020603050405020304" pitchFamily="18" charset="0"/>
            </a:endParaRPr>
          </a:p>
        </p:txBody>
      </p:sp>
      <p:sp>
        <p:nvSpPr>
          <p:cNvPr id="421891" name="Rectangle 3"/>
          <p:cNvSpPr>
            <a:spLocks noGrp="1"/>
          </p:cNvSpPr>
          <p:nvPr>
            <p:ph idx="1"/>
          </p:nvPr>
        </p:nvSpPr>
        <p:spPr/>
        <p:txBody>
          <a:bodyPr vert="horz" wrap="square" lIns="91440" tIns="45720" rIns="91440" bIns="45720" anchor="t" anchorCtr="0"/>
          <a:p>
            <a:pPr marL="0" indent="0" eaLnBrk="1" hangingPunct="1">
              <a:spcBef>
                <a:spcPct val="50000"/>
              </a:spcBef>
            </a:pPr>
            <a:r>
              <a:rPr lang="en-US" altLang="zh-CN" sz="2600" b="1" dirty="0">
                <a:latin typeface="Times New Roman" panose="02020603050405020304" pitchFamily="18" charset="0"/>
              </a:rPr>
              <a:t> </a:t>
            </a:r>
            <a:r>
              <a:rPr lang="zh-CN" altLang="en-US" sz="2600" b="1" dirty="0">
                <a:latin typeface="Times New Roman" panose="02020603050405020304" pitchFamily="18" charset="0"/>
              </a:rPr>
              <a:t>设 </a:t>
            </a:r>
            <a:r>
              <a:rPr lang="en-US" altLang="zh-CN" sz="2600" b="1" i="1" dirty="0">
                <a:latin typeface="Times New Roman" panose="02020603050405020304" pitchFamily="18" charset="0"/>
              </a:rPr>
              <a:t>D </a:t>
            </a:r>
            <a:r>
              <a:rPr lang="zh-CN" altLang="en-US" sz="2600" b="1" dirty="0">
                <a:latin typeface="Times New Roman" panose="02020603050405020304" pitchFamily="18" charset="0"/>
              </a:rPr>
              <a:t>是变量 </a:t>
            </a:r>
            <a:r>
              <a:rPr lang="en-US" altLang="zh-CN" sz="2600" b="1" i="1" dirty="0">
                <a:latin typeface="Times New Roman" panose="02020603050405020304" pitchFamily="18" charset="0"/>
              </a:rPr>
              <a:t>x </a:t>
            </a:r>
            <a:r>
              <a:rPr lang="zh-CN" altLang="en-US" sz="2600" b="1" dirty="0">
                <a:latin typeface="Times New Roman" panose="02020603050405020304" pitchFamily="18" charset="0"/>
              </a:rPr>
              <a:t>所有可能取值的集合，且 </a:t>
            </a:r>
            <a:r>
              <a:rPr lang="en-US" altLang="zh-CN" sz="2600" b="1" i="1" dirty="0">
                <a:latin typeface="Times New Roman" panose="02020603050405020304" pitchFamily="18" charset="0"/>
              </a:rPr>
              <a:t>D </a:t>
            </a:r>
            <a:r>
              <a:rPr lang="zh-CN" altLang="en-US" sz="2600" b="1" dirty="0">
                <a:latin typeface="Times New Roman" panose="02020603050405020304" pitchFamily="18" charset="0"/>
              </a:rPr>
              <a:t>中的元素是互斥的，在任一时刻 </a:t>
            </a:r>
            <a:r>
              <a:rPr lang="en-US" altLang="zh-CN" sz="2600" b="1" i="1" dirty="0">
                <a:latin typeface="Times New Roman" panose="02020603050405020304" pitchFamily="18" charset="0"/>
              </a:rPr>
              <a:t>x </a:t>
            </a:r>
            <a:r>
              <a:rPr lang="zh-CN" altLang="en-US" sz="2600" b="1" dirty="0">
                <a:latin typeface="Times New Roman" panose="02020603050405020304" pitchFamily="18" charset="0"/>
              </a:rPr>
              <a:t>都取且只能取 </a:t>
            </a:r>
            <a:r>
              <a:rPr lang="en-US" altLang="zh-CN" sz="2600" b="1" i="1" dirty="0">
                <a:latin typeface="Times New Roman" panose="02020603050405020304" pitchFamily="18" charset="0"/>
              </a:rPr>
              <a:t>D </a:t>
            </a:r>
            <a:r>
              <a:rPr lang="zh-CN" altLang="en-US" sz="2600" b="1" dirty="0">
                <a:latin typeface="Times New Roman" panose="02020603050405020304" pitchFamily="18" charset="0"/>
              </a:rPr>
              <a:t>中的某一个元素为值，则称 </a:t>
            </a:r>
            <a:r>
              <a:rPr lang="en-US" altLang="zh-CN" sz="2600" b="1" i="1" dirty="0">
                <a:latin typeface="Times New Roman" panose="02020603050405020304" pitchFamily="18" charset="0"/>
              </a:rPr>
              <a:t>D </a:t>
            </a:r>
            <a:r>
              <a:rPr lang="zh-CN" altLang="en-US" sz="2600" b="1" dirty="0">
                <a:latin typeface="Times New Roman" panose="02020603050405020304" pitchFamily="18" charset="0"/>
              </a:rPr>
              <a:t>为 </a:t>
            </a:r>
            <a:r>
              <a:rPr lang="en-US" altLang="zh-CN" sz="2600" b="1" i="1" dirty="0">
                <a:latin typeface="Times New Roman" panose="02020603050405020304" pitchFamily="18" charset="0"/>
              </a:rPr>
              <a:t>x </a:t>
            </a:r>
            <a:r>
              <a:rPr lang="zh-CN" altLang="en-US" sz="2600" b="1" dirty="0">
                <a:latin typeface="Times New Roman" panose="02020603050405020304" pitchFamily="18" charset="0"/>
              </a:rPr>
              <a:t>的</a:t>
            </a:r>
            <a:r>
              <a:rPr lang="zh-CN" altLang="en-US" sz="2600" b="1" dirty="0">
                <a:solidFill>
                  <a:schemeClr val="accent2"/>
                </a:solidFill>
                <a:latin typeface="Times New Roman" panose="02020603050405020304" pitchFamily="18" charset="0"/>
              </a:rPr>
              <a:t>样本空间</a:t>
            </a:r>
            <a:r>
              <a:rPr lang="zh-CN" altLang="en-US" sz="2600" b="1" dirty="0">
                <a:latin typeface="Times New Roman" panose="02020603050405020304" pitchFamily="18" charset="0"/>
              </a:rPr>
              <a:t>。</a:t>
            </a:r>
            <a:endParaRPr lang="zh-CN" altLang="en-US" sz="2600" b="1" dirty="0">
              <a:latin typeface="Times New Roman" panose="02020603050405020304" pitchFamily="18" charset="0"/>
            </a:endParaRPr>
          </a:p>
          <a:p>
            <a:pPr marL="0" indent="0" eaLnBrk="1" hangingPunct="1">
              <a:spcBef>
                <a:spcPct val="50000"/>
              </a:spcBef>
            </a:pPr>
            <a:r>
              <a:rPr lang="zh-CN" altLang="en-US" sz="2600" b="1" dirty="0">
                <a:latin typeface="Times New Roman" panose="02020603050405020304" pitchFamily="18" charset="0"/>
              </a:rPr>
              <a:t> 在证据理论中，</a:t>
            </a:r>
            <a:r>
              <a:rPr lang="en-US" altLang="zh-CN" sz="2600" b="1" i="1" dirty="0">
                <a:latin typeface="Times New Roman" panose="02020603050405020304" pitchFamily="18" charset="0"/>
              </a:rPr>
              <a:t>D </a:t>
            </a:r>
            <a:r>
              <a:rPr lang="zh-CN" altLang="en-US" sz="2600" b="1" dirty="0">
                <a:latin typeface="Times New Roman" panose="02020603050405020304" pitchFamily="18" charset="0"/>
              </a:rPr>
              <a:t>的任何一个子集 </a:t>
            </a:r>
            <a:r>
              <a:rPr lang="en-US" altLang="zh-CN" sz="2600" b="1" i="1" dirty="0">
                <a:latin typeface="Times New Roman" panose="02020603050405020304" pitchFamily="18" charset="0"/>
              </a:rPr>
              <a:t>A </a:t>
            </a:r>
            <a:r>
              <a:rPr lang="zh-CN" altLang="en-US" sz="2600" b="1" dirty="0">
                <a:latin typeface="Times New Roman" panose="02020603050405020304" pitchFamily="18" charset="0"/>
              </a:rPr>
              <a:t>都对应于一个关于 </a:t>
            </a:r>
            <a:r>
              <a:rPr lang="en-US" altLang="zh-CN" sz="2600" b="1" i="1" dirty="0">
                <a:latin typeface="Times New Roman" panose="02020603050405020304" pitchFamily="18" charset="0"/>
              </a:rPr>
              <a:t>x</a:t>
            </a:r>
            <a:r>
              <a:rPr lang="en-US" altLang="zh-CN" sz="2600" b="1" dirty="0">
                <a:latin typeface="Times New Roman" panose="02020603050405020304" pitchFamily="18" charset="0"/>
              </a:rPr>
              <a:t> </a:t>
            </a:r>
            <a:r>
              <a:rPr lang="zh-CN" altLang="en-US" sz="2600" b="1" dirty="0">
                <a:latin typeface="Times New Roman" panose="02020603050405020304" pitchFamily="18" charset="0"/>
              </a:rPr>
              <a:t>的命题，称该命题为“ </a:t>
            </a:r>
            <a:r>
              <a:rPr lang="en-US" altLang="zh-CN" sz="2600" b="1" i="1" dirty="0">
                <a:latin typeface="Times New Roman" panose="02020603050405020304" pitchFamily="18" charset="0"/>
              </a:rPr>
              <a:t>x</a:t>
            </a:r>
            <a:r>
              <a:rPr lang="en-US" altLang="zh-CN" sz="2600" b="1" dirty="0">
                <a:latin typeface="Times New Roman" panose="02020603050405020304" pitchFamily="18" charset="0"/>
              </a:rPr>
              <a:t> </a:t>
            </a:r>
            <a:r>
              <a:rPr lang="zh-CN" altLang="en-US" sz="2600" b="1" dirty="0">
                <a:latin typeface="Times New Roman" panose="02020603050405020304" pitchFamily="18" charset="0"/>
              </a:rPr>
              <a:t>的值是在 </a:t>
            </a:r>
            <a:r>
              <a:rPr lang="en-US" altLang="zh-CN" sz="2600" b="1" i="1" dirty="0">
                <a:latin typeface="Times New Roman" panose="02020603050405020304" pitchFamily="18" charset="0"/>
              </a:rPr>
              <a:t>A </a:t>
            </a:r>
            <a:r>
              <a:rPr lang="zh-CN" altLang="en-US" sz="2600" b="1" dirty="0">
                <a:latin typeface="Times New Roman" panose="02020603050405020304" pitchFamily="18" charset="0"/>
              </a:rPr>
              <a:t>中”。  </a:t>
            </a:r>
            <a:endParaRPr lang="zh-CN" altLang="en-US" sz="2600" b="1" dirty="0">
              <a:latin typeface="Times New Roman" panose="02020603050405020304" pitchFamily="18" charset="0"/>
            </a:endParaRPr>
          </a:p>
          <a:p>
            <a:pPr marL="0" indent="0" eaLnBrk="1" hangingPunct="1">
              <a:spcBef>
                <a:spcPct val="50000"/>
              </a:spcBef>
            </a:pPr>
            <a:r>
              <a:rPr lang="zh-CN" altLang="en-US" sz="2600" b="1" i="1" dirty="0">
                <a:latin typeface="Times New Roman" panose="02020603050405020304" pitchFamily="18" charset="0"/>
              </a:rPr>
              <a:t> </a:t>
            </a:r>
            <a:r>
              <a:rPr lang="zh-CN" altLang="en-US" sz="2600" b="1" dirty="0">
                <a:latin typeface="Times New Roman" panose="02020603050405020304" pitchFamily="18" charset="0"/>
              </a:rPr>
              <a:t>设 </a:t>
            </a:r>
            <a:r>
              <a:rPr lang="en-US" altLang="zh-CN" sz="2600" b="1" i="1" dirty="0">
                <a:latin typeface="Times New Roman" panose="02020603050405020304" pitchFamily="18" charset="0"/>
              </a:rPr>
              <a:t>x </a:t>
            </a:r>
            <a:r>
              <a:rPr lang="zh-CN" altLang="en-US" sz="2600" b="1" dirty="0">
                <a:latin typeface="Times New Roman" panose="02020603050405020304" pitchFamily="18" charset="0"/>
              </a:rPr>
              <a:t>：所看到的颜色，</a:t>
            </a:r>
            <a:r>
              <a:rPr lang="en-US" altLang="zh-CN" sz="2600" b="1" i="1" dirty="0">
                <a:latin typeface="Times New Roman" panose="02020603050405020304" pitchFamily="18" charset="0"/>
              </a:rPr>
              <a:t>D</a:t>
            </a:r>
            <a:r>
              <a:rPr lang="en-US" altLang="zh-CN" sz="2600" b="1" dirty="0">
                <a:latin typeface="Times New Roman" panose="02020603050405020304" pitchFamily="18" charset="0"/>
              </a:rPr>
              <a:t>={</a:t>
            </a:r>
            <a:r>
              <a:rPr lang="zh-CN" altLang="en-US" sz="2600" b="1" dirty="0">
                <a:latin typeface="Times New Roman" panose="02020603050405020304" pitchFamily="18" charset="0"/>
              </a:rPr>
              <a:t>红，黄，蓝</a:t>
            </a:r>
            <a:r>
              <a:rPr lang="en-US" altLang="zh-CN" sz="2600" b="1" dirty="0">
                <a:latin typeface="Times New Roman" panose="02020603050405020304" pitchFamily="18" charset="0"/>
              </a:rPr>
              <a:t>}</a:t>
            </a:r>
            <a:r>
              <a:rPr lang="zh-CN" altLang="en-US" sz="2600" b="1" dirty="0">
                <a:latin typeface="Times New Roman" panose="02020603050405020304" pitchFamily="18" charset="0"/>
              </a:rPr>
              <a:t>，</a:t>
            </a:r>
            <a:endParaRPr lang="zh-CN" altLang="en-US" sz="2600" b="1" dirty="0">
              <a:latin typeface="Times New Roman" panose="02020603050405020304" pitchFamily="18" charset="0"/>
            </a:endParaRPr>
          </a:p>
          <a:p>
            <a:pPr marL="0" indent="0" eaLnBrk="1" hangingPunct="1">
              <a:spcBef>
                <a:spcPct val="50000"/>
              </a:spcBef>
              <a:buNone/>
            </a:pPr>
            <a:r>
              <a:rPr lang="zh-CN" altLang="en-US" sz="2600" b="1" dirty="0">
                <a:latin typeface="Times New Roman" panose="02020603050405020304" pitchFamily="18" charset="0"/>
              </a:rPr>
              <a:t> 则 </a:t>
            </a:r>
            <a:r>
              <a:rPr lang="en-US" altLang="zh-CN" sz="2600" b="1" i="1" dirty="0">
                <a:latin typeface="Times New Roman" panose="02020603050405020304" pitchFamily="18" charset="0"/>
              </a:rPr>
              <a:t>A</a:t>
            </a:r>
            <a:r>
              <a:rPr lang="en-US" altLang="zh-CN" sz="2600" b="1" dirty="0">
                <a:latin typeface="Times New Roman" panose="02020603050405020304" pitchFamily="18" charset="0"/>
              </a:rPr>
              <a:t>={</a:t>
            </a:r>
            <a:r>
              <a:rPr lang="zh-CN" altLang="en-US" sz="2600" b="1" dirty="0">
                <a:latin typeface="Times New Roman" panose="02020603050405020304" pitchFamily="18" charset="0"/>
              </a:rPr>
              <a:t>红</a:t>
            </a:r>
            <a:r>
              <a:rPr lang="en-US" altLang="zh-CN" sz="2600" b="1" dirty="0">
                <a:latin typeface="Times New Roman" panose="02020603050405020304" pitchFamily="18" charset="0"/>
              </a:rPr>
              <a:t>}</a:t>
            </a:r>
            <a:r>
              <a:rPr lang="zh-CN" altLang="en-US" sz="2600" b="1" dirty="0">
                <a:latin typeface="Times New Roman" panose="02020603050405020304" pitchFamily="18" charset="0"/>
              </a:rPr>
              <a:t>：“ </a:t>
            </a:r>
            <a:r>
              <a:rPr lang="en-US" altLang="zh-CN" sz="2600" b="1" i="1" dirty="0">
                <a:latin typeface="Times New Roman" panose="02020603050405020304" pitchFamily="18" charset="0"/>
              </a:rPr>
              <a:t>x </a:t>
            </a:r>
            <a:r>
              <a:rPr lang="zh-CN" altLang="en-US" sz="2600" b="1" dirty="0">
                <a:latin typeface="Times New Roman" panose="02020603050405020304" pitchFamily="18" charset="0"/>
              </a:rPr>
              <a:t>是红色”；</a:t>
            </a:r>
            <a:endParaRPr lang="zh-CN" altLang="en-US" sz="2600" b="1" dirty="0">
              <a:latin typeface="Times New Roman" panose="02020603050405020304" pitchFamily="18" charset="0"/>
            </a:endParaRPr>
          </a:p>
          <a:p>
            <a:pPr marL="0" indent="0" eaLnBrk="1" hangingPunct="1">
              <a:spcBef>
                <a:spcPct val="50000"/>
              </a:spcBef>
              <a:buNone/>
            </a:pPr>
            <a:r>
              <a:rPr lang="zh-CN" altLang="en-US" sz="2600" b="1" dirty="0">
                <a:latin typeface="Times New Roman" panose="02020603050405020304" pitchFamily="18" charset="0"/>
              </a:rPr>
              <a:t>     </a:t>
            </a:r>
            <a:r>
              <a:rPr lang="en-US" altLang="zh-CN" sz="2600" b="1" i="1" dirty="0">
                <a:latin typeface="Times New Roman" panose="02020603050405020304" pitchFamily="18" charset="0"/>
              </a:rPr>
              <a:t>A</a:t>
            </a:r>
            <a:r>
              <a:rPr lang="en-US" altLang="zh-CN" sz="2600" b="1" dirty="0">
                <a:latin typeface="Times New Roman" panose="02020603050405020304" pitchFamily="18" charset="0"/>
              </a:rPr>
              <a:t>={</a:t>
            </a:r>
            <a:r>
              <a:rPr lang="zh-CN" altLang="en-US" sz="2600" b="1" dirty="0">
                <a:latin typeface="Times New Roman" panose="02020603050405020304" pitchFamily="18" charset="0"/>
              </a:rPr>
              <a:t>红，蓝</a:t>
            </a:r>
            <a:r>
              <a:rPr lang="en-US" altLang="zh-CN" sz="2600" b="1" dirty="0">
                <a:latin typeface="Times New Roman" panose="02020603050405020304" pitchFamily="18" charset="0"/>
              </a:rPr>
              <a:t>}</a:t>
            </a:r>
            <a:r>
              <a:rPr lang="zh-CN" altLang="en-US" sz="2600" b="1" dirty="0">
                <a:latin typeface="Times New Roman" panose="02020603050405020304" pitchFamily="18" charset="0"/>
              </a:rPr>
              <a:t>：“</a:t>
            </a:r>
            <a:r>
              <a:rPr lang="en-US" altLang="zh-CN" sz="2600" b="1" i="1" dirty="0">
                <a:latin typeface="Times New Roman" panose="02020603050405020304" pitchFamily="18" charset="0"/>
              </a:rPr>
              <a:t>x </a:t>
            </a:r>
            <a:r>
              <a:rPr lang="zh-CN" altLang="en-US" sz="2600" b="1" dirty="0">
                <a:latin typeface="Times New Roman" panose="02020603050405020304" pitchFamily="18" charset="0"/>
              </a:rPr>
              <a:t>或者是红色，或者是蓝色”。</a:t>
            </a:r>
            <a:endParaRPr lang="zh-CN" altLang="en-US" sz="2600"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21891">
                                            <p:txEl>
                                              <p:charRg st="0" end="77"/>
                                            </p:txEl>
                                          </p:spTgt>
                                        </p:tgtEl>
                                        <p:attrNameLst>
                                          <p:attrName>style.visibility</p:attrName>
                                        </p:attrNameLst>
                                      </p:cBhvr>
                                      <p:to>
                                        <p:strVal val="visible"/>
                                      </p:to>
                                    </p:set>
                                    <p:anim calcmode="lin" valueType="num">
                                      <p:cBhvr additive="base">
                                        <p:cTn id="7" dur="500" fill="hold"/>
                                        <p:tgtEl>
                                          <p:spTgt spid="421891">
                                            <p:txEl>
                                              <p:charRg st="0" end="77"/>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21891">
                                            <p:txEl>
                                              <p:charRg st="0" end="77"/>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21891">
                                            <p:txEl>
                                              <p:charRg st="77" end="134"/>
                                            </p:txEl>
                                          </p:spTgt>
                                        </p:tgtEl>
                                        <p:attrNameLst>
                                          <p:attrName>style.visibility</p:attrName>
                                        </p:attrNameLst>
                                      </p:cBhvr>
                                      <p:to>
                                        <p:strVal val="visible"/>
                                      </p:to>
                                    </p:set>
                                    <p:anim calcmode="lin" valueType="num">
                                      <p:cBhvr additive="base">
                                        <p:cTn id="13" dur="500" fill="hold"/>
                                        <p:tgtEl>
                                          <p:spTgt spid="421891">
                                            <p:txEl>
                                              <p:charRg st="77" end="134"/>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21891">
                                            <p:txEl>
                                              <p:charRg st="77" end="134"/>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21891">
                                            <p:txEl>
                                              <p:charRg st="134" end="158"/>
                                            </p:txEl>
                                          </p:spTgt>
                                        </p:tgtEl>
                                        <p:attrNameLst>
                                          <p:attrName>style.visibility</p:attrName>
                                        </p:attrNameLst>
                                      </p:cBhvr>
                                      <p:to>
                                        <p:strVal val="visible"/>
                                      </p:to>
                                    </p:set>
                                    <p:anim calcmode="lin" valueType="num">
                                      <p:cBhvr additive="base">
                                        <p:cTn id="19" dur="500" fill="hold"/>
                                        <p:tgtEl>
                                          <p:spTgt spid="421891">
                                            <p:txEl>
                                              <p:charRg st="134" end="158"/>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21891">
                                            <p:txEl>
                                              <p:charRg st="134" end="158"/>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21891">
                                            <p:txEl>
                                              <p:charRg st="158" end="177"/>
                                            </p:txEl>
                                          </p:spTgt>
                                        </p:tgtEl>
                                        <p:attrNameLst>
                                          <p:attrName>style.visibility</p:attrName>
                                        </p:attrNameLst>
                                      </p:cBhvr>
                                      <p:to>
                                        <p:strVal val="visible"/>
                                      </p:to>
                                    </p:set>
                                    <p:anim calcmode="lin" valueType="num">
                                      <p:cBhvr additive="base">
                                        <p:cTn id="25" dur="500" fill="hold"/>
                                        <p:tgtEl>
                                          <p:spTgt spid="421891">
                                            <p:txEl>
                                              <p:charRg st="158" end="177"/>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21891">
                                            <p:txEl>
                                              <p:charRg st="158" end="177"/>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21891">
                                            <p:txEl>
                                              <p:charRg st="177" end="207"/>
                                            </p:txEl>
                                          </p:spTgt>
                                        </p:tgtEl>
                                        <p:attrNameLst>
                                          <p:attrName>style.visibility</p:attrName>
                                        </p:attrNameLst>
                                      </p:cBhvr>
                                      <p:to>
                                        <p:strVal val="visible"/>
                                      </p:to>
                                    </p:set>
                                    <p:anim calcmode="lin" valueType="num">
                                      <p:cBhvr additive="base">
                                        <p:cTn id="31" dur="500" fill="hold"/>
                                        <p:tgtEl>
                                          <p:spTgt spid="421891">
                                            <p:txEl>
                                              <p:charRg st="177" end="207"/>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21891">
                                            <p:txEl>
                                              <p:charRg st="177" end="20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891"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灯片编号占位符 2"/>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5842" name="Rectangle 4"/>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4.3.1 </a:t>
            </a:r>
            <a:r>
              <a:rPr lang="zh-CN" altLang="en-US" b="0" dirty="0">
                <a:latin typeface="Times New Roman" panose="02020603050405020304" pitchFamily="18" charset="0"/>
              </a:rPr>
              <a:t>概率分配函数</a:t>
            </a:r>
            <a:endParaRPr lang="zh-CN" altLang="en-US" b="0" dirty="0">
              <a:latin typeface="Times New Roman" panose="02020603050405020304" pitchFamily="18" charset="0"/>
            </a:endParaRPr>
          </a:p>
        </p:txBody>
      </p:sp>
      <p:sp>
        <p:nvSpPr>
          <p:cNvPr id="35843" name="Rectangle 5"/>
          <p:cNvSpPr>
            <a:spLocks noGrp="1"/>
          </p:cNvSpPr>
          <p:nvPr>
            <p:ph type="subTitle"/>
          </p:nvPr>
        </p:nvSpPr>
        <p:spPr>
          <a:xfrm>
            <a:off x="468313" y="908050"/>
            <a:ext cx="8280400" cy="1682750"/>
          </a:xfrm>
        </p:spPr>
        <p:txBody>
          <a:bodyPr vert="horz" wrap="square" lIns="91440" tIns="45720" rIns="91440" bIns="45720" anchor="t" anchorCtr="0"/>
          <a:lstStyle>
            <a:lvl1pPr marL="0" lvl="0" indent="0" algn="ctr">
              <a:buClr>
                <a:schemeClr val="accent2"/>
              </a:buClr>
              <a:buSzTx/>
              <a:buFont typeface="Wingdings" panose="05000000000000000000" pitchFamily="2" charset="2"/>
              <a:defRPr/>
            </a:lvl1pPr>
            <a:lvl2pPr marL="457200" lvl="1" indent="14605" algn="ctr">
              <a:buClr>
                <a:schemeClr val="accent2"/>
              </a:buClr>
              <a:buSzTx/>
              <a:buFont typeface="Wingdings" panose="05000000000000000000" pitchFamily="2" charset="2"/>
              <a:defRPr/>
            </a:lvl2pPr>
            <a:lvl3pPr marL="914400" lvl="2" indent="-4445" algn="ctr">
              <a:buClr>
                <a:schemeClr val="accent2"/>
              </a:buClr>
              <a:buSzTx/>
              <a:buFont typeface="Wingdings" panose="05000000000000000000" pitchFamily="2" charset="2"/>
              <a:defRPr/>
            </a:lvl3pPr>
            <a:lvl4pPr marL="1371600" lvl="3" indent="-64770" algn="ctr">
              <a:buClr>
                <a:schemeClr val="accent2"/>
              </a:buClr>
              <a:buSzTx/>
              <a:buFont typeface="Wingdings" panose="05000000000000000000" pitchFamily="2" charset="2"/>
              <a:defRPr/>
            </a:lvl4pPr>
            <a:lvl5pPr marL="1828800" lvl="4" indent="-133350" algn="ctr">
              <a:buClr>
                <a:schemeClr val="accent2"/>
              </a:buClr>
              <a:buSzTx/>
              <a:buFont typeface="Wingdings" panose="05000000000000000000" pitchFamily="2" charset="2"/>
              <a:defRPr/>
            </a:lvl5pPr>
          </a:lstStyle>
          <a:p>
            <a:pPr marL="0" lvl="0" indent="0" algn="just" eaLnBrk="1" hangingPunct="1">
              <a:lnSpc>
                <a:spcPct val="130000"/>
              </a:lnSpc>
              <a:buFont typeface="Wingdings" panose="05000000000000000000" pitchFamily="2" charset="2"/>
              <a:buChar char="§"/>
            </a:pPr>
            <a:r>
              <a:rPr lang="en-US" altLang="zh-CN" sz="2800" b="1" dirty="0">
                <a:latin typeface="Times New Roman" panose="02020603050405020304" pitchFamily="18" charset="0"/>
              </a:rPr>
              <a:t> </a:t>
            </a:r>
            <a:r>
              <a:rPr lang="zh-CN" altLang="en-US" sz="2800" b="1" dirty="0">
                <a:latin typeface="Times New Roman" panose="02020603050405020304" pitchFamily="18" charset="0"/>
              </a:rPr>
              <a:t>设</a:t>
            </a:r>
            <a:r>
              <a:rPr lang="en-US" altLang="zh-CN" sz="2800" b="1" i="1" dirty="0">
                <a:latin typeface="Times New Roman" panose="02020603050405020304" pitchFamily="18" charset="0"/>
              </a:rPr>
              <a:t>D</a:t>
            </a:r>
            <a:r>
              <a:rPr lang="zh-CN" altLang="en-US" sz="2800" b="1" dirty="0">
                <a:latin typeface="Times New Roman" panose="02020603050405020304" pitchFamily="18" charset="0"/>
              </a:rPr>
              <a:t>为样本空间，领域内的命题都用</a:t>
            </a:r>
            <a:r>
              <a:rPr lang="en-US" altLang="zh-CN" sz="2800" b="1" i="1" dirty="0">
                <a:latin typeface="Times New Roman" panose="02020603050405020304" pitchFamily="18" charset="0"/>
              </a:rPr>
              <a:t>D</a:t>
            </a:r>
            <a:r>
              <a:rPr lang="zh-CN" altLang="en-US" sz="2800" b="1" dirty="0">
                <a:latin typeface="Times New Roman" panose="02020603050405020304" pitchFamily="18" charset="0"/>
              </a:rPr>
              <a:t>的子集表示，则</a:t>
            </a:r>
            <a:r>
              <a:rPr lang="zh-CN" altLang="en-US" sz="2800" b="1" dirty="0">
                <a:solidFill>
                  <a:schemeClr val="accent2"/>
                </a:solidFill>
                <a:latin typeface="Times New Roman" panose="02020603050405020304" pitchFamily="18" charset="0"/>
              </a:rPr>
              <a:t>概率分配函数</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basic probability assignment function</a:t>
            </a:r>
            <a:r>
              <a:rPr lang="zh-CN" altLang="en-US" sz="2800" b="1" dirty="0">
                <a:latin typeface="Times New Roman" panose="02020603050405020304" pitchFamily="18" charset="0"/>
              </a:rPr>
              <a:t>）定义如下：</a:t>
            </a:r>
            <a:endParaRPr lang="zh-CN" altLang="en-US" sz="2800" b="1" dirty="0">
              <a:latin typeface="Times New Roman" panose="02020603050405020304" pitchFamily="18" charset="0"/>
            </a:endParaRPr>
          </a:p>
        </p:txBody>
      </p:sp>
      <p:sp>
        <p:nvSpPr>
          <p:cNvPr id="35844" name="Rectangle 3"/>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35845" name="Rectangle 7"/>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35846" name="Rectangle 9"/>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35847" name="Rectangle 11"/>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35848" name="Rectangle 13"/>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35849" name="Rectangle 15"/>
          <p:cNvSpPr/>
          <p:nvPr/>
        </p:nvSpPr>
        <p:spPr>
          <a:xfrm>
            <a:off x="542925" y="2727325"/>
            <a:ext cx="8153400" cy="3821113"/>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lgn="just">
              <a:lnSpc>
                <a:spcPct val="120000"/>
              </a:lnSpc>
              <a:spcBef>
                <a:spcPct val="50000"/>
              </a:spcBef>
              <a:buClr>
                <a:schemeClr val="accent2"/>
              </a:buClr>
              <a:buFont typeface="Wingdings" panose="05000000000000000000" pitchFamily="2" charset="2"/>
            </a:pPr>
            <a:r>
              <a:rPr lang="zh-CN" altLang="en-US" sz="2800" b="1" dirty="0">
                <a:solidFill>
                  <a:schemeClr val="accent2"/>
                </a:solidFill>
                <a:latin typeface="Times New Roman" panose="02020603050405020304" pitchFamily="18" charset="0"/>
                <a:ea typeface="宋体" panose="02010600030101010101" pitchFamily="2" charset="-122"/>
              </a:rPr>
              <a:t>定义</a:t>
            </a:r>
            <a:r>
              <a:rPr lang="en-US" altLang="zh-CN" sz="2800" b="1" dirty="0">
                <a:solidFill>
                  <a:schemeClr val="accent2"/>
                </a:solidFill>
                <a:latin typeface="Times New Roman" panose="02020603050405020304" pitchFamily="18" charset="0"/>
                <a:ea typeface="宋体" panose="02010600030101010101" pitchFamily="2" charset="-122"/>
              </a:rPr>
              <a:t>4.1</a:t>
            </a:r>
            <a:r>
              <a:rPr lang="en-US" altLang="zh-CN" sz="28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设函数 </a:t>
            </a:r>
            <a:r>
              <a:rPr lang="en-US" altLang="zh-CN" sz="2800" b="1" i="1" dirty="0">
                <a:latin typeface="Times New Roman" panose="02020603050405020304" pitchFamily="18" charset="0"/>
                <a:ea typeface="宋体" panose="02010600030101010101" pitchFamily="2" charset="-122"/>
              </a:rPr>
              <a:t>M</a:t>
            </a:r>
            <a:r>
              <a:rPr lang="zh-CN" altLang="en-US" sz="2800" b="1" dirty="0">
                <a:latin typeface="Times New Roman" panose="02020603050405020304" pitchFamily="18" charset="0"/>
                <a:ea typeface="宋体" panose="02010600030101010101" pitchFamily="2" charset="-122"/>
              </a:rPr>
              <a:t>：            </a:t>
            </a:r>
            <a:r>
              <a:rPr lang="zh-CN" altLang="en-US" sz="2800" b="1" dirty="0">
                <a:solidFill>
                  <a:schemeClr val="accent2"/>
                </a:solidFill>
                <a:latin typeface="Times New Roman" panose="02020603050405020304" pitchFamily="18" charset="0"/>
                <a:ea typeface="宋体" panose="02010600030101010101" pitchFamily="2" charset="-122"/>
              </a:rPr>
              <a:t>（对任何一个属于</a:t>
            </a:r>
            <a:r>
              <a:rPr lang="en-US" altLang="zh-CN" sz="2800" b="1" i="1" dirty="0">
                <a:solidFill>
                  <a:schemeClr val="accent2"/>
                </a:solidFill>
                <a:latin typeface="Times New Roman" panose="02020603050405020304" pitchFamily="18" charset="0"/>
                <a:ea typeface="宋体" panose="02010600030101010101" pitchFamily="2" charset="-122"/>
              </a:rPr>
              <a:t>D</a:t>
            </a:r>
            <a:r>
              <a:rPr lang="zh-CN" altLang="en-US" sz="2800" b="1" dirty="0">
                <a:solidFill>
                  <a:schemeClr val="accent2"/>
                </a:solidFill>
                <a:latin typeface="Times New Roman" panose="02020603050405020304" pitchFamily="18" charset="0"/>
                <a:ea typeface="宋体" panose="02010600030101010101" pitchFamily="2" charset="-122"/>
              </a:rPr>
              <a:t>的子集</a:t>
            </a:r>
            <a:r>
              <a:rPr lang="en-US" altLang="zh-CN" sz="2800" b="1" i="1" dirty="0">
                <a:solidFill>
                  <a:schemeClr val="accent2"/>
                </a:solidFill>
                <a:latin typeface="Times New Roman" panose="02020603050405020304" pitchFamily="18" charset="0"/>
                <a:ea typeface="宋体" panose="02010600030101010101" pitchFamily="2" charset="-122"/>
              </a:rPr>
              <a:t>A</a:t>
            </a:r>
            <a:r>
              <a:rPr lang="zh-CN" altLang="en-US" sz="2800" b="1" dirty="0">
                <a:solidFill>
                  <a:schemeClr val="accent2"/>
                </a:solidFill>
                <a:latin typeface="Times New Roman" panose="02020603050405020304" pitchFamily="18" charset="0"/>
                <a:ea typeface="宋体" panose="02010600030101010101" pitchFamily="2" charset="-122"/>
              </a:rPr>
              <a:t>，命它对应一个数</a:t>
            </a:r>
            <a:r>
              <a:rPr lang="en-US" altLang="zh-CN" sz="2800" b="1" i="1" dirty="0">
                <a:solidFill>
                  <a:schemeClr val="accent2"/>
                </a:solidFill>
                <a:latin typeface="Times New Roman" panose="02020603050405020304" pitchFamily="18" charset="0"/>
                <a:ea typeface="宋体" panose="02010600030101010101" pitchFamily="2" charset="-122"/>
              </a:rPr>
              <a:t>M</a:t>
            </a:r>
            <a:r>
              <a:rPr lang="en-US" altLang="zh-CN" sz="2800" b="1" dirty="0">
                <a:solidFill>
                  <a:schemeClr val="accent2"/>
                </a:solidFill>
                <a:latin typeface="Times New Roman" panose="02020603050405020304" pitchFamily="18" charset="0"/>
                <a:ea typeface="宋体" panose="02010600030101010101" pitchFamily="2" charset="-122"/>
              </a:rPr>
              <a:t>      [0</a:t>
            </a:r>
            <a:r>
              <a:rPr lang="zh-CN" altLang="en-US" sz="2800" b="1" dirty="0">
                <a:solidFill>
                  <a:schemeClr val="accent2"/>
                </a:solidFill>
                <a:latin typeface="Times New Roman" panose="02020603050405020304" pitchFamily="18" charset="0"/>
                <a:ea typeface="宋体" panose="02010600030101010101" pitchFamily="2" charset="-122"/>
              </a:rPr>
              <a:t>，</a:t>
            </a:r>
            <a:r>
              <a:rPr lang="en-US" altLang="zh-CN" sz="2800" b="1" dirty="0">
                <a:solidFill>
                  <a:schemeClr val="accent2"/>
                </a:solidFill>
                <a:latin typeface="Times New Roman" panose="02020603050405020304" pitchFamily="18" charset="0"/>
                <a:ea typeface="宋体" panose="02010600030101010101" pitchFamily="2" charset="-122"/>
              </a:rPr>
              <a:t>1]</a:t>
            </a:r>
            <a:r>
              <a:rPr lang="zh-CN" altLang="en-US" sz="2800" b="1" dirty="0">
                <a:solidFill>
                  <a:schemeClr val="accent2"/>
                </a:solidFill>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  且满足</a:t>
            </a:r>
            <a:endParaRPr lang="zh-CN" altLang="en-US" sz="2800" b="1" dirty="0">
              <a:latin typeface="Times New Roman" panose="02020603050405020304" pitchFamily="18" charset="0"/>
              <a:ea typeface="宋体" panose="02010600030101010101" pitchFamily="2" charset="-122"/>
            </a:endParaRPr>
          </a:p>
          <a:p>
            <a:pPr algn="just">
              <a:lnSpc>
                <a:spcPct val="120000"/>
              </a:lnSpc>
              <a:spcBef>
                <a:spcPct val="50000"/>
              </a:spcBef>
              <a:buClr>
                <a:schemeClr val="accent2"/>
              </a:buCl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a:p>
            <a:pPr algn="just">
              <a:lnSpc>
                <a:spcPct val="120000"/>
              </a:lnSpc>
              <a:spcBef>
                <a:spcPct val="50000"/>
              </a:spcBef>
              <a:buClr>
                <a:schemeClr val="accent2"/>
              </a:buCl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a:p>
            <a:pPr algn="just">
              <a:lnSpc>
                <a:spcPct val="120000"/>
              </a:lnSpc>
              <a:spcBef>
                <a:spcPct val="50000"/>
              </a:spcBef>
              <a:buClr>
                <a:schemeClr val="accent2"/>
              </a:buClr>
              <a:buFont typeface="Wingdings" panose="05000000000000000000" pitchFamily="2" charset="2"/>
            </a:pPr>
            <a:r>
              <a:rPr lang="zh-CN" altLang="en-US" sz="2800" b="1" dirty="0">
                <a:latin typeface="Times New Roman" panose="02020603050405020304" pitchFamily="18" charset="0"/>
                <a:ea typeface="宋体" panose="02010600030101010101" pitchFamily="2" charset="-122"/>
              </a:rPr>
              <a:t>则 </a:t>
            </a:r>
            <a:r>
              <a:rPr lang="en-US" altLang="zh-CN" sz="2800" b="1" i="1" dirty="0">
                <a:latin typeface="Times New Roman" panose="02020603050405020304" pitchFamily="18" charset="0"/>
                <a:ea typeface="宋体" panose="02010600030101010101" pitchFamily="2" charset="-122"/>
              </a:rPr>
              <a:t>M</a:t>
            </a:r>
            <a:r>
              <a:rPr lang="en-US" altLang="zh-CN" sz="28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上的基本概率分配函数，</a:t>
            </a:r>
            <a:r>
              <a:rPr lang="en-US" altLang="zh-CN" sz="2800" b="1" i="1" dirty="0">
                <a:latin typeface="Times New Roman" panose="02020603050405020304" pitchFamily="18" charset="0"/>
                <a:ea typeface="宋体" panose="02010600030101010101" pitchFamily="2" charset="-122"/>
              </a:rPr>
              <a:t>M</a:t>
            </a:r>
            <a:r>
              <a:rPr lang="zh-CN" altLang="en-US" sz="2800" b="1" dirty="0">
                <a:latin typeface="Times New Roman" panose="02020603050405020304" pitchFamily="18" charset="0"/>
                <a:ea typeface="宋体" panose="02010600030101010101" pitchFamily="2" charset="-122"/>
              </a:rPr>
              <a:t>（</a:t>
            </a:r>
            <a:r>
              <a:rPr lang="en-US" altLang="zh-CN" sz="2800" b="1" i="1" dirty="0">
                <a:latin typeface="Times New Roman" panose="02020603050405020304" pitchFamily="18" charset="0"/>
                <a:ea typeface="宋体" panose="02010600030101010101" pitchFamily="2" charset="-122"/>
              </a:rPr>
              <a:t>A</a:t>
            </a:r>
            <a:r>
              <a:rPr lang="zh-CN"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 </a:t>
            </a:r>
            <a:r>
              <a:rPr lang="en-US" altLang="zh-CN" sz="2800" b="1" i="1" dirty="0">
                <a:latin typeface="Times New Roman" panose="02020603050405020304" pitchFamily="18" charset="0"/>
                <a:ea typeface="宋体" panose="02010600030101010101" pitchFamily="2" charset="-122"/>
              </a:rPr>
              <a:t>A</a:t>
            </a:r>
            <a:r>
              <a:rPr lang="zh-CN" altLang="en-US" sz="2800" b="1" dirty="0">
                <a:latin typeface="Times New Roman" panose="02020603050405020304" pitchFamily="18" charset="0"/>
                <a:ea typeface="宋体" panose="02010600030101010101" pitchFamily="2" charset="-122"/>
              </a:rPr>
              <a:t>的基本概率数。</a:t>
            </a:r>
            <a:endParaRPr lang="zh-CN" altLang="en-US" sz="2800" b="1" dirty="0">
              <a:latin typeface="Times New Roman" panose="02020603050405020304" pitchFamily="18" charset="0"/>
              <a:ea typeface="宋体" panose="02010600030101010101" pitchFamily="2" charset="-122"/>
            </a:endParaRPr>
          </a:p>
        </p:txBody>
      </p:sp>
      <p:graphicFrame>
        <p:nvGraphicFramePr>
          <p:cNvPr id="35850" name="Object 6"/>
          <p:cNvGraphicFramePr>
            <a:graphicFrameLocks noChangeAspect="1"/>
          </p:cNvGraphicFramePr>
          <p:nvPr/>
        </p:nvGraphicFramePr>
        <p:xfrm>
          <a:off x="3617913" y="2803525"/>
          <a:ext cx="1344612" cy="538163"/>
        </p:xfrm>
        <a:graphic>
          <a:graphicData uri="http://schemas.openxmlformats.org/presentationml/2006/ole">
            <mc:AlternateContent xmlns:mc="http://schemas.openxmlformats.org/markup-compatibility/2006">
              <mc:Choice xmlns:v="urn:schemas-microsoft-com:vml" Requires="v">
                <p:oleObj spid="_x0000_s3135" name="" r:id="rId1" imgW="12506325" imgH="3952875" progId="Equation.3">
                  <p:embed/>
                </p:oleObj>
              </mc:Choice>
              <mc:Fallback>
                <p:oleObj name="" r:id="rId1" imgW="12506325" imgH="3952875" progId="Equation.3">
                  <p:embed/>
                  <p:pic>
                    <p:nvPicPr>
                      <p:cNvPr id="0" name="图片 3134"/>
                      <p:cNvPicPr/>
                      <p:nvPr/>
                    </p:nvPicPr>
                    <p:blipFill>
                      <a:blip r:embed="rId2"/>
                      <a:stretch>
                        <a:fillRect/>
                      </a:stretch>
                    </p:blipFill>
                    <p:spPr>
                      <a:xfrm>
                        <a:off x="3617913" y="2803525"/>
                        <a:ext cx="1344612" cy="538163"/>
                      </a:xfrm>
                      <a:prstGeom prst="rect">
                        <a:avLst/>
                      </a:prstGeom>
                      <a:noFill/>
                      <a:ln w="38100">
                        <a:noFill/>
                        <a:miter/>
                      </a:ln>
                    </p:spPr>
                  </p:pic>
                </p:oleObj>
              </mc:Fallback>
            </mc:AlternateContent>
          </a:graphicData>
        </a:graphic>
      </p:graphicFrame>
      <p:graphicFrame>
        <p:nvGraphicFramePr>
          <p:cNvPr id="35851" name="Object 8"/>
          <p:cNvGraphicFramePr>
            <a:graphicFrameLocks noChangeAspect="1"/>
          </p:cNvGraphicFramePr>
          <p:nvPr/>
        </p:nvGraphicFramePr>
        <p:xfrm>
          <a:off x="3843338" y="3886200"/>
          <a:ext cx="1546225" cy="471488"/>
        </p:xfrm>
        <a:graphic>
          <a:graphicData uri="http://schemas.openxmlformats.org/presentationml/2006/ole">
            <mc:AlternateContent xmlns:mc="http://schemas.openxmlformats.org/markup-compatibility/2006">
              <mc:Choice xmlns:v="urn:schemas-microsoft-com:vml" Requires="v">
                <p:oleObj spid="_x0000_s3133" name="" r:id="rId3" imgW="11410950" imgH="3514725" progId="Equation.3">
                  <p:embed/>
                </p:oleObj>
              </mc:Choice>
              <mc:Fallback>
                <p:oleObj name="" r:id="rId3" imgW="11410950" imgH="3514725" progId="Equation.3">
                  <p:embed/>
                  <p:pic>
                    <p:nvPicPr>
                      <p:cNvPr id="0" name="图片 3132"/>
                      <p:cNvPicPr/>
                      <p:nvPr/>
                    </p:nvPicPr>
                    <p:blipFill>
                      <a:blip r:embed="rId4"/>
                      <a:stretch>
                        <a:fillRect/>
                      </a:stretch>
                    </p:blipFill>
                    <p:spPr>
                      <a:xfrm>
                        <a:off x="3843338" y="3886200"/>
                        <a:ext cx="1546225" cy="471488"/>
                      </a:xfrm>
                      <a:prstGeom prst="rect">
                        <a:avLst/>
                      </a:prstGeom>
                      <a:noFill/>
                      <a:ln w="38100">
                        <a:noFill/>
                        <a:miter/>
                      </a:ln>
                    </p:spPr>
                  </p:pic>
                </p:oleObj>
              </mc:Fallback>
            </mc:AlternateContent>
          </a:graphicData>
        </a:graphic>
      </p:graphicFrame>
      <p:graphicFrame>
        <p:nvGraphicFramePr>
          <p:cNvPr id="35852" name="Object 10"/>
          <p:cNvGraphicFramePr>
            <a:graphicFrameLocks noChangeAspect="1"/>
          </p:cNvGraphicFramePr>
          <p:nvPr/>
        </p:nvGraphicFramePr>
        <p:xfrm>
          <a:off x="3733800" y="4572000"/>
          <a:ext cx="1822450" cy="746125"/>
        </p:xfrm>
        <a:graphic>
          <a:graphicData uri="http://schemas.openxmlformats.org/presentationml/2006/ole">
            <mc:AlternateContent xmlns:mc="http://schemas.openxmlformats.org/markup-compatibility/2006">
              <mc:Choice xmlns:v="urn:schemas-microsoft-com:vml" Requires="v">
                <p:oleObj spid="_x0000_s3134" name="" r:id="rId5" imgW="13820775" imgH="6362700" progId="Equation.3">
                  <p:embed/>
                </p:oleObj>
              </mc:Choice>
              <mc:Fallback>
                <p:oleObj name="" r:id="rId5" imgW="13820775" imgH="6362700" progId="Equation.3">
                  <p:embed/>
                  <p:pic>
                    <p:nvPicPr>
                      <p:cNvPr id="0" name="图片 3133"/>
                      <p:cNvPicPr/>
                      <p:nvPr/>
                    </p:nvPicPr>
                    <p:blipFill>
                      <a:blip r:embed="rId6"/>
                      <a:stretch>
                        <a:fillRect/>
                      </a:stretch>
                    </p:blipFill>
                    <p:spPr>
                      <a:xfrm>
                        <a:off x="3733800" y="4572000"/>
                        <a:ext cx="1822450" cy="746125"/>
                      </a:xfrm>
                      <a:prstGeom prst="rect">
                        <a:avLst/>
                      </a:prstGeom>
                      <a:noFill/>
                      <a:ln w="38100">
                        <a:noFill/>
                        <a:miter/>
                      </a:ln>
                    </p:spPr>
                  </p:pic>
                </p:oleObj>
              </mc:Fallback>
            </mc:AlternateContent>
          </a:graphicData>
        </a:graphic>
      </p:graphicFrame>
      <p:graphicFrame>
        <p:nvGraphicFramePr>
          <p:cNvPr id="35853" name="Object 14"/>
          <p:cNvGraphicFramePr>
            <a:graphicFrameLocks noChangeAspect="1"/>
          </p:cNvGraphicFramePr>
          <p:nvPr/>
        </p:nvGraphicFramePr>
        <p:xfrm>
          <a:off x="1676400" y="5486400"/>
          <a:ext cx="503238" cy="503238"/>
        </p:xfrm>
        <a:graphic>
          <a:graphicData uri="http://schemas.openxmlformats.org/presentationml/2006/ole">
            <mc:AlternateContent xmlns:mc="http://schemas.openxmlformats.org/markup-compatibility/2006">
              <mc:Choice xmlns:v="urn:schemas-microsoft-com:vml" Requires="v">
                <p:oleObj spid="_x0000_s3129" name="" r:id="rId7" imgW="3514725" imgH="3295650" progId="Equation.3">
                  <p:embed/>
                </p:oleObj>
              </mc:Choice>
              <mc:Fallback>
                <p:oleObj name="" r:id="rId7" imgW="3514725" imgH="3295650" progId="Equation.3">
                  <p:embed/>
                  <p:pic>
                    <p:nvPicPr>
                      <p:cNvPr id="0" name="图片 3128"/>
                      <p:cNvPicPr/>
                      <p:nvPr/>
                    </p:nvPicPr>
                    <p:blipFill>
                      <a:blip r:embed="rId8"/>
                      <a:stretch>
                        <a:fillRect/>
                      </a:stretch>
                    </p:blipFill>
                    <p:spPr>
                      <a:xfrm>
                        <a:off x="1676400" y="5486400"/>
                        <a:ext cx="503238" cy="503238"/>
                      </a:xfrm>
                      <a:prstGeom prst="rect">
                        <a:avLst/>
                      </a:prstGeom>
                      <a:noFill/>
                      <a:ln w="38100">
                        <a:noFill/>
                        <a:miter/>
                      </a:ln>
                    </p:spPr>
                  </p:pic>
                </p:oleObj>
              </mc:Fallback>
            </mc:AlternateContent>
          </a:graphicData>
        </a:graphic>
      </p:graphicFrame>
      <p:graphicFrame>
        <p:nvGraphicFramePr>
          <p:cNvPr id="35854" name="Object 17"/>
          <p:cNvGraphicFramePr>
            <a:graphicFrameLocks noChangeAspect="1"/>
          </p:cNvGraphicFramePr>
          <p:nvPr/>
        </p:nvGraphicFramePr>
        <p:xfrm>
          <a:off x="4876800" y="3429000"/>
          <a:ext cx="314325" cy="334963"/>
        </p:xfrm>
        <a:graphic>
          <a:graphicData uri="http://schemas.openxmlformats.org/presentationml/2006/ole">
            <mc:AlternateContent xmlns:mc="http://schemas.openxmlformats.org/markup-compatibility/2006">
              <mc:Choice xmlns:v="urn:schemas-microsoft-com:vml" Requires="v">
                <p:oleObj spid="_x0000_s3131" name="" r:id="rId9" imgW="2190750" imgH="2190750" progId="Equation.3">
                  <p:embed/>
                </p:oleObj>
              </mc:Choice>
              <mc:Fallback>
                <p:oleObj name="" r:id="rId9" imgW="2190750" imgH="2190750" progId="Equation.3">
                  <p:embed/>
                  <p:pic>
                    <p:nvPicPr>
                      <p:cNvPr id="0" name="图片 3130"/>
                      <p:cNvPicPr/>
                      <p:nvPr/>
                    </p:nvPicPr>
                    <p:blipFill>
                      <a:blip r:embed="rId10"/>
                      <a:stretch>
                        <a:fillRect/>
                      </a:stretch>
                    </p:blipFill>
                    <p:spPr>
                      <a:xfrm>
                        <a:off x="4876800" y="3429000"/>
                        <a:ext cx="314325" cy="334963"/>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灯片编号占位符 1"/>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6866" name="Rectangle 4"/>
          <p:cNvSpPr/>
          <p:nvPr/>
        </p:nvSpPr>
        <p:spPr>
          <a:xfrm>
            <a:off x="107950" y="1384300"/>
            <a:ext cx="8964613" cy="4410075"/>
          </a:xfrm>
          <a:prstGeom prst="rect">
            <a:avLst/>
          </a:prstGeom>
          <a:solidFill>
            <a:srgbClr val="FFFFFF"/>
          </a:solidFill>
          <a:ln w="9525" cap="flat" cmpd="sng">
            <a:solidFill>
              <a:srgbClr val="808080"/>
            </a:solidFill>
            <a:prstDash val="solid"/>
            <a:miter/>
            <a:headEnd type="none" w="med" len="med"/>
            <a:tailEnd type="none" w="med" len="med"/>
          </a:ln>
        </p:spPr>
        <p:txBody>
          <a:bodyPr anchor="ctr" anchorCtr="0">
            <a:spAutoFit/>
          </a:bodyPr>
          <a:p>
            <a:pPr algn="just" defTabSz="914400">
              <a:lnSpc>
                <a:spcPct val="120000"/>
              </a:lnSpc>
              <a:spcBef>
                <a:spcPct val="40000"/>
              </a:spcBef>
              <a:buClrTx/>
              <a:buFontTx/>
              <a:tabLst>
                <a:tab pos="457200" algn="l"/>
              </a:tabLst>
            </a:pPr>
            <a:r>
              <a:rPr lang="zh-CN" altLang="en-US" sz="2800" b="1" dirty="0">
                <a:latin typeface="Arial" panose="020B0604020202020204" pitchFamily="34" charset="0"/>
                <a:ea typeface="宋体" panose="02010600030101010101" pitchFamily="2" charset="-122"/>
              </a:rPr>
              <a:t>几点说明：</a:t>
            </a:r>
            <a:endParaRPr lang="zh-CN" altLang="en-US" sz="2800" b="1" dirty="0">
              <a:latin typeface="Arial" panose="020B0604020202020204" pitchFamily="34" charset="0"/>
              <a:ea typeface="宋体" panose="02010600030101010101" pitchFamily="2" charset="-122"/>
            </a:endParaRPr>
          </a:p>
          <a:p>
            <a:pPr algn="just" defTabSz="914400">
              <a:lnSpc>
                <a:spcPct val="120000"/>
              </a:lnSpc>
              <a:spcBef>
                <a:spcPct val="40000"/>
              </a:spcBef>
              <a:buClrTx/>
              <a:buFontTx/>
              <a:tabLst>
                <a:tab pos="457200" algn="l"/>
              </a:tabLst>
            </a:pPr>
            <a:r>
              <a:rPr lang="zh-CN" altLang="en-US" sz="2600" b="1" dirty="0">
                <a:latin typeface="Times New Roman" panose="02020603050405020304" pitchFamily="18" charset="0"/>
                <a:ea typeface="宋体" panose="02010600030101010101" pitchFamily="2" charset="-122"/>
              </a:rPr>
              <a:t>（</a:t>
            </a:r>
            <a:r>
              <a:rPr lang="en-US" altLang="zh-CN" sz="2600" b="1" dirty="0">
                <a:latin typeface="Times New Roman" panose="02020603050405020304" pitchFamily="18" charset="0"/>
                <a:ea typeface="宋体" panose="02010600030101010101" pitchFamily="2" charset="-122"/>
              </a:rPr>
              <a:t>1</a:t>
            </a:r>
            <a:r>
              <a:rPr lang="zh-CN" altLang="en-US" sz="2600" b="1" dirty="0">
                <a:latin typeface="Times New Roman" panose="02020603050405020304" pitchFamily="18" charset="0"/>
                <a:ea typeface="宋体" panose="02010600030101010101" pitchFamily="2" charset="-122"/>
              </a:rPr>
              <a:t>）设样本空间</a:t>
            </a:r>
            <a:r>
              <a:rPr lang="en-US" altLang="zh-CN" sz="2600" b="1" i="1" dirty="0">
                <a:latin typeface="Times New Roman" panose="02020603050405020304" pitchFamily="18" charset="0"/>
                <a:ea typeface="宋体" panose="02010600030101010101" pitchFamily="2" charset="-122"/>
              </a:rPr>
              <a:t>D</a:t>
            </a:r>
            <a:r>
              <a:rPr lang="zh-CN" altLang="en-US" sz="2600" b="1" dirty="0">
                <a:latin typeface="Times New Roman" panose="02020603050405020304" pitchFamily="18" charset="0"/>
                <a:ea typeface="宋体" panose="02010600030101010101" pitchFamily="2" charset="-122"/>
              </a:rPr>
              <a:t>中有</a:t>
            </a:r>
            <a:r>
              <a:rPr lang="en-US" altLang="zh-CN" sz="2600" b="1" i="1" dirty="0">
                <a:latin typeface="Times New Roman" panose="02020603050405020304" pitchFamily="18" charset="0"/>
                <a:ea typeface="宋体" panose="02010600030101010101" pitchFamily="2" charset="-122"/>
              </a:rPr>
              <a:t>n</a:t>
            </a:r>
            <a:r>
              <a:rPr lang="zh-CN" altLang="en-US" sz="2600" b="1" dirty="0">
                <a:latin typeface="Times New Roman" panose="02020603050405020304" pitchFamily="18" charset="0"/>
                <a:ea typeface="宋体" panose="02010600030101010101" pitchFamily="2" charset="-122"/>
              </a:rPr>
              <a:t>个元素，则</a:t>
            </a:r>
            <a:r>
              <a:rPr lang="en-US" altLang="zh-CN" sz="2600" b="1" i="1" dirty="0">
                <a:latin typeface="Times New Roman" panose="02020603050405020304" pitchFamily="18" charset="0"/>
                <a:ea typeface="宋体" panose="02010600030101010101" pitchFamily="2" charset="-122"/>
              </a:rPr>
              <a:t>D</a:t>
            </a:r>
            <a:r>
              <a:rPr lang="zh-CN" altLang="en-US" sz="2600" b="1" dirty="0">
                <a:latin typeface="Times New Roman" panose="02020603050405020304" pitchFamily="18" charset="0"/>
                <a:ea typeface="宋体" panose="02010600030101010101" pitchFamily="2" charset="-122"/>
              </a:rPr>
              <a:t>中子集的个数为   个。</a:t>
            </a:r>
            <a:endParaRPr lang="zh-CN" altLang="en-US" sz="2600" b="1" dirty="0">
              <a:latin typeface="Times New Roman" panose="02020603050405020304" pitchFamily="18" charset="0"/>
              <a:ea typeface="宋体" panose="02010600030101010101" pitchFamily="2" charset="-122"/>
            </a:endParaRPr>
          </a:p>
          <a:p>
            <a:pPr algn="just" defTabSz="914400">
              <a:lnSpc>
                <a:spcPct val="120000"/>
              </a:lnSpc>
              <a:spcBef>
                <a:spcPct val="40000"/>
              </a:spcBef>
              <a:buClrTx/>
              <a:buFontTx/>
              <a:tabLst>
                <a:tab pos="457200" algn="l"/>
              </a:tabLst>
            </a:pPr>
            <a:r>
              <a:rPr lang="zh-CN" altLang="en-US" sz="2600" b="1" dirty="0">
                <a:latin typeface="Times New Roman" panose="02020603050405020304" pitchFamily="18" charset="0"/>
                <a:ea typeface="宋体" panose="02010600030101010101" pitchFamily="2" charset="-122"/>
              </a:rPr>
              <a:t>         ： </a:t>
            </a:r>
            <a:r>
              <a:rPr lang="en-US" altLang="zh-CN" sz="2600" b="1" i="1" dirty="0">
                <a:latin typeface="Times New Roman" panose="02020603050405020304" pitchFamily="18" charset="0"/>
                <a:ea typeface="宋体" panose="02010600030101010101" pitchFamily="2" charset="-122"/>
              </a:rPr>
              <a:t>D</a:t>
            </a:r>
            <a:r>
              <a:rPr lang="zh-CN" altLang="en-US" sz="2600" b="1" dirty="0">
                <a:latin typeface="Times New Roman" panose="02020603050405020304" pitchFamily="18" charset="0"/>
                <a:ea typeface="宋体" panose="02010600030101010101" pitchFamily="2" charset="-122"/>
              </a:rPr>
              <a:t>的所有子集。</a:t>
            </a:r>
            <a:endParaRPr lang="zh-CN" altLang="en-US" sz="2600" b="1" dirty="0">
              <a:latin typeface="Times New Roman" panose="02020603050405020304" pitchFamily="18" charset="0"/>
              <a:ea typeface="宋体" panose="02010600030101010101" pitchFamily="2" charset="-122"/>
            </a:endParaRPr>
          </a:p>
          <a:p>
            <a:pPr algn="just" defTabSz="914400">
              <a:lnSpc>
                <a:spcPct val="120000"/>
              </a:lnSpc>
              <a:spcBef>
                <a:spcPct val="40000"/>
              </a:spcBef>
              <a:buClrTx/>
              <a:buFontTx/>
              <a:tabLst>
                <a:tab pos="457200" algn="l"/>
              </a:tabLst>
            </a:pPr>
            <a:r>
              <a:rPr lang="zh-CN" altLang="en-US" sz="2600" b="1" dirty="0">
                <a:latin typeface="Times New Roman" panose="02020603050405020304" pitchFamily="18" charset="0"/>
                <a:ea typeface="宋体" panose="02010600030101010101" pitchFamily="2" charset="-122"/>
              </a:rPr>
              <a:t>（</a:t>
            </a:r>
            <a:r>
              <a:rPr lang="en-US" altLang="zh-CN" sz="2600" b="1" dirty="0">
                <a:latin typeface="Times New Roman" panose="02020603050405020304" pitchFamily="18" charset="0"/>
                <a:ea typeface="宋体" panose="02010600030101010101" pitchFamily="2" charset="-122"/>
              </a:rPr>
              <a:t>2</a:t>
            </a:r>
            <a:r>
              <a:rPr lang="zh-CN" altLang="en-US" sz="2600" b="1" dirty="0">
                <a:latin typeface="Times New Roman" panose="02020603050405020304" pitchFamily="18" charset="0"/>
                <a:ea typeface="宋体" panose="02010600030101010101" pitchFamily="2" charset="-122"/>
              </a:rPr>
              <a:t>）概率分配函数：把</a:t>
            </a:r>
            <a:r>
              <a:rPr lang="en-US" altLang="zh-CN" sz="2600" b="1" i="1" dirty="0">
                <a:latin typeface="Times New Roman" panose="02020603050405020304" pitchFamily="18" charset="0"/>
                <a:ea typeface="宋体" panose="02010600030101010101" pitchFamily="2" charset="-122"/>
              </a:rPr>
              <a:t>D</a:t>
            </a:r>
            <a:r>
              <a:rPr lang="zh-CN" altLang="en-US" sz="2600" b="1" dirty="0">
                <a:latin typeface="Times New Roman" panose="02020603050405020304" pitchFamily="18" charset="0"/>
                <a:ea typeface="宋体" panose="02010600030101010101" pitchFamily="2" charset="-122"/>
              </a:rPr>
              <a:t>的任意一个子集</a:t>
            </a:r>
            <a:r>
              <a:rPr lang="en-US" altLang="zh-CN" sz="2600" b="1" i="1" dirty="0">
                <a:latin typeface="Times New Roman" panose="02020603050405020304" pitchFamily="18" charset="0"/>
                <a:ea typeface="宋体" panose="02010600030101010101" pitchFamily="2" charset="-122"/>
              </a:rPr>
              <a:t>A</a:t>
            </a:r>
            <a:r>
              <a:rPr lang="zh-CN" altLang="en-US" sz="2600" b="1" dirty="0">
                <a:latin typeface="Times New Roman" panose="02020603050405020304" pitchFamily="18" charset="0"/>
                <a:ea typeface="宋体" panose="02010600030101010101" pitchFamily="2" charset="-122"/>
              </a:rPr>
              <a:t>都映射为</a:t>
            </a:r>
            <a:r>
              <a:rPr lang="en-US" altLang="zh-CN" sz="2600" b="1" dirty="0">
                <a:latin typeface="Times New Roman" panose="02020603050405020304" pitchFamily="18" charset="0"/>
                <a:ea typeface="宋体" panose="02010600030101010101" pitchFamily="2" charset="-122"/>
              </a:rPr>
              <a:t>[0</a:t>
            </a:r>
            <a:r>
              <a:rPr lang="zh-CN" altLang="en-US" sz="2600" b="1" dirty="0">
                <a:latin typeface="Times New Roman" panose="02020603050405020304" pitchFamily="18" charset="0"/>
                <a:ea typeface="宋体" panose="02010600030101010101" pitchFamily="2" charset="-122"/>
              </a:rPr>
              <a:t>，</a:t>
            </a:r>
            <a:r>
              <a:rPr lang="en-US" altLang="zh-CN" sz="2600" b="1" dirty="0">
                <a:latin typeface="Times New Roman" panose="02020603050405020304" pitchFamily="18" charset="0"/>
                <a:ea typeface="宋体" panose="02010600030101010101" pitchFamily="2" charset="-122"/>
              </a:rPr>
              <a:t>1]</a:t>
            </a:r>
            <a:r>
              <a:rPr lang="zh-CN" altLang="en-US" sz="2600" b="1" dirty="0">
                <a:latin typeface="Times New Roman" panose="02020603050405020304" pitchFamily="18" charset="0"/>
                <a:ea typeface="宋体" panose="02010600030101010101" pitchFamily="2" charset="-122"/>
              </a:rPr>
              <a:t>上的一个数</a:t>
            </a:r>
            <a:r>
              <a:rPr lang="en-US" altLang="zh-CN" sz="2600" b="1" i="1" dirty="0">
                <a:latin typeface="Times New Roman" panose="02020603050405020304" pitchFamily="18" charset="0"/>
                <a:ea typeface="宋体" panose="02010600030101010101" pitchFamily="2" charset="-122"/>
              </a:rPr>
              <a:t>M</a:t>
            </a:r>
            <a:r>
              <a:rPr lang="zh-CN" altLang="en-US" sz="2600" b="1" dirty="0">
                <a:latin typeface="Times New Roman" panose="02020603050405020304" pitchFamily="18" charset="0"/>
                <a:ea typeface="宋体" panose="02010600030101010101" pitchFamily="2" charset="-122"/>
              </a:rPr>
              <a:t>（</a:t>
            </a:r>
            <a:r>
              <a:rPr lang="en-US" altLang="zh-CN" sz="2600" b="1" i="1" dirty="0">
                <a:latin typeface="Times New Roman" panose="02020603050405020304" pitchFamily="18" charset="0"/>
                <a:ea typeface="宋体" panose="02010600030101010101" pitchFamily="2" charset="-122"/>
              </a:rPr>
              <a:t>A</a:t>
            </a:r>
            <a:r>
              <a:rPr lang="zh-CN" altLang="en-US" sz="2600" b="1" dirty="0">
                <a:latin typeface="Times New Roman" panose="02020603050405020304" pitchFamily="18" charset="0"/>
                <a:ea typeface="宋体" panose="02010600030101010101" pitchFamily="2" charset="-122"/>
              </a:rPr>
              <a:t>）。</a:t>
            </a:r>
            <a:endParaRPr lang="zh-CN" altLang="en-US" sz="2600" b="1" dirty="0">
              <a:latin typeface="Times New Roman" panose="02020603050405020304" pitchFamily="18" charset="0"/>
              <a:ea typeface="宋体" panose="02010600030101010101" pitchFamily="2" charset="-122"/>
            </a:endParaRPr>
          </a:p>
          <a:p>
            <a:pPr algn="just" defTabSz="914400">
              <a:lnSpc>
                <a:spcPct val="120000"/>
              </a:lnSpc>
              <a:spcBef>
                <a:spcPct val="40000"/>
              </a:spcBef>
              <a:buClrTx/>
              <a:buFontTx/>
              <a:tabLst>
                <a:tab pos="457200" algn="l"/>
              </a:tabLst>
            </a:pPr>
            <a:r>
              <a:rPr lang="zh-CN" altLang="en-US" sz="2600" b="1" dirty="0">
                <a:latin typeface="Times New Roman" panose="02020603050405020304" pitchFamily="18" charset="0"/>
                <a:ea typeface="宋体" panose="02010600030101010101" pitchFamily="2" charset="-122"/>
              </a:rPr>
              <a:t>              ，         时，</a:t>
            </a:r>
            <a:r>
              <a:rPr lang="en-US" altLang="zh-CN" sz="2600" b="1" i="1" dirty="0">
                <a:latin typeface="Times New Roman" panose="02020603050405020304" pitchFamily="18" charset="0"/>
                <a:ea typeface="宋体" panose="02010600030101010101" pitchFamily="2" charset="-122"/>
              </a:rPr>
              <a:t>M</a:t>
            </a:r>
            <a:r>
              <a:rPr lang="zh-CN" altLang="en-US" sz="2600" b="1" dirty="0">
                <a:latin typeface="Times New Roman" panose="02020603050405020304" pitchFamily="18" charset="0"/>
                <a:ea typeface="宋体" panose="02010600030101010101" pitchFamily="2" charset="-122"/>
              </a:rPr>
              <a:t>（</a:t>
            </a:r>
            <a:r>
              <a:rPr lang="en-US" altLang="zh-CN" sz="2600" b="1" i="1" dirty="0">
                <a:latin typeface="Times New Roman" panose="02020603050405020304" pitchFamily="18" charset="0"/>
                <a:ea typeface="宋体" panose="02010600030101010101" pitchFamily="2" charset="-122"/>
              </a:rPr>
              <a:t>A</a:t>
            </a:r>
            <a:r>
              <a:rPr lang="zh-CN" altLang="en-US" sz="2600" b="1" dirty="0">
                <a:latin typeface="Times New Roman" panose="02020603050405020304" pitchFamily="18" charset="0"/>
                <a:ea typeface="宋体" panose="02010600030101010101" pitchFamily="2" charset="-122"/>
              </a:rPr>
              <a:t>）：对相应命题</a:t>
            </a:r>
            <a:r>
              <a:rPr lang="en-US" altLang="zh-CN" sz="2600" b="1" i="1" dirty="0">
                <a:latin typeface="Times New Roman" panose="02020603050405020304" pitchFamily="18" charset="0"/>
                <a:ea typeface="宋体" panose="02010600030101010101" pitchFamily="2" charset="-122"/>
              </a:rPr>
              <a:t>A</a:t>
            </a:r>
            <a:r>
              <a:rPr lang="zh-CN" altLang="en-US" sz="2600" b="1" dirty="0">
                <a:latin typeface="Times New Roman" panose="02020603050405020304" pitchFamily="18" charset="0"/>
                <a:ea typeface="宋体" panose="02010600030101010101" pitchFamily="2" charset="-122"/>
              </a:rPr>
              <a:t>的精确信任度。</a:t>
            </a:r>
            <a:endParaRPr lang="zh-CN" altLang="en-US" sz="2600" b="1" dirty="0">
              <a:latin typeface="Times New Roman" panose="02020603050405020304" pitchFamily="18" charset="0"/>
              <a:ea typeface="宋体" panose="02010600030101010101" pitchFamily="2" charset="-122"/>
            </a:endParaRPr>
          </a:p>
          <a:p>
            <a:pPr algn="just" defTabSz="914400">
              <a:lnSpc>
                <a:spcPct val="120000"/>
              </a:lnSpc>
              <a:spcBef>
                <a:spcPct val="40000"/>
              </a:spcBef>
              <a:buClrTx/>
              <a:buFontTx/>
              <a:tabLst>
                <a:tab pos="457200" algn="l"/>
              </a:tabLst>
            </a:pPr>
            <a:r>
              <a:rPr lang="zh-CN" altLang="en-US" sz="2600" b="1" dirty="0">
                <a:latin typeface="Times New Roman" panose="02020603050405020304" pitchFamily="18" charset="0"/>
                <a:ea typeface="宋体" panose="02010600030101010101" pitchFamily="2" charset="-122"/>
              </a:rPr>
              <a:t>（</a:t>
            </a:r>
            <a:r>
              <a:rPr lang="en-US" altLang="zh-CN" sz="2600" b="1" dirty="0">
                <a:latin typeface="Times New Roman" panose="02020603050405020304" pitchFamily="18" charset="0"/>
                <a:ea typeface="宋体" panose="02010600030101010101" pitchFamily="2" charset="-122"/>
              </a:rPr>
              <a:t>3</a:t>
            </a:r>
            <a:r>
              <a:rPr lang="zh-CN" altLang="en-US" sz="2600" b="1" dirty="0">
                <a:latin typeface="Times New Roman" panose="02020603050405020304" pitchFamily="18" charset="0"/>
                <a:ea typeface="宋体" panose="02010600030101010101" pitchFamily="2" charset="-122"/>
              </a:rPr>
              <a:t>）概率分配函数与概率不同。</a:t>
            </a:r>
            <a:r>
              <a:rPr lang="zh-CN" altLang="en-US" sz="3200" dirty="0">
                <a:latin typeface="Times New Roman" panose="02020603050405020304" pitchFamily="18" charset="0"/>
                <a:ea typeface="宋体" panose="02010600030101010101" pitchFamily="2" charset="-122"/>
              </a:rPr>
              <a:t> </a:t>
            </a:r>
            <a:endParaRPr lang="zh-CN" altLang="en-US" sz="3200" dirty="0">
              <a:latin typeface="Times New Roman" panose="02020603050405020304" pitchFamily="18" charset="0"/>
              <a:ea typeface="宋体" panose="02010600030101010101" pitchFamily="2" charset="-122"/>
            </a:endParaRPr>
          </a:p>
        </p:txBody>
      </p:sp>
      <p:sp>
        <p:nvSpPr>
          <p:cNvPr id="36867" name="Rectangle 6"/>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36868" name="Object 5"/>
          <p:cNvGraphicFramePr>
            <a:graphicFrameLocks noChangeAspect="1"/>
          </p:cNvGraphicFramePr>
          <p:nvPr/>
        </p:nvGraphicFramePr>
        <p:xfrm>
          <a:off x="7977188" y="2136775"/>
          <a:ext cx="406400" cy="428625"/>
        </p:xfrm>
        <a:graphic>
          <a:graphicData uri="http://schemas.openxmlformats.org/presentationml/2006/ole">
            <mc:AlternateContent xmlns:mc="http://schemas.openxmlformats.org/markup-compatibility/2006">
              <mc:Choice xmlns:v="urn:schemas-microsoft-com:vml" Requires="v">
                <p:oleObj spid="_x0000_s3137" name="" r:id="rId1" imgW="3076575" imgH="3295650" progId="Equation.3">
                  <p:embed/>
                </p:oleObj>
              </mc:Choice>
              <mc:Fallback>
                <p:oleObj name="" r:id="rId1" imgW="3076575" imgH="3295650" progId="Equation.3">
                  <p:embed/>
                  <p:pic>
                    <p:nvPicPr>
                      <p:cNvPr id="0" name="图片 3136"/>
                      <p:cNvPicPr/>
                      <p:nvPr/>
                    </p:nvPicPr>
                    <p:blipFill>
                      <a:blip r:embed="rId2"/>
                      <a:stretch>
                        <a:fillRect/>
                      </a:stretch>
                    </p:blipFill>
                    <p:spPr>
                      <a:xfrm>
                        <a:off x="7977188" y="2136775"/>
                        <a:ext cx="406400" cy="428625"/>
                      </a:xfrm>
                      <a:prstGeom prst="rect">
                        <a:avLst/>
                      </a:prstGeom>
                      <a:noFill/>
                      <a:ln w="38100">
                        <a:noFill/>
                        <a:miter/>
                      </a:ln>
                    </p:spPr>
                  </p:pic>
                </p:oleObj>
              </mc:Fallback>
            </mc:AlternateContent>
          </a:graphicData>
        </a:graphic>
      </p:graphicFrame>
      <p:sp>
        <p:nvSpPr>
          <p:cNvPr id="36869" name="Rectangle 8"/>
          <p:cNvSpPr/>
          <p:nvPr/>
        </p:nvSpPr>
        <p:spPr>
          <a:xfrm>
            <a:off x="0" y="69215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36870" name="Object 7"/>
          <p:cNvGraphicFramePr>
            <a:graphicFrameLocks noChangeAspect="1"/>
          </p:cNvGraphicFramePr>
          <p:nvPr/>
        </p:nvGraphicFramePr>
        <p:xfrm>
          <a:off x="539750" y="2778125"/>
          <a:ext cx="457200" cy="434975"/>
        </p:xfrm>
        <a:graphic>
          <a:graphicData uri="http://schemas.openxmlformats.org/presentationml/2006/ole">
            <mc:AlternateContent xmlns:mc="http://schemas.openxmlformats.org/markup-compatibility/2006">
              <mc:Choice xmlns:v="urn:schemas-microsoft-com:vml" Requires="v">
                <p:oleObj spid="_x0000_s3132" name="" r:id="rId3" imgW="3514725" imgH="3295650" progId="Equation.3">
                  <p:embed/>
                </p:oleObj>
              </mc:Choice>
              <mc:Fallback>
                <p:oleObj name="" r:id="rId3" imgW="3514725" imgH="3295650" progId="Equation.3">
                  <p:embed/>
                  <p:pic>
                    <p:nvPicPr>
                      <p:cNvPr id="0" name="图片 3131"/>
                      <p:cNvPicPr/>
                      <p:nvPr/>
                    </p:nvPicPr>
                    <p:blipFill>
                      <a:blip r:embed="rId4"/>
                      <a:stretch>
                        <a:fillRect/>
                      </a:stretch>
                    </p:blipFill>
                    <p:spPr>
                      <a:xfrm>
                        <a:off x="539750" y="2778125"/>
                        <a:ext cx="457200" cy="434975"/>
                      </a:xfrm>
                      <a:prstGeom prst="rect">
                        <a:avLst/>
                      </a:prstGeom>
                      <a:noFill/>
                      <a:ln w="38100">
                        <a:noFill/>
                        <a:miter/>
                      </a:ln>
                    </p:spPr>
                  </p:pic>
                </p:oleObj>
              </mc:Fallback>
            </mc:AlternateContent>
          </a:graphicData>
        </a:graphic>
      </p:graphicFrame>
      <p:graphicFrame>
        <p:nvGraphicFramePr>
          <p:cNvPr id="36871" name="Object 10"/>
          <p:cNvGraphicFramePr>
            <a:graphicFrameLocks noChangeAspect="1"/>
          </p:cNvGraphicFramePr>
          <p:nvPr/>
        </p:nvGraphicFramePr>
        <p:xfrm>
          <a:off x="468313" y="4583113"/>
          <a:ext cx="928687" cy="358775"/>
        </p:xfrm>
        <a:graphic>
          <a:graphicData uri="http://schemas.openxmlformats.org/presentationml/2006/ole">
            <mc:AlternateContent xmlns:mc="http://schemas.openxmlformats.org/markup-compatibility/2006">
              <mc:Choice xmlns:v="urn:schemas-microsoft-com:vml" Requires="v">
                <p:oleObj spid="_x0000_s3136" name="" r:id="rId5" imgW="7458075" imgH="2847975" progId="Equation.DSMT4">
                  <p:embed/>
                </p:oleObj>
              </mc:Choice>
              <mc:Fallback>
                <p:oleObj name="" r:id="rId5" imgW="7458075" imgH="2847975" progId="Equation.DSMT4">
                  <p:embed/>
                  <p:pic>
                    <p:nvPicPr>
                      <p:cNvPr id="0" name="图片 3135"/>
                      <p:cNvPicPr/>
                      <p:nvPr/>
                    </p:nvPicPr>
                    <p:blipFill>
                      <a:blip r:embed="rId6"/>
                      <a:stretch>
                        <a:fillRect/>
                      </a:stretch>
                    </p:blipFill>
                    <p:spPr>
                      <a:xfrm>
                        <a:off x="468313" y="4583113"/>
                        <a:ext cx="928687" cy="358775"/>
                      </a:xfrm>
                      <a:prstGeom prst="rect">
                        <a:avLst/>
                      </a:prstGeom>
                      <a:noFill/>
                      <a:ln w="38100">
                        <a:noFill/>
                        <a:miter/>
                      </a:ln>
                    </p:spPr>
                  </p:pic>
                </p:oleObj>
              </mc:Fallback>
            </mc:AlternateContent>
          </a:graphicData>
        </a:graphic>
      </p:graphicFrame>
      <p:graphicFrame>
        <p:nvGraphicFramePr>
          <p:cNvPr id="36872" name="Object 11"/>
          <p:cNvGraphicFramePr>
            <a:graphicFrameLocks noChangeAspect="1"/>
          </p:cNvGraphicFramePr>
          <p:nvPr/>
        </p:nvGraphicFramePr>
        <p:xfrm>
          <a:off x="1606550" y="4579938"/>
          <a:ext cx="923925" cy="407987"/>
        </p:xfrm>
        <a:graphic>
          <a:graphicData uri="http://schemas.openxmlformats.org/presentationml/2006/ole">
            <mc:AlternateContent xmlns:mc="http://schemas.openxmlformats.org/markup-compatibility/2006">
              <mc:Choice xmlns:v="urn:schemas-microsoft-com:vml" Requires="v">
                <p:oleObj spid="_x0000_s3130" name="" r:id="rId7" imgW="7458075" imgH="3295650" progId="Equation.3">
                  <p:embed/>
                </p:oleObj>
              </mc:Choice>
              <mc:Fallback>
                <p:oleObj name="" r:id="rId7" imgW="7458075" imgH="3295650" progId="Equation.3">
                  <p:embed/>
                  <p:pic>
                    <p:nvPicPr>
                      <p:cNvPr id="0" name="图片 3129"/>
                      <p:cNvPicPr/>
                      <p:nvPr/>
                    </p:nvPicPr>
                    <p:blipFill>
                      <a:blip r:embed="rId8"/>
                      <a:stretch>
                        <a:fillRect/>
                      </a:stretch>
                    </p:blipFill>
                    <p:spPr>
                      <a:xfrm>
                        <a:off x="1606550" y="4579938"/>
                        <a:ext cx="923925" cy="407987"/>
                      </a:xfrm>
                      <a:prstGeom prst="rect">
                        <a:avLst/>
                      </a:prstGeom>
                      <a:noFill/>
                      <a:ln w="38100">
                        <a:noFill/>
                        <a:miter/>
                      </a:ln>
                    </p:spPr>
                  </p:pic>
                </p:oleObj>
              </mc:Fallback>
            </mc:AlternateContent>
          </a:graphicData>
        </a:graphic>
      </p:graphicFrame>
      <p:sp>
        <p:nvSpPr>
          <p:cNvPr id="36873" name="Rectangle 13"/>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4000" b="1" dirty="0">
                <a:solidFill>
                  <a:schemeClr val="bg1"/>
                </a:solidFill>
                <a:latin typeface="Times New Roman" panose="02020603050405020304" pitchFamily="18" charset="0"/>
                <a:ea typeface="黑体" panose="02010609060101010101" pitchFamily="2" charset="-122"/>
              </a:rPr>
              <a:t>4.5.1</a:t>
            </a:r>
            <a:r>
              <a:rPr lang="en-US" altLang="zh-CN" sz="4000" b="1" dirty="0">
                <a:solidFill>
                  <a:schemeClr val="bg1"/>
                </a:solidFill>
                <a:latin typeface="宋体" panose="02010600030101010101" pitchFamily="2" charset="-122"/>
                <a:ea typeface="黑体" panose="02010609060101010101" pitchFamily="2" charset="-122"/>
              </a:rPr>
              <a:t> </a:t>
            </a:r>
            <a:r>
              <a:rPr lang="zh-CN" altLang="en-US" sz="4000" b="1" dirty="0">
                <a:solidFill>
                  <a:schemeClr val="bg1"/>
                </a:solidFill>
                <a:latin typeface="宋体" panose="02010600030101010101" pitchFamily="2" charset="-122"/>
                <a:ea typeface="黑体" panose="02010609060101010101" pitchFamily="2" charset="-122"/>
              </a:rPr>
              <a:t>概率分配函数</a:t>
            </a:r>
            <a:endParaRPr lang="zh-CN" altLang="en-US" sz="4000" b="1" dirty="0">
              <a:solidFill>
                <a:schemeClr val="bg1"/>
              </a:solidFill>
              <a:latin typeface="宋体" panose="02010600030101010101" pitchFamily="2" charset="-122"/>
              <a:ea typeface="黑体" panose="02010609060101010101" pitchFamily="2" charset="-122"/>
            </a:endParaRPr>
          </a:p>
        </p:txBody>
      </p:sp>
      <p:sp>
        <p:nvSpPr>
          <p:cNvPr id="184339" name="AutoShape 19"/>
          <p:cNvSpPr/>
          <p:nvPr/>
        </p:nvSpPr>
        <p:spPr>
          <a:xfrm>
            <a:off x="1143000" y="5105400"/>
            <a:ext cx="7848600" cy="762000"/>
          </a:xfrm>
          <a:prstGeom prst="borderCallout2">
            <a:avLst>
              <a:gd name="adj1" fmla="val 15000"/>
              <a:gd name="adj2" fmla="val -972"/>
              <a:gd name="adj3" fmla="val 15000"/>
              <a:gd name="adj4" fmla="val -3903"/>
              <a:gd name="adj5" fmla="val -192708"/>
              <a:gd name="adj6" fmla="val -6940"/>
            </a:avLst>
          </a:prstGeom>
          <a:gradFill rotWithShape="0">
            <a:gsLst>
              <a:gs pos="0">
                <a:srgbClr val="CCFFCC"/>
              </a:gs>
              <a:gs pos="100000">
                <a:srgbClr val="FFFFFF"/>
              </a:gs>
            </a:gsLst>
            <a:path path="rect">
              <a:fillToRect l="100000" b="100000"/>
            </a:path>
            <a:tileRect/>
          </a:gradFill>
          <a:ln w="9525" cap="flat" cmpd="sng">
            <a:solidFill>
              <a:schemeClr val="accent2"/>
            </a:solidFill>
            <a:prstDash val="solid"/>
            <a:miter/>
            <a:headEnd type="none" w="med" len="med"/>
            <a:tailEnd type="none" w="med" len="med"/>
          </a:ln>
        </p:spPr>
        <p:txBody>
          <a:bodyPr anchor="t" anchorCtr="0"/>
          <a:p>
            <a:pPr algn="just">
              <a:buClr>
                <a:schemeClr val="accent2"/>
              </a:buClr>
              <a:buFont typeface="Wingdings" panose="05000000000000000000" pitchFamily="2" charset="2"/>
              <a:buChar char="§"/>
            </a:pPr>
            <a:r>
              <a:rPr lang="en-US" altLang="zh-CN" sz="2200" b="1" dirty="0">
                <a:latin typeface="宋体" panose="02010600030101010101" pitchFamily="2" charset="-122"/>
                <a:ea typeface="宋体" panose="02010600030101010101" pitchFamily="2" charset="-122"/>
              </a:rPr>
              <a:t> </a:t>
            </a:r>
            <a:r>
              <a:rPr lang="zh-CN" altLang="en-US" sz="2200" b="1" dirty="0">
                <a:latin typeface="宋体" panose="02010600030101010101" pitchFamily="2" charset="-122"/>
                <a:ea typeface="宋体" panose="02010600030101010101" pitchFamily="2" charset="-122"/>
              </a:rPr>
              <a:t>例如，设</a:t>
            </a:r>
            <a:r>
              <a:rPr lang="zh-CN" altLang="en-US" sz="2200" b="1" dirty="0">
                <a:latin typeface="Times New Roman" panose="02020603050405020304" pitchFamily="18" charset="0"/>
                <a:ea typeface="宋体" panose="02010600030101010101" pitchFamily="2" charset="-122"/>
              </a:rPr>
              <a:t> </a:t>
            </a:r>
            <a:r>
              <a:rPr lang="en-US" altLang="zh-CN" sz="2200" b="1" i="1" dirty="0">
                <a:latin typeface="Times New Roman" panose="02020603050405020304" pitchFamily="18" charset="0"/>
                <a:ea typeface="宋体" panose="02010600030101010101" pitchFamily="2" charset="-122"/>
              </a:rPr>
              <a:t>A</a:t>
            </a:r>
            <a:r>
              <a:rPr lang="en-US" altLang="zh-CN" sz="2200" b="1" dirty="0">
                <a:latin typeface="Times New Roman" panose="02020603050405020304" pitchFamily="18" charset="0"/>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红</a:t>
            </a:r>
            <a:r>
              <a:rPr lang="en-US" altLang="zh-CN" sz="2200" b="1" dirty="0">
                <a:latin typeface="Times New Roman" panose="02020603050405020304" pitchFamily="18" charset="0"/>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a:p>
            <a:pPr algn="just">
              <a:buClr>
                <a:schemeClr val="accent2"/>
              </a:buClr>
              <a:buFont typeface="Wingdings" panose="05000000000000000000" pitchFamily="2" charset="2"/>
            </a:pPr>
            <a:r>
              <a:rPr lang="zh-CN" altLang="en-US" sz="2200" b="1" i="1" dirty="0">
                <a:latin typeface="Times New Roman" panose="02020603050405020304" pitchFamily="18" charset="0"/>
                <a:ea typeface="宋体" panose="02010600030101010101" pitchFamily="2" charset="-122"/>
              </a:rPr>
              <a:t>    </a:t>
            </a:r>
            <a:r>
              <a:rPr lang="en-US" altLang="zh-CN" sz="2200" b="1" i="1" dirty="0">
                <a:latin typeface="Times New Roman" panose="02020603050405020304" pitchFamily="18" charset="0"/>
                <a:ea typeface="宋体" panose="02010600030101010101" pitchFamily="2" charset="-122"/>
              </a:rPr>
              <a:t>M</a:t>
            </a:r>
            <a:r>
              <a:rPr lang="zh-CN" altLang="en-US" sz="2200" b="1" dirty="0">
                <a:latin typeface="宋体" panose="02010600030101010101" pitchFamily="2" charset="-122"/>
                <a:ea typeface="宋体" panose="02010600030101010101" pitchFamily="2" charset="-122"/>
              </a:rPr>
              <a:t>（</a:t>
            </a:r>
            <a:r>
              <a:rPr lang="en-US" altLang="zh-CN" sz="2200" b="1" i="1" dirty="0">
                <a:latin typeface="Times New Roman" panose="02020603050405020304" pitchFamily="18" charset="0"/>
                <a:ea typeface="宋体" panose="02010600030101010101" pitchFamily="2" charset="-122"/>
              </a:rPr>
              <a:t>A</a:t>
            </a:r>
            <a:r>
              <a:rPr lang="zh-CN" altLang="en-US" sz="2200" b="1" dirty="0">
                <a:latin typeface="宋体" panose="02010600030101010101" pitchFamily="2" charset="-122"/>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=0.3</a:t>
            </a:r>
            <a:r>
              <a:rPr lang="zh-CN" altLang="en-US" sz="2200" b="1" dirty="0">
                <a:latin typeface="Times New Roman" panose="02020603050405020304" pitchFamily="18" charset="0"/>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命题</a:t>
            </a:r>
            <a:r>
              <a:rPr lang="zh-CN" altLang="en-US" sz="2200" b="1" dirty="0">
                <a:latin typeface="Times New Roman" panose="02020603050405020304" pitchFamily="18" charset="0"/>
                <a:ea typeface="宋体" panose="02010600030101010101" pitchFamily="2" charset="-122"/>
              </a:rPr>
              <a:t>“</a:t>
            </a:r>
            <a:r>
              <a:rPr lang="en-US" altLang="zh-CN" sz="2200" b="1" i="1" dirty="0">
                <a:latin typeface="Times New Roman" panose="02020603050405020304" pitchFamily="18" charset="0"/>
                <a:ea typeface="宋体" panose="02010600030101010101" pitchFamily="2" charset="-122"/>
              </a:rPr>
              <a:t>x</a:t>
            </a:r>
            <a:r>
              <a:rPr lang="zh-CN" altLang="en-US" sz="2200" b="1" dirty="0">
                <a:latin typeface="宋体" panose="02010600030101010101" pitchFamily="2" charset="-122"/>
                <a:ea typeface="宋体" panose="02010600030101010101" pitchFamily="2" charset="-122"/>
              </a:rPr>
              <a:t>是红色</a:t>
            </a:r>
            <a:r>
              <a:rPr lang="zh-CN" altLang="en-US" sz="2200" b="1" dirty="0">
                <a:latin typeface="Times New Roman" panose="02020603050405020304" pitchFamily="18" charset="0"/>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的信任度是</a:t>
            </a:r>
            <a:r>
              <a:rPr lang="en-US" altLang="zh-CN" sz="2200" b="1" dirty="0">
                <a:latin typeface="Times New Roman" panose="02020603050405020304" pitchFamily="18" charset="0"/>
                <a:ea typeface="宋体" panose="02010600030101010101" pitchFamily="2" charset="-122"/>
              </a:rPr>
              <a:t>0.3</a:t>
            </a:r>
            <a:r>
              <a:rPr lang="zh-CN" altLang="en-US" sz="2200" b="1" dirty="0">
                <a:latin typeface="宋体" panose="02010600030101010101" pitchFamily="2" charset="-122"/>
                <a:ea typeface="宋体" panose="02010600030101010101" pitchFamily="2" charset="-122"/>
              </a:rPr>
              <a:t>。</a:t>
            </a:r>
            <a:r>
              <a:rPr lang="zh-CN" altLang="en-US" sz="2200" b="1" dirty="0">
                <a:latin typeface="Arial" panose="020B0604020202020204" pitchFamily="34" charset="0"/>
                <a:ea typeface="宋体" panose="02010600030101010101" pitchFamily="2" charset="-122"/>
              </a:rPr>
              <a:t> </a:t>
            </a:r>
            <a:endParaRPr lang="zh-CN" altLang="en-US" sz="2200" b="1" dirty="0">
              <a:latin typeface="Arial" panose="020B0604020202020204" pitchFamily="34" charset="0"/>
              <a:ea typeface="宋体" panose="02010600030101010101" pitchFamily="2" charset="-122"/>
            </a:endParaRPr>
          </a:p>
        </p:txBody>
      </p:sp>
      <p:sp>
        <p:nvSpPr>
          <p:cNvPr id="36875" name="Rectangle 20"/>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4.3.1 </a:t>
            </a:r>
            <a:r>
              <a:rPr lang="zh-CN" altLang="en-US" b="0" dirty="0">
                <a:latin typeface="Times New Roman" panose="02020603050405020304" pitchFamily="18" charset="0"/>
              </a:rPr>
              <a:t>概率分配函数</a:t>
            </a:r>
            <a:endParaRPr lang="zh-CN" altLang="en-US" b="0" dirty="0">
              <a:latin typeface="Times New Roman" panose="02020603050405020304" pitchFamily="18" charset="0"/>
            </a:endParaRPr>
          </a:p>
        </p:txBody>
      </p:sp>
      <p:sp>
        <p:nvSpPr>
          <p:cNvPr id="184341" name="AutoShape 21"/>
          <p:cNvSpPr/>
          <p:nvPr/>
        </p:nvSpPr>
        <p:spPr>
          <a:xfrm>
            <a:off x="1371600" y="2590800"/>
            <a:ext cx="7543800" cy="2411413"/>
          </a:xfrm>
          <a:prstGeom prst="borderCallout2">
            <a:avLst>
              <a:gd name="adj1" fmla="val 4741"/>
              <a:gd name="adj2" fmla="val -1009"/>
              <a:gd name="adj3" fmla="val 4741"/>
              <a:gd name="adj4" fmla="val -4333"/>
              <a:gd name="adj5" fmla="val 108560"/>
              <a:gd name="adj6" fmla="val -7745"/>
            </a:avLst>
          </a:prstGeom>
          <a:gradFill rotWithShape="0">
            <a:gsLst>
              <a:gs pos="0">
                <a:srgbClr val="CCFFFF"/>
              </a:gs>
              <a:gs pos="100000">
                <a:srgbClr val="FFFFFF"/>
              </a:gs>
            </a:gsLst>
            <a:path path="rect">
              <a:fillToRect l="100000" b="100000"/>
            </a:path>
            <a:tileRect/>
          </a:gradFill>
          <a:ln w="9525" cap="flat" cmpd="sng">
            <a:solidFill>
              <a:schemeClr val="accent2"/>
            </a:solidFill>
            <a:prstDash val="solid"/>
            <a:miter/>
            <a:headEnd type="none" w="med" len="med"/>
            <a:tailEnd type="none" w="med" len="med"/>
          </a:ln>
        </p:spPr>
        <p:txBody>
          <a:bodyPr anchor="t" anchorCtr="0"/>
          <a:p>
            <a:pPr algn="just">
              <a:lnSpc>
                <a:spcPct val="130000"/>
              </a:lnSpc>
              <a:buClr>
                <a:schemeClr val="accent2"/>
              </a:buClr>
              <a:buFont typeface="Wingdings" panose="05000000000000000000" pitchFamily="2" charset="2"/>
              <a:buChar char="§"/>
            </a:pPr>
            <a:r>
              <a:rPr lang="en-US" altLang="zh-CN" sz="2200" b="1" dirty="0">
                <a:latin typeface="宋体" panose="02010600030101010101" pitchFamily="2" charset="-122"/>
                <a:ea typeface="宋体" panose="02010600030101010101" pitchFamily="2" charset="-122"/>
              </a:rPr>
              <a:t> </a:t>
            </a:r>
            <a:r>
              <a:rPr lang="zh-CN" altLang="en-US" sz="2200" b="1" dirty="0">
                <a:latin typeface="宋体" panose="02010600030101010101" pitchFamily="2" charset="-122"/>
                <a:ea typeface="宋体" panose="02010600030101010101" pitchFamily="2" charset="-122"/>
              </a:rPr>
              <a:t>设 </a:t>
            </a:r>
            <a:r>
              <a:rPr lang="en-US" altLang="zh-CN" sz="2200" b="1" i="1" dirty="0">
                <a:latin typeface="Times New Roman" panose="02020603050405020304" pitchFamily="18" charset="0"/>
                <a:ea typeface="宋体" panose="02010600030101010101" pitchFamily="2" charset="-122"/>
              </a:rPr>
              <a:t>D</a:t>
            </a:r>
            <a:r>
              <a:rPr lang="en-US" altLang="zh-CN" sz="2200" b="1" dirty="0">
                <a:latin typeface="Times New Roman" panose="02020603050405020304" pitchFamily="18" charset="0"/>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红，黄，蓝</a:t>
            </a:r>
            <a:r>
              <a:rPr lang="en-US" altLang="zh-CN" sz="2200" b="1" dirty="0">
                <a:latin typeface="Times New Roman" panose="02020603050405020304" pitchFamily="18" charset="0"/>
                <a:ea typeface="宋体" panose="02010600030101010101" pitchFamily="2" charset="-122"/>
              </a:rPr>
              <a:t>}</a:t>
            </a:r>
            <a:endParaRPr lang="en-US" altLang="zh-CN" sz="2200" b="1" dirty="0">
              <a:latin typeface="Times New Roman" panose="02020603050405020304" pitchFamily="18" charset="0"/>
              <a:ea typeface="宋体" panose="02010600030101010101" pitchFamily="2" charset="-122"/>
            </a:endParaRPr>
          </a:p>
          <a:p>
            <a:pPr algn="just">
              <a:lnSpc>
                <a:spcPct val="130000"/>
              </a:lnSpc>
              <a:buClrTx/>
              <a:buFontTx/>
            </a:pPr>
            <a:r>
              <a:rPr lang="en-US" altLang="zh-CN" sz="2200" b="1" i="1" dirty="0">
                <a:latin typeface="Times New Roman" panose="02020603050405020304" pitchFamily="18" charset="0"/>
                <a:ea typeface="宋体" panose="02010600030101010101" pitchFamily="2" charset="-122"/>
              </a:rPr>
              <a:t>M</a:t>
            </a:r>
            <a:r>
              <a:rPr lang="zh-CN" altLang="en-US" sz="2200" b="1" dirty="0">
                <a:latin typeface="宋体" panose="02010600030101010101" pitchFamily="2" charset="-122"/>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红</a:t>
            </a:r>
            <a:r>
              <a:rPr lang="en-US" altLang="zh-CN" sz="2200" b="1" dirty="0">
                <a:latin typeface="Times New Roman" panose="02020603050405020304" pitchFamily="18" charset="0"/>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=0.3</a:t>
            </a:r>
            <a:r>
              <a:rPr lang="zh-CN" altLang="en-US" sz="2200" b="1" dirty="0">
                <a:latin typeface="宋体" panose="02010600030101010101" pitchFamily="2" charset="-122"/>
                <a:ea typeface="宋体" panose="02010600030101010101" pitchFamily="2" charset="-122"/>
              </a:rPr>
              <a:t>，</a:t>
            </a:r>
            <a:r>
              <a:rPr lang="zh-CN" altLang="en-US" sz="2200" b="1" dirty="0">
                <a:latin typeface="Times New Roman" panose="02020603050405020304" pitchFamily="18" charset="0"/>
                <a:ea typeface="宋体" panose="02010600030101010101" pitchFamily="2" charset="-122"/>
              </a:rPr>
              <a:t> </a:t>
            </a:r>
            <a:r>
              <a:rPr lang="en-US" altLang="zh-CN" sz="2200" b="1" i="1" dirty="0">
                <a:latin typeface="Times New Roman" panose="02020603050405020304" pitchFamily="18" charset="0"/>
                <a:ea typeface="宋体" panose="02010600030101010101" pitchFamily="2" charset="-122"/>
              </a:rPr>
              <a:t>M</a:t>
            </a:r>
            <a:r>
              <a:rPr lang="zh-CN" altLang="en-US" sz="2200" b="1" dirty="0">
                <a:latin typeface="宋体" panose="02010600030101010101" pitchFamily="2" charset="-122"/>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黄</a:t>
            </a:r>
            <a:r>
              <a:rPr lang="en-US" altLang="zh-CN" sz="2200" b="1" dirty="0">
                <a:latin typeface="Times New Roman" panose="02020603050405020304" pitchFamily="18" charset="0"/>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=0</a:t>
            </a:r>
            <a:r>
              <a:rPr lang="zh-CN" altLang="en-US" sz="2200" b="1" dirty="0">
                <a:latin typeface="宋体" panose="02010600030101010101" pitchFamily="2" charset="-122"/>
                <a:ea typeface="宋体" panose="02010600030101010101" pitchFamily="2" charset="-122"/>
              </a:rPr>
              <a:t>，</a:t>
            </a:r>
            <a:r>
              <a:rPr lang="zh-CN" altLang="en-US" sz="2200" b="1" dirty="0">
                <a:latin typeface="Times New Roman" panose="02020603050405020304" pitchFamily="18" charset="0"/>
                <a:ea typeface="宋体" panose="02010600030101010101" pitchFamily="2" charset="-122"/>
              </a:rPr>
              <a:t> </a:t>
            </a:r>
            <a:r>
              <a:rPr lang="en-US" altLang="zh-CN" sz="2200" b="1" i="1" dirty="0">
                <a:latin typeface="Times New Roman" panose="02020603050405020304" pitchFamily="18" charset="0"/>
                <a:ea typeface="宋体" panose="02010600030101010101" pitchFamily="2" charset="-122"/>
              </a:rPr>
              <a:t>M</a:t>
            </a:r>
            <a:r>
              <a:rPr lang="zh-CN" altLang="en-US" sz="2200" b="1" dirty="0">
                <a:latin typeface="宋体" panose="02010600030101010101" pitchFamily="2" charset="-122"/>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蓝</a:t>
            </a:r>
            <a:r>
              <a:rPr lang="en-US" altLang="zh-CN" sz="2200" b="1" dirty="0">
                <a:latin typeface="Times New Roman" panose="02020603050405020304" pitchFamily="18" charset="0"/>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=0.1</a:t>
            </a:r>
            <a:r>
              <a:rPr lang="zh-CN" altLang="en-US" sz="2200" b="1" dirty="0">
                <a:latin typeface="宋体" panose="02010600030101010101" pitchFamily="2" charset="-122"/>
                <a:ea typeface="宋体" panose="02010600030101010101" pitchFamily="2" charset="-122"/>
              </a:rPr>
              <a:t>，</a:t>
            </a:r>
            <a:r>
              <a:rPr lang="zh-CN" altLang="en-US" sz="2200" b="1" dirty="0">
                <a:latin typeface="Times New Roman" panose="02020603050405020304" pitchFamily="18" charset="0"/>
                <a:ea typeface="宋体" panose="02010600030101010101" pitchFamily="2" charset="-122"/>
              </a:rPr>
              <a:t> </a:t>
            </a:r>
            <a:endParaRPr lang="zh-CN" altLang="en-US" sz="2200" b="1" dirty="0">
              <a:latin typeface="Times New Roman" panose="02020603050405020304" pitchFamily="18" charset="0"/>
              <a:ea typeface="宋体" panose="02010600030101010101" pitchFamily="2" charset="-122"/>
            </a:endParaRPr>
          </a:p>
          <a:p>
            <a:pPr algn="just">
              <a:lnSpc>
                <a:spcPct val="130000"/>
              </a:lnSpc>
              <a:buClrTx/>
              <a:buFontTx/>
            </a:pPr>
            <a:r>
              <a:rPr lang="en-US" altLang="zh-CN" sz="2200" b="1" i="1" dirty="0">
                <a:latin typeface="Times New Roman" panose="02020603050405020304" pitchFamily="18" charset="0"/>
                <a:ea typeface="宋体" panose="02010600030101010101" pitchFamily="2" charset="-122"/>
              </a:rPr>
              <a:t>M</a:t>
            </a:r>
            <a:r>
              <a:rPr lang="zh-CN" altLang="en-US" sz="2200" b="1" dirty="0">
                <a:latin typeface="宋体" panose="02010600030101010101" pitchFamily="2" charset="-122"/>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红，黄</a:t>
            </a:r>
            <a:r>
              <a:rPr lang="en-US" altLang="zh-CN" sz="2200" b="1" dirty="0">
                <a:latin typeface="Times New Roman" panose="02020603050405020304" pitchFamily="18" charset="0"/>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=0.2</a:t>
            </a:r>
            <a:r>
              <a:rPr lang="zh-CN" altLang="en-US" sz="2200" b="1" dirty="0">
                <a:latin typeface="宋体" panose="02010600030101010101" pitchFamily="2" charset="-122"/>
                <a:ea typeface="宋体" panose="02010600030101010101" pitchFamily="2" charset="-122"/>
              </a:rPr>
              <a:t>，</a:t>
            </a:r>
            <a:r>
              <a:rPr lang="en-US" altLang="zh-CN" sz="2200" b="1" i="1" dirty="0">
                <a:latin typeface="Times New Roman" panose="02020603050405020304" pitchFamily="18" charset="0"/>
                <a:ea typeface="宋体" panose="02010600030101010101" pitchFamily="2" charset="-122"/>
              </a:rPr>
              <a:t>M</a:t>
            </a:r>
            <a:r>
              <a:rPr lang="zh-CN" altLang="en-US" sz="2200" b="1" dirty="0">
                <a:latin typeface="宋体" panose="02010600030101010101" pitchFamily="2" charset="-122"/>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红，蓝</a:t>
            </a:r>
            <a:r>
              <a:rPr lang="en-US" altLang="zh-CN" sz="2200" b="1" dirty="0">
                <a:latin typeface="Times New Roman" panose="02020603050405020304" pitchFamily="18" charset="0"/>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=0.2</a:t>
            </a:r>
            <a:r>
              <a:rPr lang="zh-CN" altLang="en-US" sz="2200" b="1" dirty="0">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a:p>
            <a:pPr algn="just">
              <a:lnSpc>
                <a:spcPct val="130000"/>
              </a:lnSpc>
              <a:buClrTx/>
              <a:buFontTx/>
            </a:pPr>
            <a:r>
              <a:rPr lang="en-US" altLang="zh-CN" sz="2200" b="1" i="1" dirty="0">
                <a:latin typeface="Times New Roman" panose="02020603050405020304" pitchFamily="18" charset="0"/>
                <a:ea typeface="宋体" panose="02010600030101010101" pitchFamily="2" charset="-122"/>
              </a:rPr>
              <a:t>M</a:t>
            </a:r>
            <a:r>
              <a:rPr lang="zh-CN" altLang="en-US" sz="2200" b="1" dirty="0">
                <a:latin typeface="宋体" panose="02010600030101010101" pitchFamily="2" charset="-122"/>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黄，蓝</a:t>
            </a:r>
            <a:r>
              <a:rPr lang="en-US" altLang="zh-CN" sz="2200" b="1" dirty="0">
                <a:latin typeface="Times New Roman" panose="02020603050405020304" pitchFamily="18" charset="0"/>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=0.1</a:t>
            </a:r>
            <a:r>
              <a:rPr lang="zh-CN" altLang="en-US" sz="2200" b="1" dirty="0">
                <a:latin typeface="宋体" panose="02010600030101010101" pitchFamily="2" charset="-122"/>
                <a:ea typeface="宋体" panose="02010600030101010101" pitchFamily="2" charset="-122"/>
              </a:rPr>
              <a:t>，</a:t>
            </a:r>
            <a:r>
              <a:rPr lang="en-US" altLang="zh-CN" sz="2200" b="1" i="1" dirty="0">
                <a:latin typeface="Times New Roman" panose="02020603050405020304" pitchFamily="18" charset="0"/>
                <a:ea typeface="宋体" panose="02010600030101010101" pitchFamily="2" charset="-122"/>
              </a:rPr>
              <a:t>M</a:t>
            </a:r>
            <a:r>
              <a:rPr lang="zh-CN" altLang="en-US" sz="2200" b="1" dirty="0">
                <a:latin typeface="宋体" panose="02010600030101010101" pitchFamily="2" charset="-122"/>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红，黄，蓝</a:t>
            </a:r>
            <a:r>
              <a:rPr lang="en-US" altLang="zh-CN" sz="2200" b="1" dirty="0">
                <a:latin typeface="Times New Roman" panose="02020603050405020304" pitchFamily="18" charset="0"/>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=0.1</a:t>
            </a:r>
            <a:r>
              <a:rPr lang="zh-CN" altLang="en-US" sz="2200" b="1" dirty="0">
                <a:latin typeface="宋体" panose="02010600030101010101" pitchFamily="2" charset="-122"/>
                <a:ea typeface="宋体" panose="02010600030101010101" pitchFamily="2" charset="-122"/>
              </a:rPr>
              <a:t>，</a:t>
            </a:r>
            <a:r>
              <a:rPr lang="en-US" altLang="zh-CN" sz="2200" b="1" i="1" dirty="0">
                <a:latin typeface="Times New Roman" panose="02020603050405020304" pitchFamily="18" charset="0"/>
                <a:ea typeface="宋体" panose="02010600030101010101" pitchFamily="2" charset="-122"/>
              </a:rPr>
              <a:t>M</a:t>
            </a:r>
            <a:r>
              <a:rPr lang="zh-CN" altLang="en-US" sz="2200" b="1" dirty="0">
                <a:latin typeface="宋体" panose="02010600030101010101" pitchFamily="2" charset="-122"/>
                <a:ea typeface="宋体" panose="02010600030101010101" pitchFamily="2" charset="-122"/>
              </a:rPr>
              <a:t>（</a:t>
            </a:r>
            <a:r>
              <a:rPr lang="en-US" altLang="zh-CN" sz="2200" b="1" i="1" dirty="0">
                <a:latin typeface="Times New Roman" panose="02020603050405020304" pitchFamily="18" charset="0"/>
                <a:ea typeface="宋体" panose="02010600030101010101" pitchFamily="2" charset="-122"/>
              </a:rPr>
              <a:t>Φ</a:t>
            </a:r>
            <a:r>
              <a:rPr lang="zh-CN" altLang="en-US" sz="2200" b="1" dirty="0">
                <a:latin typeface="宋体" panose="02010600030101010101" pitchFamily="2" charset="-122"/>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=0</a:t>
            </a:r>
            <a:endParaRPr lang="en-US" altLang="zh-CN" sz="2200" b="1" dirty="0">
              <a:latin typeface="Times New Roman" panose="02020603050405020304" pitchFamily="18" charset="0"/>
              <a:ea typeface="宋体" panose="02010600030101010101" pitchFamily="2" charset="-122"/>
            </a:endParaRPr>
          </a:p>
          <a:p>
            <a:pPr algn="just">
              <a:lnSpc>
                <a:spcPct val="130000"/>
              </a:lnSpc>
              <a:buClrTx/>
              <a:buFontTx/>
            </a:pPr>
            <a:r>
              <a:rPr lang="zh-CN" altLang="en-US" sz="2200" b="1" dirty="0">
                <a:latin typeface="宋体" panose="02010600030101010101" pitchFamily="2" charset="-122"/>
                <a:ea typeface="宋体" panose="02010600030101010101" pitchFamily="2" charset="-122"/>
              </a:rPr>
              <a:t>但：</a:t>
            </a:r>
            <a:r>
              <a:rPr lang="en-US" altLang="zh-CN" sz="2200" b="1" i="1" dirty="0">
                <a:solidFill>
                  <a:schemeClr val="accent2"/>
                </a:solidFill>
                <a:latin typeface="Times New Roman" panose="02020603050405020304" pitchFamily="18" charset="0"/>
                <a:ea typeface="宋体" panose="02010600030101010101" pitchFamily="2" charset="-122"/>
              </a:rPr>
              <a:t>M</a:t>
            </a:r>
            <a:r>
              <a:rPr lang="zh-CN" altLang="en-US" sz="2200" b="1" dirty="0">
                <a:solidFill>
                  <a:schemeClr val="accent2"/>
                </a:solidFill>
                <a:latin typeface="宋体" panose="02010600030101010101" pitchFamily="2" charset="-122"/>
                <a:ea typeface="宋体" panose="02010600030101010101" pitchFamily="2" charset="-122"/>
              </a:rPr>
              <a:t>（</a:t>
            </a:r>
            <a:r>
              <a:rPr lang="en-US" altLang="zh-CN" sz="2200" b="1" dirty="0">
                <a:solidFill>
                  <a:schemeClr val="accent2"/>
                </a:solidFill>
                <a:latin typeface="Times New Roman" panose="02020603050405020304" pitchFamily="18" charset="0"/>
                <a:ea typeface="宋体" panose="02010600030101010101" pitchFamily="2" charset="-122"/>
              </a:rPr>
              <a:t>{</a:t>
            </a:r>
            <a:r>
              <a:rPr lang="zh-CN" altLang="en-US" sz="2200" b="1" dirty="0">
                <a:solidFill>
                  <a:schemeClr val="accent2"/>
                </a:solidFill>
                <a:latin typeface="宋体" panose="02010600030101010101" pitchFamily="2" charset="-122"/>
                <a:ea typeface="宋体" panose="02010600030101010101" pitchFamily="2" charset="-122"/>
              </a:rPr>
              <a:t>红</a:t>
            </a:r>
            <a:r>
              <a:rPr lang="en-US" altLang="zh-CN" sz="2200" b="1" dirty="0">
                <a:solidFill>
                  <a:schemeClr val="accent2"/>
                </a:solidFill>
                <a:latin typeface="Times New Roman" panose="02020603050405020304" pitchFamily="18" charset="0"/>
                <a:ea typeface="宋体" panose="02010600030101010101" pitchFamily="2" charset="-122"/>
              </a:rPr>
              <a:t>}</a:t>
            </a:r>
            <a:r>
              <a:rPr lang="zh-CN" altLang="en-US" sz="2200" b="1" dirty="0">
                <a:solidFill>
                  <a:schemeClr val="accent2"/>
                </a:solidFill>
                <a:latin typeface="宋体" panose="02010600030101010101" pitchFamily="2" charset="-122"/>
                <a:ea typeface="宋体" panose="02010600030101010101" pitchFamily="2" charset="-122"/>
              </a:rPr>
              <a:t>）</a:t>
            </a:r>
            <a:r>
              <a:rPr lang="en-US" altLang="zh-CN" sz="2200" b="1" dirty="0">
                <a:solidFill>
                  <a:schemeClr val="accent2"/>
                </a:solidFill>
                <a:latin typeface="Times New Roman" panose="02020603050405020304" pitchFamily="18" charset="0"/>
                <a:ea typeface="宋体" panose="02010600030101010101" pitchFamily="2" charset="-122"/>
              </a:rPr>
              <a:t>+ </a:t>
            </a:r>
            <a:r>
              <a:rPr lang="en-US" altLang="zh-CN" sz="2200" b="1" i="1" dirty="0">
                <a:solidFill>
                  <a:schemeClr val="accent2"/>
                </a:solidFill>
                <a:latin typeface="Times New Roman" panose="02020603050405020304" pitchFamily="18" charset="0"/>
                <a:ea typeface="宋体" panose="02010600030101010101" pitchFamily="2" charset="-122"/>
              </a:rPr>
              <a:t>M</a:t>
            </a:r>
            <a:r>
              <a:rPr lang="zh-CN" altLang="en-US" sz="2200" b="1" dirty="0">
                <a:solidFill>
                  <a:schemeClr val="accent2"/>
                </a:solidFill>
                <a:latin typeface="宋体" panose="02010600030101010101" pitchFamily="2" charset="-122"/>
                <a:ea typeface="宋体" panose="02010600030101010101" pitchFamily="2" charset="-122"/>
              </a:rPr>
              <a:t>（</a:t>
            </a:r>
            <a:r>
              <a:rPr lang="en-US" altLang="zh-CN" sz="2200" b="1" dirty="0">
                <a:solidFill>
                  <a:schemeClr val="accent2"/>
                </a:solidFill>
                <a:latin typeface="Times New Roman" panose="02020603050405020304" pitchFamily="18" charset="0"/>
                <a:ea typeface="宋体" panose="02010600030101010101" pitchFamily="2" charset="-122"/>
              </a:rPr>
              <a:t>{</a:t>
            </a:r>
            <a:r>
              <a:rPr lang="zh-CN" altLang="en-US" sz="2200" b="1" dirty="0">
                <a:solidFill>
                  <a:schemeClr val="accent2"/>
                </a:solidFill>
                <a:latin typeface="宋体" panose="02010600030101010101" pitchFamily="2" charset="-122"/>
                <a:ea typeface="宋体" panose="02010600030101010101" pitchFamily="2" charset="-122"/>
              </a:rPr>
              <a:t>黄</a:t>
            </a:r>
            <a:r>
              <a:rPr lang="en-US" altLang="zh-CN" sz="2200" b="1" dirty="0">
                <a:solidFill>
                  <a:schemeClr val="accent2"/>
                </a:solidFill>
                <a:latin typeface="Times New Roman" panose="02020603050405020304" pitchFamily="18" charset="0"/>
                <a:ea typeface="宋体" panose="02010600030101010101" pitchFamily="2" charset="-122"/>
              </a:rPr>
              <a:t>}</a:t>
            </a:r>
            <a:r>
              <a:rPr lang="zh-CN" altLang="en-US" sz="2200" b="1" dirty="0">
                <a:solidFill>
                  <a:schemeClr val="accent2"/>
                </a:solidFill>
                <a:latin typeface="宋体" panose="02010600030101010101" pitchFamily="2" charset="-122"/>
                <a:ea typeface="宋体" panose="02010600030101010101" pitchFamily="2" charset="-122"/>
              </a:rPr>
              <a:t>）</a:t>
            </a:r>
            <a:r>
              <a:rPr lang="en-US" altLang="zh-CN" sz="2200" b="1" dirty="0">
                <a:solidFill>
                  <a:schemeClr val="accent2"/>
                </a:solidFill>
                <a:latin typeface="Times New Roman" panose="02020603050405020304" pitchFamily="18" charset="0"/>
                <a:ea typeface="宋体" panose="02010600030101010101" pitchFamily="2" charset="-122"/>
              </a:rPr>
              <a:t>+ </a:t>
            </a:r>
            <a:r>
              <a:rPr lang="en-US" altLang="zh-CN" sz="2200" b="1" i="1" dirty="0">
                <a:solidFill>
                  <a:schemeClr val="accent2"/>
                </a:solidFill>
                <a:latin typeface="Times New Roman" panose="02020603050405020304" pitchFamily="18" charset="0"/>
                <a:ea typeface="宋体" panose="02010600030101010101" pitchFamily="2" charset="-122"/>
              </a:rPr>
              <a:t>M</a:t>
            </a:r>
            <a:r>
              <a:rPr lang="zh-CN" altLang="en-US" sz="2200" b="1" dirty="0">
                <a:solidFill>
                  <a:schemeClr val="accent2"/>
                </a:solidFill>
                <a:latin typeface="宋体" panose="02010600030101010101" pitchFamily="2" charset="-122"/>
                <a:ea typeface="宋体" panose="02010600030101010101" pitchFamily="2" charset="-122"/>
              </a:rPr>
              <a:t>（</a:t>
            </a:r>
            <a:r>
              <a:rPr lang="en-US" altLang="zh-CN" sz="2200" b="1" dirty="0">
                <a:solidFill>
                  <a:schemeClr val="accent2"/>
                </a:solidFill>
                <a:latin typeface="Times New Roman" panose="02020603050405020304" pitchFamily="18" charset="0"/>
                <a:ea typeface="宋体" panose="02010600030101010101" pitchFamily="2" charset="-122"/>
              </a:rPr>
              <a:t>{</a:t>
            </a:r>
            <a:r>
              <a:rPr lang="zh-CN" altLang="en-US" sz="2200" b="1" dirty="0">
                <a:solidFill>
                  <a:schemeClr val="accent2"/>
                </a:solidFill>
                <a:latin typeface="宋体" panose="02010600030101010101" pitchFamily="2" charset="-122"/>
                <a:ea typeface="宋体" panose="02010600030101010101" pitchFamily="2" charset="-122"/>
              </a:rPr>
              <a:t>蓝</a:t>
            </a:r>
            <a:r>
              <a:rPr lang="en-US" altLang="zh-CN" sz="2200" b="1" dirty="0">
                <a:solidFill>
                  <a:schemeClr val="accent2"/>
                </a:solidFill>
                <a:latin typeface="Times New Roman" panose="02020603050405020304" pitchFamily="18" charset="0"/>
                <a:ea typeface="宋体" panose="02010600030101010101" pitchFamily="2" charset="-122"/>
              </a:rPr>
              <a:t>}</a:t>
            </a:r>
            <a:r>
              <a:rPr lang="zh-CN" altLang="en-US" sz="2200" b="1" dirty="0">
                <a:solidFill>
                  <a:schemeClr val="accent2"/>
                </a:solidFill>
                <a:latin typeface="宋体" panose="02010600030101010101" pitchFamily="2" charset="-122"/>
                <a:ea typeface="宋体" panose="02010600030101010101" pitchFamily="2" charset="-122"/>
              </a:rPr>
              <a:t>）</a:t>
            </a:r>
            <a:r>
              <a:rPr lang="en-US" altLang="zh-CN" sz="2200" b="1" dirty="0">
                <a:solidFill>
                  <a:schemeClr val="accent2"/>
                </a:solidFill>
                <a:latin typeface="Times New Roman" panose="02020603050405020304" pitchFamily="18" charset="0"/>
                <a:ea typeface="宋体" panose="02010600030101010101" pitchFamily="2" charset="-122"/>
              </a:rPr>
              <a:t>=0.4</a:t>
            </a:r>
            <a:endParaRPr lang="en-US" altLang="zh-CN" sz="2200" b="1" dirty="0">
              <a:solidFill>
                <a:schemeClr val="accent2"/>
              </a:solidFill>
              <a:latin typeface="Arial" panose="020B0604020202020204" pitchFamily="34" charset="0"/>
              <a:ea typeface="宋体" panose="02010600030101010101" pitchFamily="2" charset="-122"/>
            </a:endParaRPr>
          </a:p>
        </p:txBody>
      </p:sp>
      <p:grpSp>
        <p:nvGrpSpPr>
          <p:cNvPr id="2" name="Group 18"/>
          <p:cNvGrpSpPr/>
          <p:nvPr/>
        </p:nvGrpSpPr>
        <p:grpSpPr>
          <a:xfrm>
            <a:off x="1219200" y="3200400"/>
            <a:ext cx="7696200" cy="1752600"/>
            <a:chOff x="768" y="1536"/>
            <a:chExt cx="4848" cy="1104"/>
          </a:xfrm>
        </p:grpSpPr>
        <p:sp>
          <p:nvSpPr>
            <p:cNvPr id="36878" name="AutoShape 15"/>
            <p:cNvSpPr/>
            <p:nvPr/>
          </p:nvSpPr>
          <p:spPr>
            <a:xfrm>
              <a:off x="768" y="1536"/>
              <a:ext cx="4848" cy="1104"/>
            </a:xfrm>
            <a:prstGeom prst="borderCallout2">
              <a:avLst>
                <a:gd name="adj1" fmla="val 6523"/>
                <a:gd name="adj2" fmla="val -1019"/>
                <a:gd name="adj3" fmla="val 6523"/>
                <a:gd name="adj4" fmla="val -2190"/>
                <a:gd name="adj5" fmla="val -7972"/>
                <a:gd name="adj6" fmla="val -3403"/>
              </a:avLst>
            </a:prstGeom>
            <a:gradFill rotWithShape="0">
              <a:gsLst>
                <a:gs pos="0">
                  <a:srgbClr val="99CCFF"/>
                </a:gs>
                <a:gs pos="100000">
                  <a:srgbClr val="FFFFFF"/>
                </a:gs>
              </a:gsLst>
              <a:path path="rect">
                <a:fillToRect l="100000" b="100000"/>
              </a:path>
              <a:tileRect/>
            </a:gradFill>
            <a:ln w="9525" cap="flat" cmpd="sng">
              <a:solidFill>
                <a:schemeClr val="accent2"/>
              </a:solidFill>
              <a:prstDash val="solid"/>
              <a:miter/>
              <a:headEnd type="none" w="med" len="med"/>
              <a:tailEnd type="none" w="med" len="med"/>
            </a:ln>
          </p:spPr>
          <p:txBody>
            <a:bodyPr anchor="t" anchorCtr="0"/>
            <a:p>
              <a:pPr algn="just">
                <a:lnSpc>
                  <a:spcPct val="120000"/>
                </a:lnSpc>
                <a:buClr>
                  <a:schemeClr val="accent2"/>
                </a:buClr>
                <a:buFont typeface="Wingdings" panose="05000000000000000000" pitchFamily="2" charset="2"/>
                <a:buChar char="§"/>
              </a:pPr>
              <a:r>
                <a:rPr lang="zh-CN" altLang="en-US" sz="2200" b="1" dirty="0">
                  <a:latin typeface="Times New Roman" panose="02020603050405020304" pitchFamily="18" charset="0"/>
                  <a:ea typeface="宋体" panose="02010600030101010101" pitchFamily="2" charset="-122"/>
                </a:rPr>
                <a:t>设 </a:t>
              </a:r>
              <a:r>
                <a:rPr lang="en-US" altLang="zh-CN" sz="2200" b="1" i="1" dirty="0">
                  <a:latin typeface="Times New Roman" panose="02020603050405020304" pitchFamily="18" charset="0"/>
                  <a:ea typeface="宋体" panose="02010600030101010101" pitchFamily="2" charset="-122"/>
                </a:rPr>
                <a:t>D</a:t>
              </a:r>
              <a:r>
                <a:rPr lang="en-US" altLang="zh-CN" sz="2200" b="1" dirty="0">
                  <a:latin typeface="Times New Roman" panose="02020603050405020304" pitchFamily="18" charset="0"/>
                  <a:ea typeface="宋体" panose="02010600030101010101" pitchFamily="2" charset="-122"/>
                </a:rPr>
                <a:t>={</a:t>
              </a:r>
              <a:r>
                <a:rPr lang="zh-CN" altLang="en-US" sz="2200" b="1" dirty="0">
                  <a:latin typeface="Times New Roman" panose="02020603050405020304" pitchFamily="18" charset="0"/>
                  <a:ea typeface="宋体" panose="02010600030101010101" pitchFamily="2" charset="-122"/>
                </a:rPr>
                <a:t>红，黄，蓝</a:t>
              </a:r>
              <a:r>
                <a:rPr lang="en-US" altLang="zh-CN" sz="2200" b="1" dirty="0">
                  <a:latin typeface="Times New Roman" panose="02020603050405020304" pitchFamily="18" charset="0"/>
                  <a:ea typeface="宋体" panose="02010600030101010101" pitchFamily="2" charset="-122"/>
                </a:rPr>
                <a:t>}</a:t>
              </a:r>
              <a:endParaRPr lang="en-US" altLang="zh-CN" sz="2200" b="1" dirty="0">
                <a:latin typeface="Times New Roman" panose="02020603050405020304" pitchFamily="18" charset="0"/>
                <a:ea typeface="宋体" panose="02010600030101010101" pitchFamily="2" charset="-122"/>
              </a:endParaRPr>
            </a:p>
            <a:p>
              <a:pPr algn="just">
                <a:lnSpc>
                  <a:spcPct val="120000"/>
                </a:lnSpc>
                <a:buClrTx/>
                <a:buFontTx/>
              </a:pPr>
              <a:r>
                <a:rPr lang="zh-CN" altLang="en-US" sz="2200" b="1" dirty="0">
                  <a:latin typeface="Times New Roman" panose="02020603050405020304" pitchFamily="18" charset="0"/>
                  <a:ea typeface="宋体" panose="02010600030101010101" pitchFamily="2" charset="-122"/>
                </a:rPr>
                <a:t>则其子集个数 </a:t>
              </a:r>
              <a:r>
                <a:rPr lang="en-US" altLang="zh-CN" sz="2200" b="1" dirty="0">
                  <a:latin typeface="Times New Roman" panose="02020603050405020304" pitchFamily="18" charset="0"/>
                  <a:ea typeface="宋体" panose="02010600030101010101" pitchFamily="2" charset="-122"/>
                </a:rPr>
                <a:t>2</a:t>
              </a:r>
              <a:r>
                <a:rPr lang="en-US" altLang="zh-CN" sz="2200" b="1" baseline="30000" dirty="0">
                  <a:latin typeface="Times New Roman" panose="02020603050405020304" pitchFamily="18" charset="0"/>
                  <a:ea typeface="宋体" panose="02010600030101010101" pitchFamily="2" charset="-122"/>
                </a:rPr>
                <a:t>3</a:t>
              </a:r>
              <a:r>
                <a:rPr lang="zh-CN" altLang="en-US" sz="2200" b="1" dirty="0">
                  <a:latin typeface="Times New Roman" panose="02020603050405020304" pitchFamily="18" charset="0"/>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8</a:t>
              </a:r>
              <a:r>
                <a:rPr lang="zh-CN" altLang="en-US" sz="2200" b="1" dirty="0">
                  <a:latin typeface="Times New Roman" panose="02020603050405020304" pitchFamily="18" charset="0"/>
                  <a:ea typeface="宋体" panose="02010600030101010101" pitchFamily="2" charset="-122"/>
                </a:rPr>
                <a:t>，具体为：</a:t>
              </a:r>
              <a:endParaRPr lang="zh-CN" altLang="en-US" sz="2200" b="1" dirty="0">
                <a:latin typeface="Times New Roman" panose="02020603050405020304" pitchFamily="18" charset="0"/>
                <a:ea typeface="宋体" panose="02010600030101010101" pitchFamily="2" charset="-122"/>
              </a:endParaRPr>
            </a:p>
            <a:p>
              <a:pPr algn="just">
                <a:lnSpc>
                  <a:spcPct val="120000"/>
                </a:lnSpc>
                <a:buClrTx/>
                <a:buFontTx/>
              </a:pPr>
              <a:r>
                <a:rPr lang="en-US" altLang="zh-CN" sz="2200" b="1" i="1" dirty="0">
                  <a:latin typeface="Times New Roman" panose="02020603050405020304" pitchFamily="18" charset="0"/>
                  <a:ea typeface="宋体" panose="02010600030101010101" pitchFamily="2" charset="-122"/>
                </a:rPr>
                <a:t>A</a:t>
              </a:r>
              <a:r>
                <a:rPr lang="en-US" altLang="zh-CN" sz="2200" b="1" dirty="0">
                  <a:latin typeface="Times New Roman" panose="02020603050405020304" pitchFamily="18" charset="0"/>
                  <a:ea typeface="宋体" panose="02010600030101010101" pitchFamily="2" charset="-122"/>
                </a:rPr>
                <a:t>={</a:t>
              </a:r>
              <a:r>
                <a:rPr lang="zh-CN" altLang="en-US" sz="2200" b="1" dirty="0">
                  <a:latin typeface="Times New Roman" panose="02020603050405020304" pitchFamily="18" charset="0"/>
                  <a:ea typeface="宋体" panose="02010600030101010101" pitchFamily="2" charset="-122"/>
                </a:rPr>
                <a:t>红</a:t>
              </a:r>
              <a:r>
                <a:rPr lang="en-US" altLang="zh-CN" sz="2200" b="1" dirty="0">
                  <a:latin typeface="Times New Roman" panose="02020603050405020304" pitchFamily="18" charset="0"/>
                  <a:ea typeface="宋体" panose="02010600030101010101" pitchFamily="2" charset="-122"/>
                </a:rPr>
                <a:t>}</a:t>
              </a:r>
              <a:r>
                <a:rPr lang="zh-CN" altLang="en-US" sz="2200" b="1" dirty="0">
                  <a:latin typeface="Times New Roman" panose="02020603050405020304" pitchFamily="18" charset="0"/>
                  <a:ea typeface="宋体" panose="02010600030101010101" pitchFamily="2" charset="-122"/>
                </a:rPr>
                <a:t>，     </a:t>
              </a:r>
              <a:r>
                <a:rPr lang="en-US" altLang="zh-CN" sz="2200" b="1" i="1" dirty="0">
                  <a:latin typeface="Times New Roman" panose="02020603050405020304" pitchFamily="18" charset="0"/>
                  <a:ea typeface="宋体" panose="02010600030101010101" pitchFamily="2" charset="-122"/>
                </a:rPr>
                <a:t>A</a:t>
              </a:r>
              <a:r>
                <a:rPr lang="en-US" altLang="zh-CN" sz="2200" b="1" dirty="0">
                  <a:latin typeface="Times New Roman" panose="02020603050405020304" pitchFamily="18" charset="0"/>
                  <a:ea typeface="宋体" panose="02010600030101010101" pitchFamily="2" charset="-122"/>
                </a:rPr>
                <a:t>={</a:t>
              </a:r>
              <a:r>
                <a:rPr lang="zh-CN" altLang="en-US" sz="2200" b="1" dirty="0">
                  <a:latin typeface="Times New Roman" panose="02020603050405020304" pitchFamily="18" charset="0"/>
                  <a:ea typeface="宋体" panose="02010600030101010101" pitchFamily="2" charset="-122"/>
                </a:rPr>
                <a:t>黄</a:t>
              </a:r>
              <a:r>
                <a:rPr lang="en-US" altLang="zh-CN" sz="2200" b="1" dirty="0">
                  <a:latin typeface="Times New Roman" panose="02020603050405020304" pitchFamily="18" charset="0"/>
                  <a:ea typeface="宋体" panose="02010600030101010101" pitchFamily="2" charset="-122"/>
                </a:rPr>
                <a:t>}</a:t>
              </a:r>
              <a:r>
                <a:rPr lang="zh-CN" altLang="en-US" sz="2200" b="1" dirty="0">
                  <a:latin typeface="Times New Roman" panose="02020603050405020304" pitchFamily="18" charset="0"/>
                  <a:ea typeface="宋体" panose="02010600030101010101" pitchFamily="2" charset="-122"/>
                </a:rPr>
                <a:t>， </a:t>
              </a:r>
              <a:r>
                <a:rPr lang="en-US" altLang="zh-CN" sz="2200" b="1" i="1" dirty="0">
                  <a:latin typeface="Times New Roman" panose="02020603050405020304" pitchFamily="18" charset="0"/>
                  <a:ea typeface="宋体" panose="02010600030101010101" pitchFamily="2" charset="-122"/>
                </a:rPr>
                <a:t>A</a:t>
              </a:r>
              <a:r>
                <a:rPr lang="en-US" altLang="zh-CN" sz="2200" b="1" dirty="0">
                  <a:latin typeface="Times New Roman" panose="02020603050405020304" pitchFamily="18" charset="0"/>
                  <a:ea typeface="宋体" panose="02010600030101010101" pitchFamily="2" charset="-122"/>
                </a:rPr>
                <a:t> ={</a:t>
              </a:r>
              <a:r>
                <a:rPr lang="zh-CN" altLang="en-US" sz="2200" b="1" dirty="0">
                  <a:latin typeface="Times New Roman" panose="02020603050405020304" pitchFamily="18" charset="0"/>
                  <a:ea typeface="宋体" panose="02010600030101010101" pitchFamily="2" charset="-122"/>
                </a:rPr>
                <a:t>蓝</a:t>
              </a:r>
              <a:r>
                <a:rPr lang="en-US" altLang="zh-CN" sz="2200" b="1" dirty="0">
                  <a:latin typeface="Times New Roman" panose="02020603050405020304" pitchFamily="18" charset="0"/>
                  <a:ea typeface="宋体" panose="02010600030101010101" pitchFamily="2" charset="-122"/>
                </a:rPr>
                <a:t>}</a:t>
              </a:r>
              <a:r>
                <a:rPr lang="zh-CN" altLang="en-US" sz="2200" b="1" dirty="0">
                  <a:latin typeface="Times New Roman" panose="02020603050405020304" pitchFamily="18" charset="0"/>
                  <a:ea typeface="宋体" panose="02010600030101010101" pitchFamily="2" charset="-122"/>
                </a:rPr>
                <a:t>， </a:t>
              </a:r>
              <a:r>
                <a:rPr lang="en-US" altLang="zh-CN" sz="2200" b="1" i="1" dirty="0">
                  <a:latin typeface="Times New Roman" panose="02020603050405020304" pitchFamily="18" charset="0"/>
                  <a:ea typeface="宋体" panose="02010600030101010101" pitchFamily="2" charset="-122"/>
                </a:rPr>
                <a:t>A</a:t>
              </a:r>
              <a:r>
                <a:rPr lang="en-US" altLang="zh-CN" sz="2200" b="1" dirty="0">
                  <a:latin typeface="Times New Roman" panose="02020603050405020304" pitchFamily="18" charset="0"/>
                  <a:ea typeface="宋体" panose="02010600030101010101" pitchFamily="2" charset="-122"/>
                </a:rPr>
                <a:t> ={</a:t>
              </a:r>
              <a:r>
                <a:rPr lang="zh-CN" altLang="en-US" sz="2200" b="1" dirty="0">
                  <a:latin typeface="Times New Roman" panose="02020603050405020304" pitchFamily="18" charset="0"/>
                  <a:ea typeface="宋体" panose="02010600030101010101" pitchFamily="2" charset="-122"/>
                </a:rPr>
                <a:t>红，黄</a:t>
              </a:r>
              <a:r>
                <a:rPr lang="en-US" altLang="zh-CN" sz="2200" b="1" dirty="0">
                  <a:latin typeface="Times New Roman" panose="02020603050405020304" pitchFamily="18" charset="0"/>
                  <a:ea typeface="宋体" panose="02010600030101010101" pitchFamily="2" charset="-122"/>
                </a:rPr>
                <a:t>}</a:t>
              </a:r>
              <a:r>
                <a:rPr lang="zh-CN" altLang="en-US" sz="2200" b="1" dirty="0">
                  <a:latin typeface="Times New Roman" panose="02020603050405020304" pitchFamily="18" charset="0"/>
                  <a:ea typeface="宋体" panose="02010600030101010101" pitchFamily="2" charset="-122"/>
                </a:rPr>
                <a:t>，</a:t>
              </a:r>
              <a:endParaRPr lang="zh-CN" altLang="en-US" sz="2200" b="1" dirty="0">
                <a:latin typeface="Times New Roman" panose="02020603050405020304" pitchFamily="18" charset="0"/>
                <a:ea typeface="宋体" panose="02010600030101010101" pitchFamily="2" charset="-122"/>
              </a:endParaRPr>
            </a:p>
            <a:p>
              <a:pPr algn="just">
                <a:lnSpc>
                  <a:spcPct val="120000"/>
                </a:lnSpc>
                <a:buClrTx/>
                <a:buFontTx/>
              </a:pPr>
              <a:r>
                <a:rPr lang="en-US" altLang="zh-CN" sz="2200" b="1" i="1" dirty="0">
                  <a:latin typeface="Times New Roman" panose="02020603050405020304" pitchFamily="18" charset="0"/>
                  <a:ea typeface="宋体" panose="02010600030101010101" pitchFamily="2" charset="-122"/>
                </a:rPr>
                <a:t>A</a:t>
              </a:r>
              <a:r>
                <a:rPr lang="en-US" altLang="zh-CN" sz="2200" b="1" dirty="0">
                  <a:latin typeface="Times New Roman" panose="02020603050405020304" pitchFamily="18" charset="0"/>
                  <a:ea typeface="宋体" panose="02010600030101010101" pitchFamily="2" charset="-122"/>
                </a:rPr>
                <a:t> ={</a:t>
              </a:r>
              <a:r>
                <a:rPr lang="zh-CN" altLang="en-US" sz="2200" b="1" dirty="0">
                  <a:latin typeface="Times New Roman" panose="02020603050405020304" pitchFamily="18" charset="0"/>
                  <a:ea typeface="宋体" panose="02010600030101010101" pitchFamily="2" charset="-122"/>
                </a:rPr>
                <a:t>红，蓝</a:t>
              </a:r>
              <a:r>
                <a:rPr lang="en-US" altLang="zh-CN" sz="2200" b="1" dirty="0">
                  <a:latin typeface="Times New Roman" panose="02020603050405020304" pitchFamily="18" charset="0"/>
                  <a:ea typeface="宋体" panose="02010600030101010101" pitchFamily="2" charset="-122"/>
                </a:rPr>
                <a:t>}</a:t>
              </a:r>
              <a:r>
                <a:rPr lang="zh-CN" altLang="en-US" sz="2200" b="1" dirty="0">
                  <a:latin typeface="Times New Roman" panose="02020603050405020304" pitchFamily="18" charset="0"/>
                  <a:ea typeface="宋体" panose="02010600030101010101" pitchFamily="2" charset="-122"/>
                </a:rPr>
                <a:t>， </a:t>
              </a:r>
              <a:r>
                <a:rPr lang="en-US" altLang="zh-CN" sz="2200" b="1" i="1" dirty="0">
                  <a:latin typeface="Times New Roman" panose="02020603050405020304" pitchFamily="18" charset="0"/>
                  <a:ea typeface="宋体" panose="02010600030101010101" pitchFamily="2" charset="-122"/>
                </a:rPr>
                <a:t>A</a:t>
              </a:r>
              <a:r>
                <a:rPr lang="en-US" altLang="zh-CN" sz="2200" b="1" dirty="0">
                  <a:latin typeface="Times New Roman" panose="02020603050405020304" pitchFamily="18" charset="0"/>
                  <a:ea typeface="宋体" panose="02010600030101010101" pitchFamily="2" charset="-122"/>
                </a:rPr>
                <a:t> ={</a:t>
              </a:r>
              <a:r>
                <a:rPr lang="zh-CN" altLang="en-US" sz="2200" b="1" dirty="0">
                  <a:latin typeface="Times New Roman" panose="02020603050405020304" pitchFamily="18" charset="0"/>
                  <a:ea typeface="宋体" panose="02010600030101010101" pitchFamily="2" charset="-122"/>
                </a:rPr>
                <a:t>黄，蓝</a:t>
              </a:r>
              <a:r>
                <a:rPr lang="en-US" altLang="zh-CN" sz="2200" b="1" dirty="0">
                  <a:latin typeface="Times New Roman" panose="02020603050405020304" pitchFamily="18" charset="0"/>
                  <a:ea typeface="宋体" panose="02010600030101010101" pitchFamily="2" charset="-122"/>
                </a:rPr>
                <a:t>}</a:t>
              </a:r>
              <a:r>
                <a:rPr lang="zh-CN" altLang="en-US" sz="2200" b="1" dirty="0">
                  <a:latin typeface="Times New Roman" panose="02020603050405020304" pitchFamily="18" charset="0"/>
                  <a:ea typeface="宋体" panose="02010600030101010101" pitchFamily="2" charset="-122"/>
                </a:rPr>
                <a:t>， </a:t>
              </a:r>
              <a:r>
                <a:rPr lang="en-US" altLang="zh-CN" sz="2200" b="1" i="1" dirty="0">
                  <a:latin typeface="Times New Roman" panose="02020603050405020304" pitchFamily="18" charset="0"/>
                  <a:ea typeface="宋体" panose="02010600030101010101" pitchFamily="2" charset="-122"/>
                </a:rPr>
                <a:t>A</a:t>
              </a:r>
              <a:r>
                <a:rPr lang="en-US" altLang="zh-CN" sz="2200" b="1" dirty="0">
                  <a:latin typeface="Times New Roman" panose="02020603050405020304" pitchFamily="18" charset="0"/>
                  <a:ea typeface="宋体" panose="02010600030101010101" pitchFamily="2" charset="-122"/>
                </a:rPr>
                <a:t> ={</a:t>
              </a:r>
              <a:r>
                <a:rPr lang="zh-CN" altLang="en-US" sz="2200" b="1" dirty="0">
                  <a:latin typeface="Times New Roman" panose="02020603050405020304" pitchFamily="18" charset="0"/>
                  <a:ea typeface="宋体" panose="02010600030101010101" pitchFamily="2" charset="-122"/>
                </a:rPr>
                <a:t>红，黄，蓝</a:t>
              </a:r>
              <a:r>
                <a:rPr lang="en-US" altLang="zh-CN" sz="2200" b="1" dirty="0">
                  <a:latin typeface="Times New Roman" panose="02020603050405020304" pitchFamily="18" charset="0"/>
                  <a:ea typeface="宋体" panose="02010600030101010101" pitchFamily="2" charset="-122"/>
                </a:rPr>
                <a:t>}</a:t>
              </a:r>
              <a:r>
                <a:rPr lang="zh-CN" altLang="en-US" sz="2200" b="1" dirty="0">
                  <a:latin typeface="Times New Roman" panose="02020603050405020304" pitchFamily="18" charset="0"/>
                  <a:ea typeface="宋体" panose="02010600030101010101" pitchFamily="2" charset="-122"/>
                </a:rPr>
                <a:t>， </a:t>
              </a:r>
              <a:r>
                <a:rPr lang="en-US" altLang="zh-CN" sz="2200" b="1" i="1" dirty="0">
                  <a:latin typeface="Times New Roman" panose="02020603050405020304" pitchFamily="18" charset="0"/>
                  <a:ea typeface="宋体" panose="02010600030101010101" pitchFamily="2" charset="-122"/>
                </a:rPr>
                <a:t>A</a:t>
              </a:r>
              <a:r>
                <a:rPr lang="en-US" altLang="zh-CN" sz="2200" b="1" dirty="0">
                  <a:latin typeface="Times New Roman" panose="02020603050405020304" pitchFamily="18" charset="0"/>
                  <a:ea typeface="宋体" panose="02010600030101010101" pitchFamily="2" charset="-122"/>
                </a:rPr>
                <a:t> ={     }</a:t>
              </a:r>
              <a:endParaRPr lang="en-US" altLang="zh-CN" sz="2200" b="1" dirty="0">
                <a:latin typeface="Times New Roman" panose="02020603050405020304" pitchFamily="18" charset="0"/>
                <a:ea typeface="宋体" panose="02010600030101010101" pitchFamily="2" charset="-122"/>
              </a:endParaRPr>
            </a:p>
            <a:p>
              <a:pPr algn="ctr">
                <a:buClrTx/>
                <a:buFontTx/>
              </a:pPr>
              <a:endParaRPr lang="en-US" altLang="zh-CN" sz="2200" dirty="0">
                <a:latin typeface="Times New Roman" panose="02020603050405020304" pitchFamily="18" charset="0"/>
                <a:ea typeface="宋体" panose="02010600030101010101" pitchFamily="2" charset="-122"/>
              </a:endParaRPr>
            </a:p>
          </p:txBody>
        </p:sp>
        <p:graphicFrame>
          <p:nvGraphicFramePr>
            <p:cNvPr id="36879" name="Object 16"/>
            <p:cNvGraphicFramePr>
              <a:graphicFrameLocks noChangeAspect="1"/>
            </p:cNvGraphicFramePr>
            <p:nvPr/>
          </p:nvGraphicFramePr>
          <p:xfrm>
            <a:off x="4992" y="2400"/>
            <a:ext cx="198" cy="175"/>
          </p:xfrm>
          <a:graphic>
            <a:graphicData uri="http://schemas.openxmlformats.org/presentationml/2006/ole">
              <mc:AlternateContent xmlns:mc="http://schemas.openxmlformats.org/markup-compatibility/2006">
                <mc:Choice xmlns:v="urn:schemas-microsoft-com:vml" Requires="v">
                  <p:oleObj spid="_x0000_s3142" name="" r:id="rId9" imgW="2409825" imgH="2190750" progId="Equation.DSMT4">
                    <p:embed/>
                  </p:oleObj>
                </mc:Choice>
                <mc:Fallback>
                  <p:oleObj name="" r:id="rId9" imgW="2409825" imgH="2190750" progId="Equation.DSMT4">
                    <p:embed/>
                    <p:pic>
                      <p:nvPicPr>
                        <p:cNvPr id="0" name="图片 3141"/>
                        <p:cNvPicPr/>
                        <p:nvPr/>
                      </p:nvPicPr>
                      <p:blipFill>
                        <a:blip r:embed="rId10"/>
                        <a:stretch>
                          <a:fillRect/>
                        </a:stretch>
                      </p:blipFill>
                      <p:spPr>
                        <a:xfrm>
                          <a:off x="4992" y="2400"/>
                          <a:ext cx="198" cy="175"/>
                        </a:xfrm>
                        <a:prstGeom prst="rect">
                          <a:avLst/>
                        </a:prstGeom>
                        <a:gradFill rotWithShape="0">
                          <a:gsLst>
                            <a:gs pos="0">
                              <a:srgbClr val="99CCFF"/>
                            </a:gs>
                            <a:gs pos="100000">
                              <a:srgbClr val="FFFFFF"/>
                            </a:gs>
                          </a:gsLst>
                          <a:path path="rect">
                            <a:fillToRect l="100000" b="100000"/>
                          </a:path>
                          <a:tileRect/>
                        </a:gradFill>
                        <a:ln w="38100">
                          <a:noFill/>
                          <a:miter/>
                        </a:ln>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84339"/>
                                        </p:tgtEl>
                                        <p:attrNameLst>
                                          <p:attrName>style.visibility</p:attrName>
                                        </p:attrNameLst>
                                      </p:cBhvr>
                                      <p:to>
                                        <p:strVal val="visible"/>
                                      </p:to>
                                    </p:set>
                                    <p:anim calcmode="lin" valueType="num">
                                      <p:cBhvr additive="base">
                                        <p:cTn id="12" dur="500" fill="hold"/>
                                        <p:tgtEl>
                                          <p:spTgt spid="184339"/>
                                        </p:tgtEl>
                                        <p:attrNameLst>
                                          <p:attrName>ppt_x</p:attrName>
                                        </p:attrNameLst>
                                      </p:cBhvr>
                                      <p:tavLst>
                                        <p:tav tm="0">
                                          <p:val>
                                            <p:strVal val="0-#ppt_w/2"/>
                                          </p:val>
                                        </p:tav>
                                        <p:tav tm="100000">
                                          <p:val>
                                            <p:strVal val="#ppt_x"/>
                                          </p:val>
                                        </p:tav>
                                      </p:tavLst>
                                    </p:anim>
                                    <p:anim calcmode="lin" valueType="num">
                                      <p:cBhvr additive="base">
                                        <p:cTn id="13" dur="500" fill="hold"/>
                                        <p:tgtEl>
                                          <p:spTgt spid="184339"/>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84339"/>
                                        </p:tgtEl>
                                        <p:attrNameLst>
                                          <p:attrName>style.visibility</p:attrName>
                                        </p:attrNameLst>
                                      </p:cBhvr>
                                      <p:to>
                                        <p:strVal val="hidden"/>
                                      </p:to>
                                    </p:set>
                                  </p:sub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84341"/>
                                        </p:tgtEl>
                                        <p:attrNameLst>
                                          <p:attrName>style.visibility</p:attrName>
                                        </p:attrNameLst>
                                      </p:cBhvr>
                                      <p:to>
                                        <p:strVal val="visible"/>
                                      </p:to>
                                    </p:set>
                                    <p:animEffect transition="in" filter="box(in)">
                                      <p:cBhvr>
                                        <p:cTn id="18" dur="500"/>
                                        <p:tgtEl>
                                          <p:spTgt spid="184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39" grpId="0" animBg="1"/>
      <p:bldP spid="18434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7890" name="Rectangle 3"/>
          <p:cNvSpPr>
            <a:spLocks noGrp="1"/>
          </p:cNvSpPr>
          <p:nvPr>
            <p:ph idx="1"/>
          </p:nvPr>
        </p:nvSpPr>
        <p:spPr>
          <a:xfrm>
            <a:off x="304800" y="1143000"/>
            <a:ext cx="8534400" cy="2286000"/>
          </a:xfrm>
          <a:solidFill>
            <a:srgbClr val="FFFFFF"/>
          </a:solidFill>
          <a:ln>
            <a:solidFill>
              <a:srgbClr val="808080"/>
            </a:solidFill>
            <a:miter/>
          </a:ln>
        </p:spPr>
        <p:txBody>
          <a:bodyPr vert="horz" wrap="square" lIns="91440" tIns="45720" rIns="91440" bIns="45720" anchor="t" anchorCtr="0"/>
          <a:p>
            <a:pPr eaLnBrk="1" hangingPunct="1">
              <a:buNone/>
            </a:pPr>
            <a:r>
              <a:rPr lang="zh-CN" altLang="en-US" sz="2800" b="1" dirty="0">
                <a:solidFill>
                  <a:schemeClr val="accent2"/>
                </a:solidFill>
                <a:latin typeface="Times New Roman" panose="02020603050405020304" pitchFamily="18" charset="0"/>
              </a:rPr>
              <a:t>定义</a:t>
            </a:r>
            <a:r>
              <a:rPr lang="en-US" altLang="zh-CN" sz="2800" b="1" dirty="0">
                <a:solidFill>
                  <a:schemeClr val="accent2"/>
                </a:solidFill>
                <a:latin typeface="Times New Roman" panose="02020603050405020304" pitchFamily="18" charset="0"/>
              </a:rPr>
              <a:t>4.2</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命题的信任函数（</a:t>
            </a:r>
            <a:r>
              <a:rPr lang="en-US" altLang="zh-CN" sz="2800" b="1" dirty="0">
                <a:latin typeface="Times New Roman" panose="02020603050405020304" pitchFamily="18" charset="0"/>
              </a:rPr>
              <a:t>belief function</a:t>
            </a:r>
            <a:r>
              <a:rPr lang="zh-CN" altLang="en-US" sz="2800" b="1" dirty="0">
                <a:latin typeface="Times New Roman" panose="02020603050405020304" pitchFamily="18" charset="0"/>
              </a:rPr>
              <a:t>） </a:t>
            </a:r>
            <a:endParaRPr lang="zh-CN" altLang="en-US" sz="2800" b="1" dirty="0">
              <a:latin typeface="Times New Roman" panose="02020603050405020304" pitchFamily="18" charset="0"/>
            </a:endParaRPr>
          </a:p>
          <a:p>
            <a:pPr eaLnBrk="1" hangingPunct="1">
              <a:spcBef>
                <a:spcPct val="55000"/>
              </a:spcBef>
              <a:buNone/>
            </a:pPr>
            <a:r>
              <a:rPr lang="zh-CN" altLang="en-US" sz="2800" b="1" dirty="0">
                <a:latin typeface="Times New Roman" panose="02020603050405020304" pitchFamily="18" charset="0"/>
              </a:rPr>
              <a:t>                                且</a:t>
            </a:r>
            <a:endParaRPr lang="zh-CN" altLang="en-US" sz="2800" b="1" dirty="0">
              <a:latin typeface="Times New Roman" panose="02020603050405020304" pitchFamily="18" charset="0"/>
            </a:endParaRPr>
          </a:p>
          <a:p>
            <a:pPr eaLnBrk="1" hangingPunct="1">
              <a:spcBef>
                <a:spcPct val="80000"/>
              </a:spcBef>
              <a:buNone/>
            </a:pPr>
            <a:r>
              <a:rPr lang="zh-CN" altLang="en-US" sz="2800" b="1" dirty="0">
                <a:latin typeface="Times New Roman" panose="02020603050405020304" pitchFamily="18" charset="0"/>
              </a:rPr>
              <a:t>            ：对命题</a:t>
            </a:r>
            <a:r>
              <a:rPr lang="en-US" altLang="zh-CN" sz="2800" b="1" dirty="0">
                <a:latin typeface="Times New Roman" panose="02020603050405020304" pitchFamily="18" charset="0"/>
              </a:rPr>
              <a:t>A</a:t>
            </a:r>
            <a:r>
              <a:rPr lang="zh-CN" altLang="en-US" sz="2800" b="1" dirty="0">
                <a:latin typeface="Times New Roman" panose="02020603050405020304" pitchFamily="18" charset="0"/>
              </a:rPr>
              <a:t>为真的总的信任程度。</a:t>
            </a:r>
            <a:endParaRPr lang="zh-CN" altLang="en-US" sz="2800" b="1" dirty="0">
              <a:latin typeface="Times New Roman" panose="02020603050405020304" pitchFamily="18" charset="0"/>
            </a:endParaRPr>
          </a:p>
          <a:p>
            <a:pPr eaLnBrk="1" hangingPunct="1">
              <a:buNone/>
            </a:pPr>
            <a:endParaRPr lang="en-US" altLang="zh-CN" dirty="0">
              <a:latin typeface="Times New Roman" panose="02020603050405020304" pitchFamily="18" charset="0"/>
            </a:endParaRPr>
          </a:p>
        </p:txBody>
      </p:sp>
      <p:sp>
        <p:nvSpPr>
          <p:cNvPr id="37891" name="Rectangle 5"/>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37892" name="Object 4"/>
          <p:cNvGraphicFramePr>
            <a:graphicFrameLocks noChangeAspect="1"/>
          </p:cNvGraphicFramePr>
          <p:nvPr/>
        </p:nvGraphicFramePr>
        <p:xfrm>
          <a:off x="7112000" y="1231900"/>
          <a:ext cx="989013" cy="468313"/>
        </p:xfrm>
        <a:graphic>
          <a:graphicData uri="http://schemas.openxmlformats.org/presentationml/2006/ole">
            <mc:AlternateContent xmlns:mc="http://schemas.openxmlformats.org/markup-compatibility/2006">
              <mc:Choice xmlns:v="urn:schemas-microsoft-com:vml" Requires="v">
                <p:oleObj spid="_x0000_s3145" name="" r:id="rId1" imgW="5267325" imgH="3076575" progId="Equation.3">
                  <p:embed/>
                </p:oleObj>
              </mc:Choice>
              <mc:Fallback>
                <p:oleObj name="" r:id="rId1" imgW="5267325" imgH="3076575" progId="Equation.3">
                  <p:embed/>
                  <p:pic>
                    <p:nvPicPr>
                      <p:cNvPr id="0" name="图片 3144"/>
                      <p:cNvPicPr/>
                      <p:nvPr/>
                    </p:nvPicPr>
                    <p:blipFill>
                      <a:blip r:embed="rId2"/>
                      <a:stretch>
                        <a:fillRect/>
                      </a:stretch>
                    </p:blipFill>
                    <p:spPr>
                      <a:xfrm>
                        <a:off x="7112000" y="1231900"/>
                        <a:ext cx="989013" cy="468313"/>
                      </a:xfrm>
                      <a:prstGeom prst="rect">
                        <a:avLst/>
                      </a:prstGeom>
                      <a:noFill/>
                      <a:ln w="38100">
                        <a:noFill/>
                        <a:miter/>
                      </a:ln>
                    </p:spPr>
                  </p:pic>
                </p:oleObj>
              </mc:Fallback>
            </mc:AlternateContent>
          </a:graphicData>
        </a:graphic>
      </p:graphicFrame>
      <p:graphicFrame>
        <p:nvGraphicFramePr>
          <p:cNvPr id="37893" name="Object 6"/>
          <p:cNvGraphicFramePr>
            <a:graphicFrameLocks noChangeAspect="1"/>
          </p:cNvGraphicFramePr>
          <p:nvPr/>
        </p:nvGraphicFramePr>
        <p:xfrm>
          <a:off x="1600200" y="1989138"/>
          <a:ext cx="1524000" cy="509587"/>
        </p:xfrm>
        <a:graphic>
          <a:graphicData uri="http://schemas.openxmlformats.org/presentationml/2006/ole">
            <mc:AlternateContent xmlns:mc="http://schemas.openxmlformats.org/markup-compatibility/2006">
              <mc:Choice xmlns:v="urn:schemas-microsoft-com:vml" Requires="v">
                <p:oleObj spid="_x0000_s3146" name="" r:id="rId3" imgW="11849100" imgH="3952875" progId="Equation.3">
                  <p:embed/>
                </p:oleObj>
              </mc:Choice>
              <mc:Fallback>
                <p:oleObj name="" r:id="rId3" imgW="11849100" imgH="3952875" progId="Equation.3">
                  <p:embed/>
                  <p:pic>
                    <p:nvPicPr>
                      <p:cNvPr id="0" name="图片 3145"/>
                      <p:cNvPicPr/>
                      <p:nvPr/>
                    </p:nvPicPr>
                    <p:blipFill>
                      <a:blip r:embed="rId4"/>
                      <a:stretch>
                        <a:fillRect/>
                      </a:stretch>
                    </p:blipFill>
                    <p:spPr>
                      <a:xfrm>
                        <a:off x="1600200" y="1989138"/>
                        <a:ext cx="1524000" cy="509587"/>
                      </a:xfrm>
                      <a:prstGeom prst="rect">
                        <a:avLst/>
                      </a:prstGeom>
                      <a:noFill/>
                      <a:ln w="38100">
                        <a:noFill/>
                        <a:miter/>
                      </a:ln>
                    </p:spPr>
                  </p:pic>
                </p:oleObj>
              </mc:Fallback>
            </mc:AlternateContent>
          </a:graphicData>
        </a:graphic>
      </p:graphicFrame>
      <p:graphicFrame>
        <p:nvGraphicFramePr>
          <p:cNvPr id="37894" name="Object 11"/>
          <p:cNvGraphicFramePr>
            <a:graphicFrameLocks noChangeAspect="1"/>
          </p:cNvGraphicFramePr>
          <p:nvPr/>
        </p:nvGraphicFramePr>
        <p:xfrm>
          <a:off x="3871913" y="1960563"/>
          <a:ext cx="2757487" cy="820737"/>
        </p:xfrm>
        <a:graphic>
          <a:graphicData uri="http://schemas.openxmlformats.org/presentationml/2006/ole">
            <mc:AlternateContent xmlns:mc="http://schemas.openxmlformats.org/markup-compatibility/2006">
              <mc:Choice xmlns:v="urn:schemas-microsoft-com:vml" Requires="v">
                <p:oleObj spid="_x0000_s3139" name="" r:id="rId5" imgW="19745325" imgH="6362700" progId="Equation.3">
                  <p:embed/>
                </p:oleObj>
              </mc:Choice>
              <mc:Fallback>
                <p:oleObj name="" r:id="rId5" imgW="19745325" imgH="6362700" progId="Equation.3">
                  <p:embed/>
                  <p:pic>
                    <p:nvPicPr>
                      <p:cNvPr id="0" name="图片 3138"/>
                      <p:cNvPicPr/>
                      <p:nvPr/>
                    </p:nvPicPr>
                    <p:blipFill>
                      <a:blip r:embed="rId6"/>
                      <a:stretch>
                        <a:fillRect/>
                      </a:stretch>
                    </p:blipFill>
                    <p:spPr>
                      <a:xfrm>
                        <a:off x="3871913" y="1960563"/>
                        <a:ext cx="2757487" cy="820737"/>
                      </a:xfrm>
                      <a:prstGeom prst="rect">
                        <a:avLst/>
                      </a:prstGeom>
                      <a:noFill/>
                      <a:ln w="38100">
                        <a:noFill/>
                        <a:miter/>
                      </a:ln>
                    </p:spPr>
                  </p:pic>
                </p:oleObj>
              </mc:Fallback>
            </mc:AlternateContent>
          </a:graphicData>
        </a:graphic>
      </p:graphicFrame>
      <p:graphicFrame>
        <p:nvGraphicFramePr>
          <p:cNvPr id="37895" name="Object 9"/>
          <p:cNvGraphicFramePr>
            <a:graphicFrameLocks noChangeAspect="1"/>
          </p:cNvGraphicFramePr>
          <p:nvPr/>
        </p:nvGraphicFramePr>
        <p:xfrm>
          <a:off x="7042150" y="2054225"/>
          <a:ext cx="1035050" cy="384175"/>
        </p:xfrm>
        <a:graphic>
          <a:graphicData uri="http://schemas.openxmlformats.org/presentationml/2006/ole">
            <mc:AlternateContent xmlns:mc="http://schemas.openxmlformats.org/markup-compatibility/2006">
              <mc:Choice xmlns:v="urn:schemas-microsoft-com:vml" Requires="v">
                <p:oleObj spid="_x0000_s3138" name="" r:id="rId7" imgW="8772525" imgH="2847975" progId="Equation.3">
                  <p:embed/>
                </p:oleObj>
              </mc:Choice>
              <mc:Fallback>
                <p:oleObj name="" r:id="rId7" imgW="8772525" imgH="2847975" progId="Equation.3">
                  <p:embed/>
                  <p:pic>
                    <p:nvPicPr>
                      <p:cNvPr id="0" name="图片 3137"/>
                      <p:cNvPicPr/>
                      <p:nvPr/>
                    </p:nvPicPr>
                    <p:blipFill>
                      <a:blip r:embed="rId8"/>
                      <a:stretch>
                        <a:fillRect/>
                      </a:stretch>
                    </p:blipFill>
                    <p:spPr>
                      <a:xfrm>
                        <a:off x="7042150" y="2054225"/>
                        <a:ext cx="1035050" cy="384175"/>
                      </a:xfrm>
                      <a:prstGeom prst="rect">
                        <a:avLst/>
                      </a:prstGeom>
                      <a:noFill/>
                      <a:ln w="38100">
                        <a:noFill/>
                        <a:miter/>
                      </a:ln>
                    </p:spPr>
                  </p:pic>
                </p:oleObj>
              </mc:Fallback>
            </mc:AlternateContent>
          </a:graphicData>
        </a:graphic>
      </p:graphicFrame>
      <p:sp>
        <p:nvSpPr>
          <p:cNvPr id="37896" name="Rectangle 13"/>
          <p:cNvSpPr/>
          <p:nvPr/>
        </p:nvSpPr>
        <p:spPr>
          <a:xfrm>
            <a:off x="0" y="596900"/>
            <a:ext cx="438150" cy="244475"/>
          </a:xfrm>
          <a:prstGeom prst="rect">
            <a:avLst/>
          </a:prstGeom>
          <a:noFill/>
          <a:ln w="9525">
            <a:noFill/>
          </a:ln>
        </p:spPr>
        <p:txBody>
          <a:bodyPr wrap="none" anchor="ctr" anchorCtr="0">
            <a:spAutoFit/>
          </a:bodyPr>
          <a:p>
            <a:pPr>
              <a:buClrTx/>
              <a:buFontTx/>
            </a:pPr>
            <a:r>
              <a:rPr lang="en-US" altLang="zh-CN" sz="1000" dirty="0">
                <a:latin typeface="Times New Roman" panose="02020603050405020304" pitchFamily="18" charset="0"/>
                <a:ea typeface="宋体" panose="02010600030101010101" pitchFamily="2" charset="-122"/>
              </a:rPr>
              <a:t>        </a:t>
            </a:r>
            <a:endParaRPr lang="en-US" altLang="zh-CN" dirty="0">
              <a:latin typeface="Arial" panose="020B0604020202020204" pitchFamily="34" charset="0"/>
              <a:ea typeface="宋体" panose="02010600030101010101" pitchFamily="2" charset="-122"/>
            </a:endParaRPr>
          </a:p>
        </p:txBody>
      </p:sp>
      <p:sp>
        <p:nvSpPr>
          <p:cNvPr id="37897" name="Rectangle 17"/>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37898" name="Rectangle 26"/>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37899" name="Rectangle 27"/>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4.3.2  </a:t>
            </a:r>
            <a:r>
              <a:rPr lang="zh-CN" altLang="en-US" b="0" dirty="0">
                <a:latin typeface="Times New Roman" panose="02020603050405020304" pitchFamily="18" charset="0"/>
              </a:rPr>
              <a:t>信任函数</a:t>
            </a:r>
            <a:endParaRPr lang="zh-CN" altLang="en-US" b="0" dirty="0">
              <a:latin typeface="Times New Roman" panose="02020603050405020304" pitchFamily="18" charset="0"/>
            </a:endParaRPr>
          </a:p>
        </p:txBody>
      </p:sp>
      <p:graphicFrame>
        <p:nvGraphicFramePr>
          <p:cNvPr id="37900" name="Object 28"/>
          <p:cNvGraphicFramePr>
            <a:graphicFrameLocks noChangeAspect="1"/>
          </p:cNvGraphicFramePr>
          <p:nvPr/>
        </p:nvGraphicFramePr>
        <p:xfrm>
          <a:off x="304800" y="2895600"/>
          <a:ext cx="1079500" cy="463550"/>
        </p:xfrm>
        <a:graphic>
          <a:graphicData uri="http://schemas.openxmlformats.org/presentationml/2006/ole">
            <mc:AlternateContent xmlns:mc="http://schemas.openxmlformats.org/markup-compatibility/2006">
              <mc:Choice xmlns:v="urn:schemas-microsoft-com:vml" Requires="v">
                <p:oleObj spid="_x0000_s3143" name="" r:id="rId9" imgW="8115300" imgH="3514725" progId="Equation.3">
                  <p:embed/>
                </p:oleObj>
              </mc:Choice>
              <mc:Fallback>
                <p:oleObj name="" r:id="rId9" imgW="8115300" imgH="3514725" progId="Equation.3">
                  <p:embed/>
                  <p:pic>
                    <p:nvPicPr>
                      <p:cNvPr id="0" name="图片 3142"/>
                      <p:cNvPicPr/>
                      <p:nvPr/>
                    </p:nvPicPr>
                    <p:blipFill>
                      <a:blip r:embed="rId10"/>
                      <a:stretch>
                        <a:fillRect/>
                      </a:stretch>
                    </p:blipFill>
                    <p:spPr>
                      <a:xfrm>
                        <a:off x="304800" y="2895600"/>
                        <a:ext cx="1079500" cy="463550"/>
                      </a:xfrm>
                      <a:prstGeom prst="rect">
                        <a:avLst/>
                      </a:prstGeom>
                      <a:noFill/>
                      <a:ln w="38100">
                        <a:noFill/>
                        <a:miter/>
                      </a:ln>
                    </p:spPr>
                  </p:pic>
                </p:oleObj>
              </mc:Fallback>
            </mc:AlternateContent>
          </a:graphicData>
        </a:graphic>
      </p:graphicFrame>
      <p:sp>
        <p:nvSpPr>
          <p:cNvPr id="37901" name="Rectangle 32"/>
          <p:cNvSpPr/>
          <p:nvPr/>
        </p:nvSpPr>
        <p:spPr>
          <a:xfrm>
            <a:off x="0" y="3252788"/>
            <a:ext cx="9144000" cy="244475"/>
          </a:xfrm>
          <a:prstGeom prst="rect">
            <a:avLst/>
          </a:prstGeom>
          <a:noFill/>
          <a:ln w="9525">
            <a:noFill/>
          </a:ln>
        </p:spPr>
        <p:txBody>
          <a:bodyPr anchor="t" anchorCtr="0">
            <a:spAutoFit/>
          </a:bodyPr>
          <a:p>
            <a:pPr>
              <a:buClrTx/>
              <a:buFontTx/>
            </a:pPr>
            <a:r>
              <a:rPr lang="en-US" altLang="zh-CN" sz="1000" dirty="0">
                <a:latin typeface="Times New Roman" panose="02020603050405020304" pitchFamily="18" charset="0"/>
                <a:ea typeface="宋体" panose="02010600030101010101" pitchFamily="2" charset="-122"/>
              </a:rPr>
              <a:t>               </a:t>
            </a:r>
            <a:endParaRPr lang="en-US" altLang="zh-CN" dirty="0">
              <a:latin typeface="Arial" panose="020B0604020202020204" pitchFamily="34" charset="0"/>
              <a:ea typeface="宋体" panose="02010600030101010101" pitchFamily="2" charset="-122"/>
            </a:endParaRPr>
          </a:p>
        </p:txBody>
      </p:sp>
      <p:grpSp>
        <p:nvGrpSpPr>
          <p:cNvPr id="2" name="Group 34"/>
          <p:cNvGrpSpPr/>
          <p:nvPr/>
        </p:nvGrpSpPr>
        <p:grpSpPr>
          <a:xfrm>
            <a:off x="304800" y="3781425"/>
            <a:ext cx="8534400" cy="2314575"/>
            <a:chOff x="192" y="2244"/>
            <a:chExt cx="5376" cy="1458"/>
          </a:xfrm>
        </p:grpSpPr>
        <p:sp>
          <p:nvSpPr>
            <p:cNvPr id="37903" name="Text Box 33"/>
            <p:cNvSpPr txBox="1"/>
            <p:nvPr/>
          </p:nvSpPr>
          <p:spPr>
            <a:xfrm>
              <a:off x="192" y="2244"/>
              <a:ext cx="5376" cy="1458"/>
            </a:xfrm>
            <a:prstGeom prst="rect">
              <a:avLst/>
            </a:prstGeom>
            <a:gradFill rotWithShape="0">
              <a:gsLst>
                <a:gs pos="0">
                  <a:srgbClr val="99CCFF"/>
                </a:gs>
                <a:gs pos="100000">
                  <a:schemeClr val="bg1"/>
                </a:gs>
              </a:gsLst>
              <a:path path="rect">
                <a:fillToRect l="100000" t="100000"/>
              </a:path>
              <a:tileRect/>
            </a:gradFill>
            <a:ln w="9525" cap="flat" cmpd="sng">
              <a:solidFill>
                <a:srgbClr val="808080"/>
              </a:solidFill>
              <a:prstDash val="solid"/>
              <a:miter/>
              <a:headEnd type="none" w="med" len="med"/>
              <a:tailEnd type="none" w="med" len="med"/>
            </a:ln>
          </p:spPr>
          <p:txBody>
            <a:bodyPr anchor="t" anchorCtr="0">
              <a:spAutoFit/>
            </a:bodyPr>
            <a:p>
              <a:pPr>
                <a:spcBef>
                  <a:spcPct val="50000"/>
                </a:spcBef>
                <a:buClr>
                  <a:schemeClr val="accent2"/>
                </a:buClr>
                <a:buFont typeface="Wingdings" panose="05000000000000000000" pitchFamily="2" charset="2"/>
                <a:buChar char="§"/>
              </a:pPr>
              <a:r>
                <a:rPr lang="en-US" altLang="zh-CN" sz="2800"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由信任函数及概率分配函数的定义推出：</a:t>
              </a:r>
              <a:r>
                <a:rPr lang="zh-CN" altLang="en-US" sz="2600" b="1" dirty="0">
                  <a:latin typeface="Arial" panose="020B0604020202020204" pitchFamily="34" charset="0"/>
                  <a:ea typeface="宋体" panose="02010600030101010101" pitchFamily="2" charset="-122"/>
                </a:rPr>
                <a:t> </a:t>
              </a:r>
              <a:endParaRPr lang="zh-CN" altLang="en-US" sz="2600" b="1" dirty="0">
                <a:latin typeface="Arial" panose="020B0604020202020204" pitchFamily="34" charset="0"/>
                <a:ea typeface="宋体" panose="02010600030101010101" pitchFamily="2" charset="-122"/>
              </a:endParaRPr>
            </a:p>
            <a:p>
              <a:pPr>
                <a:spcBef>
                  <a:spcPct val="50000"/>
                </a:spcBef>
                <a:buClrTx/>
                <a:buFontTx/>
              </a:pPr>
              <a:endParaRPr lang="zh-CN" altLang="en-US" sz="2600" b="1" dirty="0">
                <a:latin typeface="Arial" panose="020B0604020202020204" pitchFamily="34" charset="0"/>
                <a:ea typeface="宋体" panose="02010600030101010101" pitchFamily="2" charset="-122"/>
              </a:endParaRPr>
            </a:p>
            <a:p>
              <a:pPr>
                <a:spcBef>
                  <a:spcPct val="50000"/>
                </a:spcBef>
                <a:buClrTx/>
                <a:buFontTx/>
              </a:pPr>
              <a:endParaRPr lang="zh-CN" altLang="en-US" sz="2600" dirty="0">
                <a:latin typeface="Arial" panose="020B0604020202020204" pitchFamily="34" charset="0"/>
                <a:ea typeface="宋体" panose="02010600030101010101" pitchFamily="2" charset="-122"/>
              </a:endParaRPr>
            </a:p>
            <a:p>
              <a:pPr>
                <a:spcBef>
                  <a:spcPct val="50000"/>
                </a:spcBef>
                <a:buClrTx/>
                <a:buFontTx/>
              </a:pPr>
              <a:endParaRPr lang="en-US" altLang="zh-CN" sz="2600" dirty="0">
                <a:latin typeface="Arial" panose="020B0604020202020204" pitchFamily="34" charset="0"/>
                <a:ea typeface="宋体" panose="02010600030101010101" pitchFamily="2" charset="-122"/>
              </a:endParaRPr>
            </a:p>
          </p:txBody>
        </p:sp>
        <p:graphicFrame>
          <p:nvGraphicFramePr>
            <p:cNvPr id="37904" name="Object 31"/>
            <p:cNvGraphicFramePr>
              <a:graphicFrameLocks noChangeAspect="1"/>
            </p:cNvGraphicFramePr>
            <p:nvPr/>
          </p:nvGraphicFramePr>
          <p:xfrm>
            <a:off x="528" y="2776"/>
            <a:ext cx="1872" cy="296"/>
          </p:xfrm>
          <a:graphic>
            <a:graphicData uri="http://schemas.openxmlformats.org/presentationml/2006/ole">
              <mc:AlternateContent xmlns:mc="http://schemas.openxmlformats.org/markup-compatibility/2006">
                <mc:Choice xmlns:v="urn:schemas-microsoft-com:vml" Requires="v">
                  <p:oleObj spid="_x0000_s3141" name="" r:id="rId11" imgW="21945600" imgH="3514725" progId="Equation.3">
                    <p:embed/>
                  </p:oleObj>
                </mc:Choice>
                <mc:Fallback>
                  <p:oleObj name="" r:id="rId11" imgW="21945600" imgH="3514725" progId="Equation.3">
                    <p:embed/>
                    <p:pic>
                      <p:nvPicPr>
                        <p:cNvPr id="0" name="图片 3140"/>
                        <p:cNvPicPr/>
                        <p:nvPr/>
                      </p:nvPicPr>
                      <p:blipFill>
                        <a:blip r:embed="rId12"/>
                        <a:stretch>
                          <a:fillRect/>
                        </a:stretch>
                      </p:blipFill>
                      <p:spPr>
                        <a:xfrm>
                          <a:off x="528" y="2776"/>
                          <a:ext cx="1872" cy="296"/>
                        </a:xfrm>
                        <a:prstGeom prst="rect">
                          <a:avLst/>
                        </a:prstGeom>
                        <a:noFill/>
                        <a:ln w="38100">
                          <a:noFill/>
                          <a:miter/>
                        </a:ln>
                      </p:spPr>
                    </p:pic>
                  </p:oleObj>
                </mc:Fallback>
              </mc:AlternateContent>
            </a:graphicData>
          </a:graphic>
        </p:graphicFrame>
        <p:graphicFrame>
          <p:nvGraphicFramePr>
            <p:cNvPr id="37905" name="Object 30"/>
            <p:cNvGraphicFramePr>
              <a:graphicFrameLocks noChangeAspect="1"/>
            </p:cNvGraphicFramePr>
            <p:nvPr/>
          </p:nvGraphicFramePr>
          <p:xfrm>
            <a:off x="528" y="3189"/>
            <a:ext cx="1872" cy="459"/>
          </p:xfrm>
          <a:graphic>
            <a:graphicData uri="http://schemas.openxmlformats.org/presentationml/2006/ole">
              <mc:AlternateContent xmlns:mc="http://schemas.openxmlformats.org/markup-compatibility/2006">
                <mc:Choice xmlns:v="urn:schemas-microsoft-com:vml" Requires="v">
                  <p:oleObj spid="_x0000_s3147" name="" r:id="rId13" imgW="24793575" imgH="6143625" progId="Equation.3">
                    <p:embed/>
                  </p:oleObj>
                </mc:Choice>
                <mc:Fallback>
                  <p:oleObj name="" r:id="rId13" imgW="24793575" imgH="6143625" progId="Equation.3">
                    <p:embed/>
                    <p:pic>
                      <p:nvPicPr>
                        <p:cNvPr id="0" name="图片 3146"/>
                        <p:cNvPicPr/>
                        <p:nvPr/>
                      </p:nvPicPr>
                      <p:blipFill>
                        <a:blip r:embed="rId14"/>
                        <a:stretch>
                          <a:fillRect/>
                        </a:stretch>
                      </p:blipFill>
                      <p:spPr>
                        <a:xfrm>
                          <a:off x="528" y="3189"/>
                          <a:ext cx="1872" cy="459"/>
                        </a:xfrm>
                        <a:prstGeom prst="rect">
                          <a:avLst/>
                        </a:prstGeom>
                        <a:noFill/>
                        <a:ln w="38100">
                          <a:noFill/>
                          <a:miter/>
                        </a:ln>
                      </p:spPr>
                    </p:pic>
                  </p:oleObj>
                </mc:Fallback>
              </mc:AlternateContent>
            </a:graphicData>
          </a:graphic>
        </p:graphicFrame>
      </p:grpSp>
      <p:grpSp>
        <p:nvGrpSpPr>
          <p:cNvPr id="3" name="Group 35"/>
          <p:cNvGrpSpPr/>
          <p:nvPr/>
        </p:nvGrpSpPr>
        <p:grpSpPr>
          <a:xfrm>
            <a:off x="1143000" y="3581400"/>
            <a:ext cx="7543800" cy="2057400"/>
            <a:chOff x="816" y="1584"/>
            <a:chExt cx="4752" cy="1296"/>
          </a:xfrm>
        </p:grpSpPr>
        <p:sp>
          <p:nvSpPr>
            <p:cNvPr id="37907" name="AutoShape 36"/>
            <p:cNvSpPr/>
            <p:nvPr/>
          </p:nvSpPr>
          <p:spPr>
            <a:xfrm>
              <a:off x="816" y="1584"/>
              <a:ext cx="4752" cy="1296"/>
            </a:xfrm>
            <a:prstGeom prst="borderCallout2">
              <a:avLst>
                <a:gd name="adj1" fmla="val 5556"/>
                <a:gd name="adj2" fmla="val -1009"/>
                <a:gd name="adj3" fmla="val 5556"/>
                <a:gd name="adj4" fmla="val -3051"/>
                <a:gd name="adj5" fmla="val -14968"/>
                <a:gd name="adj6" fmla="val -5134"/>
              </a:avLst>
            </a:prstGeom>
            <a:solidFill>
              <a:srgbClr val="FFFFD9"/>
            </a:solidFill>
            <a:ln w="9525" cap="flat" cmpd="sng">
              <a:solidFill>
                <a:schemeClr val="accent2"/>
              </a:solidFill>
              <a:prstDash val="solid"/>
              <a:miter/>
              <a:headEnd type="none" w="med" len="med"/>
              <a:tailEnd type="none" w="med" len="med"/>
            </a:ln>
          </p:spPr>
          <p:txBody>
            <a:bodyPr anchor="t" anchorCtr="0"/>
            <a:p>
              <a:pPr algn="just">
                <a:lnSpc>
                  <a:spcPct val="130000"/>
                </a:lnSpc>
                <a:buClr>
                  <a:schemeClr val="accent2"/>
                </a:buClr>
                <a:buFont typeface="Wingdings" panose="05000000000000000000" pitchFamily="2" charset="2"/>
                <a:buChar char="§"/>
              </a:pPr>
              <a:r>
                <a:rPr lang="en-US" altLang="zh-CN" sz="22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设 </a:t>
              </a:r>
              <a:r>
                <a:rPr lang="en-US" altLang="zh-CN" sz="2400" b="1" i="1" dirty="0">
                  <a:latin typeface="Times New Roman" panose="02020603050405020304" pitchFamily="18" charset="0"/>
                  <a:ea typeface="宋体" panose="02010600030101010101" pitchFamily="2" charset="-122"/>
                </a:rPr>
                <a:t>D </a:t>
              </a:r>
              <a:r>
                <a:rPr lang="en-US" altLang="zh-CN" sz="2400" b="1" dirty="0">
                  <a:latin typeface="Times New Roman" panose="02020603050405020304" pitchFamily="18" charset="0"/>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红，黄，蓝</a:t>
              </a: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algn="just">
                <a:lnSpc>
                  <a:spcPct val="130000"/>
                </a:lnSpc>
                <a:buClrTx/>
                <a:buFontTx/>
              </a:pPr>
              <a:r>
                <a:rPr lang="en-US" altLang="zh-CN" sz="2400" b="1" i="1" dirty="0">
                  <a:latin typeface="Times New Roman" panose="02020603050405020304" pitchFamily="18" charset="0"/>
                  <a:ea typeface="宋体" panose="02010600030101010101" pitchFamily="2" charset="-122"/>
                </a:rPr>
                <a:t>M</a:t>
              </a:r>
              <a:r>
                <a:rPr lang="zh-CN" altLang="en-US" sz="2400" b="1" dirty="0">
                  <a:latin typeface="宋体" panose="02010600030101010101" pitchFamily="2" charset="-122"/>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红</a:t>
              </a:r>
              <a:r>
                <a:rPr lang="en-US" altLang="zh-CN" sz="2400" b="1" dirty="0">
                  <a:latin typeface="Times New Roman" panose="02020603050405020304" pitchFamily="18" charset="0"/>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=0.3</a:t>
              </a:r>
              <a:r>
                <a:rPr lang="zh-CN" altLang="en-US" sz="2400" b="1" dirty="0">
                  <a:latin typeface="宋体" panose="02010600030101010101" pitchFamily="2" charset="-122"/>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 </a:t>
              </a:r>
              <a:r>
                <a:rPr lang="en-US" altLang="zh-CN" sz="2400" b="1" i="1" dirty="0">
                  <a:latin typeface="Times New Roman" panose="02020603050405020304" pitchFamily="18" charset="0"/>
                  <a:ea typeface="宋体" panose="02010600030101010101" pitchFamily="2" charset="-122"/>
                </a:rPr>
                <a:t>M</a:t>
              </a:r>
              <a:r>
                <a:rPr lang="zh-CN" altLang="en-US" sz="2400" b="1" dirty="0">
                  <a:latin typeface="宋体" panose="02010600030101010101" pitchFamily="2" charset="-122"/>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黄</a:t>
              </a:r>
              <a:r>
                <a:rPr lang="en-US" altLang="zh-CN" sz="2400" b="1" dirty="0">
                  <a:latin typeface="Times New Roman" panose="02020603050405020304" pitchFamily="18" charset="0"/>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=0</a:t>
              </a:r>
              <a:r>
                <a:rPr lang="zh-CN" altLang="en-US" sz="2400" b="1" dirty="0">
                  <a:latin typeface="宋体" panose="02010600030101010101" pitchFamily="2" charset="-122"/>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M</a:t>
              </a:r>
              <a:r>
                <a:rPr lang="zh-CN" altLang="en-US" sz="2400" b="1" dirty="0">
                  <a:latin typeface="宋体" panose="02010600030101010101" pitchFamily="2" charset="-122"/>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红，黄</a:t>
              </a:r>
              <a:r>
                <a:rPr lang="en-US" altLang="zh-CN" sz="2400" b="1" dirty="0">
                  <a:latin typeface="Times New Roman" panose="02020603050405020304" pitchFamily="18" charset="0"/>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=0.2</a:t>
              </a:r>
              <a:r>
                <a:rPr lang="zh-CN" altLang="en-US" sz="2400" b="1" dirty="0">
                  <a:latin typeface="宋体" panose="02010600030101010101" pitchFamily="2" charset="-122"/>
                  <a:ea typeface="宋体" panose="02010600030101010101" pitchFamily="2" charset="-122"/>
                </a:rPr>
                <a:t>，</a:t>
              </a:r>
              <a:r>
                <a:rPr lang="zh-CN" altLang="en-US" sz="2200" b="1" dirty="0">
                  <a:solidFill>
                    <a:schemeClr val="accent2"/>
                  </a:solidFill>
                  <a:latin typeface="Times New Roman" panose="02020603050405020304" pitchFamily="18" charset="0"/>
                  <a:ea typeface="宋体" panose="02010600030101010101" pitchFamily="2" charset="-122"/>
                </a:rPr>
                <a:t>	</a:t>
              </a:r>
              <a:endParaRPr lang="zh-CN" altLang="en-US" sz="2200" b="1" dirty="0">
                <a:solidFill>
                  <a:schemeClr val="accent2"/>
                </a:solidFill>
                <a:latin typeface="Times New Roman" panose="02020603050405020304" pitchFamily="18" charset="0"/>
                <a:ea typeface="宋体" panose="02010600030101010101" pitchFamily="2" charset="-122"/>
              </a:endParaRPr>
            </a:p>
            <a:p>
              <a:pPr algn="just">
                <a:lnSpc>
                  <a:spcPct val="130000"/>
                </a:lnSpc>
                <a:buClrTx/>
                <a:buFontTx/>
              </a:pPr>
              <a:endParaRPr lang="zh-CN" altLang="en-US" sz="2200" b="1" dirty="0">
                <a:solidFill>
                  <a:schemeClr val="accent2"/>
                </a:solidFill>
                <a:latin typeface="Times New Roman" panose="02020603050405020304" pitchFamily="18" charset="0"/>
                <a:ea typeface="宋体" panose="02010600030101010101" pitchFamily="2" charset="-122"/>
              </a:endParaRPr>
            </a:p>
            <a:p>
              <a:pPr algn="ctr">
                <a:buClrTx/>
                <a:buFontTx/>
              </a:pPr>
              <a:endParaRPr lang="en-US" altLang="zh-CN" sz="2200" b="1" dirty="0">
                <a:solidFill>
                  <a:schemeClr val="accent2"/>
                </a:solidFill>
                <a:latin typeface="Arial" panose="020B0604020202020204" pitchFamily="34" charset="0"/>
                <a:ea typeface="宋体" panose="02010600030101010101" pitchFamily="2" charset="-122"/>
              </a:endParaRPr>
            </a:p>
          </p:txBody>
        </p:sp>
        <p:graphicFrame>
          <p:nvGraphicFramePr>
            <p:cNvPr id="37908" name="Object 37"/>
            <p:cNvGraphicFramePr>
              <a:graphicFrameLocks noChangeAspect="1"/>
            </p:cNvGraphicFramePr>
            <p:nvPr/>
          </p:nvGraphicFramePr>
          <p:xfrm>
            <a:off x="912" y="2352"/>
            <a:ext cx="4008" cy="288"/>
          </p:xfrm>
          <a:graphic>
            <a:graphicData uri="http://schemas.openxmlformats.org/presentationml/2006/ole">
              <mc:AlternateContent xmlns:mc="http://schemas.openxmlformats.org/markup-compatibility/2006">
                <mc:Choice xmlns:v="urn:schemas-microsoft-com:vml" Requires="v">
                  <p:oleObj spid="_x0000_s3148" name="" r:id="rId15" imgW="1405890" imgH="97155" progId="Equation.3">
                    <p:embed/>
                  </p:oleObj>
                </mc:Choice>
                <mc:Fallback>
                  <p:oleObj name="" r:id="rId15" imgW="1405890" imgH="97155" progId="Equation.3">
                    <p:embed/>
                    <p:pic>
                      <p:nvPicPr>
                        <p:cNvPr id="0" name="图片 3147"/>
                        <p:cNvPicPr/>
                        <p:nvPr/>
                      </p:nvPicPr>
                      <p:blipFill>
                        <a:blip r:embed="rId16">
                          <a:clrChange>
                            <a:clrFrom>
                              <a:srgbClr val="000000"/>
                            </a:clrFrom>
                            <a:clrTo>
                              <a:srgbClr val="CC0000"/>
                            </a:clrTo>
                          </a:clrChange>
                        </a:blip>
                        <a:stretch>
                          <a:fillRect/>
                        </a:stretch>
                      </p:blipFill>
                      <p:spPr>
                        <a:xfrm>
                          <a:off x="912" y="2352"/>
                          <a:ext cx="4008" cy="288"/>
                        </a:xfrm>
                        <a:prstGeom prst="rect">
                          <a:avLst/>
                        </a:prstGeom>
                        <a:solidFill>
                          <a:srgbClr val="FFFFD9"/>
                        </a:solidFill>
                        <a:ln w="38100">
                          <a:noFill/>
                          <a:miter/>
                        </a:ln>
                      </p:spPr>
                    </p:pic>
                  </p:oleObj>
                </mc:Fallback>
              </mc:AlternateContent>
            </a:graphicData>
          </a:graphic>
        </p:graphicFrame>
        <p:graphicFrame>
          <p:nvGraphicFramePr>
            <p:cNvPr id="37909" name="Object 38"/>
            <p:cNvGraphicFramePr>
              <a:graphicFrameLocks noChangeAspect="1"/>
            </p:cNvGraphicFramePr>
            <p:nvPr/>
          </p:nvGraphicFramePr>
          <p:xfrm>
            <a:off x="2016" y="2664"/>
            <a:ext cx="816" cy="216"/>
          </p:xfrm>
          <a:graphic>
            <a:graphicData uri="http://schemas.openxmlformats.org/presentationml/2006/ole">
              <mc:AlternateContent xmlns:mc="http://schemas.openxmlformats.org/markup-compatibility/2006">
                <mc:Choice xmlns:v="urn:schemas-microsoft-com:vml" Requires="v">
                  <p:oleObj spid="_x0000_s3140" name="" r:id="rId17" imgW="306705" imgH="78105" progId="Equation.3">
                    <p:embed/>
                  </p:oleObj>
                </mc:Choice>
                <mc:Fallback>
                  <p:oleObj name="" r:id="rId17" imgW="306705" imgH="78105" progId="Equation.3">
                    <p:embed/>
                    <p:pic>
                      <p:nvPicPr>
                        <p:cNvPr id="0" name="图片 3139"/>
                        <p:cNvPicPr/>
                        <p:nvPr/>
                      </p:nvPicPr>
                      <p:blipFill>
                        <a:blip r:embed="rId18">
                          <a:clrChange>
                            <a:clrFrom>
                              <a:srgbClr val="000000"/>
                            </a:clrFrom>
                            <a:clrTo>
                              <a:srgbClr val="CC0000"/>
                            </a:clrTo>
                          </a:clrChange>
                        </a:blip>
                        <a:stretch>
                          <a:fillRect/>
                        </a:stretch>
                      </p:blipFill>
                      <p:spPr>
                        <a:xfrm>
                          <a:off x="2016" y="2664"/>
                          <a:ext cx="816" cy="216"/>
                        </a:xfrm>
                        <a:prstGeom prst="rect">
                          <a:avLst/>
                        </a:prstGeom>
                        <a:solidFill>
                          <a:srgbClr val="FFFFD9"/>
                        </a:solidFill>
                        <a:ln w="38100">
                          <a:noFill/>
                          <a:miter/>
                        </a:ln>
                      </p:spPr>
                    </p:pic>
                  </p:oleObj>
                </mc:Fallback>
              </mc:AlternateContent>
            </a:graphicData>
          </a:graphic>
        </p:graphicFrame>
        <p:graphicFrame>
          <p:nvGraphicFramePr>
            <p:cNvPr id="37910" name="Object 39"/>
            <p:cNvGraphicFramePr>
              <a:graphicFrameLocks noChangeAspect="1"/>
            </p:cNvGraphicFramePr>
            <p:nvPr/>
          </p:nvGraphicFramePr>
          <p:xfrm>
            <a:off x="2832" y="2658"/>
            <a:ext cx="432" cy="222"/>
          </p:xfrm>
          <a:graphic>
            <a:graphicData uri="http://schemas.openxmlformats.org/presentationml/2006/ole">
              <mc:AlternateContent xmlns:mc="http://schemas.openxmlformats.org/markup-compatibility/2006">
                <mc:Choice xmlns:v="urn:schemas-microsoft-com:vml" Requires="v">
                  <p:oleObj spid="_x0000_s3144" name="" r:id="rId19" imgW="155575" imgH="78105" progId="Equation.3">
                    <p:embed/>
                  </p:oleObj>
                </mc:Choice>
                <mc:Fallback>
                  <p:oleObj name="" r:id="rId19" imgW="155575" imgH="78105" progId="Equation.3">
                    <p:embed/>
                    <p:pic>
                      <p:nvPicPr>
                        <p:cNvPr id="0" name="图片 3143"/>
                        <p:cNvPicPr/>
                        <p:nvPr/>
                      </p:nvPicPr>
                      <p:blipFill>
                        <a:blip r:embed="rId20">
                          <a:clrChange>
                            <a:clrFrom>
                              <a:srgbClr val="000000"/>
                            </a:clrFrom>
                            <a:clrTo>
                              <a:srgbClr val="CC0000"/>
                            </a:clrTo>
                          </a:clrChange>
                        </a:blip>
                        <a:stretch>
                          <a:fillRect/>
                        </a:stretch>
                      </p:blipFill>
                      <p:spPr>
                        <a:xfrm>
                          <a:off x="2832" y="2658"/>
                          <a:ext cx="432" cy="222"/>
                        </a:xfrm>
                        <a:prstGeom prst="rect">
                          <a:avLst/>
                        </a:prstGeom>
                        <a:solidFill>
                          <a:srgbClr val="FFFFD9"/>
                        </a:solidFill>
                        <a:ln w="38100">
                          <a:noFill/>
                          <a:miter/>
                        </a:ln>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8914" name="Rectangle 2"/>
          <p:cNvSpPr>
            <a:spLocks noGrp="1"/>
          </p:cNvSpPr>
          <p:nvPr>
            <p:ph idx="1"/>
          </p:nvPr>
        </p:nvSpPr>
        <p:spPr>
          <a:xfrm>
            <a:off x="250825" y="1066800"/>
            <a:ext cx="8540750" cy="1282700"/>
          </a:xfrm>
        </p:spPr>
        <p:txBody>
          <a:bodyPr vert="horz" wrap="square" lIns="91440" tIns="45720" rIns="91440" bIns="45720" anchor="t" anchorCtr="0"/>
          <a:p>
            <a:pPr marL="0" indent="0" eaLnBrk="1" hangingPunct="1">
              <a:buFont typeface="Wingdings" panose="05000000000000000000" pitchFamily="2" charset="2"/>
              <a:buChar char="§"/>
            </a:pPr>
            <a:r>
              <a:rPr lang="en-US" altLang="zh-CN" sz="2800" dirty="0">
                <a:solidFill>
                  <a:schemeClr val="accent2"/>
                </a:solidFill>
                <a:latin typeface="Times New Roman" panose="02020603050405020304" pitchFamily="18" charset="0"/>
              </a:rPr>
              <a:t> </a:t>
            </a:r>
            <a:r>
              <a:rPr lang="zh-CN" altLang="en-US" sz="2800" dirty="0">
                <a:solidFill>
                  <a:schemeClr val="accent2"/>
                </a:solidFill>
                <a:latin typeface="Times New Roman" panose="02020603050405020304" pitchFamily="18" charset="0"/>
              </a:rPr>
              <a:t>似然函数</a:t>
            </a:r>
            <a:r>
              <a:rPr lang="zh-CN" altLang="en-US" sz="2800" dirty="0">
                <a:latin typeface="Times New Roman" panose="02020603050405020304" pitchFamily="18" charset="0"/>
              </a:rPr>
              <a:t>（</a:t>
            </a:r>
            <a:r>
              <a:rPr lang="en-US" altLang="zh-CN" sz="2800" dirty="0">
                <a:latin typeface="Times New Roman" panose="02020603050405020304" pitchFamily="18" charset="0"/>
              </a:rPr>
              <a:t>plansibility function</a:t>
            </a:r>
            <a:r>
              <a:rPr lang="zh-CN" altLang="en-US" sz="2800" dirty="0">
                <a:latin typeface="Times New Roman" panose="02020603050405020304" pitchFamily="18" charset="0"/>
              </a:rPr>
              <a:t>）：不可驳斥函数或上限函数。</a:t>
            </a:r>
            <a:endParaRPr lang="zh-CN" altLang="en-US" dirty="0">
              <a:latin typeface="Times New Roman" panose="02020603050405020304" pitchFamily="18" charset="0"/>
            </a:endParaRPr>
          </a:p>
        </p:txBody>
      </p:sp>
      <p:sp>
        <p:nvSpPr>
          <p:cNvPr id="38915" name="Rectangle 5"/>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38916" name="Rectangle 7"/>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38917" name="Rectangle 9"/>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38918" name="Rectangle 11"/>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pSp>
        <p:nvGrpSpPr>
          <p:cNvPr id="2" name="Group 16"/>
          <p:cNvGrpSpPr/>
          <p:nvPr/>
        </p:nvGrpSpPr>
        <p:grpSpPr>
          <a:xfrm>
            <a:off x="323850" y="2492375"/>
            <a:ext cx="8301038" cy="1341438"/>
            <a:chOff x="240" y="2371"/>
            <a:chExt cx="5184" cy="845"/>
          </a:xfrm>
        </p:grpSpPr>
        <p:sp>
          <p:nvSpPr>
            <p:cNvPr id="38920" name="Text Box 15"/>
            <p:cNvSpPr txBox="1"/>
            <p:nvPr/>
          </p:nvSpPr>
          <p:spPr>
            <a:xfrm>
              <a:off x="240" y="2371"/>
              <a:ext cx="5184" cy="845"/>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lnSpc>
                  <a:spcPct val="120000"/>
                </a:lnSpc>
                <a:spcBef>
                  <a:spcPct val="50000"/>
                </a:spcBef>
                <a:buClr>
                  <a:schemeClr val="accent2"/>
                </a:buClr>
                <a:buFont typeface="Wingdings" panose="05000000000000000000" pitchFamily="2" charset="2"/>
              </a:pPr>
              <a:r>
                <a:rPr lang="zh-CN" altLang="en-US" sz="2800" b="1" dirty="0">
                  <a:latin typeface="Times New Roman" panose="02020603050405020304" pitchFamily="18" charset="0"/>
                  <a:ea typeface="宋体" panose="02010600030101010101" pitchFamily="2" charset="-122"/>
                </a:rPr>
                <a:t>定义</a:t>
              </a:r>
              <a:r>
                <a:rPr lang="en-US" altLang="zh-CN" sz="2800" b="1" dirty="0">
                  <a:latin typeface="Times New Roman" panose="02020603050405020304" pitchFamily="18" charset="0"/>
                  <a:ea typeface="宋体" panose="02010600030101010101" pitchFamily="2" charset="-122"/>
                </a:rPr>
                <a:t>4.3</a:t>
              </a: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似然函数                             且</a:t>
              </a:r>
              <a:endParaRPr lang="zh-CN" altLang="en-US" sz="2800" dirty="0">
                <a:latin typeface="Times New Roman" panose="02020603050405020304" pitchFamily="18" charset="0"/>
                <a:ea typeface="宋体" panose="02010600030101010101" pitchFamily="2" charset="-122"/>
              </a:endParaRPr>
            </a:p>
            <a:p>
              <a:pPr>
                <a:lnSpc>
                  <a:spcPct val="120000"/>
                </a:lnSpc>
                <a:spcBef>
                  <a:spcPct val="50000"/>
                </a:spcBef>
                <a:buClr>
                  <a:schemeClr val="accent2"/>
                </a:buClr>
                <a:buFont typeface="Wingdings" panose="05000000000000000000" pitchFamily="2" charset="2"/>
              </a:pPr>
              <a:r>
                <a:rPr lang="zh-CN" altLang="en-US" sz="2800" dirty="0">
                  <a:latin typeface="Times New Roman" panose="02020603050405020304" pitchFamily="18" charset="0"/>
                  <a:ea typeface="宋体" panose="02010600030101010101" pitchFamily="2" charset="-122"/>
                </a:rPr>
                <a:t>                                                         对所有的</a:t>
              </a:r>
              <a:endParaRPr lang="zh-CN" altLang="en-US" sz="2800" dirty="0">
                <a:latin typeface="Times New Roman" panose="02020603050405020304" pitchFamily="18" charset="0"/>
                <a:ea typeface="宋体" panose="02010600030101010101" pitchFamily="2" charset="-122"/>
              </a:endParaRPr>
            </a:p>
          </p:txBody>
        </p:sp>
        <p:graphicFrame>
          <p:nvGraphicFramePr>
            <p:cNvPr id="38921" name="Object 8"/>
            <p:cNvGraphicFramePr>
              <a:graphicFrameLocks noChangeAspect="1"/>
            </p:cNvGraphicFramePr>
            <p:nvPr/>
          </p:nvGraphicFramePr>
          <p:xfrm>
            <a:off x="2091" y="2432"/>
            <a:ext cx="1403" cy="356"/>
          </p:xfrm>
          <a:graphic>
            <a:graphicData uri="http://schemas.openxmlformats.org/presentationml/2006/ole">
              <mc:AlternateContent xmlns:mc="http://schemas.openxmlformats.org/markup-compatibility/2006">
                <mc:Choice xmlns:v="urn:schemas-microsoft-com:vml" Requires="v">
                  <p:oleObj spid="_x0000_s3175" name="" r:id="rId1" imgW="15582900" imgH="3952875" progId="Equation.3">
                    <p:embed/>
                  </p:oleObj>
                </mc:Choice>
                <mc:Fallback>
                  <p:oleObj name="" r:id="rId1" imgW="15582900" imgH="3952875" progId="Equation.3">
                    <p:embed/>
                    <p:pic>
                      <p:nvPicPr>
                        <p:cNvPr id="0" name="图片 3174"/>
                        <p:cNvPicPr/>
                        <p:nvPr/>
                      </p:nvPicPr>
                      <p:blipFill>
                        <a:blip r:embed="rId2"/>
                        <a:stretch>
                          <a:fillRect/>
                        </a:stretch>
                      </p:blipFill>
                      <p:spPr>
                        <a:xfrm>
                          <a:off x="2091" y="2432"/>
                          <a:ext cx="1403" cy="356"/>
                        </a:xfrm>
                        <a:prstGeom prst="rect">
                          <a:avLst/>
                        </a:prstGeom>
                        <a:noFill/>
                        <a:ln w="38100">
                          <a:noFill/>
                          <a:miter/>
                        </a:ln>
                      </p:spPr>
                    </p:pic>
                  </p:oleObj>
                </mc:Fallback>
              </mc:AlternateContent>
            </a:graphicData>
          </a:graphic>
        </p:graphicFrame>
        <p:graphicFrame>
          <p:nvGraphicFramePr>
            <p:cNvPr id="38922" name="Object 10"/>
            <p:cNvGraphicFramePr>
              <a:graphicFrameLocks noChangeAspect="1"/>
            </p:cNvGraphicFramePr>
            <p:nvPr/>
          </p:nvGraphicFramePr>
          <p:xfrm>
            <a:off x="1319" y="2870"/>
            <a:ext cx="1865" cy="298"/>
          </p:xfrm>
          <a:graphic>
            <a:graphicData uri="http://schemas.openxmlformats.org/presentationml/2006/ole">
              <mc:AlternateContent xmlns:mc="http://schemas.openxmlformats.org/markup-compatibility/2006">
                <mc:Choice xmlns:v="urn:schemas-microsoft-com:vml" Requires="v">
                  <p:oleObj spid="_x0000_s3178" name="" r:id="rId3" imgW="1257300" imgH="203200" progId="Equation.3">
                    <p:embed/>
                  </p:oleObj>
                </mc:Choice>
                <mc:Fallback>
                  <p:oleObj name="" r:id="rId3" imgW="1257300" imgH="203200" progId="Equation.3">
                    <p:embed/>
                    <p:pic>
                      <p:nvPicPr>
                        <p:cNvPr id="0" name="图片 3177"/>
                        <p:cNvPicPr/>
                        <p:nvPr/>
                      </p:nvPicPr>
                      <p:blipFill>
                        <a:blip r:embed="rId4"/>
                        <a:stretch>
                          <a:fillRect/>
                        </a:stretch>
                      </p:blipFill>
                      <p:spPr>
                        <a:xfrm>
                          <a:off x="1319" y="2870"/>
                          <a:ext cx="1865" cy="298"/>
                        </a:xfrm>
                        <a:prstGeom prst="rect">
                          <a:avLst/>
                        </a:prstGeom>
                        <a:noFill/>
                        <a:ln w="38100">
                          <a:noFill/>
                          <a:miter/>
                        </a:ln>
                      </p:spPr>
                    </p:pic>
                  </p:oleObj>
                </mc:Fallback>
              </mc:AlternateContent>
            </a:graphicData>
          </a:graphic>
        </p:graphicFrame>
        <p:graphicFrame>
          <p:nvGraphicFramePr>
            <p:cNvPr id="38923" name="Object 12"/>
            <p:cNvGraphicFramePr>
              <a:graphicFrameLocks noChangeAspect="1"/>
            </p:cNvGraphicFramePr>
            <p:nvPr/>
          </p:nvGraphicFramePr>
          <p:xfrm>
            <a:off x="4416" y="2912"/>
            <a:ext cx="771" cy="256"/>
          </p:xfrm>
          <a:graphic>
            <a:graphicData uri="http://schemas.openxmlformats.org/presentationml/2006/ole">
              <mc:AlternateContent xmlns:mc="http://schemas.openxmlformats.org/markup-compatibility/2006">
                <mc:Choice xmlns:v="urn:schemas-microsoft-com:vml" Requires="v">
                  <p:oleObj spid="_x0000_s3177" name="" r:id="rId5" imgW="7239000" imgH="2847975" progId="Equation.3">
                    <p:embed/>
                  </p:oleObj>
                </mc:Choice>
                <mc:Fallback>
                  <p:oleObj name="" r:id="rId5" imgW="7239000" imgH="2847975" progId="Equation.3">
                    <p:embed/>
                    <p:pic>
                      <p:nvPicPr>
                        <p:cNvPr id="0" name="图片 3176"/>
                        <p:cNvPicPr/>
                        <p:nvPr/>
                      </p:nvPicPr>
                      <p:blipFill>
                        <a:blip r:embed="rId6"/>
                        <a:stretch>
                          <a:fillRect/>
                        </a:stretch>
                      </p:blipFill>
                      <p:spPr>
                        <a:xfrm>
                          <a:off x="4416" y="2912"/>
                          <a:ext cx="771" cy="256"/>
                        </a:xfrm>
                        <a:prstGeom prst="rect">
                          <a:avLst/>
                        </a:prstGeom>
                        <a:noFill/>
                        <a:ln w="38100">
                          <a:noFill/>
                          <a:miter/>
                        </a:ln>
                      </p:spPr>
                    </p:pic>
                  </p:oleObj>
                </mc:Fallback>
              </mc:AlternateContent>
            </a:graphicData>
          </a:graphic>
        </p:graphicFrame>
      </p:grpSp>
      <p:sp>
        <p:nvSpPr>
          <p:cNvPr id="38924" name="Rectangle 13"/>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4.3.3 </a:t>
            </a:r>
            <a:r>
              <a:rPr lang="zh-CN" altLang="en-US" b="0" dirty="0">
                <a:latin typeface="Times New Roman" panose="02020603050405020304" pitchFamily="18" charset="0"/>
              </a:rPr>
              <a:t>似然函数</a:t>
            </a:r>
            <a:endParaRPr lang="zh-CN" altLang="en-US" b="0" dirty="0">
              <a:latin typeface="Times New Roman" panose="02020603050405020304" pitchFamily="18" charset="0"/>
            </a:endParaRPr>
          </a:p>
        </p:txBody>
      </p:sp>
      <p:sp>
        <p:nvSpPr>
          <p:cNvPr id="222226" name="AutoShape 18"/>
          <p:cNvSpPr/>
          <p:nvPr/>
        </p:nvSpPr>
        <p:spPr>
          <a:xfrm>
            <a:off x="990600" y="4038600"/>
            <a:ext cx="7543800" cy="2438400"/>
          </a:xfrm>
          <a:prstGeom prst="borderCallout2">
            <a:avLst>
              <a:gd name="adj1" fmla="val 4690"/>
              <a:gd name="adj2" fmla="val -1009"/>
              <a:gd name="adj3" fmla="val 4690"/>
              <a:gd name="adj4" fmla="val -4630"/>
              <a:gd name="adj5" fmla="val -6903"/>
              <a:gd name="adj6" fmla="val -8310"/>
            </a:avLst>
          </a:prstGeom>
          <a:solidFill>
            <a:srgbClr val="FFFFFF"/>
          </a:solidFill>
          <a:ln w="9525" cap="flat" cmpd="sng">
            <a:solidFill>
              <a:schemeClr val="accent2"/>
            </a:solidFill>
            <a:prstDash val="solid"/>
            <a:miter/>
            <a:headEnd type="none" w="med" len="med"/>
            <a:tailEnd type="none" w="med" len="med"/>
          </a:ln>
        </p:spPr>
        <p:txBody>
          <a:bodyPr anchor="t" anchorCtr="0"/>
          <a:p>
            <a:pPr algn="just">
              <a:lnSpc>
                <a:spcPct val="130000"/>
              </a:lnSpc>
              <a:buClr>
                <a:schemeClr val="accent2"/>
              </a:buClr>
              <a:buFont typeface="Wingdings" panose="05000000000000000000" pitchFamily="2" charset="2"/>
              <a:buChar char="§"/>
            </a:pPr>
            <a:r>
              <a:rPr lang="en-US" altLang="zh-CN" sz="22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设 </a:t>
            </a:r>
            <a:r>
              <a:rPr lang="en-US" altLang="zh-CN" sz="2400" b="1" i="1" dirty="0">
                <a:latin typeface="Times New Roman" panose="02020603050405020304" pitchFamily="18" charset="0"/>
                <a:ea typeface="宋体" panose="02010600030101010101" pitchFamily="2" charset="-122"/>
              </a:rPr>
              <a:t>D </a:t>
            </a:r>
            <a:r>
              <a:rPr lang="en-US" altLang="zh-CN" sz="2400" b="1" dirty="0">
                <a:latin typeface="Times New Roman" panose="02020603050405020304" pitchFamily="18" charset="0"/>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红，黄，蓝</a:t>
            </a: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algn="just">
              <a:lnSpc>
                <a:spcPct val="130000"/>
              </a:lnSpc>
              <a:buClrTx/>
              <a:buFontTx/>
            </a:pPr>
            <a:r>
              <a:rPr lang="en-US" altLang="zh-CN" sz="2400" b="1" i="1" dirty="0">
                <a:latin typeface="Times New Roman" panose="02020603050405020304" pitchFamily="18" charset="0"/>
                <a:ea typeface="宋体" panose="02010600030101010101" pitchFamily="2" charset="-122"/>
              </a:rPr>
              <a:t>M</a:t>
            </a:r>
            <a:r>
              <a:rPr lang="zh-CN" altLang="en-US" sz="2400" b="1" dirty="0">
                <a:latin typeface="宋体" panose="02010600030101010101" pitchFamily="2" charset="-122"/>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红</a:t>
            </a:r>
            <a:r>
              <a:rPr lang="en-US" altLang="zh-CN" sz="2400" b="1" dirty="0">
                <a:latin typeface="Times New Roman" panose="02020603050405020304" pitchFamily="18" charset="0"/>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=0.3</a:t>
            </a:r>
            <a:r>
              <a:rPr lang="zh-CN" altLang="en-US" sz="2400" b="1" dirty="0">
                <a:latin typeface="宋体" panose="02010600030101010101" pitchFamily="2" charset="-122"/>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 </a:t>
            </a:r>
            <a:r>
              <a:rPr lang="en-US" altLang="zh-CN" sz="2400" b="1" i="1" dirty="0">
                <a:latin typeface="Times New Roman" panose="02020603050405020304" pitchFamily="18" charset="0"/>
                <a:ea typeface="宋体" panose="02010600030101010101" pitchFamily="2" charset="-122"/>
              </a:rPr>
              <a:t>M</a:t>
            </a:r>
            <a:r>
              <a:rPr lang="zh-CN" altLang="en-US" sz="2400" b="1" dirty="0">
                <a:latin typeface="宋体" panose="02010600030101010101" pitchFamily="2" charset="-122"/>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黄</a:t>
            </a:r>
            <a:r>
              <a:rPr lang="en-US" altLang="zh-CN" sz="2400" b="1" dirty="0">
                <a:latin typeface="Times New Roman" panose="02020603050405020304" pitchFamily="18" charset="0"/>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=0</a:t>
            </a:r>
            <a:r>
              <a:rPr lang="zh-CN" altLang="en-US" sz="2400" b="1" dirty="0">
                <a:latin typeface="宋体" panose="02010600030101010101" pitchFamily="2" charset="-122"/>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M</a:t>
            </a:r>
            <a:r>
              <a:rPr lang="zh-CN" altLang="en-US" sz="2400" b="1" dirty="0">
                <a:latin typeface="宋体" panose="02010600030101010101" pitchFamily="2" charset="-122"/>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红，黄</a:t>
            </a:r>
            <a:r>
              <a:rPr lang="en-US" altLang="zh-CN" sz="2400" b="1" dirty="0">
                <a:latin typeface="Times New Roman" panose="02020603050405020304" pitchFamily="18" charset="0"/>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=0.2</a:t>
            </a:r>
            <a:r>
              <a:rPr lang="zh-CN" altLang="en-US"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a:p>
            <a:pPr algn="just">
              <a:lnSpc>
                <a:spcPct val="130000"/>
              </a:lnSpc>
              <a:buClrTx/>
              <a:buFontTx/>
            </a:pPr>
            <a:endParaRPr lang="zh-CN" altLang="en-US" sz="2400" b="1" dirty="0">
              <a:latin typeface="Times New Roman" panose="02020603050405020304" pitchFamily="18" charset="0"/>
              <a:ea typeface="宋体" panose="02010600030101010101" pitchFamily="2" charset="-122"/>
            </a:endParaRPr>
          </a:p>
          <a:p>
            <a:pPr algn="just">
              <a:lnSpc>
                <a:spcPct val="130000"/>
              </a:lnSpc>
              <a:buClrTx/>
              <a:buFontTx/>
            </a:pPr>
            <a:r>
              <a:rPr lang="zh-CN" altLang="en-US" sz="2200" b="1" dirty="0">
                <a:solidFill>
                  <a:schemeClr val="accent2"/>
                </a:solidFill>
                <a:latin typeface="Times New Roman" panose="02020603050405020304" pitchFamily="18" charset="0"/>
                <a:ea typeface="宋体" panose="02010600030101010101" pitchFamily="2" charset="-122"/>
              </a:rPr>
              <a:t> 	 	</a:t>
            </a:r>
            <a:endParaRPr lang="zh-CN" altLang="en-US" sz="2200" b="1" dirty="0">
              <a:solidFill>
                <a:schemeClr val="accent2"/>
              </a:solidFill>
              <a:latin typeface="Times New Roman" panose="02020603050405020304" pitchFamily="18" charset="0"/>
              <a:ea typeface="宋体" panose="02010600030101010101" pitchFamily="2" charset="-122"/>
            </a:endParaRPr>
          </a:p>
          <a:p>
            <a:pPr algn="just">
              <a:lnSpc>
                <a:spcPct val="130000"/>
              </a:lnSpc>
              <a:buClrTx/>
              <a:buFontTx/>
            </a:pPr>
            <a:endParaRPr lang="zh-CN" altLang="en-US" sz="2200" b="1" dirty="0">
              <a:solidFill>
                <a:schemeClr val="accent2"/>
              </a:solidFill>
              <a:latin typeface="Times New Roman" panose="02020603050405020304" pitchFamily="18" charset="0"/>
              <a:ea typeface="宋体" panose="02010600030101010101" pitchFamily="2" charset="-122"/>
            </a:endParaRPr>
          </a:p>
          <a:p>
            <a:pPr algn="ctr">
              <a:buClrTx/>
              <a:buFontTx/>
            </a:pPr>
            <a:endParaRPr lang="en-US" altLang="zh-CN" sz="2200" b="1" dirty="0">
              <a:solidFill>
                <a:schemeClr val="accent2"/>
              </a:solidFill>
              <a:latin typeface="Arial" panose="020B0604020202020204" pitchFamily="34" charset="0"/>
              <a:ea typeface="宋体" panose="02010600030101010101" pitchFamily="2" charset="-122"/>
            </a:endParaRPr>
          </a:p>
        </p:txBody>
      </p:sp>
      <p:graphicFrame>
        <p:nvGraphicFramePr>
          <p:cNvPr id="222227" name="Object 19"/>
          <p:cNvGraphicFramePr>
            <a:graphicFrameLocks noChangeAspect="1"/>
          </p:cNvGraphicFramePr>
          <p:nvPr/>
        </p:nvGraphicFramePr>
        <p:xfrm>
          <a:off x="1295400" y="5181600"/>
          <a:ext cx="6362700" cy="457200"/>
        </p:xfrm>
        <a:graphic>
          <a:graphicData uri="http://schemas.openxmlformats.org/presentationml/2006/ole">
            <mc:AlternateContent xmlns:mc="http://schemas.openxmlformats.org/markup-compatibility/2006">
              <mc:Choice xmlns:v="urn:schemas-microsoft-com:vml" Requires="v">
                <p:oleObj spid="_x0000_s3172" name="" r:id="rId7" imgW="1405890" imgH="97155" progId="Equation.3">
                  <p:embed/>
                </p:oleObj>
              </mc:Choice>
              <mc:Fallback>
                <p:oleObj name="" r:id="rId7" imgW="1405890" imgH="97155" progId="Equation.3">
                  <p:embed/>
                  <p:pic>
                    <p:nvPicPr>
                      <p:cNvPr id="0" name="图片 3171"/>
                      <p:cNvPicPr/>
                      <p:nvPr/>
                    </p:nvPicPr>
                    <p:blipFill>
                      <a:blip r:embed="rId8">
                        <a:clrChange>
                          <a:clrFrom>
                            <a:srgbClr val="000000"/>
                          </a:clrFrom>
                          <a:clrTo>
                            <a:srgbClr val="CC0000"/>
                          </a:clrTo>
                        </a:clrChange>
                      </a:blip>
                      <a:stretch>
                        <a:fillRect/>
                      </a:stretch>
                    </p:blipFill>
                    <p:spPr>
                      <a:xfrm>
                        <a:off x="1295400" y="5181600"/>
                        <a:ext cx="6362700" cy="457200"/>
                      </a:xfrm>
                      <a:prstGeom prst="rect">
                        <a:avLst/>
                      </a:prstGeom>
                      <a:noFill/>
                      <a:ln w="38100">
                        <a:noFill/>
                        <a:miter/>
                      </a:ln>
                    </p:spPr>
                  </p:pic>
                </p:oleObj>
              </mc:Fallback>
            </mc:AlternateContent>
          </a:graphicData>
        </a:graphic>
      </p:graphicFrame>
      <p:graphicFrame>
        <p:nvGraphicFramePr>
          <p:cNvPr id="222228" name="Object 20"/>
          <p:cNvGraphicFramePr>
            <a:graphicFrameLocks noChangeAspect="1"/>
          </p:cNvGraphicFramePr>
          <p:nvPr/>
        </p:nvGraphicFramePr>
        <p:xfrm>
          <a:off x="3048000" y="5638800"/>
          <a:ext cx="1295400" cy="342900"/>
        </p:xfrm>
        <a:graphic>
          <a:graphicData uri="http://schemas.openxmlformats.org/presentationml/2006/ole">
            <mc:AlternateContent xmlns:mc="http://schemas.openxmlformats.org/markup-compatibility/2006">
              <mc:Choice xmlns:v="urn:schemas-microsoft-com:vml" Requires="v">
                <p:oleObj spid="_x0000_s3171" name="" r:id="rId9" imgW="306705" imgH="78105" progId="Equation.3">
                  <p:embed/>
                </p:oleObj>
              </mc:Choice>
              <mc:Fallback>
                <p:oleObj name="" r:id="rId9" imgW="306705" imgH="78105" progId="Equation.3">
                  <p:embed/>
                  <p:pic>
                    <p:nvPicPr>
                      <p:cNvPr id="0" name="图片 3170"/>
                      <p:cNvPicPr/>
                      <p:nvPr/>
                    </p:nvPicPr>
                    <p:blipFill>
                      <a:blip r:embed="rId10">
                        <a:clrChange>
                          <a:clrFrom>
                            <a:srgbClr val="000000"/>
                          </a:clrFrom>
                          <a:clrTo>
                            <a:srgbClr val="CC0000"/>
                          </a:clrTo>
                        </a:clrChange>
                      </a:blip>
                      <a:stretch>
                        <a:fillRect/>
                      </a:stretch>
                    </p:blipFill>
                    <p:spPr>
                      <a:xfrm>
                        <a:off x="3048000" y="5638800"/>
                        <a:ext cx="1295400" cy="342900"/>
                      </a:xfrm>
                      <a:prstGeom prst="rect">
                        <a:avLst/>
                      </a:prstGeom>
                      <a:noFill/>
                      <a:ln w="38100">
                        <a:noFill/>
                        <a:miter/>
                      </a:ln>
                    </p:spPr>
                  </p:pic>
                </p:oleObj>
              </mc:Fallback>
            </mc:AlternateContent>
          </a:graphicData>
        </a:graphic>
      </p:graphicFrame>
      <p:graphicFrame>
        <p:nvGraphicFramePr>
          <p:cNvPr id="222229" name="Object 21"/>
          <p:cNvGraphicFramePr>
            <a:graphicFrameLocks noChangeAspect="1"/>
          </p:cNvGraphicFramePr>
          <p:nvPr/>
        </p:nvGraphicFramePr>
        <p:xfrm>
          <a:off x="4343400" y="5638800"/>
          <a:ext cx="685800" cy="352425"/>
        </p:xfrm>
        <a:graphic>
          <a:graphicData uri="http://schemas.openxmlformats.org/presentationml/2006/ole">
            <mc:AlternateContent xmlns:mc="http://schemas.openxmlformats.org/markup-compatibility/2006">
              <mc:Choice xmlns:v="urn:schemas-microsoft-com:vml" Requires="v">
                <p:oleObj spid="_x0000_s3173" name="" r:id="rId11" imgW="155575" imgH="78105" progId="Equation.3">
                  <p:embed/>
                </p:oleObj>
              </mc:Choice>
              <mc:Fallback>
                <p:oleObj name="" r:id="rId11" imgW="155575" imgH="78105" progId="Equation.3">
                  <p:embed/>
                  <p:pic>
                    <p:nvPicPr>
                      <p:cNvPr id="0" name="图片 3172"/>
                      <p:cNvPicPr/>
                      <p:nvPr/>
                    </p:nvPicPr>
                    <p:blipFill>
                      <a:blip r:embed="rId12">
                        <a:clrChange>
                          <a:clrFrom>
                            <a:srgbClr val="000000"/>
                          </a:clrFrom>
                          <a:clrTo>
                            <a:srgbClr val="CC0000"/>
                          </a:clrTo>
                        </a:clrChange>
                      </a:blip>
                      <a:stretch>
                        <a:fillRect/>
                      </a:stretch>
                    </p:blipFill>
                    <p:spPr>
                      <a:xfrm>
                        <a:off x="4343400" y="5638800"/>
                        <a:ext cx="685800" cy="352425"/>
                      </a:xfrm>
                      <a:prstGeom prst="rect">
                        <a:avLst/>
                      </a:prstGeom>
                      <a:noFill/>
                      <a:ln w="38100">
                        <a:noFill/>
                        <a:miter/>
                      </a:ln>
                    </p:spPr>
                  </p:pic>
                </p:oleObj>
              </mc:Fallback>
            </mc:AlternateContent>
          </a:graphicData>
        </a:graphic>
      </p:graphicFrame>
      <p:graphicFrame>
        <p:nvGraphicFramePr>
          <p:cNvPr id="222230" name="Object 22"/>
          <p:cNvGraphicFramePr>
            <a:graphicFrameLocks noChangeAspect="1"/>
          </p:cNvGraphicFramePr>
          <p:nvPr/>
        </p:nvGraphicFramePr>
        <p:xfrm>
          <a:off x="914400" y="5867400"/>
          <a:ext cx="7620000" cy="490538"/>
        </p:xfrm>
        <a:graphic>
          <a:graphicData uri="http://schemas.openxmlformats.org/presentationml/2006/ole">
            <mc:AlternateContent xmlns:mc="http://schemas.openxmlformats.org/markup-compatibility/2006">
              <mc:Choice xmlns:v="urn:schemas-microsoft-com:vml" Requires="v">
                <p:oleObj spid="_x0000_s3179" name="" r:id="rId13" imgW="1250315" imgH="78105" progId="Equation.DSMT4">
                  <p:embed/>
                </p:oleObj>
              </mc:Choice>
              <mc:Fallback>
                <p:oleObj name="" r:id="rId13" imgW="1250315" imgH="78105" progId="Equation.DSMT4">
                  <p:embed/>
                  <p:pic>
                    <p:nvPicPr>
                      <p:cNvPr id="0" name="图片 3178"/>
                      <p:cNvPicPr/>
                      <p:nvPr/>
                    </p:nvPicPr>
                    <p:blipFill>
                      <a:blip r:embed="rId14">
                        <a:clrChange>
                          <a:clrFrom>
                            <a:srgbClr val="000000"/>
                          </a:clrFrom>
                          <a:clrTo>
                            <a:srgbClr val="0000FF"/>
                          </a:clrTo>
                        </a:clrChange>
                      </a:blip>
                      <a:stretch>
                        <a:fillRect/>
                      </a:stretch>
                    </p:blipFill>
                    <p:spPr>
                      <a:xfrm>
                        <a:off x="914400" y="5867400"/>
                        <a:ext cx="7620000" cy="490538"/>
                      </a:xfrm>
                      <a:prstGeom prst="rect">
                        <a:avLst/>
                      </a:prstGeom>
                      <a:no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222226"/>
                                        </p:tgtEl>
                                        <p:attrNameLst>
                                          <p:attrName>style.visibility</p:attrName>
                                        </p:attrNameLst>
                                      </p:cBhvr>
                                      <p:to>
                                        <p:strVal val="visible"/>
                                      </p:to>
                                    </p:set>
                                    <p:animEffect transition="in" filter="box(in)">
                                      <p:cBhvr>
                                        <p:cTn id="13" dur="500"/>
                                        <p:tgtEl>
                                          <p:spTgt spid="22222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22227"/>
                                        </p:tgtEl>
                                        <p:attrNameLst>
                                          <p:attrName>style.visibility</p:attrName>
                                        </p:attrNameLst>
                                      </p:cBhvr>
                                      <p:to>
                                        <p:strVal val="visible"/>
                                      </p:to>
                                    </p:set>
                                    <p:anim calcmode="lin" valueType="num">
                                      <p:cBhvr additive="base">
                                        <p:cTn id="18" dur="500" fill="hold"/>
                                        <p:tgtEl>
                                          <p:spTgt spid="222227"/>
                                        </p:tgtEl>
                                        <p:attrNameLst>
                                          <p:attrName>ppt_x</p:attrName>
                                        </p:attrNameLst>
                                      </p:cBhvr>
                                      <p:tavLst>
                                        <p:tav tm="0">
                                          <p:val>
                                            <p:strVal val="0-#ppt_w/2"/>
                                          </p:val>
                                        </p:tav>
                                        <p:tav tm="100000">
                                          <p:val>
                                            <p:strVal val="#ppt_x"/>
                                          </p:val>
                                        </p:tav>
                                      </p:tavLst>
                                    </p:anim>
                                    <p:anim calcmode="lin" valueType="num">
                                      <p:cBhvr additive="base">
                                        <p:cTn id="19" dur="500" fill="hold"/>
                                        <p:tgtEl>
                                          <p:spTgt spid="22222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222228"/>
                                        </p:tgtEl>
                                        <p:attrNameLst>
                                          <p:attrName>style.visibility</p:attrName>
                                        </p:attrNameLst>
                                      </p:cBhvr>
                                      <p:to>
                                        <p:strVal val="visible"/>
                                      </p:to>
                                    </p:set>
                                    <p:anim calcmode="lin" valueType="num">
                                      <p:cBhvr additive="base">
                                        <p:cTn id="24" dur="500" fill="hold"/>
                                        <p:tgtEl>
                                          <p:spTgt spid="222228"/>
                                        </p:tgtEl>
                                        <p:attrNameLst>
                                          <p:attrName>ppt_x</p:attrName>
                                        </p:attrNameLst>
                                      </p:cBhvr>
                                      <p:tavLst>
                                        <p:tav tm="0">
                                          <p:val>
                                            <p:strVal val="0-#ppt_w/2"/>
                                          </p:val>
                                        </p:tav>
                                        <p:tav tm="100000">
                                          <p:val>
                                            <p:strVal val="#ppt_x"/>
                                          </p:val>
                                        </p:tav>
                                      </p:tavLst>
                                    </p:anim>
                                    <p:anim calcmode="lin" valueType="num">
                                      <p:cBhvr additive="base">
                                        <p:cTn id="25" dur="500" fill="hold"/>
                                        <p:tgtEl>
                                          <p:spTgt spid="222228"/>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222229"/>
                                        </p:tgtEl>
                                        <p:attrNameLst>
                                          <p:attrName>style.visibility</p:attrName>
                                        </p:attrNameLst>
                                      </p:cBhvr>
                                      <p:to>
                                        <p:strVal val="visible"/>
                                      </p:to>
                                    </p:set>
                                    <p:anim calcmode="lin" valueType="num">
                                      <p:cBhvr additive="base">
                                        <p:cTn id="30" dur="500" fill="hold"/>
                                        <p:tgtEl>
                                          <p:spTgt spid="222229"/>
                                        </p:tgtEl>
                                        <p:attrNameLst>
                                          <p:attrName>ppt_x</p:attrName>
                                        </p:attrNameLst>
                                      </p:cBhvr>
                                      <p:tavLst>
                                        <p:tav tm="0">
                                          <p:val>
                                            <p:strVal val="0-#ppt_w/2"/>
                                          </p:val>
                                        </p:tav>
                                        <p:tav tm="100000">
                                          <p:val>
                                            <p:strVal val="#ppt_x"/>
                                          </p:val>
                                        </p:tav>
                                      </p:tavLst>
                                    </p:anim>
                                    <p:anim calcmode="lin" valueType="num">
                                      <p:cBhvr additive="base">
                                        <p:cTn id="31" dur="500" fill="hold"/>
                                        <p:tgtEl>
                                          <p:spTgt spid="222229"/>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222230"/>
                                        </p:tgtEl>
                                        <p:attrNameLst>
                                          <p:attrName>style.visibility</p:attrName>
                                        </p:attrNameLst>
                                      </p:cBhvr>
                                      <p:to>
                                        <p:strVal val="visible"/>
                                      </p:to>
                                    </p:set>
                                    <p:anim calcmode="lin" valueType="num">
                                      <p:cBhvr additive="base">
                                        <p:cTn id="36" dur="500" fill="hold"/>
                                        <p:tgtEl>
                                          <p:spTgt spid="222230"/>
                                        </p:tgtEl>
                                        <p:attrNameLst>
                                          <p:attrName>ppt_x</p:attrName>
                                        </p:attrNameLst>
                                      </p:cBhvr>
                                      <p:tavLst>
                                        <p:tav tm="0">
                                          <p:val>
                                            <p:strVal val="#ppt_x"/>
                                          </p:val>
                                        </p:tav>
                                        <p:tav tm="100000">
                                          <p:val>
                                            <p:strVal val="#ppt_x"/>
                                          </p:val>
                                        </p:tav>
                                      </p:tavLst>
                                    </p:anim>
                                    <p:anim calcmode="lin" valueType="num">
                                      <p:cBhvr additive="base">
                                        <p:cTn id="37" dur="500" fill="hold"/>
                                        <p:tgtEl>
                                          <p:spTgt spid="2222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2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39938" name="Rectangle 3"/>
          <p:cNvSpPr>
            <a:spLocks noGrp="1"/>
          </p:cNvSpPr>
          <p:nvPr>
            <p:ph idx="1"/>
          </p:nvPr>
        </p:nvSpPr>
        <p:spPr>
          <a:xfrm>
            <a:off x="301625" y="908050"/>
            <a:ext cx="8461375" cy="3529013"/>
          </a:xfrm>
          <a:solidFill>
            <a:srgbClr val="FFFFFF"/>
          </a:solidFill>
          <a:ln>
            <a:solidFill>
              <a:srgbClr val="808080"/>
            </a:solidFill>
            <a:miter/>
          </a:ln>
        </p:spPr>
        <p:txBody>
          <a:bodyPr vert="horz" wrap="square" lIns="91440" tIns="45720" rIns="91440" bIns="45720" anchor="t" anchorCtr="0"/>
          <a:p>
            <a:pPr marL="0" indent="0" eaLnBrk="1" hangingPunct="1">
              <a:lnSpc>
                <a:spcPct val="140000"/>
              </a:lnSpc>
              <a:buNone/>
            </a:pPr>
            <a:r>
              <a:rPr lang="zh-CN" altLang="en-US" sz="2800" b="1" dirty="0">
                <a:solidFill>
                  <a:schemeClr val="accent2"/>
                </a:solidFill>
                <a:latin typeface="Times New Roman" panose="02020603050405020304" pitchFamily="18" charset="0"/>
              </a:rPr>
              <a:t>定义</a:t>
            </a:r>
            <a:r>
              <a:rPr lang="en-US" altLang="zh-CN" sz="2800" b="1" dirty="0">
                <a:solidFill>
                  <a:schemeClr val="accent2"/>
                </a:solidFill>
                <a:latin typeface="Times New Roman" panose="02020603050405020304" pitchFamily="18" charset="0"/>
              </a:rPr>
              <a:t>4.4</a:t>
            </a:r>
            <a:r>
              <a:rPr lang="en-US" altLang="zh-CN" sz="2800" dirty="0">
                <a:latin typeface="Times New Roman" panose="02020603050405020304" pitchFamily="18" charset="0"/>
              </a:rPr>
              <a:t>  </a:t>
            </a:r>
            <a:r>
              <a:rPr lang="zh-CN" altLang="en-US" sz="2800" dirty="0">
                <a:latin typeface="Times New Roman" panose="02020603050405020304" pitchFamily="18" charset="0"/>
              </a:rPr>
              <a:t>设      和      是两个概率分配函数；则其正交和                     ：</a:t>
            </a:r>
            <a:endParaRPr lang="zh-CN" altLang="en-US" sz="2800" dirty="0">
              <a:latin typeface="Times New Roman" panose="02020603050405020304" pitchFamily="18" charset="0"/>
            </a:endParaRPr>
          </a:p>
          <a:p>
            <a:pPr marL="0" indent="0" eaLnBrk="1" hangingPunct="1">
              <a:buNone/>
            </a:pPr>
            <a:endParaRPr lang="zh-CN" altLang="en-US" sz="2800" dirty="0">
              <a:latin typeface="Times New Roman" panose="02020603050405020304" pitchFamily="18" charset="0"/>
            </a:endParaRPr>
          </a:p>
          <a:p>
            <a:pPr marL="0" indent="0" eaLnBrk="1" hangingPunct="1">
              <a:buNone/>
            </a:pPr>
            <a:endParaRPr lang="zh-CN" altLang="en-US" sz="2800" dirty="0">
              <a:latin typeface="Times New Roman" panose="02020603050405020304" pitchFamily="18" charset="0"/>
            </a:endParaRPr>
          </a:p>
          <a:p>
            <a:pPr marL="0" indent="0" eaLnBrk="1" hangingPunct="1">
              <a:buNone/>
            </a:pPr>
            <a:r>
              <a:rPr lang="zh-CN" altLang="en-US" sz="2800" dirty="0">
                <a:latin typeface="Times New Roman" panose="02020603050405020304" pitchFamily="18" charset="0"/>
              </a:rPr>
              <a:t>其中：</a:t>
            </a:r>
            <a:endParaRPr lang="zh-CN" altLang="en-US" sz="2800" dirty="0">
              <a:latin typeface="Times New Roman" panose="02020603050405020304" pitchFamily="18" charset="0"/>
            </a:endParaRPr>
          </a:p>
        </p:txBody>
      </p:sp>
      <p:sp>
        <p:nvSpPr>
          <p:cNvPr id="39939" name="Rectangle 5"/>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39940" name="Object 4"/>
          <p:cNvGraphicFramePr>
            <a:graphicFrameLocks noChangeAspect="1"/>
          </p:cNvGraphicFramePr>
          <p:nvPr/>
        </p:nvGraphicFramePr>
        <p:xfrm>
          <a:off x="2195513" y="1052513"/>
          <a:ext cx="431800" cy="503237"/>
        </p:xfrm>
        <a:graphic>
          <a:graphicData uri="http://schemas.openxmlformats.org/presentationml/2006/ole">
            <mc:AlternateContent xmlns:mc="http://schemas.openxmlformats.org/markup-compatibility/2006">
              <mc:Choice xmlns:v="urn:schemas-microsoft-com:vml" Requires="v">
                <p:oleObj spid="_x0000_s3174" name="" r:id="rId1" imgW="3952875" imgH="3733800" progId="Equation.3">
                  <p:embed/>
                </p:oleObj>
              </mc:Choice>
              <mc:Fallback>
                <p:oleObj name="" r:id="rId1" imgW="3952875" imgH="3733800" progId="Equation.3">
                  <p:embed/>
                  <p:pic>
                    <p:nvPicPr>
                      <p:cNvPr id="0" name="图片 3173"/>
                      <p:cNvPicPr/>
                      <p:nvPr/>
                    </p:nvPicPr>
                    <p:blipFill>
                      <a:blip r:embed="rId2"/>
                      <a:stretch>
                        <a:fillRect/>
                      </a:stretch>
                    </p:blipFill>
                    <p:spPr>
                      <a:xfrm>
                        <a:off x="2195513" y="1052513"/>
                        <a:ext cx="431800" cy="503237"/>
                      </a:xfrm>
                      <a:prstGeom prst="rect">
                        <a:avLst/>
                      </a:prstGeom>
                      <a:noFill/>
                      <a:ln w="38100">
                        <a:noFill/>
                        <a:miter/>
                      </a:ln>
                    </p:spPr>
                  </p:pic>
                </p:oleObj>
              </mc:Fallback>
            </mc:AlternateContent>
          </a:graphicData>
        </a:graphic>
      </p:graphicFrame>
      <p:sp>
        <p:nvSpPr>
          <p:cNvPr id="39941" name="Rectangle 7"/>
          <p:cNvSpPr/>
          <p:nvPr/>
        </p:nvSpPr>
        <p:spPr>
          <a:xfrm>
            <a:off x="0" y="3319463"/>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39942" name="Object 6"/>
          <p:cNvGraphicFramePr>
            <a:graphicFrameLocks noChangeAspect="1"/>
          </p:cNvGraphicFramePr>
          <p:nvPr/>
        </p:nvGraphicFramePr>
        <p:xfrm>
          <a:off x="3203575" y="1052513"/>
          <a:ext cx="431800" cy="503237"/>
        </p:xfrm>
        <a:graphic>
          <a:graphicData uri="http://schemas.openxmlformats.org/presentationml/2006/ole">
            <mc:AlternateContent xmlns:mc="http://schemas.openxmlformats.org/markup-compatibility/2006">
              <mc:Choice xmlns:v="urn:schemas-microsoft-com:vml" Requires="v">
                <p:oleObj spid="_x0000_s3176" name="" r:id="rId3" imgW="4171950" imgH="3733800" progId="Equation.3">
                  <p:embed/>
                </p:oleObj>
              </mc:Choice>
              <mc:Fallback>
                <p:oleObj name="" r:id="rId3" imgW="4171950" imgH="3733800" progId="Equation.3">
                  <p:embed/>
                  <p:pic>
                    <p:nvPicPr>
                      <p:cNvPr id="0" name="图片 3175"/>
                      <p:cNvPicPr/>
                      <p:nvPr/>
                    </p:nvPicPr>
                    <p:blipFill>
                      <a:blip r:embed="rId4"/>
                      <a:stretch>
                        <a:fillRect/>
                      </a:stretch>
                    </p:blipFill>
                    <p:spPr>
                      <a:xfrm>
                        <a:off x="3203575" y="1052513"/>
                        <a:ext cx="431800" cy="503237"/>
                      </a:xfrm>
                      <a:prstGeom prst="rect">
                        <a:avLst/>
                      </a:prstGeom>
                      <a:noFill/>
                      <a:ln w="38100">
                        <a:noFill/>
                        <a:miter/>
                      </a:ln>
                    </p:spPr>
                  </p:pic>
                </p:oleObj>
              </mc:Fallback>
            </mc:AlternateContent>
          </a:graphicData>
        </a:graphic>
      </p:graphicFrame>
      <p:sp>
        <p:nvSpPr>
          <p:cNvPr id="39943" name="Rectangle 9"/>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39944" name="Object 8"/>
          <p:cNvGraphicFramePr>
            <a:graphicFrameLocks noChangeAspect="1"/>
          </p:cNvGraphicFramePr>
          <p:nvPr/>
        </p:nvGraphicFramePr>
        <p:xfrm>
          <a:off x="819150" y="1657350"/>
          <a:ext cx="1665288" cy="504825"/>
        </p:xfrm>
        <a:graphic>
          <a:graphicData uri="http://schemas.openxmlformats.org/presentationml/2006/ole">
            <mc:AlternateContent xmlns:mc="http://schemas.openxmlformats.org/markup-compatibility/2006">
              <mc:Choice xmlns:v="urn:schemas-microsoft-com:vml" Requires="v">
                <p:oleObj spid="_x0000_s3159" name="" r:id="rId5" imgW="14478000" imgH="3733800" progId="Equation.3">
                  <p:embed/>
                </p:oleObj>
              </mc:Choice>
              <mc:Fallback>
                <p:oleObj name="" r:id="rId5" imgW="14478000" imgH="3733800" progId="Equation.3">
                  <p:embed/>
                  <p:pic>
                    <p:nvPicPr>
                      <p:cNvPr id="0" name="图片 3158"/>
                      <p:cNvPicPr/>
                      <p:nvPr/>
                    </p:nvPicPr>
                    <p:blipFill>
                      <a:blip r:embed="rId6"/>
                      <a:stretch>
                        <a:fillRect/>
                      </a:stretch>
                    </p:blipFill>
                    <p:spPr>
                      <a:xfrm>
                        <a:off x="819150" y="1657350"/>
                        <a:ext cx="1665288" cy="504825"/>
                      </a:xfrm>
                      <a:prstGeom prst="rect">
                        <a:avLst/>
                      </a:prstGeom>
                      <a:noFill/>
                      <a:ln w="38100">
                        <a:noFill/>
                        <a:miter/>
                      </a:ln>
                    </p:spPr>
                  </p:pic>
                </p:oleObj>
              </mc:Fallback>
            </mc:AlternateContent>
          </a:graphicData>
        </a:graphic>
      </p:graphicFrame>
      <p:graphicFrame>
        <p:nvGraphicFramePr>
          <p:cNvPr id="39945" name="Object 11"/>
          <p:cNvGraphicFramePr>
            <a:graphicFrameLocks noChangeAspect="1"/>
          </p:cNvGraphicFramePr>
          <p:nvPr/>
        </p:nvGraphicFramePr>
        <p:xfrm>
          <a:off x="2987675" y="1727200"/>
          <a:ext cx="1857375" cy="473075"/>
        </p:xfrm>
        <a:graphic>
          <a:graphicData uri="http://schemas.openxmlformats.org/presentationml/2006/ole">
            <mc:AlternateContent xmlns:mc="http://schemas.openxmlformats.org/markup-compatibility/2006">
              <mc:Choice xmlns:v="urn:schemas-microsoft-com:vml" Requires="v">
                <p:oleObj spid="_x0000_s3170" name="" r:id="rId7" imgW="11191875" imgH="3514725" progId="Equation.3">
                  <p:embed/>
                </p:oleObj>
              </mc:Choice>
              <mc:Fallback>
                <p:oleObj name="" r:id="rId7" imgW="11191875" imgH="3514725" progId="Equation.3">
                  <p:embed/>
                  <p:pic>
                    <p:nvPicPr>
                      <p:cNvPr id="0" name="图片 3169"/>
                      <p:cNvPicPr/>
                      <p:nvPr/>
                    </p:nvPicPr>
                    <p:blipFill>
                      <a:blip r:embed="rId8"/>
                      <a:stretch>
                        <a:fillRect/>
                      </a:stretch>
                    </p:blipFill>
                    <p:spPr>
                      <a:xfrm>
                        <a:off x="2987675" y="1727200"/>
                        <a:ext cx="1857375" cy="473075"/>
                      </a:xfrm>
                      <a:prstGeom prst="rect">
                        <a:avLst/>
                      </a:prstGeom>
                      <a:noFill/>
                      <a:ln w="38100">
                        <a:noFill/>
                        <a:miter/>
                      </a:ln>
                    </p:spPr>
                  </p:pic>
                </p:oleObj>
              </mc:Fallback>
            </mc:AlternateContent>
          </a:graphicData>
        </a:graphic>
      </p:graphicFrame>
      <p:sp>
        <p:nvSpPr>
          <p:cNvPr id="39946" name="Rectangle 12"/>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39947" name="Rectangle 13"/>
          <p:cNvSpPr/>
          <p:nvPr/>
        </p:nvSpPr>
        <p:spPr>
          <a:xfrm>
            <a:off x="0" y="200025"/>
            <a:ext cx="247650" cy="244475"/>
          </a:xfrm>
          <a:prstGeom prst="rect">
            <a:avLst/>
          </a:prstGeom>
          <a:noFill/>
          <a:ln w="9525">
            <a:noFill/>
          </a:ln>
        </p:spPr>
        <p:txBody>
          <a:bodyPr wrap="none" anchor="ctr" anchorCtr="0">
            <a:spAutoFit/>
          </a:bodyPr>
          <a:p>
            <a:pPr>
              <a:buClrTx/>
              <a:buFontTx/>
            </a:pPr>
            <a:r>
              <a:rPr lang="en-US" altLang="zh-CN" sz="1000" dirty="0">
                <a:latin typeface="Times New Roman" panose="02020603050405020304" pitchFamily="18" charset="0"/>
                <a:ea typeface="宋体" panose="02010600030101010101" pitchFamily="2" charset="-122"/>
              </a:rPr>
              <a:t>  </a:t>
            </a:r>
            <a:endParaRPr lang="en-US" altLang="zh-CN" dirty="0">
              <a:latin typeface="Arial" panose="020B0604020202020204" pitchFamily="34" charset="0"/>
              <a:ea typeface="宋体" panose="02010600030101010101" pitchFamily="2" charset="-122"/>
            </a:endParaRPr>
          </a:p>
        </p:txBody>
      </p:sp>
      <p:sp>
        <p:nvSpPr>
          <p:cNvPr id="39948" name="Rectangle 15"/>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39949" name="Rectangle 19"/>
          <p:cNvSpPr>
            <a:spLocks noGrp="1"/>
          </p:cNvSpPr>
          <p:nvPr>
            <p:ph type="title"/>
          </p:nvPr>
        </p:nvSpPr>
        <p:spPr/>
        <p:txBody>
          <a:bodyPr vert="horz" wrap="square" lIns="91440" tIns="45720" rIns="91440" bIns="45720" anchor="b" anchorCtr="0"/>
          <a:p>
            <a:pPr eaLnBrk="1" hangingPunct="1"/>
            <a:r>
              <a:rPr lang="en-US" altLang="zh-CN" sz="3500" b="0" dirty="0">
                <a:latin typeface="Times New Roman" panose="02020603050405020304" pitchFamily="18" charset="0"/>
              </a:rPr>
              <a:t>4.3.4  </a:t>
            </a:r>
            <a:r>
              <a:rPr lang="zh-CN" altLang="en-US" sz="3500" b="0" dirty="0">
                <a:latin typeface="Times New Roman" panose="02020603050405020304" pitchFamily="18" charset="0"/>
              </a:rPr>
              <a:t>概率分配函数的正交和（证据的组合）</a:t>
            </a:r>
            <a:endParaRPr lang="zh-CN" altLang="en-US" sz="3500" b="0" dirty="0">
              <a:latin typeface="Times New Roman" panose="02020603050405020304" pitchFamily="18" charset="0"/>
            </a:endParaRPr>
          </a:p>
        </p:txBody>
      </p:sp>
      <p:sp>
        <p:nvSpPr>
          <p:cNvPr id="39950" name="Rectangle 21"/>
          <p:cNvSpPr/>
          <p:nvPr/>
        </p:nvSpPr>
        <p:spPr>
          <a:xfrm>
            <a:off x="3638550" y="325278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39952" name="Object 23"/>
          <p:cNvGraphicFramePr>
            <a:graphicFrameLocks noChangeAspect="1"/>
          </p:cNvGraphicFramePr>
          <p:nvPr/>
        </p:nvGraphicFramePr>
        <p:xfrm>
          <a:off x="1447800" y="3644900"/>
          <a:ext cx="5638800" cy="711200"/>
        </p:xfrm>
        <a:graphic>
          <a:graphicData uri="http://schemas.openxmlformats.org/presentationml/2006/ole">
            <mc:AlternateContent xmlns:mc="http://schemas.openxmlformats.org/markup-compatibility/2006">
              <mc:Choice xmlns:v="urn:schemas-microsoft-com:vml" Requires="v">
                <p:oleObj spid="_x0000_s3158" name="" r:id="rId9" imgW="48272700" imgH="6143625" progId="Equation.DSMT4">
                  <p:embed/>
                </p:oleObj>
              </mc:Choice>
              <mc:Fallback>
                <p:oleObj name="" r:id="rId9" imgW="48272700" imgH="6143625" progId="Equation.DSMT4">
                  <p:embed/>
                  <p:pic>
                    <p:nvPicPr>
                      <p:cNvPr id="0" name="图片 3157"/>
                      <p:cNvPicPr/>
                      <p:nvPr/>
                    </p:nvPicPr>
                    <p:blipFill>
                      <a:blip r:embed="rId10"/>
                      <a:stretch>
                        <a:fillRect/>
                      </a:stretch>
                    </p:blipFill>
                    <p:spPr>
                      <a:xfrm>
                        <a:off x="1447800" y="3644900"/>
                        <a:ext cx="5638800" cy="711200"/>
                      </a:xfrm>
                      <a:prstGeom prst="rect">
                        <a:avLst/>
                      </a:prstGeom>
                      <a:noFill/>
                      <a:ln w="38100">
                        <a:noFill/>
                        <a:miter/>
                      </a:ln>
                    </p:spPr>
                  </p:pic>
                </p:oleObj>
              </mc:Fallback>
            </mc:AlternateContent>
          </a:graphicData>
        </a:graphic>
      </p:graphicFrame>
      <p:sp>
        <p:nvSpPr>
          <p:cNvPr id="39953" name="Text Box 29"/>
          <p:cNvSpPr txBox="1"/>
          <p:nvPr/>
        </p:nvSpPr>
        <p:spPr>
          <a:xfrm>
            <a:off x="304800" y="4572000"/>
            <a:ext cx="8534400" cy="1854200"/>
          </a:xfrm>
          <a:prstGeom prst="rect">
            <a:avLst/>
          </a:prstGeom>
          <a:gradFill rotWithShape="0">
            <a:gsLst>
              <a:gs pos="0">
                <a:srgbClr val="99CCFF"/>
              </a:gs>
              <a:gs pos="100000">
                <a:schemeClr val="bg1"/>
              </a:gs>
            </a:gsLst>
            <a:path path="rect">
              <a:fillToRect l="100000" t="100000"/>
            </a:path>
            <a:tileRect/>
          </a:gradFill>
          <a:ln w="9525" cap="flat" cmpd="sng">
            <a:solidFill>
              <a:srgbClr val="808080"/>
            </a:solidFill>
            <a:prstDash val="solid"/>
            <a:miter/>
            <a:headEnd type="none" w="med" len="med"/>
            <a:tailEnd type="none" w="med" len="med"/>
          </a:ln>
        </p:spPr>
        <p:txBody>
          <a:bodyPr anchor="t" anchorCtr="0">
            <a:spAutoFit/>
          </a:bodyPr>
          <a:p>
            <a:pPr>
              <a:lnSpc>
                <a:spcPct val="120000"/>
              </a:lnSpc>
              <a:spcBef>
                <a:spcPct val="50000"/>
              </a:spcBef>
              <a:buClr>
                <a:schemeClr val="accent2"/>
              </a:buClr>
              <a:buFont typeface="Wingdings" panose="05000000000000000000" pitchFamily="2" charset="2"/>
            </a:pPr>
            <a:r>
              <a:rPr lang="zh-CN" altLang="en-US" sz="2800" dirty="0">
                <a:latin typeface="Times New Roman" panose="02020603050405020304" pitchFamily="18" charset="0"/>
                <a:ea typeface="宋体" panose="02010600030101010101" pitchFamily="2" charset="-122"/>
              </a:rPr>
              <a:t>如果           ，则正交和 </a:t>
            </a:r>
            <a:r>
              <a:rPr lang="en-US" altLang="zh-CN" sz="2800" i="1" dirty="0">
                <a:latin typeface="Times New Roman" panose="02020603050405020304" pitchFamily="18" charset="0"/>
                <a:ea typeface="宋体" panose="02010600030101010101" pitchFamily="2" charset="-122"/>
              </a:rPr>
              <a:t>M</a:t>
            </a:r>
            <a:r>
              <a:rPr lang="zh-CN" altLang="en-US" sz="2800" dirty="0">
                <a:latin typeface="Times New Roman" panose="02020603050405020304" pitchFamily="18" charset="0"/>
                <a:ea typeface="宋体" panose="02010600030101010101" pitchFamily="2" charset="-122"/>
              </a:rPr>
              <a:t>也是一个</a:t>
            </a:r>
            <a:r>
              <a:rPr lang="zh-CN" altLang="en-US" sz="2800" dirty="0">
                <a:solidFill>
                  <a:schemeClr val="accent2"/>
                </a:solidFill>
                <a:latin typeface="Times New Roman" panose="02020603050405020304" pitchFamily="18" charset="0"/>
                <a:ea typeface="宋体" panose="02010600030101010101" pitchFamily="2" charset="-122"/>
              </a:rPr>
              <a:t>概率分配函数</a:t>
            </a:r>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a:p>
            <a:pPr>
              <a:lnSpc>
                <a:spcPct val="120000"/>
              </a:lnSpc>
              <a:spcBef>
                <a:spcPct val="50000"/>
              </a:spcBef>
              <a:buClr>
                <a:schemeClr val="accent2"/>
              </a:buClr>
              <a:buFont typeface="Wingdings" panose="05000000000000000000" pitchFamily="2" charset="2"/>
            </a:pPr>
            <a:r>
              <a:rPr lang="zh-CN" altLang="en-US" sz="2800" dirty="0">
                <a:latin typeface="Times New Roman" panose="02020603050405020304" pitchFamily="18" charset="0"/>
                <a:ea typeface="宋体" panose="02010600030101010101" pitchFamily="2" charset="-122"/>
              </a:rPr>
              <a:t>如果           ，则不存在正交和 </a:t>
            </a:r>
            <a:r>
              <a:rPr lang="en-US" altLang="zh-CN" sz="2800" i="1" dirty="0">
                <a:latin typeface="Times New Roman" panose="02020603050405020304" pitchFamily="18" charset="0"/>
                <a:ea typeface="宋体" panose="02010600030101010101" pitchFamily="2" charset="-122"/>
              </a:rPr>
              <a:t>M</a:t>
            </a:r>
            <a:r>
              <a:rPr lang="zh-CN" altLang="en-US" sz="2800" dirty="0">
                <a:latin typeface="Times New Roman" panose="02020603050405020304" pitchFamily="18" charset="0"/>
                <a:ea typeface="宋体" panose="02010600030101010101" pitchFamily="2" charset="-122"/>
              </a:rPr>
              <a:t>，即没有可能存在概率函数，称     与     矛盾。</a:t>
            </a:r>
            <a:endParaRPr lang="zh-CN" altLang="en-US" sz="2800" dirty="0">
              <a:latin typeface="Times New Roman" panose="02020603050405020304" pitchFamily="18" charset="0"/>
              <a:ea typeface="宋体" panose="02010600030101010101" pitchFamily="2" charset="-122"/>
            </a:endParaRPr>
          </a:p>
        </p:txBody>
      </p:sp>
      <p:graphicFrame>
        <p:nvGraphicFramePr>
          <p:cNvPr id="39954" name="Object 22"/>
          <p:cNvGraphicFramePr>
            <a:graphicFrameLocks noChangeAspect="1"/>
          </p:cNvGraphicFramePr>
          <p:nvPr/>
        </p:nvGraphicFramePr>
        <p:xfrm>
          <a:off x="1135063" y="4740275"/>
          <a:ext cx="982662" cy="381000"/>
        </p:xfrm>
        <a:graphic>
          <a:graphicData uri="http://schemas.openxmlformats.org/presentationml/2006/ole">
            <mc:AlternateContent xmlns:mc="http://schemas.openxmlformats.org/markup-compatibility/2006">
              <mc:Choice xmlns:v="urn:schemas-microsoft-com:vml" Requires="v">
                <p:oleObj spid="_x0000_s3166" name="" r:id="rId11" imgW="6800850" imgH="3076575" progId="Equation.3">
                  <p:embed/>
                </p:oleObj>
              </mc:Choice>
              <mc:Fallback>
                <p:oleObj name="" r:id="rId11" imgW="6800850" imgH="3076575" progId="Equation.3">
                  <p:embed/>
                  <p:pic>
                    <p:nvPicPr>
                      <p:cNvPr id="0" name="图片 3165"/>
                      <p:cNvPicPr/>
                      <p:nvPr/>
                    </p:nvPicPr>
                    <p:blipFill>
                      <a:blip r:embed="rId12"/>
                      <a:stretch>
                        <a:fillRect/>
                      </a:stretch>
                    </p:blipFill>
                    <p:spPr>
                      <a:xfrm>
                        <a:off x="1135063" y="4740275"/>
                        <a:ext cx="982662" cy="381000"/>
                      </a:xfrm>
                      <a:prstGeom prst="rect">
                        <a:avLst/>
                      </a:prstGeom>
                      <a:noFill/>
                      <a:ln w="38100">
                        <a:noFill/>
                        <a:miter/>
                      </a:ln>
                    </p:spPr>
                  </p:pic>
                </p:oleObj>
              </mc:Fallback>
            </mc:AlternateContent>
          </a:graphicData>
        </a:graphic>
      </p:graphicFrame>
      <p:graphicFrame>
        <p:nvGraphicFramePr>
          <p:cNvPr id="39955" name="Object 25"/>
          <p:cNvGraphicFramePr>
            <a:graphicFrameLocks noChangeAspect="1"/>
          </p:cNvGraphicFramePr>
          <p:nvPr/>
        </p:nvGraphicFramePr>
        <p:xfrm>
          <a:off x="1116013" y="5445125"/>
          <a:ext cx="1060450" cy="357188"/>
        </p:xfrm>
        <a:graphic>
          <a:graphicData uri="http://schemas.openxmlformats.org/presentationml/2006/ole">
            <mc:AlternateContent xmlns:mc="http://schemas.openxmlformats.org/markup-compatibility/2006">
              <mc:Choice xmlns:v="urn:schemas-microsoft-com:vml" Requires="v">
                <p:oleObj spid="_x0000_s3163" name="" r:id="rId13" imgW="7677150" imgH="3295650" progId="Equation.DSMT4">
                  <p:embed/>
                </p:oleObj>
              </mc:Choice>
              <mc:Fallback>
                <p:oleObj name="" r:id="rId13" imgW="7677150" imgH="3295650" progId="Equation.DSMT4">
                  <p:embed/>
                  <p:pic>
                    <p:nvPicPr>
                      <p:cNvPr id="0" name="图片 3162"/>
                      <p:cNvPicPr/>
                      <p:nvPr/>
                    </p:nvPicPr>
                    <p:blipFill>
                      <a:blip r:embed="rId14"/>
                      <a:stretch>
                        <a:fillRect/>
                      </a:stretch>
                    </p:blipFill>
                    <p:spPr>
                      <a:xfrm>
                        <a:off x="1116013" y="5445125"/>
                        <a:ext cx="1060450" cy="357188"/>
                      </a:xfrm>
                      <a:prstGeom prst="rect">
                        <a:avLst/>
                      </a:prstGeom>
                      <a:noFill/>
                      <a:ln w="38100">
                        <a:noFill/>
                        <a:miter/>
                      </a:ln>
                    </p:spPr>
                  </p:pic>
                </p:oleObj>
              </mc:Fallback>
            </mc:AlternateContent>
          </a:graphicData>
        </a:graphic>
      </p:graphicFrame>
      <p:graphicFrame>
        <p:nvGraphicFramePr>
          <p:cNvPr id="39956" name="Object 26"/>
          <p:cNvGraphicFramePr>
            <a:graphicFrameLocks noChangeAspect="1"/>
          </p:cNvGraphicFramePr>
          <p:nvPr/>
        </p:nvGraphicFramePr>
        <p:xfrm>
          <a:off x="2143125" y="5913438"/>
          <a:ext cx="427038" cy="503237"/>
        </p:xfrm>
        <a:graphic>
          <a:graphicData uri="http://schemas.openxmlformats.org/presentationml/2006/ole">
            <mc:AlternateContent xmlns:mc="http://schemas.openxmlformats.org/markup-compatibility/2006">
              <mc:Choice xmlns:v="urn:schemas-microsoft-com:vml" Requires="v">
                <p:oleObj spid="_x0000_s3160" name="" r:id="rId15" imgW="3952875" imgH="3733800" progId="Equation.3">
                  <p:embed/>
                </p:oleObj>
              </mc:Choice>
              <mc:Fallback>
                <p:oleObj name="" r:id="rId15" imgW="3952875" imgH="3733800" progId="Equation.3">
                  <p:embed/>
                  <p:pic>
                    <p:nvPicPr>
                      <p:cNvPr id="0" name="图片 3159"/>
                      <p:cNvPicPr/>
                      <p:nvPr/>
                    </p:nvPicPr>
                    <p:blipFill>
                      <a:blip r:embed="rId2"/>
                      <a:stretch>
                        <a:fillRect/>
                      </a:stretch>
                    </p:blipFill>
                    <p:spPr>
                      <a:xfrm>
                        <a:off x="2143125" y="5913438"/>
                        <a:ext cx="427038" cy="503237"/>
                      </a:xfrm>
                      <a:prstGeom prst="rect">
                        <a:avLst/>
                      </a:prstGeom>
                      <a:noFill/>
                      <a:ln w="38100">
                        <a:noFill/>
                        <a:miter/>
                      </a:ln>
                    </p:spPr>
                  </p:pic>
                </p:oleObj>
              </mc:Fallback>
            </mc:AlternateContent>
          </a:graphicData>
        </a:graphic>
      </p:graphicFrame>
      <p:graphicFrame>
        <p:nvGraphicFramePr>
          <p:cNvPr id="39957" name="Object 27"/>
          <p:cNvGraphicFramePr>
            <a:graphicFrameLocks noChangeAspect="1"/>
          </p:cNvGraphicFramePr>
          <p:nvPr/>
        </p:nvGraphicFramePr>
        <p:xfrm>
          <a:off x="2947988" y="5913438"/>
          <a:ext cx="428625" cy="503237"/>
        </p:xfrm>
        <a:graphic>
          <a:graphicData uri="http://schemas.openxmlformats.org/presentationml/2006/ole">
            <mc:AlternateContent xmlns:mc="http://schemas.openxmlformats.org/markup-compatibility/2006">
              <mc:Choice xmlns:v="urn:schemas-microsoft-com:vml" Requires="v">
                <p:oleObj spid="_x0000_s3157" name="" r:id="rId16" imgW="4171950" imgH="3733800" progId="Equation.3">
                  <p:embed/>
                </p:oleObj>
              </mc:Choice>
              <mc:Fallback>
                <p:oleObj name="" r:id="rId16" imgW="4171950" imgH="3733800" progId="Equation.3">
                  <p:embed/>
                  <p:pic>
                    <p:nvPicPr>
                      <p:cNvPr id="0" name="图片 3156"/>
                      <p:cNvPicPr/>
                      <p:nvPr/>
                    </p:nvPicPr>
                    <p:blipFill>
                      <a:blip r:embed="rId4"/>
                      <a:stretch>
                        <a:fillRect/>
                      </a:stretch>
                    </p:blipFill>
                    <p:spPr>
                      <a:xfrm>
                        <a:off x="2947988" y="5913438"/>
                        <a:ext cx="428625" cy="503237"/>
                      </a:xfrm>
                      <a:prstGeom prst="rect">
                        <a:avLst/>
                      </a:prstGeom>
                      <a:noFill/>
                      <a:ln w="38100">
                        <a:noFill/>
                        <a:miter/>
                      </a:ln>
                    </p:spPr>
                  </p:pic>
                </p:oleObj>
              </mc:Fallback>
            </mc:AlternateContent>
          </a:graphicData>
        </a:graphic>
      </p:graphicFrame>
      <mc:AlternateContent xmlns:mc="http://schemas.openxmlformats.org/markup-compatibility/2006">
        <mc:Choice xmlns:a14="http://schemas.microsoft.com/office/drawing/2010/main" Requires="a14">
          <p:sp>
            <p:nvSpPr>
              <p:cNvPr id="2" name="文本框 1"/>
              <p:cNvSpPr txBox="1"/>
              <p:nvPr/>
            </p:nvSpPr>
            <p:spPr>
              <a:xfrm>
                <a:off x="3131820" y="2421255"/>
                <a:ext cx="3891915" cy="844550"/>
              </a:xfrm>
              <a:prstGeom prst="rect">
                <a:avLst/>
              </a:prstGeom>
              <a:noFill/>
            </p:spPr>
            <p:txBody>
              <a:bodyPr wrap="none" rtlCol="0" anchor="t">
                <a:noAutofit/>
              </a:bodyPr>
              <a:p>
                <a:pPr algn="l"/>
                <a14:m>
                  <m:oMathPara xmlns:m="http://schemas.openxmlformats.org/officeDocument/2006/math">
                    <m:oMathParaPr>
                      <m:jc m:val="centerGroup"/>
                    </m:oMathParaPr>
                    <m:oMath xmlns:m="http://schemas.openxmlformats.org/officeDocument/2006/math">
                      <m:r>
                        <a:rPr lang="en-US" altLang="zh-CN" sz="2200" i="1">
                          <a:latin typeface="Cambria Math" panose="02040503050406030204" charset="0"/>
                          <a:cs typeface="Cambria Math" panose="02040503050406030204" charset="0"/>
                        </a:rPr>
                        <m:t>𝑀</m:t>
                      </m:r>
                      <m:r>
                        <a:rPr lang="en-US" altLang="zh-CN" sz="2200" i="1">
                          <a:latin typeface="Cambria Math" panose="02040503050406030204" charset="0"/>
                          <a:cs typeface="Cambria Math" panose="02040503050406030204" charset="0"/>
                        </a:rPr>
                        <m:t>(</m:t>
                      </m:r>
                      <m:r>
                        <a:rPr lang="en-US" altLang="zh-CN" sz="2200" i="1">
                          <a:latin typeface="Cambria Math" panose="02040503050406030204" charset="0"/>
                          <a:cs typeface="Cambria Math" panose="02040503050406030204" charset="0"/>
                        </a:rPr>
                        <m:t>𝐴</m:t>
                      </m:r>
                      <m:r>
                        <a:rPr lang="en-US" altLang="zh-CN" sz="2200" i="1">
                          <a:latin typeface="Cambria Math" panose="02040503050406030204" charset="0"/>
                          <a:cs typeface="Cambria Math" panose="02040503050406030204" charset="0"/>
                        </a:rPr>
                        <m:t>)=</m:t>
                      </m:r>
                      <m:sSup>
                        <m:sSupPr>
                          <m:ctrlPr>
                            <a:rPr lang="en-US" altLang="zh-CN" sz="2200" i="1">
                              <a:latin typeface="Cambria Math" panose="02040503050406030204" charset="0"/>
                              <a:cs typeface="Cambria Math" panose="02040503050406030204" charset="0"/>
                            </a:rPr>
                          </m:ctrlPr>
                        </m:sSupPr>
                        <m:e>
                          <m:r>
                            <a:rPr lang="en-US" altLang="zh-CN" sz="2200" i="1">
                              <a:latin typeface="Cambria Math" panose="02040503050406030204" charset="0"/>
                              <a:cs typeface="Cambria Math" panose="02040503050406030204" charset="0"/>
                            </a:rPr>
                            <m:t>𝐾</m:t>
                          </m:r>
                        </m:e>
                        <m:sup>
                          <m:r>
                            <a:rPr lang="en-US" altLang="zh-CN" sz="2200" i="1">
                              <a:latin typeface="Cambria Math" panose="02040503050406030204" charset="0"/>
                              <a:cs typeface="Cambria Math" panose="02040503050406030204" charset="0"/>
                            </a:rPr>
                            <m:t>−</m:t>
                          </m:r>
                          <m:r>
                            <a:rPr lang="en-US" altLang="zh-CN" sz="2200" i="1">
                              <a:latin typeface="Cambria Math" panose="02040503050406030204" charset="0"/>
                              <a:cs typeface="Cambria Math" panose="02040503050406030204" charset="0"/>
                            </a:rPr>
                            <m:t>1</m:t>
                          </m:r>
                        </m:sup>
                      </m:sSup>
                      <m:nary>
                        <m:naryPr>
                          <m:chr m:val="∑"/>
                          <m:limLoc m:val="undOvr"/>
                          <m:supHide m:val="on"/>
                          <m:ctrlPr>
                            <a:rPr lang="en-US" altLang="zh-CN" sz="2200" i="1">
                              <a:latin typeface="Cambria Math" panose="02040503050406030204" charset="0"/>
                              <a:cs typeface="Cambria Math" panose="02040503050406030204" charset="0"/>
                            </a:rPr>
                          </m:ctrlPr>
                        </m:naryPr>
                        <m:sub>
                          <m:r>
                            <a:rPr lang="en-US" altLang="zh-CN" sz="2200" i="1">
                              <a:latin typeface="Cambria Math" panose="02040503050406030204" charset="0"/>
                              <a:cs typeface="Cambria Math" panose="02040503050406030204" charset="0"/>
                            </a:rPr>
                            <m:t>𝑥</m:t>
                          </m:r>
                          <m:r>
                            <a:rPr lang="en-US" altLang="zh-CN" sz="2200" i="1">
                              <a:latin typeface="Cambria Math" panose="02040503050406030204" charset="0"/>
                              <a:cs typeface="Cambria Math" panose="02040503050406030204" charset="0"/>
                            </a:rPr>
                            <m:t>∩</m:t>
                          </m:r>
                          <m:r>
                            <a:rPr lang="en-US" altLang="zh-CN" sz="2200" i="1">
                              <a:latin typeface="Cambria Math" panose="02040503050406030204" charset="0"/>
                              <a:cs typeface="Cambria Math" panose="02040503050406030204" charset="0"/>
                            </a:rPr>
                            <m:t>𝑦</m:t>
                          </m:r>
                          <m:r>
                            <a:rPr lang="en-US" altLang="zh-CN" sz="2200" i="1">
                              <a:latin typeface="Cambria Math" panose="02040503050406030204" charset="0"/>
                              <a:cs typeface="Cambria Math" panose="02040503050406030204" charset="0"/>
                            </a:rPr>
                            <m:t>=</m:t>
                          </m:r>
                          <m:r>
                            <a:rPr lang="en-US" altLang="zh-CN" sz="2200" i="1">
                              <a:latin typeface="Cambria Math" panose="02040503050406030204" charset="0"/>
                              <a:cs typeface="Cambria Math" panose="02040503050406030204" charset="0"/>
                            </a:rPr>
                            <m:t>𝐴</m:t>
                          </m:r>
                        </m:sub>
                        <m:sup/>
                        <m:e>
                          <m:sSub>
                            <m:sSubPr>
                              <m:ctrlPr>
                                <a:rPr lang="en-US" altLang="zh-CN" sz="2200" i="1">
                                  <a:latin typeface="Cambria Math" panose="02040503050406030204" charset="0"/>
                                  <a:cs typeface="Cambria Math" panose="02040503050406030204" charset="0"/>
                                </a:rPr>
                              </m:ctrlPr>
                            </m:sSubPr>
                            <m:e>
                              <m:r>
                                <a:rPr lang="en-US" altLang="zh-CN" sz="2200" i="1">
                                  <a:latin typeface="Cambria Math" panose="02040503050406030204" charset="0"/>
                                  <a:cs typeface="Cambria Math" panose="02040503050406030204" charset="0"/>
                                </a:rPr>
                                <m:t>𝑀</m:t>
                              </m:r>
                            </m:e>
                            <m:sub>
                              <m:r>
                                <a:rPr lang="en-US" altLang="zh-CN" sz="2200" i="1">
                                  <a:latin typeface="Cambria Math" panose="02040503050406030204" charset="0"/>
                                  <a:cs typeface="Cambria Math" panose="02040503050406030204" charset="0"/>
                                </a:rPr>
                                <m:t>1</m:t>
                              </m:r>
                            </m:sub>
                          </m:sSub>
                          <m:r>
                            <a:rPr lang="en-US" altLang="zh-CN" sz="2200" i="1">
                              <a:latin typeface="Cambria Math" panose="02040503050406030204" charset="0"/>
                              <a:cs typeface="Cambria Math" panose="02040503050406030204" charset="0"/>
                            </a:rPr>
                            <m:t>(</m:t>
                          </m:r>
                          <m:r>
                            <a:rPr lang="en-US" altLang="zh-CN" sz="2200" i="1">
                              <a:latin typeface="Cambria Math" panose="02040503050406030204" charset="0"/>
                              <a:cs typeface="Cambria Math" panose="02040503050406030204" charset="0"/>
                            </a:rPr>
                            <m:t>𝑥</m:t>
                          </m:r>
                          <m:r>
                            <a:rPr lang="en-US" altLang="zh-CN" sz="2200" i="1">
                              <a:latin typeface="Cambria Math" panose="02040503050406030204" charset="0"/>
                              <a:cs typeface="Cambria Math" panose="02040503050406030204" charset="0"/>
                            </a:rPr>
                            <m:t>)</m:t>
                          </m:r>
                          <m:sSub>
                            <m:sSubPr>
                              <m:ctrlPr>
                                <a:rPr lang="en-US" altLang="zh-CN" sz="2200" i="1">
                                  <a:latin typeface="Cambria Math" panose="02040503050406030204" charset="0"/>
                                  <a:cs typeface="Cambria Math" panose="02040503050406030204" charset="0"/>
                                </a:rPr>
                              </m:ctrlPr>
                            </m:sSubPr>
                            <m:e>
                              <m:r>
                                <a:rPr lang="en-US" altLang="zh-CN" sz="2200" i="1">
                                  <a:latin typeface="Cambria Math" panose="02040503050406030204" charset="0"/>
                                  <a:cs typeface="Cambria Math" panose="02040503050406030204" charset="0"/>
                                </a:rPr>
                                <m:t>𝑀</m:t>
                              </m:r>
                            </m:e>
                            <m:sub>
                              <m:r>
                                <a:rPr lang="en-US" altLang="zh-CN" sz="2200" i="1">
                                  <a:latin typeface="Cambria Math" panose="02040503050406030204" charset="0"/>
                                  <a:cs typeface="Cambria Math" panose="02040503050406030204" charset="0"/>
                                </a:rPr>
                                <m:t>2</m:t>
                              </m:r>
                            </m:sub>
                          </m:sSub>
                          <m:r>
                            <a:rPr lang="en-US" altLang="zh-CN" sz="2200" i="1">
                              <a:latin typeface="Cambria Math" panose="02040503050406030204" charset="0"/>
                              <a:cs typeface="Cambria Math" panose="02040503050406030204" charset="0"/>
                            </a:rPr>
                            <m:t>(</m:t>
                          </m:r>
                          <m:r>
                            <a:rPr lang="en-US" altLang="zh-CN" sz="2200" i="1">
                              <a:latin typeface="Cambria Math" panose="02040503050406030204" charset="0"/>
                              <a:cs typeface="Cambria Math" panose="02040503050406030204" charset="0"/>
                            </a:rPr>
                            <m:t>𝑥</m:t>
                          </m:r>
                          <m:r>
                            <a:rPr lang="en-US" altLang="zh-CN" sz="2200" i="1">
                              <a:latin typeface="Cambria Math" panose="02040503050406030204" charset="0"/>
                              <a:cs typeface="Cambria Math" panose="02040503050406030204" charset="0"/>
                            </a:rPr>
                            <m:t>)</m:t>
                          </m:r>
                        </m:e>
                      </m:nary>
                    </m:oMath>
                  </m:oMathPara>
                </a14:m>
                <a:endParaRPr lang="en-US" altLang="zh-CN" sz="2200" i="1">
                  <a:latin typeface="Cambria Math" panose="02040503050406030204" charset="0"/>
                  <a:cs typeface="Cambria Math" panose="02040503050406030204"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3131820" y="2421255"/>
                <a:ext cx="3891915" cy="844550"/>
              </a:xfrm>
              <a:prstGeom prst="rect">
                <a:avLst/>
              </a:prstGeom>
              <a:blipFill rotWithShape="1">
                <a:blip r:embed="rId17"/>
                <a:stretch>
                  <a:fillRect/>
                </a:stretch>
              </a:blipFill>
            </p:spPr>
            <p:txBody>
              <a:bodyPr/>
              <a:lstStyle/>
              <a:p>
                <a:r>
                  <a:rPr lang="zh-CN" altLang="en-US">
                    <a:noFill/>
                  </a:rPr>
                  <a:t> </a:t>
                </a:r>
              </a:p>
            </p:txBody>
          </p:sp>
        </mc:Fallback>
      </mc:AlternateContent>
    </p:spTree>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40962" name="Rectangle 19"/>
          <p:cNvSpPr/>
          <p:nvPr/>
        </p:nvSpPr>
        <p:spPr>
          <a:xfrm>
            <a:off x="304800" y="838200"/>
            <a:ext cx="8534400" cy="5791200"/>
          </a:xfrm>
          <a:prstGeom prst="rect">
            <a:avLst/>
          </a:prstGeom>
          <a:solidFill>
            <a:srgbClr val="FFFFFF"/>
          </a:solidFill>
          <a:ln w="9525" cap="flat" cmpd="sng">
            <a:solidFill>
              <a:srgbClr val="808080"/>
            </a:solidFill>
            <a:prstDash val="solid"/>
            <a:miter/>
            <a:headEnd type="none" w="med" len="med"/>
            <a:tailEnd type="none" w="med" len="med"/>
          </a:ln>
        </p:spPr>
        <p:txBody>
          <a:bodyPr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40963" name="Rectangle 2"/>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4.3.4  </a:t>
            </a:r>
            <a:r>
              <a:rPr lang="zh-CN" altLang="en-US" b="0" dirty="0">
                <a:latin typeface="Times New Roman" panose="02020603050405020304" pitchFamily="18" charset="0"/>
              </a:rPr>
              <a:t>概率分配函数的正交和</a:t>
            </a:r>
            <a:endParaRPr lang="zh-CN" altLang="en-US" b="0" dirty="0">
              <a:latin typeface="Times New Roman" panose="02020603050405020304" pitchFamily="18" charset="0"/>
            </a:endParaRPr>
          </a:p>
        </p:txBody>
      </p:sp>
      <p:sp>
        <p:nvSpPr>
          <p:cNvPr id="40964" name="Rectangle 3"/>
          <p:cNvSpPr>
            <a:spLocks noGrp="1"/>
          </p:cNvSpPr>
          <p:nvPr>
            <p:ph idx="1"/>
          </p:nvPr>
        </p:nvSpPr>
        <p:spPr/>
        <p:txBody>
          <a:bodyPr vert="horz" wrap="square" lIns="91440" tIns="45720" rIns="91440" bIns="45720" anchor="t" anchorCtr="0"/>
          <a:p>
            <a:pPr eaLnBrk="1" hangingPunct="1"/>
            <a:r>
              <a:rPr lang="zh-CN" altLang="en-US" sz="2600" b="1" dirty="0">
                <a:latin typeface="宋体" panose="02010600030101010101" pitchFamily="2" charset="-122"/>
              </a:rPr>
              <a:t>例</a:t>
            </a:r>
            <a:r>
              <a:rPr lang="en-US" altLang="zh-CN" sz="2600" b="1" dirty="0">
                <a:latin typeface="宋体" panose="02010600030101010101" pitchFamily="2" charset="-122"/>
              </a:rPr>
              <a:t>4.2 </a:t>
            </a:r>
            <a:r>
              <a:rPr lang="zh-CN" altLang="en-US" sz="2600" b="1" dirty="0">
                <a:latin typeface="宋体" panose="02010600030101010101" pitchFamily="2" charset="-122"/>
              </a:rPr>
              <a:t>设 </a:t>
            </a:r>
            <a:r>
              <a:rPr lang="en-US" altLang="zh-CN" sz="2600" b="1" i="1" dirty="0">
                <a:latin typeface="Times New Roman" panose="02020603050405020304" pitchFamily="18" charset="0"/>
              </a:rPr>
              <a:t>D </a:t>
            </a:r>
            <a:r>
              <a:rPr lang="en-US" altLang="zh-CN" sz="2600" b="1" dirty="0">
                <a:latin typeface="Times New Roman" panose="02020603050405020304" pitchFamily="18" charset="0"/>
              </a:rPr>
              <a:t>={</a:t>
            </a:r>
            <a:r>
              <a:rPr lang="zh-CN" altLang="en-US" sz="2600" b="1" dirty="0">
                <a:latin typeface="宋体" panose="02010600030101010101" pitchFamily="2" charset="-122"/>
              </a:rPr>
              <a:t>黑，白</a:t>
            </a:r>
            <a:r>
              <a:rPr lang="en-US" altLang="zh-CN" sz="2600" b="1" dirty="0">
                <a:latin typeface="Times New Roman" panose="02020603050405020304" pitchFamily="18" charset="0"/>
              </a:rPr>
              <a:t>}</a:t>
            </a:r>
            <a:r>
              <a:rPr lang="zh-CN" altLang="en-US" sz="2600" b="1" dirty="0">
                <a:latin typeface="宋体" panose="02010600030101010101" pitchFamily="2" charset="-122"/>
              </a:rPr>
              <a:t>，且设</a:t>
            </a:r>
            <a:r>
              <a:rPr lang="zh-CN" altLang="en-US" sz="2600" b="1" dirty="0"/>
              <a:t> </a:t>
            </a:r>
            <a:endParaRPr lang="zh-CN" altLang="en-US" sz="2600" b="1" dirty="0"/>
          </a:p>
        </p:txBody>
      </p:sp>
      <p:sp>
        <p:nvSpPr>
          <p:cNvPr id="40965" name="Rectangle 6"/>
          <p:cNvSpPr/>
          <p:nvPr/>
        </p:nvSpPr>
        <p:spPr>
          <a:xfrm>
            <a:off x="0" y="3306763"/>
            <a:ext cx="9144000" cy="244475"/>
          </a:xfrm>
          <a:prstGeom prst="rect">
            <a:avLst/>
          </a:prstGeom>
          <a:noFill/>
          <a:ln w="9525">
            <a:noFill/>
          </a:ln>
        </p:spPr>
        <p:txBody>
          <a:bodyPr anchor="t" anchorCtr="0">
            <a:spAutoFit/>
          </a:bodyPr>
          <a:p>
            <a:pPr>
              <a:buClrTx/>
              <a:buFontTx/>
            </a:pPr>
            <a:r>
              <a:rPr lang="en-US" altLang="zh-CN" sz="1000" dirty="0">
                <a:latin typeface="Times New Roman" panose="02020603050405020304" pitchFamily="18" charset="0"/>
                <a:ea typeface="宋体" panose="02010600030101010101" pitchFamily="2" charset="-122"/>
              </a:rPr>
              <a:t>               </a:t>
            </a:r>
            <a:endParaRPr lang="en-US" altLang="zh-CN" dirty="0">
              <a:latin typeface="Arial" panose="020B0604020202020204" pitchFamily="34" charset="0"/>
              <a:ea typeface="宋体" panose="02010600030101010101" pitchFamily="2" charset="-122"/>
            </a:endParaRPr>
          </a:p>
        </p:txBody>
      </p:sp>
      <p:graphicFrame>
        <p:nvGraphicFramePr>
          <p:cNvPr id="40966" name="Object 5"/>
          <p:cNvGraphicFramePr>
            <a:graphicFrameLocks noChangeAspect="1"/>
          </p:cNvGraphicFramePr>
          <p:nvPr/>
        </p:nvGraphicFramePr>
        <p:xfrm>
          <a:off x="1187450" y="1484313"/>
          <a:ext cx="6086475" cy="457200"/>
        </p:xfrm>
        <a:graphic>
          <a:graphicData uri="http://schemas.openxmlformats.org/presentationml/2006/ole">
            <mc:AlternateContent xmlns:mc="http://schemas.openxmlformats.org/markup-compatibility/2006">
              <mc:Choice xmlns:v="urn:schemas-microsoft-com:vml" Requires="v">
                <p:oleObj spid="_x0000_s3161" name="" r:id="rId1" imgW="44548425" imgH="3733800" progId="Equation.3">
                  <p:embed/>
                </p:oleObj>
              </mc:Choice>
              <mc:Fallback>
                <p:oleObj name="" r:id="rId1" imgW="44548425" imgH="3733800" progId="Equation.3">
                  <p:embed/>
                  <p:pic>
                    <p:nvPicPr>
                      <p:cNvPr id="0" name="图片 3160"/>
                      <p:cNvPicPr/>
                      <p:nvPr/>
                    </p:nvPicPr>
                    <p:blipFill>
                      <a:blip r:embed="rId2"/>
                      <a:stretch>
                        <a:fillRect/>
                      </a:stretch>
                    </p:blipFill>
                    <p:spPr>
                      <a:xfrm>
                        <a:off x="1187450" y="1484313"/>
                        <a:ext cx="6086475" cy="457200"/>
                      </a:xfrm>
                      <a:prstGeom prst="rect">
                        <a:avLst/>
                      </a:prstGeom>
                      <a:noFill/>
                      <a:ln w="38100">
                        <a:noFill/>
                        <a:miter/>
                      </a:ln>
                    </p:spPr>
                  </p:pic>
                </p:oleObj>
              </mc:Fallback>
            </mc:AlternateContent>
          </a:graphicData>
        </a:graphic>
      </p:graphicFrame>
      <p:graphicFrame>
        <p:nvGraphicFramePr>
          <p:cNvPr id="40967" name="Object 4"/>
          <p:cNvGraphicFramePr>
            <a:graphicFrameLocks noChangeAspect="1"/>
          </p:cNvGraphicFramePr>
          <p:nvPr/>
        </p:nvGraphicFramePr>
        <p:xfrm>
          <a:off x="1187450" y="2060575"/>
          <a:ext cx="6108700" cy="458788"/>
        </p:xfrm>
        <a:graphic>
          <a:graphicData uri="http://schemas.openxmlformats.org/presentationml/2006/ole">
            <mc:AlternateContent xmlns:mc="http://schemas.openxmlformats.org/markup-compatibility/2006">
              <mc:Choice xmlns:v="urn:schemas-microsoft-com:vml" Requires="v">
                <p:oleObj spid="_x0000_s3167" name="" r:id="rId3" imgW="44767500" imgH="3733800" progId="Equation.3">
                  <p:embed/>
                </p:oleObj>
              </mc:Choice>
              <mc:Fallback>
                <p:oleObj name="" r:id="rId3" imgW="44767500" imgH="3733800" progId="Equation.3">
                  <p:embed/>
                  <p:pic>
                    <p:nvPicPr>
                      <p:cNvPr id="0" name="图片 3166"/>
                      <p:cNvPicPr/>
                      <p:nvPr/>
                    </p:nvPicPr>
                    <p:blipFill>
                      <a:blip r:embed="rId4"/>
                      <a:stretch>
                        <a:fillRect/>
                      </a:stretch>
                    </p:blipFill>
                    <p:spPr>
                      <a:xfrm>
                        <a:off x="1187450" y="2060575"/>
                        <a:ext cx="6108700" cy="458788"/>
                      </a:xfrm>
                      <a:prstGeom prst="rect">
                        <a:avLst/>
                      </a:prstGeom>
                      <a:noFill/>
                      <a:ln w="38100">
                        <a:noFill/>
                        <a:miter/>
                      </a:ln>
                    </p:spPr>
                  </p:pic>
                </p:oleObj>
              </mc:Fallback>
            </mc:AlternateContent>
          </a:graphicData>
        </a:graphic>
      </p:graphicFrame>
      <p:sp>
        <p:nvSpPr>
          <p:cNvPr id="40968" name="Text Box 7"/>
          <p:cNvSpPr txBox="1"/>
          <p:nvPr/>
        </p:nvSpPr>
        <p:spPr>
          <a:xfrm>
            <a:off x="228600" y="2590800"/>
            <a:ext cx="990600" cy="488950"/>
          </a:xfrm>
          <a:prstGeom prst="rect">
            <a:avLst/>
          </a:prstGeom>
          <a:noFill/>
          <a:ln w="9525">
            <a:noFill/>
          </a:ln>
        </p:spPr>
        <p:txBody>
          <a:bodyPr anchor="t" anchorCtr="0">
            <a:spAutoFit/>
          </a:bodyPr>
          <a:p>
            <a:pPr>
              <a:spcBef>
                <a:spcPct val="50000"/>
              </a:spcBef>
              <a:buClrTx/>
              <a:buFontTx/>
            </a:pPr>
            <a:r>
              <a:rPr lang="zh-CN" altLang="en-US" sz="2600" b="1" dirty="0">
                <a:latin typeface="宋体" panose="02010600030101010101" pitchFamily="2" charset="-122"/>
                <a:ea typeface="宋体" panose="02010600030101010101" pitchFamily="2" charset="-122"/>
              </a:rPr>
              <a:t>则：</a:t>
            </a:r>
            <a:r>
              <a:rPr lang="zh-CN" altLang="en-US" sz="2600" b="1" dirty="0">
                <a:latin typeface="Arial" panose="020B0604020202020204" pitchFamily="34" charset="0"/>
                <a:ea typeface="宋体" panose="02010600030101010101" pitchFamily="2" charset="-122"/>
              </a:rPr>
              <a:t> </a:t>
            </a:r>
            <a:endParaRPr lang="zh-CN" altLang="en-US" sz="2600" b="1" dirty="0">
              <a:latin typeface="Arial" panose="020B0604020202020204" pitchFamily="34" charset="0"/>
              <a:ea typeface="宋体" panose="02010600030101010101" pitchFamily="2" charset="-122"/>
            </a:endParaRPr>
          </a:p>
        </p:txBody>
      </p:sp>
      <p:sp>
        <p:nvSpPr>
          <p:cNvPr id="40969" name="Rectangle 12"/>
          <p:cNvSpPr/>
          <p:nvPr/>
        </p:nvSpPr>
        <p:spPr>
          <a:xfrm>
            <a:off x="0" y="3094038"/>
            <a:ext cx="9144000" cy="671512"/>
          </a:xfrm>
          <a:prstGeom prst="rect">
            <a:avLst/>
          </a:prstGeom>
          <a:noFill/>
          <a:ln w="9525">
            <a:noFill/>
          </a:ln>
        </p:spPr>
        <p:txBody>
          <a:bodyPr anchor="t" anchorCtr="0">
            <a:spAutoFit/>
          </a:bodyPr>
          <a:p>
            <a:pPr indent="276225" algn="just" defTabSz="914400">
              <a:buClrTx/>
              <a:buFontTx/>
              <a:tabLst>
                <a:tab pos="457200" algn="l"/>
              </a:tabLst>
            </a:pPr>
            <a:r>
              <a:rPr lang="en-US" altLang="zh-CN" sz="1000" dirty="0">
                <a:latin typeface="Times New Roman" panose="02020603050405020304" pitchFamily="18" charset="0"/>
                <a:ea typeface="宋体" panose="02010600030101010101" pitchFamily="2" charset="-122"/>
              </a:rPr>
              <a:t>                   </a:t>
            </a:r>
            <a:endParaRPr lang="en-US" altLang="zh-CN" sz="1000" dirty="0">
              <a:latin typeface="Times New Roman" panose="02020603050405020304" pitchFamily="18" charset="0"/>
              <a:ea typeface="宋体" panose="02010600030101010101" pitchFamily="2" charset="-122"/>
            </a:endParaRPr>
          </a:p>
          <a:p>
            <a:pPr indent="276225" algn="just" defTabSz="914400" eaLnBrk="0" hangingPunct="0">
              <a:buClrTx/>
              <a:buFontTx/>
              <a:tabLst>
                <a:tab pos="457200" algn="l"/>
              </a:tabLst>
            </a:pPr>
            <a:r>
              <a:rPr lang="en-US" altLang="zh-CN" sz="1000" dirty="0">
                <a:latin typeface="Times New Roman" panose="02020603050405020304" pitchFamily="18" charset="0"/>
                <a:ea typeface="宋体" panose="02010600030101010101" pitchFamily="2" charset="-122"/>
              </a:rPr>
              <a:t>                   </a:t>
            </a:r>
            <a:endParaRPr lang="en-US" altLang="zh-CN" sz="1000" dirty="0">
              <a:latin typeface="Times New Roman" panose="02020603050405020304" pitchFamily="18" charset="0"/>
              <a:ea typeface="宋体" panose="02010600030101010101" pitchFamily="2" charset="-122"/>
            </a:endParaRPr>
          </a:p>
          <a:p>
            <a:pPr indent="276225" defTabSz="914400" eaLnBrk="0" hangingPunct="0">
              <a:buClrTx/>
              <a:buFontTx/>
              <a:tabLst>
                <a:tab pos="457200" algn="l"/>
              </a:tabLst>
            </a:pPr>
            <a:endParaRPr lang="en-US" altLang="zh-CN" dirty="0">
              <a:latin typeface="Arial" panose="020B0604020202020204" pitchFamily="34" charset="0"/>
              <a:ea typeface="宋体" panose="02010600030101010101" pitchFamily="2" charset="-122"/>
            </a:endParaRPr>
          </a:p>
        </p:txBody>
      </p:sp>
      <p:graphicFrame>
        <p:nvGraphicFramePr>
          <p:cNvPr id="424971" name="Object 11"/>
          <p:cNvGraphicFramePr>
            <a:graphicFrameLocks noChangeAspect="1"/>
          </p:cNvGraphicFramePr>
          <p:nvPr/>
        </p:nvGraphicFramePr>
        <p:xfrm>
          <a:off x="1133475" y="2598738"/>
          <a:ext cx="3362325" cy="754062"/>
        </p:xfrm>
        <a:graphic>
          <a:graphicData uri="http://schemas.openxmlformats.org/presentationml/2006/ole">
            <mc:AlternateContent xmlns:mc="http://schemas.openxmlformats.org/markup-compatibility/2006">
              <mc:Choice xmlns:v="urn:schemas-microsoft-com:vml" Requires="v">
                <p:oleObj spid="_x0000_s3164" name="" r:id="rId5" imgW="27212925" imgH="6143625" progId="Equation.3">
                  <p:embed/>
                </p:oleObj>
              </mc:Choice>
              <mc:Fallback>
                <p:oleObj name="" r:id="rId5" imgW="27212925" imgH="6143625" progId="Equation.3">
                  <p:embed/>
                  <p:pic>
                    <p:nvPicPr>
                      <p:cNvPr id="0" name="图片 3163"/>
                      <p:cNvPicPr/>
                      <p:nvPr/>
                    </p:nvPicPr>
                    <p:blipFill>
                      <a:blip r:embed="rId6"/>
                      <a:stretch>
                        <a:fillRect/>
                      </a:stretch>
                    </p:blipFill>
                    <p:spPr>
                      <a:xfrm>
                        <a:off x="1133475" y="2598738"/>
                        <a:ext cx="3362325" cy="754062"/>
                      </a:xfrm>
                      <a:prstGeom prst="rect">
                        <a:avLst/>
                      </a:prstGeom>
                      <a:noFill/>
                      <a:ln w="38100">
                        <a:noFill/>
                        <a:miter/>
                      </a:ln>
                    </p:spPr>
                  </p:pic>
                </p:oleObj>
              </mc:Fallback>
            </mc:AlternateContent>
          </a:graphicData>
        </a:graphic>
      </p:graphicFrame>
      <p:graphicFrame>
        <p:nvGraphicFramePr>
          <p:cNvPr id="424970" name="Object 10"/>
          <p:cNvGraphicFramePr>
            <a:graphicFrameLocks noChangeAspect="1"/>
          </p:cNvGraphicFramePr>
          <p:nvPr/>
        </p:nvGraphicFramePr>
        <p:xfrm>
          <a:off x="1525588" y="3276600"/>
          <a:ext cx="6170612" cy="457200"/>
        </p:xfrm>
        <a:graphic>
          <a:graphicData uri="http://schemas.openxmlformats.org/presentationml/2006/ole">
            <mc:AlternateContent xmlns:mc="http://schemas.openxmlformats.org/markup-compatibility/2006">
              <mc:Choice xmlns:v="urn:schemas-microsoft-com:vml" Requires="v">
                <p:oleObj spid="_x0000_s3165" name="" r:id="rId7" imgW="49806225" imgH="3733800" progId="Equation.3">
                  <p:embed/>
                </p:oleObj>
              </mc:Choice>
              <mc:Fallback>
                <p:oleObj name="" r:id="rId7" imgW="49806225" imgH="3733800" progId="Equation.3">
                  <p:embed/>
                  <p:pic>
                    <p:nvPicPr>
                      <p:cNvPr id="0" name="图片 3164"/>
                      <p:cNvPicPr/>
                      <p:nvPr/>
                    </p:nvPicPr>
                    <p:blipFill>
                      <a:blip r:embed="rId8"/>
                      <a:stretch>
                        <a:fillRect/>
                      </a:stretch>
                    </p:blipFill>
                    <p:spPr>
                      <a:xfrm>
                        <a:off x="1525588" y="3276600"/>
                        <a:ext cx="6170612" cy="457200"/>
                      </a:xfrm>
                      <a:prstGeom prst="rect">
                        <a:avLst/>
                      </a:prstGeom>
                      <a:noFill/>
                      <a:ln w="38100">
                        <a:noFill/>
                        <a:miter/>
                      </a:ln>
                    </p:spPr>
                  </p:pic>
                </p:oleObj>
              </mc:Fallback>
            </mc:AlternateContent>
          </a:graphicData>
        </a:graphic>
      </p:graphicFrame>
      <p:graphicFrame>
        <p:nvGraphicFramePr>
          <p:cNvPr id="424969" name="Object 9"/>
          <p:cNvGraphicFramePr>
            <a:graphicFrameLocks noChangeAspect="1"/>
          </p:cNvGraphicFramePr>
          <p:nvPr/>
        </p:nvGraphicFramePr>
        <p:xfrm>
          <a:off x="1524000" y="3810000"/>
          <a:ext cx="3419475" cy="428625"/>
        </p:xfrm>
        <a:graphic>
          <a:graphicData uri="http://schemas.openxmlformats.org/presentationml/2006/ole">
            <mc:AlternateContent xmlns:mc="http://schemas.openxmlformats.org/markup-compatibility/2006">
              <mc:Choice xmlns:v="urn:schemas-microsoft-com:vml" Requires="v">
                <p:oleObj spid="_x0000_s3168" name="" r:id="rId9" imgW="27432000" imgH="3514725" progId="Equation.3">
                  <p:embed/>
                </p:oleObj>
              </mc:Choice>
              <mc:Fallback>
                <p:oleObj name="" r:id="rId9" imgW="27432000" imgH="3514725" progId="Equation.3">
                  <p:embed/>
                  <p:pic>
                    <p:nvPicPr>
                      <p:cNvPr id="0" name="图片 3167"/>
                      <p:cNvPicPr/>
                      <p:nvPr/>
                    </p:nvPicPr>
                    <p:blipFill>
                      <a:blip r:embed="rId10"/>
                      <a:stretch>
                        <a:fillRect/>
                      </a:stretch>
                    </p:blipFill>
                    <p:spPr>
                      <a:xfrm>
                        <a:off x="1524000" y="3810000"/>
                        <a:ext cx="3419475" cy="428625"/>
                      </a:xfrm>
                      <a:prstGeom prst="rect">
                        <a:avLst/>
                      </a:prstGeom>
                      <a:noFill/>
                      <a:ln w="38100">
                        <a:noFill/>
                        <a:miter/>
                      </a:ln>
                    </p:spPr>
                  </p:pic>
                </p:oleObj>
              </mc:Fallback>
            </mc:AlternateContent>
          </a:graphicData>
        </a:graphic>
      </p:graphicFrame>
      <p:graphicFrame>
        <p:nvGraphicFramePr>
          <p:cNvPr id="424968" name="Object 8"/>
          <p:cNvGraphicFramePr>
            <a:graphicFrameLocks noChangeAspect="1"/>
          </p:cNvGraphicFramePr>
          <p:nvPr/>
        </p:nvGraphicFramePr>
        <p:xfrm>
          <a:off x="5105400" y="3810000"/>
          <a:ext cx="900113" cy="388938"/>
        </p:xfrm>
        <a:graphic>
          <a:graphicData uri="http://schemas.openxmlformats.org/presentationml/2006/ole">
            <mc:AlternateContent xmlns:mc="http://schemas.openxmlformats.org/markup-compatibility/2006">
              <mc:Choice xmlns:v="urn:schemas-microsoft-com:vml" Requires="v">
                <p:oleObj spid="_x0000_s3169" name="" r:id="rId11" imgW="7239000" imgH="3076575" progId="Equation.3">
                  <p:embed/>
                </p:oleObj>
              </mc:Choice>
              <mc:Fallback>
                <p:oleObj name="" r:id="rId11" imgW="7239000" imgH="3076575" progId="Equation.3">
                  <p:embed/>
                  <p:pic>
                    <p:nvPicPr>
                      <p:cNvPr id="0" name="图片 3168"/>
                      <p:cNvPicPr/>
                      <p:nvPr/>
                    </p:nvPicPr>
                    <p:blipFill>
                      <a:blip r:embed="rId12"/>
                      <a:stretch>
                        <a:fillRect/>
                      </a:stretch>
                    </p:blipFill>
                    <p:spPr>
                      <a:xfrm>
                        <a:off x="5105400" y="3810000"/>
                        <a:ext cx="900113" cy="388938"/>
                      </a:xfrm>
                      <a:prstGeom prst="rect">
                        <a:avLst/>
                      </a:prstGeom>
                      <a:noFill/>
                      <a:ln w="38100">
                        <a:noFill/>
                        <a:miter/>
                      </a:ln>
                    </p:spPr>
                  </p:pic>
                </p:oleObj>
              </mc:Fallback>
            </mc:AlternateContent>
          </a:graphicData>
        </a:graphic>
      </p:graphicFrame>
      <p:sp>
        <p:nvSpPr>
          <p:cNvPr id="40974" name="Rectangle 18"/>
          <p:cNvSpPr/>
          <p:nvPr/>
        </p:nvSpPr>
        <p:spPr>
          <a:xfrm>
            <a:off x="0" y="3111500"/>
            <a:ext cx="9144000" cy="412750"/>
          </a:xfrm>
          <a:prstGeom prst="rect">
            <a:avLst/>
          </a:prstGeom>
          <a:noFill/>
          <a:ln w="9525">
            <a:noFill/>
          </a:ln>
        </p:spPr>
        <p:txBody>
          <a:bodyPr anchor="t" anchorCtr="0">
            <a:spAutoFit/>
          </a:bodyPr>
          <a:p>
            <a:pPr algn="just" defTabSz="914400">
              <a:buClrTx/>
              <a:buFontTx/>
              <a:tabLst>
                <a:tab pos="457200" algn="l"/>
              </a:tabLst>
            </a:pPr>
            <a:r>
              <a:rPr lang="en-US" altLang="zh-CN" sz="1000" dirty="0">
                <a:latin typeface="Times New Roman" panose="02020603050405020304" pitchFamily="18" charset="0"/>
                <a:ea typeface="宋体" panose="02010600030101010101" pitchFamily="2" charset="-122"/>
              </a:rPr>
              <a:t>      </a:t>
            </a:r>
            <a:endParaRPr lang="en-US" altLang="zh-CN" sz="1000" dirty="0">
              <a:latin typeface="Times New Roman" panose="02020603050405020304" pitchFamily="18" charset="0"/>
              <a:ea typeface="宋体" panose="02010600030101010101" pitchFamily="2" charset="-122"/>
            </a:endParaRPr>
          </a:p>
          <a:p>
            <a:pPr defTabSz="914400" eaLnBrk="0" hangingPunct="0">
              <a:buClrTx/>
              <a:buFontTx/>
              <a:tabLst>
                <a:tab pos="457200" algn="l"/>
              </a:tabLst>
            </a:pPr>
            <a:r>
              <a:rPr lang="en-US" altLang="zh-CN" sz="1000" dirty="0">
                <a:latin typeface="Times New Roman" panose="02020603050405020304" pitchFamily="18" charset="0"/>
                <a:ea typeface="宋体" panose="02010600030101010101" pitchFamily="2" charset="-122"/>
              </a:rPr>
              <a:t>      </a:t>
            </a:r>
            <a:r>
              <a:rPr lang="en-US" altLang="zh-CN" sz="1100" dirty="0">
                <a:latin typeface="Arial" panose="020B0604020202020204" pitchFamily="34" charset="0"/>
                <a:ea typeface="宋体" panose="02010600030101010101" pitchFamily="2" charset="-122"/>
              </a:rPr>
              <a:t> </a:t>
            </a:r>
            <a:endParaRPr lang="en-US" altLang="zh-CN" dirty="0">
              <a:latin typeface="Arial" panose="020B0604020202020204" pitchFamily="34" charset="0"/>
              <a:ea typeface="宋体" panose="02010600030101010101" pitchFamily="2" charset="-122"/>
            </a:endParaRPr>
          </a:p>
        </p:txBody>
      </p:sp>
      <p:graphicFrame>
        <p:nvGraphicFramePr>
          <p:cNvPr id="424977" name="Object 17"/>
          <p:cNvGraphicFramePr>
            <a:graphicFrameLocks noChangeAspect="1"/>
          </p:cNvGraphicFramePr>
          <p:nvPr/>
        </p:nvGraphicFramePr>
        <p:xfrm>
          <a:off x="381000" y="4267200"/>
          <a:ext cx="4318000" cy="698500"/>
        </p:xfrm>
        <a:graphic>
          <a:graphicData uri="http://schemas.openxmlformats.org/presentationml/2006/ole">
            <mc:AlternateContent xmlns:mc="http://schemas.openxmlformats.org/markup-compatibility/2006">
              <mc:Choice xmlns:v="urn:schemas-microsoft-com:vml" Requires="v">
                <p:oleObj spid="_x0000_s3186" name="" r:id="rId13" imgW="35985450" imgH="6143625" progId="Equation.3">
                  <p:embed/>
                </p:oleObj>
              </mc:Choice>
              <mc:Fallback>
                <p:oleObj name="" r:id="rId13" imgW="35985450" imgH="6143625" progId="Equation.3">
                  <p:embed/>
                  <p:pic>
                    <p:nvPicPr>
                      <p:cNvPr id="0" name="图片 3185"/>
                      <p:cNvPicPr/>
                      <p:nvPr/>
                    </p:nvPicPr>
                    <p:blipFill>
                      <a:blip r:embed="rId14"/>
                      <a:stretch>
                        <a:fillRect/>
                      </a:stretch>
                    </p:blipFill>
                    <p:spPr>
                      <a:xfrm>
                        <a:off x="381000" y="4267200"/>
                        <a:ext cx="4318000" cy="698500"/>
                      </a:xfrm>
                      <a:prstGeom prst="rect">
                        <a:avLst/>
                      </a:prstGeom>
                      <a:noFill/>
                      <a:ln w="38100">
                        <a:noFill/>
                        <a:miter/>
                      </a:ln>
                    </p:spPr>
                  </p:pic>
                </p:oleObj>
              </mc:Fallback>
            </mc:AlternateContent>
          </a:graphicData>
        </a:graphic>
      </p:graphicFrame>
      <p:graphicFrame>
        <p:nvGraphicFramePr>
          <p:cNvPr id="424976" name="Object 16"/>
          <p:cNvGraphicFramePr>
            <a:graphicFrameLocks noChangeAspect="1"/>
          </p:cNvGraphicFramePr>
          <p:nvPr/>
        </p:nvGraphicFramePr>
        <p:xfrm>
          <a:off x="1524000" y="4724400"/>
          <a:ext cx="6781800" cy="774700"/>
        </p:xfrm>
        <a:graphic>
          <a:graphicData uri="http://schemas.openxmlformats.org/presentationml/2006/ole">
            <mc:AlternateContent xmlns:mc="http://schemas.openxmlformats.org/markup-compatibility/2006">
              <mc:Choice xmlns:v="urn:schemas-microsoft-com:vml" Requires="v">
                <p:oleObj spid="_x0000_s3185" name="" r:id="rId15" imgW="56616600" imgH="6800850" progId="Equation.3">
                  <p:embed/>
                </p:oleObj>
              </mc:Choice>
              <mc:Fallback>
                <p:oleObj name="" r:id="rId15" imgW="56616600" imgH="6800850" progId="Equation.3">
                  <p:embed/>
                  <p:pic>
                    <p:nvPicPr>
                      <p:cNvPr id="0" name="图片 3184"/>
                      <p:cNvPicPr/>
                      <p:nvPr/>
                    </p:nvPicPr>
                    <p:blipFill>
                      <a:blip r:embed="rId16"/>
                      <a:stretch>
                        <a:fillRect/>
                      </a:stretch>
                    </p:blipFill>
                    <p:spPr>
                      <a:xfrm>
                        <a:off x="1524000" y="4724400"/>
                        <a:ext cx="6781800" cy="774700"/>
                      </a:xfrm>
                      <a:prstGeom prst="rect">
                        <a:avLst/>
                      </a:prstGeom>
                      <a:noFill/>
                      <a:ln w="38100">
                        <a:noFill/>
                        <a:miter/>
                      </a:ln>
                    </p:spPr>
                  </p:pic>
                </p:oleObj>
              </mc:Fallback>
            </mc:AlternateContent>
          </a:graphicData>
        </a:graphic>
      </p:graphicFrame>
      <p:graphicFrame>
        <p:nvGraphicFramePr>
          <p:cNvPr id="424975" name="Object 15"/>
          <p:cNvGraphicFramePr>
            <a:graphicFrameLocks noChangeAspect="1"/>
          </p:cNvGraphicFramePr>
          <p:nvPr/>
        </p:nvGraphicFramePr>
        <p:xfrm>
          <a:off x="2743200" y="5486400"/>
          <a:ext cx="2819400" cy="434975"/>
        </p:xfrm>
        <a:graphic>
          <a:graphicData uri="http://schemas.openxmlformats.org/presentationml/2006/ole">
            <mc:AlternateContent xmlns:mc="http://schemas.openxmlformats.org/markup-compatibility/2006">
              <mc:Choice xmlns:v="urn:schemas-microsoft-com:vml" Requires="v">
                <p:oleObj spid="_x0000_s3187" name="" r:id="rId17" imgW="23479125" imgH="3733800" progId="Equation.3">
                  <p:embed/>
                </p:oleObj>
              </mc:Choice>
              <mc:Fallback>
                <p:oleObj name="" r:id="rId17" imgW="23479125" imgH="3733800" progId="Equation.3">
                  <p:embed/>
                  <p:pic>
                    <p:nvPicPr>
                      <p:cNvPr id="0" name="图片 3186"/>
                      <p:cNvPicPr/>
                      <p:nvPr/>
                    </p:nvPicPr>
                    <p:blipFill>
                      <a:blip r:embed="rId18"/>
                      <a:stretch>
                        <a:fillRect/>
                      </a:stretch>
                    </p:blipFill>
                    <p:spPr>
                      <a:xfrm>
                        <a:off x="2743200" y="5486400"/>
                        <a:ext cx="2819400" cy="434975"/>
                      </a:xfrm>
                      <a:prstGeom prst="rect">
                        <a:avLst/>
                      </a:prstGeom>
                      <a:noFill/>
                      <a:ln w="38100">
                        <a:noFill/>
                        <a:miter/>
                      </a:ln>
                    </p:spPr>
                  </p:pic>
                </p:oleObj>
              </mc:Fallback>
            </mc:AlternateContent>
          </a:graphicData>
        </a:graphic>
      </p:graphicFrame>
      <p:graphicFrame>
        <p:nvGraphicFramePr>
          <p:cNvPr id="424974" name="Object 14"/>
          <p:cNvGraphicFramePr>
            <a:graphicFrameLocks noChangeAspect="1"/>
          </p:cNvGraphicFramePr>
          <p:nvPr/>
        </p:nvGraphicFramePr>
        <p:xfrm>
          <a:off x="1600200" y="5867400"/>
          <a:ext cx="4830763" cy="774700"/>
        </p:xfrm>
        <a:graphic>
          <a:graphicData uri="http://schemas.openxmlformats.org/presentationml/2006/ole">
            <mc:AlternateContent xmlns:mc="http://schemas.openxmlformats.org/markup-compatibility/2006">
              <mc:Choice xmlns:v="urn:schemas-microsoft-com:vml" Requires="v">
                <p:oleObj spid="_x0000_s3181" name="" r:id="rId19" imgW="40376475" imgH="6800850" progId="Equation.3">
                  <p:embed/>
                </p:oleObj>
              </mc:Choice>
              <mc:Fallback>
                <p:oleObj name="" r:id="rId19" imgW="40376475" imgH="6800850" progId="Equation.3">
                  <p:embed/>
                  <p:pic>
                    <p:nvPicPr>
                      <p:cNvPr id="0" name="图片 3180"/>
                      <p:cNvPicPr/>
                      <p:nvPr/>
                    </p:nvPicPr>
                    <p:blipFill>
                      <a:blip r:embed="rId20"/>
                      <a:stretch>
                        <a:fillRect/>
                      </a:stretch>
                    </p:blipFill>
                    <p:spPr>
                      <a:xfrm>
                        <a:off x="1600200" y="5867400"/>
                        <a:ext cx="4830763" cy="774700"/>
                      </a:xfrm>
                      <a:prstGeom prst="rect">
                        <a:avLst/>
                      </a:prstGeom>
                      <a:noFill/>
                      <a:ln w="38100">
                        <a:noFill/>
                        <a:miter/>
                      </a:ln>
                    </p:spPr>
                  </p:pic>
                </p:oleObj>
              </mc:Fallback>
            </mc:AlternateContent>
          </a:graphicData>
        </a:graphic>
      </p:graphicFrame>
      <p:graphicFrame>
        <p:nvGraphicFramePr>
          <p:cNvPr id="424973" name="Object 13"/>
          <p:cNvGraphicFramePr>
            <a:graphicFrameLocks noChangeAspect="1"/>
          </p:cNvGraphicFramePr>
          <p:nvPr/>
        </p:nvGraphicFramePr>
        <p:xfrm>
          <a:off x="6503988" y="6096000"/>
          <a:ext cx="887412" cy="358775"/>
        </p:xfrm>
        <a:graphic>
          <a:graphicData uri="http://schemas.openxmlformats.org/presentationml/2006/ole">
            <mc:AlternateContent xmlns:mc="http://schemas.openxmlformats.org/markup-compatibility/2006">
              <mc:Choice xmlns:v="urn:schemas-microsoft-com:vml" Requires="v">
                <p:oleObj spid="_x0000_s3182" name="" r:id="rId21" imgW="7458075" imgH="3076575" progId="Equation.3">
                  <p:embed/>
                </p:oleObj>
              </mc:Choice>
              <mc:Fallback>
                <p:oleObj name="" r:id="rId21" imgW="7458075" imgH="3076575" progId="Equation.3">
                  <p:embed/>
                  <p:pic>
                    <p:nvPicPr>
                      <p:cNvPr id="0" name="图片 3181"/>
                      <p:cNvPicPr/>
                      <p:nvPr/>
                    </p:nvPicPr>
                    <p:blipFill>
                      <a:blip r:embed="rId22"/>
                      <a:stretch>
                        <a:fillRect/>
                      </a:stretch>
                    </p:blipFill>
                    <p:spPr>
                      <a:xfrm>
                        <a:off x="6503988" y="6096000"/>
                        <a:ext cx="887412" cy="358775"/>
                      </a:xfrm>
                      <a:prstGeom prst="rect">
                        <a:avLst/>
                      </a:prstGeom>
                      <a:no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24971"/>
                                        </p:tgtEl>
                                        <p:attrNameLst>
                                          <p:attrName>style.visibility</p:attrName>
                                        </p:attrNameLst>
                                      </p:cBhvr>
                                      <p:to>
                                        <p:strVal val="visible"/>
                                      </p:to>
                                    </p:set>
                                    <p:anim calcmode="lin" valueType="num">
                                      <p:cBhvr additive="base">
                                        <p:cTn id="7" dur="500" fill="hold"/>
                                        <p:tgtEl>
                                          <p:spTgt spid="424971"/>
                                        </p:tgtEl>
                                        <p:attrNameLst>
                                          <p:attrName>ppt_x</p:attrName>
                                        </p:attrNameLst>
                                      </p:cBhvr>
                                      <p:tavLst>
                                        <p:tav tm="0">
                                          <p:val>
                                            <p:strVal val="0-#ppt_w/2"/>
                                          </p:val>
                                        </p:tav>
                                        <p:tav tm="100000">
                                          <p:val>
                                            <p:strVal val="#ppt_x"/>
                                          </p:val>
                                        </p:tav>
                                      </p:tavLst>
                                    </p:anim>
                                    <p:anim calcmode="lin" valueType="num">
                                      <p:cBhvr additive="base">
                                        <p:cTn id="8" dur="500" fill="hold"/>
                                        <p:tgtEl>
                                          <p:spTgt spid="42497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24970"/>
                                        </p:tgtEl>
                                        <p:attrNameLst>
                                          <p:attrName>style.visibility</p:attrName>
                                        </p:attrNameLst>
                                      </p:cBhvr>
                                      <p:to>
                                        <p:strVal val="visible"/>
                                      </p:to>
                                    </p:set>
                                    <p:anim calcmode="lin" valueType="num">
                                      <p:cBhvr additive="base">
                                        <p:cTn id="13" dur="500" fill="hold"/>
                                        <p:tgtEl>
                                          <p:spTgt spid="424970"/>
                                        </p:tgtEl>
                                        <p:attrNameLst>
                                          <p:attrName>ppt_x</p:attrName>
                                        </p:attrNameLst>
                                      </p:cBhvr>
                                      <p:tavLst>
                                        <p:tav tm="0">
                                          <p:val>
                                            <p:strVal val="0-#ppt_w/2"/>
                                          </p:val>
                                        </p:tav>
                                        <p:tav tm="100000">
                                          <p:val>
                                            <p:strVal val="#ppt_x"/>
                                          </p:val>
                                        </p:tav>
                                      </p:tavLst>
                                    </p:anim>
                                    <p:anim calcmode="lin" valueType="num">
                                      <p:cBhvr additive="base">
                                        <p:cTn id="14" dur="500" fill="hold"/>
                                        <p:tgtEl>
                                          <p:spTgt spid="42497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24969"/>
                                        </p:tgtEl>
                                        <p:attrNameLst>
                                          <p:attrName>style.visibility</p:attrName>
                                        </p:attrNameLst>
                                      </p:cBhvr>
                                      <p:to>
                                        <p:strVal val="visible"/>
                                      </p:to>
                                    </p:set>
                                    <p:anim calcmode="lin" valueType="num">
                                      <p:cBhvr additive="base">
                                        <p:cTn id="19" dur="500" fill="hold"/>
                                        <p:tgtEl>
                                          <p:spTgt spid="424969"/>
                                        </p:tgtEl>
                                        <p:attrNameLst>
                                          <p:attrName>ppt_x</p:attrName>
                                        </p:attrNameLst>
                                      </p:cBhvr>
                                      <p:tavLst>
                                        <p:tav tm="0">
                                          <p:val>
                                            <p:strVal val="0-#ppt_w/2"/>
                                          </p:val>
                                        </p:tav>
                                        <p:tav tm="100000">
                                          <p:val>
                                            <p:strVal val="#ppt_x"/>
                                          </p:val>
                                        </p:tav>
                                      </p:tavLst>
                                    </p:anim>
                                    <p:anim calcmode="lin" valueType="num">
                                      <p:cBhvr additive="base">
                                        <p:cTn id="20" dur="500" fill="hold"/>
                                        <p:tgtEl>
                                          <p:spTgt spid="42496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24968"/>
                                        </p:tgtEl>
                                        <p:attrNameLst>
                                          <p:attrName>style.visibility</p:attrName>
                                        </p:attrNameLst>
                                      </p:cBhvr>
                                      <p:to>
                                        <p:strVal val="visible"/>
                                      </p:to>
                                    </p:set>
                                    <p:anim calcmode="lin" valueType="num">
                                      <p:cBhvr additive="base">
                                        <p:cTn id="25" dur="500" fill="hold"/>
                                        <p:tgtEl>
                                          <p:spTgt spid="424968"/>
                                        </p:tgtEl>
                                        <p:attrNameLst>
                                          <p:attrName>ppt_x</p:attrName>
                                        </p:attrNameLst>
                                      </p:cBhvr>
                                      <p:tavLst>
                                        <p:tav tm="0">
                                          <p:val>
                                            <p:strVal val="0-#ppt_w/2"/>
                                          </p:val>
                                        </p:tav>
                                        <p:tav tm="100000">
                                          <p:val>
                                            <p:strVal val="#ppt_x"/>
                                          </p:val>
                                        </p:tav>
                                      </p:tavLst>
                                    </p:anim>
                                    <p:anim calcmode="lin" valueType="num">
                                      <p:cBhvr additive="base">
                                        <p:cTn id="26" dur="500" fill="hold"/>
                                        <p:tgtEl>
                                          <p:spTgt spid="42496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424977"/>
                                        </p:tgtEl>
                                        <p:attrNameLst>
                                          <p:attrName>style.visibility</p:attrName>
                                        </p:attrNameLst>
                                      </p:cBhvr>
                                      <p:to>
                                        <p:strVal val="visible"/>
                                      </p:to>
                                    </p:set>
                                    <p:anim calcmode="lin" valueType="num">
                                      <p:cBhvr additive="base">
                                        <p:cTn id="31" dur="500" fill="hold"/>
                                        <p:tgtEl>
                                          <p:spTgt spid="424977"/>
                                        </p:tgtEl>
                                        <p:attrNameLst>
                                          <p:attrName>ppt_x</p:attrName>
                                        </p:attrNameLst>
                                      </p:cBhvr>
                                      <p:tavLst>
                                        <p:tav tm="0">
                                          <p:val>
                                            <p:strVal val="0-#ppt_w/2"/>
                                          </p:val>
                                        </p:tav>
                                        <p:tav tm="100000">
                                          <p:val>
                                            <p:strVal val="#ppt_x"/>
                                          </p:val>
                                        </p:tav>
                                      </p:tavLst>
                                    </p:anim>
                                    <p:anim calcmode="lin" valueType="num">
                                      <p:cBhvr additive="base">
                                        <p:cTn id="32" dur="500" fill="hold"/>
                                        <p:tgtEl>
                                          <p:spTgt spid="424977"/>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424976"/>
                                        </p:tgtEl>
                                        <p:attrNameLst>
                                          <p:attrName>style.visibility</p:attrName>
                                        </p:attrNameLst>
                                      </p:cBhvr>
                                      <p:to>
                                        <p:strVal val="visible"/>
                                      </p:to>
                                    </p:set>
                                    <p:anim calcmode="lin" valueType="num">
                                      <p:cBhvr additive="base">
                                        <p:cTn id="37" dur="500" fill="hold"/>
                                        <p:tgtEl>
                                          <p:spTgt spid="424976"/>
                                        </p:tgtEl>
                                        <p:attrNameLst>
                                          <p:attrName>ppt_x</p:attrName>
                                        </p:attrNameLst>
                                      </p:cBhvr>
                                      <p:tavLst>
                                        <p:tav tm="0">
                                          <p:val>
                                            <p:strVal val="0-#ppt_w/2"/>
                                          </p:val>
                                        </p:tav>
                                        <p:tav tm="100000">
                                          <p:val>
                                            <p:strVal val="#ppt_x"/>
                                          </p:val>
                                        </p:tav>
                                      </p:tavLst>
                                    </p:anim>
                                    <p:anim calcmode="lin" valueType="num">
                                      <p:cBhvr additive="base">
                                        <p:cTn id="38" dur="500" fill="hold"/>
                                        <p:tgtEl>
                                          <p:spTgt spid="424976"/>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424975"/>
                                        </p:tgtEl>
                                        <p:attrNameLst>
                                          <p:attrName>style.visibility</p:attrName>
                                        </p:attrNameLst>
                                      </p:cBhvr>
                                      <p:to>
                                        <p:strVal val="visible"/>
                                      </p:to>
                                    </p:set>
                                    <p:anim calcmode="lin" valueType="num">
                                      <p:cBhvr additive="base">
                                        <p:cTn id="43" dur="500" fill="hold"/>
                                        <p:tgtEl>
                                          <p:spTgt spid="424975"/>
                                        </p:tgtEl>
                                        <p:attrNameLst>
                                          <p:attrName>ppt_x</p:attrName>
                                        </p:attrNameLst>
                                      </p:cBhvr>
                                      <p:tavLst>
                                        <p:tav tm="0">
                                          <p:val>
                                            <p:strVal val="0-#ppt_w/2"/>
                                          </p:val>
                                        </p:tav>
                                        <p:tav tm="100000">
                                          <p:val>
                                            <p:strVal val="#ppt_x"/>
                                          </p:val>
                                        </p:tav>
                                      </p:tavLst>
                                    </p:anim>
                                    <p:anim calcmode="lin" valueType="num">
                                      <p:cBhvr additive="base">
                                        <p:cTn id="44" dur="500" fill="hold"/>
                                        <p:tgtEl>
                                          <p:spTgt spid="424975"/>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424974"/>
                                        </p:tgtEl>
                                        <p:attrNameLst>
                                          <p:attrName>style.visibility</p:attrName>
                                        </p:attrNameLst>
                                      </p:cBhvr>
                                      <p:to>
                                        <p:strVal val="visible"/>
                                      </p:to>
                                    </p:set>
                                    <p:anim calcmode="lin" valueType="num">
                                      <p:cBhvr additive="base">
                                        <p:cTn id="49" dur="500" fill="hold"/>
                                        <p:tgtEl>
                                          <p:spTgt spid="424974"/>
                                        </p:tgtEl>
                                        <p:attrNameLst>
                                          <p:attrName>ppt_x</p:attrName>
                                        </p:attrNameLst>
                                      </p:cBhvr>
                                      <p:tavLst>
                                        <p:tav tm="0">
                                          <p:val>
                                            <p:strVal val="0-#ppt_w/2"/>
                                          </p:val>
                                        </p:tav>
                                        <p:tav tm="100000">
                                          <p:val>
                                            <p:strVal val="#ppt_x"/>
                                          </p:val>
                                        </p:tav>
                                      </p:tavLst>
                                    </p:anim>
                                    <p:anim calcmode="lin" valueType="num">
                                      <p:cBhvr additive="base">
                                        <p:cTn id="50" dur="500" fill="hold"/>
                                        <p:tgtEl>
                                          <p:spTgt spid="424974"/>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424973"/>
                                        </p:tgtEl>
                                        <p:attrNameLst>
                                          <p:attrName>style.visibility</p:attrName>
                                        </p:attrNameLst>
                                      </p:cBhvr>
                                      <p:to>
                                        <p:strVal val="visible"/>
                                      </p:to>
                                    </p:set>
                                    <p:anim calcmode="lin" valueType="num">
                                      <p:cBhvr additive="base">
                                        <p:cTn id="55" dur="500" fill="hold"/>
                                        <p:tgtEl>
                                          <p:spTgt spid="424973"/>
                                        </p:tgtEl>
                                        <p:attrNameLst>
                                          <p:attrName>ppt_x</p:attrName>
                                        </p:attrNameLst>
                                      </p:cBhvr>
                                      <p:tavLst>
                                        <p:tav tm="0">
                                          <p:val>
                                            <p:strVal val="0-#ppt_w/2"/>
                                          </p:val>
                                        </p:tav>
                                        <p:tav tm="100000">
                                          <p:val>
                                            <p:strVal val="#ppt_x"/>
                                          </p:val>
                                        </p:tav>
                                      </p:tavLst>
                                    </p:anim>
                                    <p:anim calcmode="lin" valueType="num">
                                      <p:cBhvr additive="base">
                                        <p:cTn id="56" dur="500" fill="hold"/>
                                        <p:tgtEl>
                                          <p:spTgt spid="4249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41986" name="Rectangle 2"/>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4.3.4  </a:t>
            </a:r>
            <a:r>
              <a:rPr lang="zh-CN" altLang="en-US" b="0" dirty="0">
                <a:latin typeface="Times New Roman" panose="02020603050405020304" pitchFamily="18" charset="0"/>
              </a:rPr>
              <a:t>概率分配函数的正交和</a:t>
            </a:r>
            <a:endParaRPr lang="zh-CN" altLang="en-US" b="0" dirty="0">
              <a:latin typeface="Times New Roman" panose="02020603050405020304" pitchFamily="18" charset="0"/>
            </a:endParaRPr>
          </a:p>
        </p:txBody>
      </p:sp>
      <p:sp>
        <p:nvSpPr>
          <p:cNvPr id="41987" name="Rectangle 3"/>
          <p:cNvSpPr>
            <a:spLocks noGrp="1"/>
          </p:cNvSpPr>
          <p:nvPr>
            <p:ph idx="1"/>
          </p:nvPr>
        </p:nvSpPr>
        <p:spPr>
          <a:xfrm>
            <a:off x="327025" y="1060450"/>
            <a:ext cx="8359775" cy="2673350"/>
          </a:xfrm>
          <a:solidFill>
            <a:srgbClr val="FFFFFF"/>
          </a:solidFill>
          <a:ln>
            <a:solidFill>
              <a:srgbClr val="808080"/>
            </a:solidFill>
            <a:miter/>
          </a:ln>
        </p:spPr>
        <p:txBody>
          <a:bodyPr vert="horz" wrap="square" lIns="91440" tIns="45720" rIns="91440" bIns="45720" anchor="t" anchorCtr="0"/>
          <a:p>
            <a:pPr eaLnBrk="1" hangingPunct="1"/>
            <a:r>
              <a:rPr lang="zh-CN" altLang="en-US" sz="2600" b="1" dirty="0">
                <a:latin typeface="宋体" panose="02010600030101010101" pitchFamily="2" charset="-122"/>
              </a:rPr>
              <a:t>同理可得</a:t>
            </a:r>
            <a:r>
              <a:rPr lang="en-US" altLang="zh-CN" sz="2600" b="1" dirty="0">
                <a:latin typeface="宋体" panose="02010600030101010101" pitchFamily="2" charset="-122"/>
              </a:rPr>
              <a:t>:</a:t>
            </a:r>
            <a:endParaRPr lang="en-US" altLang="zh-CN" sz="2600" b="1" dirty="0">
              <a:latin typeface="宋体" panose="02010600030101010101" pitchFamily="2" charset="-122"/>
            </a:endParaRPr>
          </a:p>
          <a:p>
            <a:pPr eaLnBrk="1" hangingPunct="1">
              <a:buNone/>
            </a:pPr>
            <a:endParaRPr lang="en-US" altLang="zh-CN" sz="2600" b="1" dirty="0">
              <a:latin typeface="Times New Roman" panose="02020603050405020304" pitchFamily="18" charset="0"/>
            </a:endParaRPr>
          </a:p>
          <a:p>
            <a:pPr eaLnBrk="1" hangingPunct="1"/>
            <a:r>
              <a:rPr lang="zh-CN" altLang="en-US" sz="2600" b="1" dirty="0">
                <a:latin typeface="宋体" panose="02010600030101010101" pitchFamily="2" charset="-122"/>
              </a:rPr>
              <a:t>组合后得到的概率分配函数</a:t>
            </a:r>
            <a:r>
              <a:rPr lang="en-US" altLang="zh-CN" sz="2600" b="1" dirty="0">
                <a:latin typeface="宋体" panose="02010600030101010101" pitchFamily="2" charset="-122"/>
              </a:rPr>
              <a:t>:</a:t>
            </a:r>
            <a:endParaRPr lang="en-US" altLang="zh-CN" sz="2600" b="1" dirty="0">
              <a:latin typeface="Times New Roman" panose="02020603050405020304" pitchFamily="18" charset="0"/>
            </a:endParaRPr>
          </a:p>
          <a:p>
            <a:pPr eaLnBrk="1" hangingPunct="1"/>
            <a:endParaRPr lang="en-US" altLang="zh-CN" sz="2600" b="1" dirty="0"/>
          </a:p>
        </p:txBody>
      </p:sp>
      <p:sp>
        <p:nvSpPr>
          <p:cNvPr id="41988" name="Rectangle 6"/>
          <p:cNvSpPr/>
          <p:nvPr/>
        </p:nvSpPr>
        <p:spPr>
          <a:xfrm>
            <a:off x="3986213"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41989" name="Object 5"/>
          <p:cNvGraphicFramePr>
            <a:graphicFrameLocks noChangeAspect="1"/>
          </p:cNvGraphicFramePr>
          <p:nvPr/>
        </p:nvGraphicFramePr>
        <p:xfrm>
          <a:off x="2443163" y="1216025"/>
          <a:ext cx="2128837" cy="460375"/>
        </p:xfrm>
        <a:graphic>
          <a:graphicData uri="http://schemas.openxmlformats.org/presentationml/2006/ole">
            <mc:AlternateContent xmlns:mc="http://schemas.openxmlformats.org/markup-compatibility/2006">
              <mc:Choice xmlns:v="urn:schemas-microsoft-com:vml" Requires="v">
                <p:oleObj spid="_x0000_s3180" name="" r:id="rId1" imgW="16678275" imgH="3733800" progId="Equation.3">
                  <p:embed/>
                </p:oleObj>
              </mc:Choice>
              <mc:Fallback>
                <p:oleObj name="" r:id="rId1" imgW="16678275" imgH="3733800" progId="Equation.3">
                  <p:embed/>
                  <p:pic>
                    <p:nvPicPr>
                      <p:cNvPr id="0" name="图片 3179"/>
                      <p:cNvPicPr/>
                      <p:nvPr/>
                    </p:nvPicPr>
                    <p:blipFill>
                      <a:blip r:embed="rId2"/>
                      <a:stretch>
                        <a:fillRect/>
                      </a:stretch>
                    </p:blipFill>
                    <p:spPr>
                      <a:xfrm>
                        <a:off x="2443163" y="1216025"/>
                        <a:ext cx="2128837" cy="460375"/>
                      </a:xfrm>
                      <a:prstGeom prst="rect">
                        <a:avLst/>
                      </a:prstGeom>
                      <a:noFill/>
                      <a:ln w="38100">
                        <a:noFill/>
                        <a:miter/>
                      </a:ln>
                    </p:spPr>
                  </p:pic>
                </p:oleObj>
              </mc:Fallback>
            </mc:AlternateContent>
          </a:graphicData>
        </a:graphic>
      </p:graphicFrame>
      <p:graphicFrame>
        <p:nvGraphicFramePr>
          <p:cNvPr id="41990" name="Object 4"/>
          <p:cNvGraphicFramePr>
            <a:graphicFrameLocks noChangeAspect="1"/>
          </p:cNvGraphicFramePr>
          <p:nvPr/>
        </p:nvGraphicFramePr>
        <p:xfrm>
          <a:off x="2341563" y="1824038"/>
          <a:ext cx="2590800" cy="461962"/>
        </p:xfrm>
        <a:graphic>
          <a:graphicData uri="http://schemas.openxmlformats.org/presentationml/2006/ole">
            <mc:AlternateContent xmlns:mc="http://schemas.openxmlformats.org/markup-compatibility/2006">
              <mc:Choice xmlns:v="urn:schemas-microsoft-com:vml" Requires="v">
                <p:oleObj spid="_x0000_s3183" name="" r:id="rId3" imgW="20183475" imgH="3733800" progId="Equation.3">
                  <p:embed/>
                </p:oleObj>
              </mc:Choice>
              <mc:Fallback>
                <p:oleObj name="" r:id="rId3" imgW="20183475" imgH="3733800" progId="Equation.3">
                  <p:embed/>
                  <p:pic>
                    <p:nvPicPr>
                      <p:cNvPr id="0" name="图片 3182"/>
                      <p:cNvPicPr/>
                      <p:nvPr/>
                    </p:nvPicPr>
                    <p:blipFill>
                      <a:blip r:embed="rId4"/>
                      <a:stretch>
                        <a:fillRect/>
                      </a:stretch>
                    </p:blipFill>
                    <p:spPr>
                      <a:xfrm>
                        <a:off x="2341563" y="1824038"/>
                        <a:ext cx="2590800" cy="461962"/>
                      </a:xfrm>
                      <a:prstGeom prst="rect">
                        <a:avLst/>
                      </a:prstGeom>
                      <a:noFill/>
                      <a:ln w="38100">
                        <a:noFill/>
                        <a:miter/>
                      </a:ln>
                    </p:spPr>
                  </p:pic>
                </p:oleObj>
              </mc:Fallback>
            </mc:AlternateContent>
          </a:graphicData>
        </a:graphic>
      </p:graphicFrame>
      <p:sp>
        <p:nvSpPr>
          <p:cNvPr id="41991" name="Rectangle 8"/>
          <p:cNvSpPr/>
          <p:nvPr/>
        </p:nvSpPr>
        <p:spPr>
          <a:xfrm>
            <a:off x="3167063"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425991" name="Object 7"/>
          <p:cNvGraphicFramePr>
            <a:graphicFrameLocks noChangeAspect="1"/>
          </p:cNvGraphicFramePr>
          <p:nvPr/>
        </p:nvGraphicFramePr>
        <p:xfrm>
          <a:off x="838200" y="3048000"/>
          <a:ext cx="7086600" cy="457200"/>
        </p:xfrm>
        <a:graphic>
          <a:graphicData uri="http://schemas.openxmlformats.org/presentationml/2006/ole">
            <mc:AlternateContent xmlns:mc="http://schemas.openxmlformats.org/markup-compatibility/2006">
              <mc:Choice xmlns:v="urn:schemas-microsoft-com:vml" Requires="v">
                <p:oleObj spid="_x0000_s3184" name="" r:id="rId5" imgW="48491775" imgH="3733800" progId="Equation.DSMT4">
                  <p:embed/>
                </p:oleObj>
              </mc:Choice>
              <mc:Fallback>
                <p:oleObj name="" r:id="rId5" imgW="48491775" imgH="3733800" progId="Equation.DSMT4">
                  <p:embed/>
                  <p:pic>
                    <p:nvPicPr>
                      <p:cNvPr id="0" name="图片 3183"/>
                      <p:cNvPicPr/>
                      <p:nvPr/>
                    </p:nvPicPr>
                    <p:blipFill>
                      <a:blip r:embed="rId6"/>
                      <a:stretch>
                        <a:fillRect/>
                      </a:stretch>
                    </p:blipFill>
                    <p:spPr>
                      <a:xfrm>
                        <a:off x="838200" y="3048000"/>
                        <a:ext cx="7086600" cy="457200"/>
                      </a:xfrm>
                      <a:prstGeom prst="rect">
                        <a:avLst/>
                      </a:prstGeom>
                      <a:no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25991"/>
                                        </p:tgtEl>
                                        <p:attrNameLst>
                                          <p:attrName>style.visibility</p:attrName>
                                        </p:attrNameLst>
                                      </p:cBhvr>
                                      <p:to>
                                        <p:strVal val="visible"/>
                                      </p:to>
                                    </p:set>
                                    <p:anim calcmode="lin" valueType="num">
                                      <p:cBhvr additive="base">
                                        <p:cTn id="7" dur="500" fill="hold"/>
                                        <p:tgtEl>
                                          <p:spTgt spid="425991"/>
                                        </p:tgtEl>
                                        <p:attrNameLst>
                                          <p:attrName>ppt_x</p:attrName>
                                        </p:attrNameLst>
                                      </p:cBhvr>
                                      <p:tavLst>
                                        <p:tav tm="0">
                                          <p:val>
                                            <p:strVal val="0-#ppt_w/2"/>
                                          </p:val>
                                        </p:tav>
                                        <p:tav tm="100000">
                                          <p:val>
                                            <p:strVal val="#ppt_x"/>
                                          </p:val>
                                        </p:tav>
                                      </p:tavLst>
                                    </p:anim>
                                    <p:anim calcmode="lin" valueType="num">
                                      <p:cBhvr additive="base">
                                        <p:cTn id="8" dur="500" fill="hold"/>
                                        <p:tgtEl>
                                          <p:spTgt spid="4259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灯片编号占位符 1"/>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43010" name="Rectangle 2"/>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4.3.5  </a:t>
            </a:r>
            <a:r>
              <a:rPr lang="zh-CN" altLang="en-US" sz="3600" dirty="0">
                <a:solidFill>
                  <a:schemeClr val="bg1"/>
                </a:solidFill>
                <a:latin typeface="Times New Roman" panose="02020603050405020304" pitchFamily="18" charset="0"/>
                <a:ea typeface="黑体" panose="02010609060101010101" pitchFamily="2" charset="-122"/>
              </a:rPr>
              <a:t>基于证据理论的不确定性推理</a:t>
            </a:r>
            <a:endParaRPr lang="zh-CN" altLang="en-US" sz="3600" dirty="0">
              <a:solidFill>
                <a:schemeClr val="bg1"/>
              </a:solidFill>
              <a:latin typeface="Times New Roman" panose="02020603050405020304" pitchFamily="18" charset="0"/>
              <a:ea typeface="黑体" panose="02010609060101010101" pitchFamily="2" charset="-122"/>
            </a:endParaRPr>
          </a:p>
        </p:txBody>
      </p:sp>
      <p:sp>
        <p:nvSpPr>
          <p:cNvPr id="43011" name="Text Box 3"/>
          <p:cNvSpPr txBox="1"/>
          <p:nvPr/>
        </p:nvSpPr>
        <p:spPr>
          <a:xfrm>
            <a:off x="517525" y="1470025"/>
            <a:ext cx="184150" cy="366713"/>
          </a:xfrm>
          <a:prstGeom prst="rect">
            <a:avLst/>
          </a:prstGeom>
          <a:noFill/>
          <a:ln w="9525">
            <a:noFill/>
          </a:ln>
        </p:spPr>
        <p:txBody>
          <a:bodyPr wrap="none" anchor="t" anchorCtr="0">
            <a:spAutoFit/>
          </a:bodyPr>
          <a:p>
            <a:pPr>
              <a:buClrTx/>
              <a:buFontTx/>
            </a:pPr>
            <a:endParaRPr lang="zh-CN" altLang="zh-CN" dirty="0">
              <a:latin typeface="Arial" panose="020B0604020202020204" pitchFamily="34" charset="0"/>
              <a:ea typeface="宋体" panose="02010600030101010101" pitchFamily="2" charset="-122"/>
            </a:endParaRPr>
          </a:p>
        </p:txBody>
      </p:sp>
      <p:sp>
        <p:nvSpPr>
          <p:cNvPr id="43012" name="Text Box 4"/>
          <p:cNvSpPr txBox="1"/>
          <p:nvPr/>
        </p:nvSpPr>
        <p:spPr>
          <a:xfrm>
            <a:off x="381000" y="1219200"/>
            <a:ext cx="8474075" cy="3902075"/>
          </a:xfrm>
          <a:prstGeom prst="rect">
            <a:avLst/>
          </a:prstGeom>
          <a:noFill/>
          <a:ln w="9525">
            <a:noFill/>
          </a:ln>
        </p:spPr>
        <p:txBody>
          <a:bodyPr anchor="t" anchorCtr="0">
            <a:spAutoFit/>
          </a:bodyPr>
          <a:p>
            <a:pPr>
              <a:lnSpc>
                <a:spcPct val="120000"/>
              </a:lnSpc>
              <a:spcBef>
                <a:spcPct val="20000"/>
              </a:spcBef>
              <a:buClr>
                <a:schemeClr val="accent2"/>
              </a:buClr>
              <a:buFont typeface="Wingdings" panose="05000000000000000000" pitchFamily="2" charset="2"/>
              <a:buChar char="p"/>
            </a:pPr>
            <a:r>
              <a:rPr lang="en-US" altLang="zh-CN" sz="2600" dirty="0">
                <a:latin typeface="宋体" panose="02010600030101010101" pitchFamily="2" charset="-122"/>
                <a:ea typeface="宋体" panose="02010600030101010101" pitchFamily="2" charset="-122"/>
              </a:rPr>
              <a:t> </a:t>
            </a:r>
            <a:r>
              <a:rPr lang="zh-CN" altLang="en-US" sz="2600" dirty="0">
                <a:latin typeface="宋体" panose="02010600030101010101" pitchFamily="2" charset="-122"/>
                <a:ea typeface="宋体" panose="02010600030101010101" pitchFamily="2" charset="-122"/>
              </a:rPr>
              <a:t>基于证据理论的不确定性推理的步骤：</a:t>
            </a:r>
            <a:endParaRPr lang="zh-CN" altLang="en-US" sz="2600" dirty="0">
              <a:latin typeface="Times New Roman" panose="02020603050405020304" pitchFamily="18" charset="0"/>
              <a:ea typeface="宋体" panose="02010600030101010101" pitchFamily="2" charset="-122"/>
            </a:endParaRPr>
          </a:p>
          <a:p>
            <a:pPr>
              <a:lnSpc>
                <a:spcPct val="120000"/>
              </a:lnSpc>
              <a:spcBef>
                <a:spcPct val="20000"/>
              </a:spcBef>
              <a:buClrTx/>
              <a:buFontTx/>
            </a:pPr>
            <a:r>
              <a:rPr lang="zh-CN" altLang="en-US" sz="2600" dirty="0">
                <a:latin typeface="宋体" panose="02010600030101010101" pitchFamily="2" charset="-122"/>
                <a:ea typeface="宋体" panose="02010600030101010101" pitchFamily="2" charset="-122"/>
              </a:rPr>
              <a:t>  （</a:t>
            </a:r>
            <a:r>
              <a:rPr lang="en-US" altLang="zh-CN" sz="2600" dirty="0">
                <a:latin typeface="宋体" panose="02010600030101010101" pitchFamily="2" charset="-122"/>
                <a:ea typeface="宋体" panose="02010600030101010101" pitchFamily="2" charset="-122"/>
              </a:rPr>
              <a:t>1</a:t>
            </a:r>
            <a:r>
              <a:rPr lang="zh-CN" altLang="en-US" sz="2600" dirty="0">
                <a:latin typeface="宋体" panose="02010600030101010101" pitchFamily="2" charset="-122"/>
                <a:ea typeface="宋体" panose="02010600030101010101" pitchFamily="2" charset="-122"/>
              </a:rPr>
              <a:t>）建立问题的样本空间</a:t>
            </a:r>
            <a:r>
              <a:rPr lang="en-US" altLang="zh-CN" sz="2600" dirty="0">
                <a:latin typeface="Times New Roman" panose="02020603050405020304" pitchFamily="18" charset="0"/>
                <a:ea typeface="宋体" panose="02010600030101010101" pitchFamily="2" charset="-122"/>
              </a:rPr>
              <a:t>D</a:t>
            </a:r>
            <a:r>
              <a:rPr lang="zh-CN" altLang="en-US" sz="2600" dirty="0">
                <a:latin typeface="宋体" panose="02010600030101010101" pitchFamily="2" charset="-122"/>
                <a:ea typeface="宋体" panose="02010600030101010101" pitchFamily="2" charset="-122"/>
              </a:rPr>
              <a:t>。</a:t>
            </a:r>
            <a:endParaRPr lang="zh-CN" altLang="en-US" sz="2600" dirty="0">
              <a:latin typeface="Times New Roman" panose="02020603050405020304" pitchFamily="18" charset="0"/>
              <a:ea typeface="宋体" panose="02010600030101010101" pitchFamily="2" charset="-122"/>
            </a:endParaRPr>
          </a:p>
          <a:p>
            <a:pPr>
              <a:lnSpc>
                <a:spcPct val="120000"/>
              </a:lnSpc>
              <a:spcBef>
                <a:spcPct val="20000"/>
              </a:spcBef>
              <a:buClrTx/>
              <a:buFontTx/>
            </a:pPr>
            <a:r>
              <a:rPr lang="zh-CN" altLang="en-US" sz="2600" dirty="0">
                <a:latin typeface="宋体" panose="02010600030101010101" pitchFamily="2" charset="-122"/>
                <a:ea typeface="宋体" panose="02010600030101010101" pitchFamily="2" charset="-122"/>
              </a:rPr>
              <a:t>  （</a:t>
            </a:r>
            <a:r>
              <a:rPr lang="en-US" altLang="zh-CN" sz="2600" dirty="0">
                <a:latin typeface="宋体" panose="02010600030101010101" pitchFamily="2" charset="-122"/>
                <a:ea typeface="宋体" panose="02010600030101010101" pitchFamily="2" charset="-122"/>
              </a:rPr>
              <a:t>2</a:t>
            </a:r>
            <a:r>
              <a:rPr lang="zh-CN" altLang="en-US" sz="2600" dirty="0">
                <a:latin typeface="宋体" panose="02010600030101010101" pitchFamily="2" charset="-122"/>
                <a:ea typeface="宋体" panose="02010600030101010101" pitchFamily="2" charset="-122"/>
              </a:rPr>
              <a:t>）由经验给出，或者由随机性规则和事实的信度度</a:t>
            </a:r>
            <a:endParaRPr lang="zh-CN" altLang="en-US" sz="2600" dirty="0">
              <a:latin typeface="宋体" panose="02010600030101010101" pitchFamily="2" charset="-122"/>
              <a:ea typeface="宋体" panose="02010600030101010101" pitchFamily="2" charset="-122"/>
            </a:endParaRPr>
          </a:p>
          <a:p>
            <a:pPr>
              <a:lnSpc>
                <a:spcPct val="120000"/>
              </a:lnSpc>
              <a:spcBef>
                <a:spcPct val="20000"/>
              </a:spcBef>
              <a:buClrTx/>
              <a:buFontTx/>
            </a:pPr>
            <a:r>
              <a:rPr lang="zh-CN" altLang="en-US" sz="2600" dirty="0">
                <a:latin typeface="宋体" panose="02010600030101010101" pitchFamily="2" charset="-122"/>
                <a:ea typeface="宋体" panose="02010600030101010101" pitchFamily="2" charset="-122"/>
              </a:rPr>
              <a:t>       量算基本概率分配函数。</a:t>
            </a:r>
            <a:endParaRPr lang="zh-CN" altLang="en-US" sz="2600" dirty="0">
              <a:latin typeface="Times New Roman" panose="02020603050405020304" pitchFamily="18" charset="0"/>
              <a:ea typeface="宋体" panose="02010600030101010101" pitchFamily="2" charset="-122"/>
            </a:endParaRPr>
          </a:p>
          <a:p>
            <a:pPr>
              <a:lnSpc>
                <a:spcPct val="120000"/>
              </a:lnSpc>
              <a:spcBef>
                <a:spcPct val="20000"/>
              </a:spcBef>
              <a:buClrTx/>
              <a:buFontTx/>
            </a:pPr>
            <a:r>
              <a:rPr lang="zh-CN" altLang="en-US" sz="2600" dirty="0">
                <a:latin typeface="宋体" panose="02010600030101010101" pitchFamily="2" charset="-122"/>
                <a:ea typeface="宋体" panose="02010600030101010101" pitchFamily="2" charset="-122"/>
              </a:rPr>
              <a:t>  （</a:t>
            </a:r>
            <a:r>
              <a:rPr lang="en-US" altLang="zh-CN" sz="2600" dirty="0">
                <a:latin typeface="宋体" panose="02010600030101010101" pitchFamily="2" charset="-122"/>
                <a:ea typeface="宋体" panose="02010600030101010101" pitchFamily="2" charset="-122"/>
              </a:rPr>
              <a:t>3</a:t>
            </a:r>
            <a:r>
              <a:rPr lang="zh-CN" altLang="en-US" sz="2600" dirty="0">
                <a:latin typeface="宋体" panose="02010600030101010101" pitchFamily="2" charset="-122"/>
                <a:ea typeface="宋体" panose="02010600030101010101" pitchFamily="2" charset="-122"/>
              </a:rPr>
              <a:t>）计算所关心的子集的信任函数值、似然函数值。</a:t>
            </a:r>
            <a:endParaRPr lang="zh-CN" altLang="en-US" sz="2600" dirty="0">
              <a:latin typeface="Times New Roman" panose="02020603050405020304" pitchFamily="18" charset="0"/>
              <a:ea typeface="宋体" panose="02010600030101010101" pitchFamily="2" charset="-122"/>
            </a:endParaRPr>
          </a:p>
          <a:p>
            <a:pPr>
              <a:lnSpc>
                <a:spcPct val="120000"/>
              </a:lnSpc>
              <a:spcBef>
                <a:spcPct val="20000"/>
              </a:spcBef>
              <a:buClrTx/>
              <a:buFontTx/>
            </a:pPr>
            <a:r>
              <a:rPr lang="zh-CN" altLang="en-US" sz="2600" dirty="0">
                <a:latin typeface="宋体" panose="02010600030101010101" pitchFamily="2" charset="-122"/>
                <a:ea typeface="宋体" panose="02010600030101010101" pitchFamily="2" charset="-122"/>
              </a:rPr>
              <a:t>  （</a:t>
            </a:r>
            <a:r>
              <a:rPr lang="en-US" altLang="zh-CN" sz="2600" dirty="0">
                <a:latin typeface="宋体" panose="02010600030101010101" pitchFamily="2" charset="-122"/>
                <a:ea typeface="宋体" panose="02010600030101010101" pitchFamily="2" charset="-122"/>
              </a:rPr>
              <a:t>4</a:t>
            </a:r>
            <a:r>
              <a:rPr lang="zh-CN" altLang="en-US" sz="2600" dirty="0">
                <a:latin typeface="宋体" panose="02010600030101010101" pitchFamily="2" charset="-122"/>
                <a:ea typeface="宋体" panose="02010600030101010101" pitchFamily="2" charset="-122"/>
              </a:rPr>
              <a:t>）由信任函数值、似然函数值得出结论。</a:t>
            </a:r>
            <a:endParaRPr lang="zh-CN" altLang="en-US" sz="2600" dirty="0">
              <a:latin typeface="Times New Roman" panose="02020603050405020304" pitchFamily="18" charset="0"/>
              <a:ea typeface="宋体" panose="02010600030101010101" pitchFamily="2" charset="-122"/>
            </a:endParaRPr>
          </a:p>
          <a:p>
            <a:pPr>
              <a:lnSpc>
                <a:spcPct val="120000"/>
              </a:lnSpc>
              <a:spcBef>
                <a:spcPct val="20000"/>
              </a:spcBef>
              <a:buClrTx/>
              <a:buFontTx/>
            </a:pPr>
            <a:endParaRPr lang="en-US" altLang="zh-CN" sz="2600" dirty="0">
              <a:latin typeface="Arial" panose="020B0604020202020204" pitchFamily="34" charset="0"/>
              <a:ea typeface="宋体" panose="02010600030101010101" pitchFamily="2" charset="-122"/>
            </a:endParaRPr>
          </a:p>
        </p:txBody>
      </p:sp>
    </p:spTree>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灯片编号占位符 1"/>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44034" name="Text Box 2"/>
          <p:cNvSpPr txBox="1"/>
          <p:nvPr/>
        </p:nvSpPr>
        <p:spPr>
          <a:xfrm>
            <a:off x="395288" y="1050925"/>
            <a:ext cx="8520112" cy="5449888"/>
          </a:xfrm>
          <a:prstGeom prst="rect">
            <a:avLst/>
          </a:prstGeom>
          <a:noFill/>
          <a:ln w="9525">
            <a:noFill/>
          </a:ln>
        </p:spPr>
        <p:txBody>
          <a:bodyPr anchor="t" anchorCtr="0">
            <a:spAutoFit/>
          </a:bodyPr>
          <a:p>
            <a:pPr>
              <a:lnSpc>
                <a:spcPct val="120000"/>
              </a:lnSpc>
              <a:spcAft>
                <a:spcPct val="50000"/>
              </a:spcAft>
              <a:buClrTx/>
              <a:buFontTx/>
            </a:pPr>
            <a:r>
              <a:rPr lang="en-US" altLang="zh-CN" sz="2600" b="1" dirty="0">
                <a:latin typeface="Times New Roman" panose="02020603050405020304" pitchFamily="18" charset="0"/>
                <a:ea typeface="宋体" panose="02010600030101010101" pitchFamily="2" charset="-122"/>
              </a:rPr>
              <a:t> </a:t>
            </a:r>
            <a:r>
              <a:rPr lang="zh-CN" altLang="en-US" sz="2600" b="1" dirty="0">
                <a:latin typeface="Times New Roman" panose="02020603050405020304" pitchFamily="18" charset="0"/>
                <a:ea typeface="宋体" panose="02010600030101010101" pitchFamily="2" charset="-122"/>
              </a:rPr>
              <a:t>例</a:t>
            </a:r>
            <a:r>
              <a:rPr lang="en-US" altLang="zh-CN" sz="2600" b="1" dirty="0">
                <a:latin typeface="Times New Roman" panose="02020603050405020304" pitchFamily="18" charset="0"/>
                <a:ea typeface="宋体" panose="02010600030101010101" pitchFamily="2" charset="-122"/>
              </a:rPr>
              <a:t>4.3</a:t>
            </a:r>
            <a:r>
              <a:rPr lang="en-US" altLang="zh-CN" sz="2600" dirty="0">
                <a:latin typeface="Times New Roman" panose="02020603050405020304" pitchFamily="18" charset="0"/>
                <a:ea typeface="宋体" panose="02010600030101010101" pitchFamily="2" charset="-122"/>
              </a:rPr>
              <a:t>  </a:t>
            </a:r>
            <a:r>
              <a:rPr lang="zh-CN" altLang="en-US" sz="2600" dirty="0">
                <a:latin typeface="宋体" panose="02010600030101010101" pitchFamily="2" charset="-122"/>
                <a:ea typeface="宋体" panose="02010600030101010101" pitchFamily="2" charset="-122"/>
              </a:rPr>
              <a:t>设有规则：</a:t>
            </a:r>
            <a:endParaRPr lang="zh-CN" altLang="en-US" sz="2600" dirty="0">
              <a:latin typeface="Times New Roman" panose="02020603050405020304" pitchFamily="18" charset="0"/>
              <a:ea typeface="宋体" panose="02010600030101010101" pitchFamily="2" charset="-122"/>
            </a:endParaRPr>
          </a:p>
          <a:p>
            <a:pPr>
              <a:lnSpc>
                <a:spcPct val="120000"/>
              </a:lnSpc>
              <a:buClrTx/>
              <a:buFontTx/>
            </a:pPr>
            <a:r>
              <a:rPr lang="zh-CN" altLang="en-US" sz="2600" dirty="0">
                <a:latin typeface="Times New Roman" panose="02020603050405020304" pitchFamily="18" charset="0"/>
                <a:ea typeface="宋体" panose="02010600030101010101" pitchFamily="2" charset="-122"/>
              </a:rPr>
              <a:t> （</a:t>
            </a:r>
            <a:r>
              <a:rPr lang="en-US" altLang="zh-CN" sz="2600" dirty="0">
                <a:latin typeface="Times New Roman" panose="02020603050405020304" pitchFamily="18" charset="0"/>
                <a:ea typeface="宋体" panose="02010600030101010101" pitchFamily="2" charset="-122"/>
              </a:rPr>
              <a:t>1</a:t>
            </a:r>
            <a:r>
              <a:rPr lang="zh-CN" altLang="en-US" sz="2600" dirty="0">
                <a:latin typeface="Times New Roman" panose="02020603050405020304" pitchFamily="18" charset="0"/>
                <a:ea typeface="宋体" panose="02010600030101010101" pitchFamily="2" charset="-122"/>
              </a:rPr>
              <a:t>）如果 流鼻涕 则 感冒但非过敏性鼻炎（</a:t>
            </a:r>
            <a:r>
              <a:rPr lang="en-US" altLang="zh-CN" sz="2600" dirty="0">
                <a:latin typeface="Times New Roman" panose="02020603050405020304" pitchFamily="18" charset="0"/>
                <a:ea typeface="宋体" panose="02010600030101010101" pitchFamily="2" charset="-122"/>
              </a:rPr>
              <a:t>0.9</a:t>
            </a:r>
            <a:r>
              <a:rPr lang="zh-CN" altLang="en-US" sz="2600" dirty="0">
                <a:latin typeface="Times New Roman" panose="02020603050405020304" pitchFamily="18" charset="0"/>
                <a:ea typeface="宋体" panose="02010600030101010101" pitchFamily="2" charset="-122"/>
              </a:rPr>
              <a:t>）</a:t>
            </a:r>
            <a:endParaRPr lang="zh-CN" altLang="en-US" sz="2600" dirty="0">
              <a:latin typeface="Times New Roman" panose="02020603050405020304" pitchFamily="18" charset="0"/>
              <a:ea typeface="宋体" panose="02010600030101010101" pitchFamily="2" charset="-122"/>
            </a:endParaRPr>
          </a:p>
          <a:p>
            <a:pPr>
              <a:lnSpc>
                <a:spcPct val="120000"/>
              </a:lnSpc>
              <a:buClrTx/>
              <a:buFontTx/>
            </a:pPr>
            <a:r>
              <a:rPr lang="zh-CN" altLang="en-US" sz="2600" dirty="0">
                <a:latin typeface="Times New Roman" panose="02020603050405020304" pitchFamily="18" charset="0"/>
                <a:ea typeface="宋体" panose="02010600030101010101" pitchFamily="2" charset="-122"/>
              </a:rPr>
              <a:t>          或 过敏性鼻炎但非感冒（</a:t>
            </a:r>
            <a:r>
              <a:rPr lang="en-US" altLang="zh-CN" sz="2600" dirty="0">
                <a:latin typeface="Times New Roman" panose="02020603050405020304" pitchFamily="18" charset="0"/>
                <a:ea typeface="宋体" panose="02010600030101010101" pitchFamily="2" charset="-122"/>
              </a:rPr>
              <a:t>0.1</a:t>
            </a:r>
            <a:r>
              <a:rPr lang="zh-CN" altLang="en-US" sz="2600" dirty="0">
                <a:latin typeface="Times New Roman" panose="02020603050405020304" pitchFamily="18" charset="0"/>
                <a:ea typeface="宋体" panose="02010600030101010101" pitchFamily="2" charset="-122"/>
              </a:rPr>
              <a:t>）。</a:t>
            </a:r>
            <a:endParaRPr lang="zh-CN" altLang="en-US" sz="2600" dirty="0">
              <a:latin typeface="Times New Roman" panose="02020603050405020304" pitchFamily="18" charset="0"/>
              <a:ea typeface="宋体" panose="02010600030101010101" pitchFamily="2" charset="-122"/>
            </a:endParaRPr>
          </a:p>
          <a:p>
            <a:pPr>
              <a:lnSpc>
                <a:spcPct val="120000"/>
              </a:lnSpc>
              <a:buClrTx/>
              <a:buFontTx/>
            </a:pPr>
            <a:r>
              <a:rPr lang="zh-CN" altLang="en-US" sz="2600" dirty="0">
                <a:latin typeface="Times New Roman" panose="02020603050405020304" pitchFamily="18" charset="0"/>
                <a:ea typeface="宋体" panose="02010600030101010101" pitchFamily="2" charset="-122"/>
              </a:rPr>
              <a:t> （</a:t>
            </a:r>
            <a:r>
              <a:rPr lang="en-US" altLang="zh-CN" sz="2600" dirty="0">
                <a:latin typeface="Times New Roman" panose="02020603050405020304" pitchFamily="18" charset="0"/>
                <a:ea typeface="宋体" panose="02010600030101010101" pitchFamily="2" charset="-122"/>
              </a:rPr>
              <a:t>2</a:t>
            </a:r>
            <a:r>
              <a:rPr lang="zh-CN" altLang="en-US" sz="2600" dirty="0">
                <a:latin typeface="Times New Roman" panose="02020603050405020304" pitchFamily="18" charset="0"/>
                <a:ea typeface="宋体" panose="02010600030101010101" pitchFamily="2" charset="-122"/>
              </a:rPr>
              <a:t>）如果 眼发炎 则 感冒但非过敏性鼻炎（</a:t>
            </a:r>
            <a:r>
              <a:rPr lang="en-US" altLang="zh-CN" sz="2600" dirty="0">
                <a:latin typeface="Times New Roman" panose="02020603050405020304" pitchFamily="18" charset="0"/>
                <a:ea typeface="宋体" panose="02010600030101010101" pitchFamily="2" charset="-122"/>
              </a:rPr>
              <a:t>0.8</a:t>
            </a:r>
            <a:r>
              <a:rPr lang="zh-CN" altLang="en-US" sz="2600" dirty="0">
                <a:latin typeface="Times New Roman" panose="02020603050405020304" pitchFamily="18" charset="0"/>
                <a:ea typeface="宋体" panose="02010600030101010101" pitchFamily="2" charset="-122"/>
              </a:rPr>
              <a:t>）</a:t>
            </a:r>
            <a:endParaRPr lang="zh-CN" altLang="en-US" sz="2600" dirty="0">
              <a:latin typeface="Times New Roman" panose="02020603050405020304" pitchFamily="18" charset="0"/>
              <a:ea typeface="宋体" panose="02010600030101010101" pitchFamily="2" charset="-122"/>
            </a:endParaRPr>
          </a:p>
          <a:p>
            <a:pPr>
              <a:lnSpc>
                <a:spcPct val="120000"/>
              </a:lnSpc>
              <a:buClrTx/>
              <a:buFontTx/>
            </a:pPr>
            <a:r>
              <a:rPr lang="zh-CN" altLang="en-US" sz="2600" dirty="0">
                <a:latin typeface="Times New Roman" panose="02020603050405020304" pitchFamily="18" charset="0"/>
                <a:ea typeface="宋体" panose="02010600030101010101" pitchFamily="2" charset="-122"/>
              </a:rPr>
              <a:t>          或 过敏性鼻炎但非感冒（</a:t>
            </a:r>
            <a:r>
              <a:rPr lang="en-US" altLang="zh-CN" sz="2600" dirty="0">
                <a:latin typeface="Times New Roman" panose="02020603050405020304" pitchFamily="18" charset="0"/>
                <a:ea typeface="宋体" panose="02010600030101010101" pitchFamily="2" charset="-122"/>
              </a:rPr>
              <a:t>0.05</a:t>
            </a:r>
            <a:r>
              <a:rPr lang="zh-CN" altLang="en-US" sz="2600" dirty="0">
                <a:latin typeface="Times New Roman" panose="02020603050405020304" pitchFamily="18" charset="0"/>
                <a:ea typeface="宋体" panose="02010600030101010101" pitchFamily="2" charset="-122"/>
              </a:rPr>
              <a:t>）。</a:t>
            </a:r>
            <a:endParaRPr lang="zh-CN" altLang="en-US" sz="2600" dirty="0">
              <a:latin typeface="Times New Roman" panose="02020603050405020304" pitchFamily="18" charset="0"/>
              <a:ea typeface="宋体" panose="02010600030101010101" pitchFamily="2" charset="-122"/>
            </a:endParaRPr>
          </a:p>
          <a:p>
            <a:pPr>
              <a:lnSpc>
                <a:spcPct val="120000"/>
              </a:lnSpc>
              <a:spcBef>
                <a:spcPct val="50000"/>
              </a:spcBef>
              <a:buClrTx/>
              <a:buFontTx/>
            </a:pPr>
            <a:r>
              <a:rPr lang="zh-CN" altLang="en-US" sz="2600" dirty="0">
                <a:latin typeface="Times New Roman" panose="02020603050405020304" pitchFamily="18" charset="0"/>
                <a:ea typeface="宋体" panose="02010600030101010101" pitchFamily="2" charset="-122"/>
              </a:rPr>
              <a:t> 有事实：</a:t>
            </a:r>
            <a:endParaRPr lang="zh-CN" altLang="en-US" sz="2600" dirty="0">
              <a:latin typeface="Times New Roman" panose="02020603050405020304" pitchFamily="18" charset="0"/>
              <a:ea typeface="宋体" panose="02010600030101010101" pitchFamily="2" charset="-122"/>
            </a:endParaRPr>
          </a:p>
          <a:p>
            <a:pPr>
              <a:lnSpc>
                <a:spcPct val="120000"/>
              </a:lnSpc>
              <a:buClrTx/>
              <a:buFontTx/>
            </a:pPr>
            <a:r>
              <a:rPr lang="zh-CN" altLang="en-US" sz="2600" dirty="0">
                <a:latin typeface="Times New Roman" panose="02020603050405020304" pitchFamily="18" charset="0"/>
                <a:ea typeface="宋体" panose="02010600030101010101" pitchFamily="2" charset="-122"/>
              </a:rPr>
              <a:t>  （</a:t>
            </a:r>
            <a:r>
              <a:rPr lang="en-US" altLang="zh-CN" sz="2600" dirty="0">
                <a:latin typeface="Times New Roman" panose="02020603050405020304" pitchFamily="18" charset="0"/>
                <a:ea typeface="宋体" panose="02010600030101010101" pitchFamily="2" charset="-122"/>
              </a:rPr>
              <a:t>1</a:t>
            </a:r>
            <a:r>
              <a:rPr lang="zh-CN" altLang="en-US" sz="2600" dirty="0">
                <a:latin typeface="Times New Roman" panose="02020603050405020304" pitchFamily="18" charset="0"/>
                <a:ea typeface="宋体" panose="02010600030101010101" pitchFamily="2" charset="-122"/>
              </a:rPr>
              <a:t>）小王流鼻涕（</a:t>
            </a:r>
            <a:r>
              <a:rPr lang="en-US" altLang="zh-CN" sz="2600" dirty="0">
                <a:latin typeface="Times New Roman" panose="02020603050405020304" pitchFamily="18" charset="0"/>
                <a:ea typeface="宋体" panose="02010600030101010101" pitchFamily="2" charset="-122"/>
              </a:rPr>
              <a:t>0.9</a:t>
            </a:r>
            <a:r>
              <a:rPr lang="zh-CN" altLang="en-US" sz="2600" dirty="0">
                <a:latin typeface="Times New Roman" panose="02020603050405020304" pitchFamily="18" charset="0"/>
                <a:ea typeface="宋体" panose="02010600030101010101" pitchFamily="2" charset="-122"/>
              </a:rPr>
              <a:t>）。</a:t>
            </a:r>
            <a:endParaRPr lang="zh-CN" altLang="en-US" sz="2600" dirty="0">
              <a:latin typeface="Times New Roman" panose="02020603050405020304" pitchFamily="18" charset="0"/>
              <a:ea typeface="宋体" panose="02010600030101010101" pitchFamily="2" charset="-122"/>
            </a:endParaRPr>
          </a:p>
          <a:p>
            <a:pPr>
              <a:lnSpc>
                <a:spcPct val="120000"/>
              </a:lnSpc>
              <a:buClrTx/>
              <a:buFontTx/>
            </a:pPr>
            <a:r>
              <a:rPr lang="zh-CN" altLang="en-US" sz="2600" dirty="0">
                <a:latin typeface="Times New Roman" panose="02020603050405020304" pitchFamily="18" charset="0"/>
                <a:ea typeface="宋体" panose="02010600030101010101" pitchFamily="2" charset="-122"/>
              </a:rPr>
              <a:t>  （</a:t>
            </a:r>
            <a:r>
              <a:rPr lang="en-US" altLang="zh-CN" sz="2600" dirty="0">
                <a:latin typeface="Times New Roman" panose="02020603050405020304" pitchFamily="18" charset="0"/>
                <a:ea typeface="宋体" panose="02010600030101010101" pitchFamily="2" charset="-122"/>
              </a:rPr>
              <a:t>2</a:t>
            </a:r>
            <a:r>
              <a:rPr lang="zh-CN" altLang="en-US" sz="2600" dirty="0">
                <a:latin typeface="Times New Roman" panose="02020603050405020304" pitchFamily="18" charset="0"/>
                <a:ea typeface="宋体" panose="02010600030101010101" pitchFamily="2" charset="-122"/>
              </a:rPr>
              <a:t>）小王发眼炎（</a:t>
            </a:r>
            <a:r>
              <a:rPr lang="en-US" altLang="zh-CN" sz="2600" dirty="0">
                <a:latin typeface="Times New Roman" panose="02020603050405020304" pitchFamily="18" charset="0"/>
                <a:ea typeface="宋体" panose="02010600030101010101" pitchFamily="2" charset="-122"/>
              </a:rPr>
              <a:t>0.4</a:t>
            </a:r>
            <a:r>
              <a:rPr lang="zh-CN" altLang="en-US" sz="2600" dirty="0">
                <a:latin typeface="Times New Roman" panose="02020603050405020304" pitchFamily="18" charset="0"/>
                <a:ea typeface="宋体" panose="02010600030101010101" pitchFamily="2" charset="-122"/>
              </a:rPr>
              <a:t>）。</a:t>
            </a:r>
            <a:endParaRPr lang="zh-CN" altLang="en-US" sz="2600" dirty="0">
              <a:latin typeface="Times New Roman" panose="02020603050405020304" pitchFamily="18" charset="0"/>
              <a:ea typeface="宋体" panose="02010600030101010101" pitchFamily="2" charset="-122"/>
            </a:endParaRPr>
          </a:p>
          <a:p>
            <a:pPr>
              <a:lnSpc>
                <a:spcPct val="120000"/>
              </a:lnSpc>
              <a:spcBef>
                <a:spcPct val="50000"/>
              </a:spcBef>
              <a:buClrTx/>
              <a:buFontTx/>
            </a:pPr>
            <a:r>
              <a:rPr lang="zh-CN" altLang="en-US" sz="2600" dirty="0">
                <a:latin typeface="Times New Roman" panose="02020603050405020304" pitchFamily="18" charset="0"/>
                <a:ea typeface="宋体" panose="02010600030101010101" pitchFamily="2" charset="-122"/>
              </a:rPr>
              <a:t> 问：小王患的什么病？</a:t>
            </a:r>
            <a:endParaRPr lang="zh-CN" altLang="en-US" sz="2600" dirty="0">
              <a:latin typeface="Times New Roman" panose="02020603050405020304" pitchFamily="18" charset="0"/>
              <a:ea typeface="宋体" panose="02010600030101010101" pitchFamily="2" charset="-122"/>
            </a:endParaRPr>
          </a:p>
          <a:p>
            <a:pPr>
              <a:lnSpc>
                <a:spcPct val="120000"/>
              </a:lnSpc>
              <a:buClrTx/>
              <a:buFontTx/>
            </a:pPr>
            <a:endParaRPr lang="en-US" altLang="zh-CN" sz="2600" dirty="0">
              <a:latin typeface="Times New Roman" panose="02020603050405020304" pitchFamily="18" charset="0"/>
              <a:ea typeface="宋体" panose="02010600030101010101" pitchFamily="2" charset="-122"/>
            </a:endParaRPr>
          </a:p>
        </p:txBody>
      </p:sp>
      <p:sp>
        <p:nvSpPr>
          <p:cNvPr id="44035" name="Rectangle 3"/>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4.3.5  </a:t>
            </a:r>
            <a:r>
              <a:rPr lang="zh-CN" altLang="en-US" sz="3600" dirty="0">
                <a:solidFill>
                  <a:schemeClr val="bg1"/>
                </a:solidFill>
                <a:latin typeface="Times New Roman" panose="02020603050405020304" pitchFamily="18" charset="0"/>
                <a:ea typeface="黑体" panose="02010609060101010101" pitchFamily="2" charset="-122"/>
              </a:rPr>
              <a:t>基于证据理论的不确定性推理</a:t>
            </a:r>
            <a:endParaRPr lang="zh-CN" altLang="en-US" sz="3600" dirty="0">
              <a:solidFill>
                <a:schemeClr val="bg1"/>
              </a:solidFill>
              <a:latin typeface="Times New Roman" panose="02020603050405020304" pitchFamily="18" charset="0"/>
              <a:ea typeface="黑体" panose="02010609060101010101" pitchFamily="2" charset="-122"/>
            </a:endParaRPr>
          </a:p>
        </p:txBody>
      </p:sp>
    </p:spTree>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灯片编号占位符 1"/>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45058" name="Text Box 2"/>
          <p:cNvSpPr txBox="1"/>
          <p:nvPr/>
        </p:nvSpPr>
        <p:spPr>
          <a:xfrm>
            <a:off x="304800" y="1050925"/>
            <a:ext cx="8610600" cy="2473325"/>
          </a:xfrm>
          <a:prstGeom prst="rect">
            <a:avLst/>
          </a:prstGeom>
          <a:noFill/>
          <a:ln w="9525">
            <a:noFill/>
          </a:ln>
        </p:spPr>
        <p:txBody>
          <a:bodyPr anchor="t" anchorCtr="0">
            <a:spAutoFit/>
          </a:bodyPr>
          <a:p>
            <a:pPr>
              <a:lnSpc>
                <a:spcPct val="120000"/>
              </a:lnSpc>
              <a:buClrTx/>
              <a:buFontTx/>
            </a:pPr>
            <a:r>
              <a:rPr lang="zh-CN" altLang="en-US" sz="2600" dirty="0">
                <a:latin typeface="宋体" panose="02010600030101010101" pitchFamily="2" charset="-122"/>
                <a:ea typeface="宋体" panose="02010600030101010101" pitchFamily="2" charset="-122"/>
              </a:rPr>
              <a:t>取样本空间</a:t>
            </a:r>
            <a:r>
              <a:rPr lang="zh-CN" altLang="en-US" sz="2600" dirty="0">
                <a:latin typeface="Times New Roman" panose="02020603050405020304" pitchFamily="18" charset="0"/>
                <a:ea typeface="宋体" panose="02010600030101010101" pitchFamily="2" charset="-122"/>
              </a:rPr>
              <a:t>：</a:t>
            </a:r>
            <a:endParaRPr lang="zh-CN" altLang="en-US" sz="2600" dirty="0">
              <a:latin typeface="Times New Roman" panose="02020603050405020304" pitchFamily="18" charset="0"/>
              <a:ea typeface="宋体" panose="02010600030101010101" pitchFamily="2" charset="-122"/>
            </a:endParaRPr>
          </a:p>
          <a:p>
            <a:pPr>
              <a:lnSpc>
                <a:spcPct val="120000"/>
              </a:lnSpc>
              <a:buClrTx/>
              <a:buFontTx/>
            </a:pPr>
            <a:r>
              <a:rPr lang="zh-CN" altLang="en-US" sz="2600" dirty="0">
                <a:latin typeface="宋体" panose="02010600030101010101" pitchFamily="2" charset="-122"/>
                <a:ea typeface="宋体" panose="02010600030101010101" pitchFamily="2" charset="-122"/>
              </a:rPr>
              <a:t>   表示</a:t>
            </a:r>
            <a:r>
              <a:rPr lang="zh-CN" altLang="en-US" sz="2600" dirty="0">
                <a:latin typeface="Times New Roman" panose="02020603050405020304" pitchFamily="18" charset="0"/>
                <a:ea typeface="宋体" panose="02010600030101010101" pitchFamily="2" charset="-122"/>
              </a:rPr>
              <a:t>“</a:t>
            </a:r>
            <a:r>
              <a:rPr lang="zh-CN" altLang="en-US" sz="2600" dirty="0">
                <a:latin typeface="宋体" panose="02010600030101010101" pitchFamily="2" charset="-122"/>
                <a:ea typeface="宋体" panose="02010600030101010101" pitchFamily="2" charset="-122"/>
              </a:rPr>
              <a:t>感冒但非过敏性鼻炎</a:t>
            </a:r>
            <a:r>
              <a:rPr lang="zh-CN" altLang="en-US" sz="2600" dirty="0">
                <a:latin typeface="Times New Roman" panose="02020603050405020304" pitchFamily="18" charset="0"/>
                <a:ea typeface="宋体" panose="02010600030101010101" pitchFamily="2" charset="-122"/>
              </a:rPr>
              <a:t>”</a:t>
            </a:r>
            <a:r>
              <a:rPr lang="zh-CN" altLang="en-US" sz="2600" dirty="0">
                <a:latin typeface="宋体" panose="02010600030101010101" pitchFamily="2" charset="-122"/>
                <a:ea typeface="宋体" panose="02010600030101010101" pitchFamily="2" charset="-122"/>
              </a:rPr>
              <a:t>，</a:t>
            </a:r>
            <a:endParaRPr lang="zh-CN" altLang="en-US" sz="2600" dirty="0">
              <a:latin typeface="宋体" panose="02010600030101010101" pitchFamily="2" charset="-122"/>
              <a:ea typeface="宋体" panose="02010600030101010101" pitchFamily="2" charset="-122"/>
            </a:endParaRPr>
          </a:p>
          <a:p>
            <a:pPr>
              <a:lnSpc>
                <a:spcPct val="120000"/>
              </a:lnSpc>
              <a:buClrTx/>
              <a:buFontTx/>
            </a:pPr>
            <a:r>
              <a:rPr lang="zh-CN" altLang="en-US" sz="2600" dirty="0">
                <a:latin typeface="宋体" panose="02010600030101010101" pitchFamily="2" charset="-122"/>
                <a:ea typeface="宋体" panose="02010600030101010101" pitchFamily="2" charset="-122"/>
              </a:rPr>
              <a:t>   表示</a:t>
            </a:r>
            <a:r>
              <a:rPr lang="zh-CN" altLang="en-US" sz="2600" dirty="0">
                <a:latin typeface="Times New Roman" panose="02020603050405020304" pitchFamily="18" charset="0"/>
                <a:ea typeface="宋体" panose="02010600030101010101" pitchFamily="2" charset="-122"/>
              </a:rPr>
              <a:t>“</a:t>
            </a:r>
            <a:r>
              <a:rPr lang="zh-CN" altLang="en-US" sz="2600" dirty="0">
                <a:latin typeface="宋体" panose="02010600030101010101" pitchFamily="2" charset="-122"/>
                <a:ea typeface="宋体" panose="02010600030101010101" pitchFamily="2" charset="-122"/>
              </a:rPr>
              <a:t>过敏性鼻炎但非感冒</a:t>
            </a:r>
            <a:r>
              <a:rPr lang="zh-CN" altLang="en-US" sz="2600" dirty="0">
                <a:latin typeface="Times New Roman" panose="02020603050405020304" pitchFamily="18" charset="0"/>
                <a:ea typeface="宋体" panose="02010600030101010101" pitchFamily="2" charset="-122"/>
              </a:rPr>
              <a:t>”</a:t>
            </a:r>
            <a:r>
              <a:rPr lang="zh-CN" altLang="en-US" sz="2600" dirty="0">
                <a:latin typeface="宋体" panose="02010600030101010101" pitchFamily="2" charset="-122"/>
                <a:ea typeface="宋体" panose="02010600030101010101" pitchFamily="2" charset="-122"/>
              </a:rPr>
              <a:t>，</a:t>
            </a:r>
            <a:endParaRPr lang="zh-CN" altLang="en-US" sz="2600" dirty="0">
              <a:latin typeface="宋体" panose="02010600030101010101" pitchFamily="2" charset="-122"/>
              <a:ea typeface="宋体" panose="02010600030101010101" pitchFamily="2" charset="-122"/>
            </a:endParaRPr>
          </a:p>
          <a:p>
            <a:pPr>
              <a:lnSpc>
                <a:spcPct val="120000"/>
              </a:lnSpc>
              <a:buClrTx/>
              <a:buFontTx/>
            </a:pPr>
            <a:r>
              <a:rPr lang="zh-CN" altLang="en-US" sz="2600" dirty="0">
                <a:latin typeface="宋体" panose="02010600030101010101" pitchFamily="2" charset="-122"/>
                <a:ea typeface="宋体" panose="02010600030101010101" pitchFamily="2" charset="-122"/>
              </a:rPr>
              <a:t>   表示</a:t>
            </a:r>
            <a:r>
              <a:rPr lang="zh-CN" altLang="en-US" sz="2600" dirty="0">
                <a:latin typeface="Times New Roman" panose="02020603050405020304" pitchFamily="18" charset="0"/>
                <a:ea typeface="宋体" panose="02010600030101010101" pitchFamily="2" charset="-122"/>
              </a:rPr>
              <a:t>“</a:t>
            </a:r>
            <a:r>
              <a:rPr lang="zh-CN" altLang="en-US" sz="2600" dirty="0">
                <a:latin typeface="宋体" panose="02010600030101010101" pitchFamily="2" charset="-122"/>
                <a:ea typeface="宋体" panose="02010600030101010101" pitchFamily="2" charset="-122"/>
              </a:rPr>
              <a:t>同时得了两种病</a:t>
            </a:r>
            <a:r>
              <a:rPr lang="zh-CN" altLang="en-US" sz="2600" dirty="0">
                <a:latin typeface="Times New Roman" panose="02020603050405020304" pitchFamily="18" charset="0"/>
                <a:ea typeface="宋体" panose="02010600030101010101" pitchFamily="2" charset="-122"/>
              </a:rPr>
              <a:t>”</a:t>
            </a:r>
            <a:r>
              <a:rPr lang="zh-CN" altLang="en-US" sz="2600" dirty="0">
                <a:latin typeface="宋体" panose="02010600030101010101" pitchFamily="2" charset="-122"/>
                <a:ea typeface="宋体" panose="02010600030101010101" pitchFamily="2" charset="-122"/>
              </a:rPr>
              <a:t>。</a:t>
            </a:r>
            <a:endParaRPr lang="zh-CN" altLang="en-US" sz="2600" dirty="0">
              <a:latin typeface="Times New Roman" panose="02020603050405020304" pitchFamily="18" charset="0"/>
              <a:ea typeface="宋体" panose="02010600030101010101" pitchFamily="2" charset="-122"/>
            </a:endParaRPr>
          </a:p>
          <a:p>
            <a:pPr>
              <a:lnSpc>
                <a:spcPct val="120000"/>
              </a:lnSpc>
              <a:buClrTx/>
              <a:buFontTx/>
            </a:pPr>
            <a:r>
              <a:rPr lang="zh-CN" altLang="en-US" sz="2600" dirty="0">
                <a:latin typeface="宋体" panose="02010600030101010101" pitchFamily="2" charset="-122"/>
                <a:ea typeface="宋体" panose="02010600030101010101" pitchFamily="2" charset="-122"/>
              </a:rPr>
              <a:t>取下面的基本概率分配函数：</a:t>
            </a:r>
            <a:endParaRPr lang="zh-CN" altLang="en-US" sz="2600" dirty="0">
              <a:latin typeface="Arial" panose="020B0604020202020204" pitchFamily="34" charset="0"/>
              <a:ea typeface="宋体" panose="02010600030101010101" pitchFamily="2" charset="-122"/>
            </a:endParaRPr>
          </a:p>
        </p:txBody>
      </p:sp>
      <p:sp>
        <p:nvSpPr>
          <p:cNvPr id="45059" name="Rectangle 3"/>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4.3.5  </a:t>
            </a:r>
            <a:r>
              <a:rPr lang="zh-CN" altLang="en-US" sz="3600" dirty="0">
                <a:solidFill>
                  <a:schemeClr val="bg1"/>
                </a:solidFill>
                <a:latin typeface="Times New Roman" panose="02020603050405020304" pitchFamily="18" charset="0"/>
                <a:ea typeface="黑体" panose="02010609060101010101" pitchFamily="2" charset="-122"/>
              </a:rPr>
              <a:t>基于证据理论的不确定性推理</a:t>
            </a:r>
            <a:endParaRPr lang="zh-CN" altLang="en-US" sz="3600" dirty="0">
              <a:solidFill>
                <a:schemeClr val="bg1"/>
              </a:solidFill>
              <a:latin typeface="Times New Roman" panose="02020603050405020304" pitchFamily="18" charset="0"/>
              <a:ea typeface="黑体" panose="02010609060101010101" pitchFamily="2" charset="-122"/>
            </a:endParaRPr>
          </a:p>
        </p:txBody>
      </p:sp>
      <p:sp>
        <p:nvSpPr>
          <p:cNvPr id="45060" name="Rectangle 5"/>
          <p:cNvSpPr/>
          <p:nvPr/>
        </p:nvSpPr>
        <p:spPr>
          <a:xfrm>
            <a:off x="4095750" y="3314700"/>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45061" name="Object 4"/>
          <p:cNvGraphicFramePr>
            <a:graphicFrameLocks noChangeAspect="1"/>
          </p:cNvGraphicFramePr>
          <p:nvPr/>
        </p:nvGraphicFramePr>
        <p:xfrm>
          <a:off x="2268538" y="1196975"/>
          <a:ext cx="1905000" cy="457200"/>
        </p:xfrm>
        <a:graphic>
          <a:graphicData uri="http://schemas.openxmlformats.org/presentationml/2006/ole">
            <mc:AlternateContent xmlns:mc="http://schemas.openxmlformats.org/markup-compatibility/2006">
              <mc:Choice xmlns:v="urn:schemas-microsoft-com:vml" Requires="v">
                <p:oleObj spid="_x0000_s3191" name="" r:id="rId1" imgW="16459200" imgH="3952875" progId="Equation.3">
                  <p:embed/>
                </p:oleObj>
              </mc:Choice>
              <mc:Fallback>
                <p:oleObj name="" r:id="rId1" imgW="16459200" imgH="3952875" progId="Equation.3">
                  <p:embed/>
                  <p:pic>
                    <p:nvPicPr>
                      <p:cNvPr id="0" name="图片 3190"/>
                      <p:cNvPicPr/>
                      <p:nvPr/>
                    </p:nvPicPr>
                    <p:blipFill>
                      <a:blip r:embed="rId2"/>
                      <a:stretch>
                        <a:fillRect/>
                      </a:stretch>
                    </p:blipFill>
                    <p:spPr>
                      <a:xfrm>
                        <a:off x="2268538" y="1196975"/>
                        <a:ext cx="1905000" cy="457200"/>
                      </a:xfrm>
                      <a:prstGeom prst="rect">
                        <a:avLst/>
                      </a:prstGeom>
                      <a:noFill/>
                      <a:ln w="38100">
                        <a:noFill/>
                        <a:miter/>
                      </a:ln>
                    </p:spPr>
                  </p:pic>
                </p:oleObj>
              </mc:Fallback>
            </mc:AlternateContent>
          </a:graphicData>
        </a:graphic>
      </p:graphicFrame>
      <p:sp>
        <p:nvSpPr>
          <p:cNvPr id="45062" name="Rectangle 7"/>
          <p:cNvSpPr/>
          <p:nvPr/>
        </p:nvSpPr>
        <p:spPr>
          <a:xfrm>
            <a:off x="4495800"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45063" name="Object 6"/>
          <p:cNvGraphicFramePr>
            <a:graphicFrameLocks noChangeAspect="1"/>
          </p:cNvGraphicFramePr>
          <p:nvPr/>
        </p:nvGraphicFramePr>
        <p:xfrm>
          <a:off x="503238" y="1527175"/>
          <a:ext cx="371475" cy="533400"/>
        </p:xfrm>
        <a:graphic>
          <a:graphicData uri="http://schemas.openxmlformats.org/presentationml/2006/ole">
            <mc:AlternateContent xmlns:mc="http://schemas.openxmlformats.org/markup-compatibility/2006">
              <mc:Choice xmlns:v="urn:schemas-microsoft-com:vml" Requires="v">
                <p:oleObj spid="_x0000_s3196" name="" r:id="rId3" imgW="2628900" imgH="3733800" progId="Equation.3">
                  <p:embed/>
                </p:oleObj>
              </mc:Choice>
              <mc:Fallback>
                <p:oleObj name="" r:id="rId3" imgW="2628900" imgH="3733800" progId="Equation.3">
                  <p:embed/>
                  <p:pic>
                    <p:nvPicPr>
                      <p:cNvPr id="0" name="图片 3195"/>
                      <p:cNvPicPr/>
                      <p:nvPr/>
                    </p:nvPicPr>
                    <p:blipFill>
                      <a:blip r:embed="rId4"/>
                      <a:stretch>
                        <a:fillRect/>
                      </a:stretch>
                    </p:blipFill>
                    <p:spPr>
                      <a:xfrm>
                        <a:off x="503238" y="1527175"/>
                        <a:ext cx="371475" cy="533400"/>
                      </a:xfrm>
                      <a:prstGeom prst="rect">
                        <a:avLst/>
                      </a:prstGeom>
                      <a:noFill/>
                      <a:ln w="38100">
                        <a:noFill/>
                        <a:miter/>
                      </a:ln>
                    </p:spPr>
                  </p:pic>
                </p:oleObj>
              </mc:Fallback>
            </mc:AlternateContent>
          </a:graphicData>
        </a:graphic>
      </p:graphicFrame>
      <p:sp>
        <p:nvSpPr>
          <p:cNvPr id="45064" name="Rectangle 9"/>
          <p:cNvSpPr/>
          <p:nvPr/>
        </p:nvSpPr>
        <p:spPr>
          <a:xfrm>
            <a:off x="4491038"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45065" name="Object 8"/>
          <p:cNvGraphicFramePr>
            <a:graphicFrameLocks noChangeAspect="1"/>
          </p:cNvGraphicFramePr>
          <p:nvPr/>
        </p:nvGraphicFramePr>
        <p:xfrm>
          <a:off x="496888" y="2032000"/>
          <a:ext cx="393700" cy="533400"/>
        </p:xfrm>
        <a:graphic>
          <a:graphicData uri="http://schemas.openxmlformats.org/presentationml/2006/ole">
            <mc:AlternateContent xmlns:mc="http://schemas.openxmlformats.org/markup-compatibility/2006">
              <mc:Choice xmlns:v="urn:schemas-microsoft-com:vml" Requires="v">
                <p:oleObj spid="_x0000_s3195" name="" r:id="rId5" imgW="2847975" imgH="3733800" progId="Equation.3">
                  <p:embed/>
                </p:oleObj>
              </mc:Choice>
              <mc:Fallback>
                <p:oleObj name="" r:id="rId5" imgW="2847975" imgH="3733800" progId="Equation.3">
                  <p:embed/>
                  <p:pic>
                    <p:nvPicPr>
                      <p:cNvPr id="0" name="图片 3194"/>
                      <p:cNvPicPr/>
                      <p:nvPr/>
                    </p:nvPicPr>
                    <p:blipFill>
                      <a:blip r:embed="rId6"/>
                      <a:stretch>
                        <a:fillRect/>
                      </a:stretch>
                    </p:blipFill>
                    <p:spPr>
                      <a:xfrm>
                        <a:off x="496888" y="2032000"/>
                        <a:ext cx="393700" cy="533400"/>
                      </a:xfrm>
                      <a:prstGeom prst="rect">
                        <a:avLst/>
                      </a:prstGeom>
                      <a:noFill/>
                      <a:ln w="38100">
                        <a:noFill/>
                        <a:miter/>
                      </a:ln>
                    </p:spPr>
                  </p:pic>
                </p:oleObj>
              </mc:Fallback>
            </mc:AlternateContent>
          </a:graphicData>
        </a:graphic>
      </p:graphicFrame>
      <p:sp>
        <p:nvSpPr>
          <p:cNvPr id="45066" name="Rectangle 11"/>
          <p:cNvSpPr/>
          <p:nvPr/>
        </p:nvSpPr>
        <p:spPr>
          <a:xfrm>
            <a:off x="4491038" y="3314700"/>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45067" name="Object 10"/>
          <p:cNvGraphicFramePr>
            <a:graphicFrameLocks noChangeAspect="1"/>
          </p:cNvGraphicFramePr>
          <p:nvPr/>
        </p:nvGraphicFramePr>
        <p:xfrm>
          <a:off x="522288" y="2535238"/>
          <a:ext cx="377825" cy="533400"/>
        </p:xfrm>
        <a:graphic>
          <a:graphicData uri="http://schemas.openxmlformats.org/presentationml/2006/ole">
            <mc:AlternateContent xmlns:mc="http://schemas.openxmlformats.org/markup-compatibility/2006">
              <mc:Choice xmlns:v="urn:schemas-microsoft-com:vml" Requires="v">
                <p:oleObj spid="_x0000_s3193" name="" r:id="rId7" imgW="2847975" imgH="3952875" progId="Equation.3">
                  <p:embed/>
                </p:oleObj>
              </mc:Choice>
              <mc:Fallback>
                <p:oleObj name="" r:id="rId7" imgW="2847975" imgH="3952875" progId="Equation.3">
                  <p:embed/>
                  <p:pic>
                    <p:nvPicPr>
                      <p:cNvPr id="0" name="图片 3192"/>
                      <p:cNvPicPr/>
                      <p:nvPr/>
                    </p:nvPicPr>
                    <p:blipFill>
                      <a:blip r:embed="rId8"/>
                      <a:stretch>
                        <a:fillRect/>
                      </a:stretch>
                    </p:blipFill>
                    <p:spPr>
                      <a:xfrm>
                        <a:off x="522288" y="2535238"/>
                        <a:ext cx="377825" cy="533400"/>
                      </a:xfrm>
                      <a:prstGeom prst="rect">
                        <a:avLst/>
                      </a:prstGeom>
                      <a:noFill/>
                      <a:ln w="38100">
                        <a:noFill/>
                        <a:miter/>
                      </a:ln>
                    </p:spPr>
                  </p:pic>
                </p:oleObj>
              </mc:Fallback>
            </mc:AlternateContent>
          </a:graphicData>
        </a:graphic>
      </p:graphicFrame>
      <p:sp>
        <p:nvSpPr>
          <p:cNvPr id="45068" name="Rectangle 13"/>
          <p:cNvSpPr/>
          <p:nvPr/>
        </p:nvSpPr>
        <p:spPr>
          <a:xfrm>
            <a:off x="4205288"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45069" name="Object 12"/>
          <p:cNvGraphicFramePr>
            <a:graphicFrameLocks noChangeAspect="1"/>
          </p:cNvGraphicFramePr>
          <p:nvPr/>
        </p:nvGraphicFramePr>
        <p:xfrm>
          <a:off x="457200" y="3581400"/>
          <a:ext cx="3219450" cy="431800"/>
        </p:xfrm>
        <a:graphic>
          <a:graphicData uri="http://schemas.openxmlformats.org/presentationml/2006/ole">
            <mc:AlternateContent xmlns:mc="http://schemas.openxmlformats.org/markup-compatibility/2006">
              <mc:Choice xmlns:v="urn:schemas-microsoft-com:vml" Requires="v">
                <p:oleObj spid="_x0000_s3197" name="" r:id="rId9" imgW="28308300" imgH="3733800" progId="Equation.3">
                  <p:embed/>
                </p:oleObj>
              </mc:Choice>
              <mc:Fallback>
                <p:oleObj name="" r:id="rId9" imgW="28308300" imgH="3733800" progId="Equation.3">
                  <p:embed/>
                  <p:pic>
                    <p:nvPicPr>
                      <p:cNvPr id="0" name="图片 3196"/>
                      <p:cNvPicPr/>
                      <p:nvPr/>
                    </p:nvPicPr>
                    <p:blipFill>
                      <a:blip r:embed="rId10"/>
                      <a:stretch>
                        <a:fillRect/>
                      </a:stretch>
                    </p:blipFill>
                    <p:spPr>
                      <a:xfrm>
                        <a:off x="457200" y="3581400"/>
                        <a:ext cx="3219450" cy="431800"/>
                      </a:xfrm>
                      <a:prstGeom prst="rect">
                        <a:avLst/>
                      </a:prstGeom>
                      <a:noFill/>
                      <a:ln w="38100">
                        <a:noFill/>
                        <a:miter/>
                      </a:ln>
                    </p:spPr>
                  </p:pic>
                </p:oleObj>
              </mc:Fallback>
            </mc:AlternateContent>
          </a:graphicData>
        </a:graphic>
      </p:graphicFrame>
      <p:sp>
        <p:nvSpPr>
          <p:cNvPr id="45070" name="Rectangle 17"/>
          <p:cNvSpPr/>
          <p:nvPr/>
        </p:nvSpPr>
        <p:spPr>
          <a:xfrm>
            <a:off x="3714750"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45071" name="Object 16"/>
          <p:cNvGraphicFramePr>
            <a:graphicFrameLocks noChangeAspect="1"/>
          </p:cNvGraphicFramePr>
          <p:nvPr/>
        </p:nvGraphicFramePr>
        <p:xfrm>
          <a:off x="457200" y="4038600"/>
          <a:ext cx="3276600" cy="419100"/>
        </p:xfrm>
        <a:graphic>
          <a:graphicData uri="http://schemas.openxmlformats.org/presentationml/2006/ole">
            <mc:AlternateContent xmlns:mc="http://schemas.openxmlformats.org/markup-compatibility/2006">
              <mc:Choice xmlns:v="urn:schemas-microsoft-com:vml" Requires="v">
                <p:oleObj spid="_x0000_s3194" name="" r:id="rId11" imgW="29622750" imgH="3733800" progId="Equation.3">
                  <p:embed/>
                </p:oleObj>
              </mc:Choice>
              <mc:Fallback>
                <p:oleObj name="" r:id="rId11" imgW="29622750" imgH="3733800" progId="Equation.3">
                  <p:embed/>
                  <p:pic>
                    <p:nvPicPr>
                      <p:cNvPr id="0" name="图片 3193"/>
                      <p:cNvPicPr/>
                      <p:nvPr/>
                    </p:nvPicPr>
                    <p:blipFill>
                      <a:blip r:embed="rId12"/>
                      <a:stretch>
                        <a:fillRect/>
                      </a:stretch>
                    </p:blipFill>
                    <p:spPr>
                      <a:xfrm>
                        <a:off x="457200" y="4038600"/>
                        <a:ext cx="3276600" cy="419100"/>
                      </a:xfrm>
                      <a:prstGeom prst="rect">
                        <a:avLst/>
                      </a:prstGeom>
                      <a:noFill/>
                      <a:ln w="38100">
                        <a:noFill/>
                        <a:miter/>
                      </a:ln>
                    </p:spPr>
                  </p:pic>
                </p:oleObj>
              </mc:Fallback>
            </mc:AlternateContent>
          </a:graphicData>
        </a:graphic>
      </p:graphicFrame>
      <p:sp>
        <p:nvSpPr>
          <p:cNvPr id="45072" name="Rectangle 19"/>
          <p:cNvSpPr/>
          <p:nvPr/>
        </p:nvSpPr>
        <p:spPr>
          <a:xfrm>
            <a:off x="2566988" y="3314700"/>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45073" name="Object 18"/>
          <p:cNvGraphicFramePr>
            <a:graphicFrameLocks noChangeAspect="1"/>
          </p:cNvGraphicFramePr>
          <p:nvPr/>
        </p:nvGraphicFramePr>
        <p:xfrm>
          <a:off x="457200" y="4495800"/>
          <a:ext cx="8001000" cy="455613"/>
        </p:xfrm>
        <a:graphic>
          <a:graphicData uri="http://schemas.openxmlformats.org/presentationml/2006/ole">
            <mc:AlternateContent xmlns:mc="http://schemas.openxmlformats.org/markup-compatibility/2006">
              <mc:Choice xmlns:v="urn:schemas-microsoft-com:vml" Requires="v">
                <p:oleObj spid="_x0000_s3189" name="" r:id="rId13" imgW="69342000" imgH="3952875" progId="Equation.3">
                  <p:embed/>
                </p:oleObj>
              </mc:Choice>
              <mc:Fallback>
                <p:oleObj name="" r:id="rId13" imgW="69342000" imgH="3952875" progId="Equation.3">
                  <p:embed/>
                  <p:pic>
                    <p:nvPicPr>
                      <p:cNvPr id="0" name="图片 3188"/>
                      <p:cNvPicPr/>
                      <p:nvPr/>
                    </p:nvPicPr>
                    <p:blipFill>
                      <a:blip r:embed="rId14"/>
                      <a:stretch>
                        <a:fillRect/>
                      </a:stretch>
                    </p:blipFill>
                    <p:spPr>
                      <a:xfrm>
                        <a:off x="457200" y="4495800"/>
                        <a:ext cx="8001000" cy="455613"/>
                      </a:xfrm>
                      <a:prstGeom prst="rect">
                        <a:avLst/>
                      </a:prstGeom>
                      <a:noFill/>
                      <a:ln w="38100">
                        <a:noFill/>
                        <a:miter/>
                      </a:ln>
                    </p:spPr>
                  </p:pic>
                </p:oleObj>
              </mc:Fallback>
            </mc:AlternateContent>
          </a:graphicData>
        </a:graphic>
      </p:graphicFrame>
      <p:sp>
        <p:nvSpPr>
          <p:cNvPr id="45074" name="Rectangle 21"/>
          <p:cNvSpPr/>
          <p:nvPr/>
        </p:nvSpPr>
        <p:spPr>
          <a:xfrm>
            <a:off x="3714750"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45075" name="Object 20"/>
          <p:cNvGraphicFramePr>
            <a:graphicFrameLocks noChangeAspect="1"/>
          </p:cNvGraphicFramePr>
          <p:nvPr/>
        </p:nvGraphicFramePr>
        <p:xfrm>
          <a:off x="457200" y="4953000"/>
          <a:ext cx="3505200" cy="449263"/>
        </p:xfrm>
        <a:graphic>
          <a:graphicData uri="http://schemas.openxmlformats.org/presentationml/2006/ole">
            <mc:AlternateContent xmlns:mc="http://schemas.openxmlformats.org/markup-compatibility/2006">
              <mc:Choice xmlns:v="urn:schemas-microsoft-com:vml" Requires="v">
                <p:oleObj spid="_x0000_s3198" name="" r:id="rId15" imgW="29622750" imgH="3733800" progId="Equation.3">
                  <p:embed/>
                </p:oleObj>
              </mc:Choice>
              <mc:Fallback>
                <p:oleObj name="" r:id="rId15" imgW="29622750" imgH="3733800" progId="Equation.3">
                  <p:embed/>
                  <p:pic>
                    <p:nvPicPr>
                      <p:cNvPr id="0" name="图片 3197"/>
                      <p:cNvPicPr/>
                      <p:nvPr/>
                    </p:nvPicPr>
                    <p:blipFill>
                      <a:blip r:embed="rId16"/>
                      <a:stretch>
                        <a:fillRect/>
                      </a:stretch>
                    </p:blipFill>
                    <p:spPr>
                      <a:xfrm>
                        <a:off x="457200" y="4953000"/>
                        <a:ext cx="3505200" cy="449263"/>
                      </a:xfrm>
                      <a:prstGeom prst="rect">
                        <a:avLst/>
                      </a:prstGeom>
                      <a:noFill/>
                      <a:ln w="38100">
                        <a:noFill/>
                        <a:miter/>
                      </a:ln>
                    </p:spPr>
                  </p:pic>
                </p:oleObj>
              </mc:Fallback>
            </mc:AlternateContent>
          </a:graphicData>
        </a:graphic>
      </p:graphicFrame>
      <p:sp>
        <p:nvSpPr>
          <p:cNvPr id="45076" name="Rectangle 23"/>
          <p:cNvSpPr/>
          <p:nvPr/>
        </p:nvSpPr>
        <p:spPr>
          <a:xfrm>
            <a:off x="3662363"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45077" name="Object 22"/>
          <p:cNvGraphicFramePr>
            <a:graphicFrameLocks noChangeAspect="1"/>
          </p:cNvGraphicFramePr>
          <p:nvPr/>
        </p:nvGraphicFramePr>
        <p:xfrm>
          <a:off x="457200" y="5410200"/>
          <a:ext cx="3505200" cy="422275"/>
        </p:xfrm>
        <a:graphic>
          <a:graphicData uri="http://schemas.openxmlformats.org/presentationml/2006/ole">
            <mc:AlternateContent xmlns:mc="http://schemas.openxmlformats.org/markup-compatibility/2006">
              <mc:Choice xmlns:v="urn:schemas-microsoft-com:vml" Requires="v">
                <p:oleObj spid="_x0000_s3190" name="" r:id="rId17" imgW="31375350" imgH="3733800" progId="Equation.3">
                  <p:embed/>
                </p:oleObj>
              </mc:Choice>
              <mc:Fallback>
                <p:oleObj name="" r:id="rId17" imgW="31375350" imgH="3733800" progId="Equation.3">
                  <p:embed/>
                  <p:pic>
                    <p:nvPicPr>
                      <p:cNvPr id="0" name="图片 3189"/>
                      <p:cNvPicPr/>
                      <p:nvPr/>
                    </p:nvPicPr>
                    <p:blipFill>
                      <a:blip r:embed="rId18"/>
                      <a:stretch>
                        <a:fillRect/>
                      </a:stretch>
                    </p:blipFill>
                    <p:spPr>
                      <a:xfrm>
                        <a:off x="457200" y="5410200"/>
                        <a:ext cx="3505200" cy="422275"/>
                      </a:xfrm>
                      <a:prstGeom prst="rect">
                        <a:avLst/>
                      </a:prstGeom>
                      <a:noFill/>
                      <a:ln w="38100">
                        <a:noFill/>
                        <a:miter/>
                      </a:ln>
                    </p:spPr>
                  </p:pic>
                </p:oleObj>
              </mc:Fallback>
            </mc:AlternateContent>
          </a:graphicData>
        </a:graphic>
      </p:graphicFrame>
      <p:sp>
        <p:nvSpPr>
          <p:cNvPr id="45078" name="Rectangle 25"/>
          <p:cNvSpPr/>
          <p:nvPr/>
        </p:nvSpPr>
        <p:spPr>
          <a:xfrm>
            <a:off x="2500313" y="3314700"/>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45079" name="Object 24"/>
          <p:cNvGraphicFramePr>
            <a:graphicFrameLocks noChangeAspect="1"/>
          </p:cNvGraphicFramePr>
          <p:nvPr/>
        </p:nvGraphicFramePr>
        <p:xfrm>
          <a:off x="457200" y="5867400"/>
          <a:ext cx="8001000" cy="441325"/>
        </p:xfrm>
        <a:graphic>
          <a:graphicData uri="http://schemas.openxmlformats.org/presentationml/2006/ole">
            <mc:AlternateContent xmlns:mc="http://schemas.openxmlformats.org/markup-compatibility/2006">
              <mc:Choice xmlns:v="urn:schemas-microsoft-com:vml" Requires="v">
                <p:oleObj spid="_x0000_s3192" name="" r:id="rId19" imgW="71532750" imgH="3952875" progId="Equation.3">
                  <p:embed/>
                </p:oleObj>
              </mc:Choice>
              <mc:Fallback>
                <p:oleObj name="" r:id="rId19" imgW="71532750" imgH="3952875" progId="Equation.3">
                  <p:embed/>
                  <p:pic>
                    <p:nvPicPr>
                      <p:cNvPr id="0" name="图片 3191"/>
                      <p:cNvPicPr/>
                      <p:nvPr/>
                    </p:nvPicPr>
                    <p:blipFill>
                      <a:blip r:embed="rId20"/>
                      <a:stretch>
                        <a:fillRect/>
                      </a:stretch>
                    </p:blipFill>
                    <p:spPr>
                      <a:xfrm>
                        <a:off x="457200" y="5867400"/>
                        <a:ext cx="8001000" cy="441325"/>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灯片编号占位符 1"/>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46082" name="Rectangle 3"/>
          <p:cNvSpPr/>
          <p:nvPr/>
        </p:nvSpPr>
        <p:spPr>
          <a:xfrm>
            <a:off x="2909888" y="30908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46083" name="Object 2"/>
          <p:cNvGraphicFramePr>
            <a:graphicFrameLocks noChangeAspect="1"/>
          </p:cNvGraphicFramePr>
          <p:nvPr/>
        </p:nvGraphicFramePr>
        <p:xfrm>
          <a:off x="762000" y="1066800"/>
          <a:ext cx="6324600" cy="1285875"/>
        </p:xfrm>
        <a:graphic>
          <a:graphicData uri="http://schemas.openxmlformats.org/presentationml/2006/ole">
            <mc:AlternateContent xmlns:mc="http://schemas.openxmlformats.org/markup-compatibility/2006">
              <mc:Choice xmlns:v="urn:schemas-microsoft-com:vml" Requires="v">
                <p:oleObj spid="_x0000_s3188" name="" r:id="rId1" imgW="57492900" imgH="11630025" progId="Equation.3">
                  <p:embed/>
                </p:oleObj>
              </mc:Choice>
              <mc:Fallback>
                <p:oleObj name="" r:id="rId1" imgW="57492900" imgH="11630025" progId="Equation.3">
                  <p:embed/>
                  <p:pic>
                    <p:nvPicPr>
                      <p:cNvPr id="0" name="图片 3187"/>
                      <p:cNvPicPr/>
                      <p:nvPr/>
                    </p:nvPicPr>
                    <p:blipFill>
                      <a:blip r:embed="rId2"/>
                      <a:stretch>
                        <a:fillRect/>
                      </a:stretch>
                    </p:blipFill>
                    <p:spPr>
                      <a:xfrm>
                        <a:off x="762000" y="1066800"/>
                        <a:ext cx="6324600" cy="1285875"/>
                      </a:xfrm>
                      <a:prstGeom prst="rect">
                        <a:avLst/>
                      </a:prstGeom>
                      <a:noFill/>
                      <a:ln w="38100">
                        <a:noFill/>
                        <a:miter/>
                      </a:ln>
                    </p:spPr>
                  </p:pic>
                </p:oleObj>
              </mc:Fallback>
            </mc:AlternateContent>
          </a:graphicData>
        </a:graphic>
      </p:graphicFrame>
      <p:sp>
        <p:nvSpPr>
          <p:cNvPr id="46084" name="Text Box 4"/>
          <p:cNvSpPr txBox="1"/>
          <p:nvPr/>
        </p:nvSpPr>
        <p:spPr>
          <a:xfrm>
            <a:off x="593725" y="317500"/>
            <a:ext cx="4238625" cy="488950"/>
          </a:xfrm>
          <a:prstGeom prst="rect">
            <a:avLst/>
          </a:prstGeom>
          <a:noFill/>
          <a:ln w="9525">
            <a:noFill/>
          </a:ln>
        </p:spPr>
        <p:txBody>
          <a:bodyPr wrap="none" anchor="t" anchorCtr="0">
            <a:spAutoFit/>
          </a:bodyPr>
          <a:p>
            <a:pPr>
              <a:buClrTx/>
              <a:buFontTx/>
            </a:pPr>
            <a:r>
              <a:rPr lang="zh-CN" altLang="en-US" sz="2600" dirty="0">
                <a:latin typeface="宋体" panose="02010600030101010101" pitchFamily="2" charset="-122"/>
                <a:ea typeface="宋体" panose="02010600030101010101" pitchFamily="2" charset="-122"/>
              </a:rPr>
              <a:t>将两个概率分配函数组合：</a:t>
            </a:r>
            <a:r>
              <a:rPr lang="zh-CN" altLang="en-US" sz="2600" dirty="0">
                <a:latin typeface="Arial" panose="020B0604020202020204" pitchFamily="34" charset="0"/>
                <a:ea typeface="宋体" panose="02010600030101010101" pitchFamily="2" charset="-122"/>
              </a:rPr>
              <a:t> </a:t>
            </a:r>
            <a:endParaRPr lang="zh-CN" altLang="en-US" sz="2600" dirty="0">
              <a:latin typeface="Arial" panose="020B0604020202020204" pitchFamily="34" charset="0"/>
              <a:ea typeface="宋体" panose="02010600030101010101" pitchFamily="2" charset="-122"/>
            </a:endParaRPr>
          </a:p>
        </p:txBody>
      </p:sp>
      <p:sp>
        <p:nvSpPr>
          <p:cNvPr id="46085" name="Rectangle 6"/>
          <p:cNvSpPr/>
          <p:nvPr/>
        </p:nvSpPr>
        <p:spPr>
          <a:xfrm>
            <a:off x="2743200" y="3105150"/>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46086" name="Object 5"/>
          <p:cNvGraphicFramePr>
            <a:graphicFrameLocks noChangeAspect="1"/>
          </p:cNvGraphicFramePr>
          <p:nvPr/>
        </p:nvGraphicFramePr>
        <p:xfrm>
          <a:off x="827088" y="2667000"/>
          <a:ext cx="7239000" cy="1282700"/>
        </p:xfrm>
        <a:graphic>
          <a:graphicData uri="http://schemas.openxmlformats.org/presentationml/2006/ole">
            <mc:AlternateContent xmlns:mc="http://schemas.openxmlformats.org/markup-compatibility/2006">
              <mc:Choice xmlns:v="urn:schemas-microsoft-com:vml" Requires="v">
                <p:oleObj spid="_x0000_s3204" name="" r:id="rId3" imgW="63198375" imgH="11191875" progId="Equation.3">
                  <p:embed/>
                </p:oleObj>
              </mc:Choice>
              <mc:Fallback>
                <p:oleObj name="" r:id="rId3" imgW="63198375" imgH="11191875" progId="Equation.3">
                  <p:embed/>
                  <p:pic>
                    <p:nvPicPr>
                      <p:cNvPr id="0" name="图片 3203"/>
                      <p:cNvPicPr/>
                      <p:nvPr/>
                    </p:nvPicPr>
                    <p:blipFill>
                      <a:blip r:embed="rId4"/>
                      <a:stretch>
                        <a:fillRect/>
                      </a:stretch>
                    </p:blipFill>
                    <p:spPr>
                      <a:xfrm>
                        <a:off x="827088" y="2667000"/>
                        <a:ext cx="7239000" cy="1282700"/>
                      </a:xfrm>
                      <a:prstGeom prst="rect">
                        <a:avLst/>
                      </a:prstGeom>
                      <a:noFill/>
                      <a:ln w="38100">
                        <a:noFill/>
                        <a:miter/>
                      </a:ln>
                    </p:spPr>
                  </p:pic>
                </p:oleObj>
              </mc:Fallback>
            </mc:AlternateContent>
          </a:graphicData>
        </a:graphic>
      </p:graphicFrame>
      <p:sp>
        <p:nvSpPr>
          <p:cNvPr id="46087" name="Rectangle 8"/>
          <p:cNvSpPr/>
          <p:nvPr/>
        </p:nvSpPr>
        <p:spPr>
          <a:xfrm>
            <a:off x="2709863" y="3105150"/>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46088" name="Object 7"/>
          <p:cNvGraphicFramePr>
            <a:graphicFrameLocks noChangeAspect="1"/>
          </p:cNvGraphicFramePr>
          <p:nvPr/>
        </p:nvGraphicFramePr>
        <p:xfrm>
          <a:off x="827088" y="4267200"/>
          <a:ext cx="7315200" cy="1271588"/>
        </p:xfrm>
        <a:graphic>
          <a:graphicData uri="http://schemas.openxmlformats.org/presentationml/2006/ole">
            <mc:AlternateContent xmlns:mc="http://schemas.openxmlformats.org/markup-compatibility/2006">
              <mc:Choice xmlns:v="urn:schemas-microsoft-com:vml" Requires="v">
                <p:oleObj spid="_x0000_s3205" name="" r:id="rId5" imgW="64293750" imgH="11191875" progId="Equation.3">
                  <p:embed/>
                </p:oleObj>
              </mc:Choice>
              <mc:Fallback>
                <p:oleObj name="" r:id="rId5" imgW="64293750" imgH="11191875" progId="Equation.3">
                  <p:embed/>
                  <p:pic>
                    <p:nvPicPr>
                      <p:cNvPr id="0" name="图片 3204"/>
                      <p:cNvPicPr/>
                      <p:nvPr/>
                    </p:nvPicPr>
                    <p:blipFill>
                      <a:blip r:embed="rId6"/>
                      <a:stretch>
                        <a:fillRect/>
                      </a:stretch>
                    </p:blipFill>
                    <p:spPr>
                      <a:xfrm>
                        <a:off x="827088" y="4267200"/>
                        <a:ext cx="7315200" cy="1271588"/>
                      </a:xfrm>
                      <a:prstGeom prst="rect">
                        <a:avLst/>
                      </a:prstGeom>
                      <a:noFill/>
                      <a:ln w="38100">
                        <a:noFill/>
                        <a:miter/>
                      </a:ln>
                    </p:spPr>
                  </p:pic>
                </p:oleObj>
              </mc:Fallback>
            </mc:AlternateContent>
          </a:graphicData>
        </a:graphic>
      </p:graphicFrame>
      <p:sp>
        <p:nvSpPr>
          <p:cNvPr id="46089" name="Rectangle 10"/>
          <p:cNvSpPr/>
          <p:nvPr/>
        </p:nvSpPr>
        <p:spPr>
          <a:xfrm>
            <a:off x="2509838" y="330993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46090" name="Object 9"/>
          <p:cNvGraphicFramePr>
            <a:graphicFrameLocks noChangeAspect="1"/>
          </p:cNvGraphicFramePr>
          <p:nvPr/>
        </p:nvGraphicFramePr>
        <p:xfrm>
          <a:off x="757238" y="5715000"/>
          <a:ext cx="8062912" cy="465138"/>
        </p:xfrm>
        <a:graphic>
          <a:graphicData uri="http://schemas.openxmlformats.org/presentationml/2006/ole">
            <mc:AlternateContent xmlns:mc="http://schemas.openxmlformats.org/markup-compatibility/2006">
              <mc:Choice xmlns:v="urn:schemas-microsoft-com:vml" Requires="v">
                <p:oleObj spid="_x0000_s3200" name="" r:id="rId7" imgW="71313675" imgH="4171950" progId="Equation.3">
                  <p:embed/>
                </p:oleObj>
              </mc:Choice>
              <mc:Fallback>
                <p:oleObj name="" r:id="rId7" imgW="71313675" imgH="4171950" progId="Equation.3">
                  <p:embed/>
                  <p:pic>
                    <p:nvPicPr>
                      <p:cNvPr id="0" name="图片 3199"/>
                      <p:cNvPicPr/>
                      <p:nvPr/>
                    </p:nvPicPr>
                    <p:blipFill>
                      <a:blip r:embed="rId8"/>
                      <a:stretch>
                        <a:fillRect/>
                      </a:stretch>
                    </p:blipFill>
                    <p:spPr>
                      <a:xfrm>
                        <a:off x="757238" y="5715000"/>
                        <a:ext cx="8062912" cy="465138"/>
                      </a:xfrm>
                      <a:prstGeom prst="rect">
                        <a:avLst/>
                      </a:prstGeom>
                      <a:noFill/>
                      <a:ln w="38100">
                        <a:noFill/>
                        <a:miter/>
                      </a:ln>
                    </p:spPr>
                  </p:pic>
                </p:oleObj>
              </mc:Fallback>
            </mc:AlternateContent>
          </a:graphicData>
        </a:graphic>
      </p:graphicFrame>
      <p:sp>
        <p:nvSpPr>
          <p:cNvPr id="46091" name="Rectangle 13"/>
          <p:cNvSpPr/>
          <p:nvPr/>
        </p:nvSpPr>
        <p:spPr>
          <a:xfrm>
            <a:off x="3709988"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46092" name="Rectangle 15"/>
          <p:cNvSpPr/>
          <p:nvPr/>
        </p:nvSpPr>
        <p:spPr>
          <a:xfrm>
            <a:off x="3652838"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Tree>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灯片编号占位符 1"/>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47106" name="Text Box 2"/>
          <p:cNvSpPr txBox="1"/>
          <p:nvPr/>
        </p:nvSpPr>
        <p:spPr>
          <a:xfrm>
            <a:off x="838200" y="2590800"/>
            <a:ext cx="1927225" cy="488950"/>
          </a:xfrm>
          <a:prstGeom prst="rect">
            <a:avLst/>
          </a:prstGeom>
          <a:noFill/>
          <a:ln w="9525">
            <a:noFill/>
          </a:ln>
        </p:spPr>
        <p:txBody>
          <a:bodyPr wrap="none" anchor="t" anchorCtr="0">
            <a:spAutoFit/>
          </a:bodyPr>
          <a:p>
            <a:pPr>
              <a:buClrTx/>
              <a:buFontTx/>
            </a:pPr>
            <a:r>
              <a:rPr lang="zh-CN" altLang="en-US" sz="2600" dirty="0">
                <a:latin typeface="宋体" panose="02010600030101010101" pitchFamily="2" charset="-122"/>
                <a:ea typeface="宋体" panose="02010600030101010101" pitchFamily="2" charset="-122"/>
              </a:rPr>
              <a:t>似然函数：</a:t>
            </a:r>
            <a:r>
              <a:rPr lang="zh-CN" altLang="en-US" sz="2600" dirty="0">
                <a:latin typeface="Arial" panose="020B0604020202020204" pitchFamily="34" charset="0"/>
                <a:ea typeface="宋体" panose="02010600030101010101" pitchFamily="2" charset="-122"/>
              </a:rPr>
              <a:t> </a:t>
            </a:r>
            <a:endParaRPr lang="zh-CN" altLang="en-US" sz="2600" dirty="0">
              <a:latin typeface="Arial" panose="020B0604020202020204" pitchFamily="34" charset="0"/>
              <a:ea typeface="宋体" panose="02010600030101010101" pitchFamily="2" charset="-122"/>
            </a:endParaRPr>
          </a:p>
        </p:txBody>
      </p:sp>
      <p:sp>
        <p:nvSpPr>
          <p:cNvPr id="47107" name="Rectangle 4"/>
          <p:cNvSpPr/>
          <p:nvPr/>
        </p:nvSpPr>
        <p:spPr>
          <a:xfrm>
            <a:off x="3214688" y="30908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47108" name="Object 3"/>
          <p:cNvGraphicFramePr>
            <a:graphicFrameLocks noChangeAspect="1"/>
          </p:cNvGraphicFramePr>
          <p:nvPr/>
        </p:nvGraphicFramePr>
        <p:xfrm>
          <a:off x="1219200" y="3200400"/>
          <a:ext cx="6165850" cy="954088"/>
        </p:xfrm>
        <a:graphic>
          <a:graphicData uri="http://schemas.openxmlformats.org/presentationml/2006/ole">
            <mc:AlternateContent xmlns:mc="http://schemas.openxmlformats.org/markup-compatibility/2006">
              <mc:Choice xmlns:v="urn:schemas-microsoft-com:vml" Requires="v">
                <p:oleObj spid="_x0000_s3202" name="" r:id="rId1" imgW="51349275" imgH="7896225" progId="Equation.3">
                  <p:embed/>
                </p:oleObj>
              </mc:Choice>
              <mc:Fallback>
                <p:oleObj name="" r:id="rId1" imgW="51349275" imgH="7896225" progId="Equation.3">
                  <p:embed/>
                  <p:pic>
                    <p:nvPicPr>
                      <p:cNvPr id="0" name="图片 3201"/>
                      <p:cNvPicPr/>
                      <p:nvPr/>
                    </p:nvPicPr>
                    <p:blipFill>
                      <a:blip r:embed="rId2"/>
                      <a:stretch>
                        <a:fillRect/>
                      </a:stretch>
                    </p:blipFill>
                    <p:spPr>
                      <a:xfrm>
                        <a:off x="1219200" y="3200400"/>
                        <a:ext cx="6165850" cy="954088"/>
                      </a:xfrm>
                      <a:prstGeom prst="rect">
                        <a:avLst/>
                      </a:prstGeom>
                      <a:noFill/>
                      <a:ln w="38100">
                        <a:noFill/>
                        <a:miter/>
                      </a:ln>
                    </p:spPr>
                  </p:pic>
                </p:oleObj>
              </mc:Fallback>
            </mc:AlternateContent>
          </a:graphicData>
        </a:graphic>
      </p:graphicFrame>
      <p:graphicFrame>
        <p:nvGraphicFramePr>
          <p:cNvPr id="47109" name="Object 5"/>
          <p:cNvGraphicFramePr>
            <a:graphicFrameLocks noChangeAspect="1"/>
          </p:cNvGraphicFramePr>
          <p:nvPr/>
        </p:nvGraphicFramePr>
        <p:xfrm>
          <a:off x="1219200" y="4419600"/>
          <a:ext cx="5432425" cy="892175"/>
        </p:xfrm>
        <a:graphic>
          <a:graphicData uri="http://schemas.openxmlformats.org/presentationml/2006/ole">
            <mc:AlternateContent xmlns:mc="http://schemas.openxmlformats.org/markup-compatibility/2006">
              <mc:Choice xmlns:v="urn:schemas-microsoft-com:vml" Requires="v">
                <p:oleObj spid="_x0000_s3203" name="" r:id="rId3" imgW="48272700" imgH="7896225" progId="Equation.3">
                  <p:embed/>
                </p:oleObj>
              </mc:Choice>
              <mc:Fallback>
                <p:oleObj name="" r:id="rId3" imgW="48272700" imgH="7896225" progId="Equation.3">
                  <p:embed/>
                  <p:pic>
                    <p:nvPicPr>
                      <p:cNvPr id="0" name="图片 3202"/>
                      <p:cNvPicPr/>
                      <p:nvPr/>
                    </p:nvPicPr>
                    <p:blipFill>
                      <a:blip r:embed="rId4"/>
                      <a:stretch>
                        <a:fillRect/>
                      </a:stretch>
                    </p:blipFill>
                    <p:spPr>
                      <a:xfrm>
                        <a:off x="1219200" y="4419600"/>
                        <a:ext cx="5432425" cy="892175"/>
                      </a:xfrm>
                      <a:prstGeom prst="rect">
                        <a:avLst/>
                      </a:prstGeom>
                      <a:noFill/>
                      <a:ln w="38100">
                        <a:noFill/>
                        <a:miter/>
                      </a:ln>
                    </p:spPr>
                  </p:pic>
                </p:oleObj>
              </mc:Fallback>
            </mc:AlternateContent>
          </a:graphicData>
        </a:graphic>
      </p:graphicFrame>
      <p:sp>
        <p:nvSpPr>
          <p:cNvPr id="47110" name="Text Box 7"/>
          <p:cNvSpPr txBox="1"/>
          <p:nvPr/>
        </p:nvSpPr>
        <p:spPr>
          <a:xfrm>
            <a:off x="838200" y="5562600"/>
            <a:ext cx="4238625" cy="488950"/>
          </a:xfrm>
          <a:prstGeom prst="rect">
            <a:avLst/>
          </a:prstGeom>
          <a:noFill/>
          <a:ln w="9525">
            <a:noFill/>
          </a:ln>
        </p:spPr>
        <p:txBody>
          <a:bodyPr wrap="none" anchor="t" anchorCtr="0">
            <a:spAutoFit/>
          </a:bodyPr>
          <a:p>
            <a:pPr>
              <a:buClrTx/>
              <a:buFontTx/>
            </a:pPr>
            <a:r>
              <a:rPr lang="zh-CN" altLang="en-US" sz="2600" dirty="0">
                <a:latin typeface="宋体" panose="02010600030101010101" pitchFamily="2" charset="-122"/>
                <a:ea typeface="宋体" panose="02010600030101010101" pitchFamily="2" charset="-122"/>
              </a:rPr>
              <a:t>结论：小王可能是感冒了。</a:t>
            </a:r>
            <a:r>
              <a:rPr lang="zh-CN" altLang="en-US" sz="2600" dirty="0">
                <a:latin typeface="Arial" panose="020B0604020202020204" pitchFamily="34" charset="0"/>
                <a:ea typeface="宋体" panose="02010600030101010101" pitchFamily="2" charset="-122"/>
              </a:rPr>
              <a:t> </a:t>
            </a:r>
            <a:endParaRPr lang="zh-CN" altLang="en-US" sz="2600" dirty="0">
              <a:latin typeface="Arial" panose="020B0604020202020204" pitchFamily="34" charset="0"/>
              <a:ea typeface="宋体" panose="02010600030101010101" pitchFamily="2" charset="-122"/>
            </a:endParaRPr>
          </a:p>
        </p:txBody>
      </p:sp>
      <p:sp>
        <p:nvSpPr>
          <p:cNvPr id="47111" name="Text Box 8"/>
          <p:cNvSpPr txBox="1"/>
          <p:nvPr/>
        </p:nvSpPr>
        <p:spPr>
          <a:xfrm>
            <a:off x="762000" y="381000"/>
            <a:ext cx="1927225" cy="488950"/>
          </a:xfrm>
          <a:prstGeom prst="rect">
            <a:avLst/>
          </a:prstGeom>
          <a:noFill/>
          <a:ln w="9525">
            <a:noFill/>
          </a:ln>
        </p:spPr>
        <p:txBody>
          <a:bodyPr wrap="none" anchor="t" anchorCtr="0">
            <a:spAutoFit/>
          </a:bodyPr>
          <a:p>
            <a:pPr>
              <a:buClrTx/>
              <a:buFontTx/>
            </a:pPr>
            <a:r>
              <a:rPr lang="zh-CN" altLang="en-US" sz="2600" dirty="0">
                <a:latin typeface="宋体" panose="02010600030101010101" pitchFamily="2" charset="-122"/>
                <a:ea typeface="宋体" panose="02010600030101010101" pitchFamily="2" charset="-122"/>
              </a:rPr>
              <a:t>信任函数：</a:t>
            </a:r>
            <a:r>
              <a:rPr lang="zh-CN" altLang="en-US" sz="2600" dirty="0">
                <a:latin typeface="Arial" panose="020B0604020202020204" pitchFamily="34" charset="0"/>
                <a:ea typeface="宋体" panose="02010600030101010101" pitchFamily="2" charset="-122"/>
              </a:rPr>
              <a:t> </a:t>
            </a:r>
            <a:endParaRPr lang="zh-CN" altLang="en-US" sz="2600" dirty="0">
              <a:latin typeface="Arial" panose="020B0604020202020204" pitchFamily="34" charset="0"/>
              <a:ea typeface="宋体" panose="02010600030101010101" pitchFamily="2" charset="-122"/>
            </a:endParaRPr>
          </a:p>
        </p:txBody>
      </p:sp>
      <p:graphicFrame>
        <p:nvGraphicFramePr>
          <p:cNvPr id="47112" name="Object 9"/>
          <p:cNvGraphicFramePr>
            <a:graphicFrameLocks noChangeAspect="1"/>
          </p:cNvGraphicFramePr>
          <p:nvPr/>
        </p:nvGraphicFramePr>
        <p:xfrm>
          <a:off x="1143000" y="990600"/>
          <a:ext cx="3505200" cy="446088"/>
        </p:xfrm>
        <a:graphic>
          <a:graphicData uri="http://schemas.openxmlformats.org/presentationml/2006/ole">
            <mc:AlternateContent xmlns:mc="http://schemas.openxmlformats.org/markup-compatibility/2006">
              <mc:Choice xmlns:v="urn:schemas-microsoft-com:vml" Requires="v">
                <p:oleObj spid="_x0000_s3199" name="" r:id="rId5" imgW="29841825" imgH="3733800" progId="Equation.3">
                  <p:embed/>
                </p:oleObj>
              </mc:Choice>
              <mc:Fallback>
                <p:oleObj name="" r:id="rId5" imgW="29841825" imgH="3733800" progId="Equation.3">
                  <p:embed/>
                  <p:pic>
                    <p:nvPicPr>
                      <p:cNvPr id="0" name="图片 3198"/>
                      <p:cNvPicPr/>
                      <p:nvPr/>
                    </p:nvPicPr>
                    <p:blipFill>
                      <a:blip r:embed="rId6"/>
                      <a:stretch>
                        <a:fillRect/>
                      </a:stretch>
                    </p:blipFill>
                    <p:spPr>
                      <a:xfrm>
                        <a:off x="1143000" y="990600"/>
                        <a:ext cx="3505200" cy="446088"/>
                      </a:xfrm>
                      <a:prstGeom prst="rect">
                        <a:avLst/>
                      </a:prstGeom>
                      <a:noFill/>
                      <a:ln w="38100">
                        <a:noFill/>
                        <a:miter/>
                      </a:ln>
                    </p:spPr>
                  </p:pic>
                </p:oleObj>
              </mc:Fallback>
            </mc:AlternateContent>
          </a:graphicData>
        </a:graphic>
      </p:graphicFrame>
      <p:graphicFrame>
        <p:nvGraphicFramePr>
          <p:cNvPr id="47113" name="Object 10"/>
          <p:cNvGraphicFramePr>
            <a:graphicFrameLocks noChangeAspect="1"/>
          </p:cNvGraphicFramePr>
          <p:nvPr/>
        </p:nvGraphicFramePr>
        <p:xfrm>
          <a:off x="1219200" y="1676400"/>
          <a:ext cx="3505200" cy="419100"/>
        </p:xfrm>
        <a:graphic>
          <a:graphicData uri="http://schemas.openxmlformats.org/presentationml/2006/ole">
            <mc:AlternateContent xmlns:mc="http://schemas.openxmlformats.org/markup-compatibility/2006">
              <mc:Choice xmlns:v="urn:schemas-microsoft-com:vml" Requires="v">
                <p:oleObj spid="_x0000_s3201" name="" r:id="rId7" imgW="31813500" imgH="3733800" progId="Equation.3">
                  <p:embed/>
                </p:oleObj>
              </mc:Choice>
              <mc:Fallback>
                <p:oleObj name="" r:id="rId7" imgW="31813500" imgH="3733800" progId="Equation.3">
                  <p:embed/>
                  <p:pic>
                    <p:nvPicPr>
                      <p:cNvPr id="0" name="图片 3200"/>
                      <p:cNvPicPr/>
                      <p:nvPr/>
                    </p:nvPicPr>
                    <p:blipFill>
                      <a:blip r:embed="rId8"/>
                      <a:stretch>
                        <a:fillRect/>
                      </a:stretch>
                    </p:blipFill>
                    <p:spPr>
                      <a:xfrm>
                        <a:off x="1219200" y="1676400"/>
                        <a:ext cx="3505200" cy="419100"/>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48130" name="Rectangle 2"/>
          <p:cNvSpPr>
            <a:spLocks noGrp="1"/>
          </p:cNvSpPr>
          <p:nvPr>
            <p:ph type="title"/>
          </p:nvPr>
        </p:nvSpPr>
        <p:spPr/>
        <p:txBody>
          <a:bodyPr vert="horz" wrap="square" lIns="91440" tIns="45720" rIns="91440" bIns="45720" anchor="b" anchorCtr="0"/>
          <a:p>
            <a:pPr eaLnBrk="1" hangingPunct="1"/>
            <a:r>
              <a:rPr lang="zh-CN" altLang="en-US" b="0" dirty="0">
                <a:latin typeface="Times New Roman" panose="02020603050405020304" pitchFamily="18" charset="0"/>
              </a:rPr>
              <a:t>第</a:t>
            </a:r>
            <a:r>
              <a:rPr lang="en-US" altLang="zh-CN" b="0" dirty="0">
                <a:latin typeface="Times New Roman" panose="02020603050405020304" pitchFamily="18" charset="0"/>
              </a:rPr>
              <a:t>4</a:t>
            </a:r>
            <a:r>
              <a:rPr lang="zh-CN" altLang="en-US" b="0" dirty="0">
                <a:latin typeface="Times New Roman" panose="02020603050405020304" pitchFamily="18" charset="0"/>
              </a:rPr>
              <a:t>章  不确定性推理方法</a:t>
            </a:r>
            <a:endParaRPr lang="zh-CN" altLang="en-US" b="0" dirty="0">
              <a:latin typeface="Times New Roman" panose="02020603050405020304" pitchFamily="18" charset="0"/>
            </a:endParaRPr>
          </a:p>
        </p:txBody>
      </p:sp>
      <p:sp>
        <p:nvSpPr>
          <p:cNvPr id="48131" name="Rectangle 3"/>
          <p:cNvSpPr>
            <a:spLocks noGrp="1"/>
          </p:cNvSpPr>
          <p:nvPr>
            <p:ph idx="1"/>
          </p:nvPr>
        </p:nvSpPr>
        <p:spPr>
          <a:xfrm>
            <a:off x="539750" y="908050"/>
            <a:ext cx="8353425" cy="5400675"/>
          </a:xfrm>
        </p:spPr>
        <p:txBody>
          <a:bodyPr vert="horz" wrap="square" lIns="91440" tIns="45720" rIns="91440" bIns="45720" anchor="t" anchorCtr="0"/>
          <a:p>
            <a:pPr eaLnBrk="1" hangingPunct="1">
              <a:lnSpc>
                <a:spcPct val="140000"/>
              </a:lnSpc>
            </a:pPr>
            <a:r>
              <a:rPr lang="en-US" altLang="zh-CN" b="1" dirty="0">
                <a:latin typeface="Times New Roman" panose="02020603050405020304" pitchFamily="18" charset="0"/>
              </a:rPr>
              <a:t>4.1  </a:t>
            </a:r>
            <a:r>
              <a:rPr lang="zh-CN" altLang="en-US" b="1" dirty="0">
                <a:latin typeface="Times New Roman" panose="02020603050405020304" pitchFamily="18" charset="0"/>
              </a:rPr>
              <a:t>不确定性推理的基本概念 </a:t>
            </a:r>
            <a:endParaRPr lang="zh-CN" altLang="en-US" b="1" dirty="0">
              <a:latin typeface="Times New Roman" panose="02020603050405020304" pitchFamily="18" charset="0"/>
            </a:endParaRPr>
          </a:p>
          <a:p>
            <a:pPr eaLnBrk="1" hangingPunct="1">
              <a:lnSpc>
                <a:spcPct val="140000"/>
              </a:lnSpc>
            </a:pPr>
            <a:r>
              <a:rPr lang="en-US" altLang="zh-CN" b="1" dirty="0">
                <a:latin typeface="Times New Roman" panose="02020603050405020304" pitchFamily="18" charset="0"/>
              </a:rPr>
              <a:t>4.2  </a:t>
            </a:r>
            <a:r>
              <a:rPr lang="zh-CN" altLang="en-US" b="1" dirty="0">
                <a:latin typeface="Times New Roman" panose="02020603050405020304" pitchFamily="18" charset="0"/>
              </a:rPr>
              <a:t>可信度方法</a:t>
            </a:r>
            <a:endParaRPr lang="zh-CN" altLang="en-US" b="1" dirty="0">
              <a:latin typeface="Times New Roman" panose="02020603050405020304" pitchFamily="18" charset="0"/>
            </a:endParaRPr>
          </a:p>
          <a:p>
            <a:pPr eaLnBrk="1" hangingPunct="1">
              <a:lnSpc>
                <a:spcPct val="140000"/>
              </a:lnSpc>
            </a:pPr>
            <a:r>
              <a:rPr lang="en-US" altLang="zh-CN" b="1" dirty="0">
                <a:latin typeface="Times New Roman" panose="02020603050405020304" pitchFamily="18" charset="0"/>
              </a:rPr>
              <a:t>4.3  </a:t>
            </a:r>
            <a:r>
              <a:rPr lang="zh-CN" altLang="en-US" b="1" dirty="0">
                <a:latin typeface="Times New Roman" panose="02020603050405020304" pitchFamily="18" charset="0"/>
              </a:rPr>
              <a:t>证据理论</a:t>
            </a:r>
            <a:endParaRPr lang="zh-CN" altLang="en-US" b="1" dirty="0">
              <a:latin typeface="Times New Roman" panose="02020603050405020304" pitchFamily="18" charset="0"/>
            </a:endParaRPr>
          </a:p>
          <a:p>
            <a:pPr eaLnBrk="1" hangingPunct="1">
              <a:lnSpc>
                <a:spcPct val="140000"/>
              </a:lnSpc>
              <a:buClr>
                <a:srgbClr val="0000FF"/>
              </a:buClr>
              <a:buSzPct val="150000"/>
              <a:buFont typeface="Wingdings" panose="05000000000000000000" pitchFamily="2" charset="2"/>
              <a:buChar char="ü"/>
            </a:pPr>
            <a:r>
              <a:rPr lang="en-US" altLang="zh-CN" b="1" dirty="0">
                <a:solidFill>
                  <a:srgbClr val="0000FF"/>
                </a:solidFill>
                <a:latin typeface="Times New Roman" panose="02020603050405020304" pitchFamily="18" charset="0"/>
              </a:rPr>
              <a:t>4.4  </a:t>
            </a:r>
            <a:r>
              <a:rPr lang="zh-CN" altLang="en-US" b="1" dirty="0">
                <a:solidFill>
                  <a:srgbClr val="0000FF"/>
                </a:solidFill>
                <a:latin typeface="Times New Roman" panose="02020603050405020304" pitchFamily="18" charset="0"/>
              </a:rPr>
              <a:t>模糊推理方法</a:t>
            </a:r>
            <a:r>
              <a:rPr lang="zh-CN" altLang="en-US" b="1" dirty="0">
                <a:latin typeface="Times New Roman" panose="02020603050405020304" pitchFamily="18" charset="0"/>
              </a:rPr>
              <a:t> </a:t>
            </a:r>
            <a:endParaRPr lang="zh-CN" altLang="en-US" b="1" dirty="0">
              <a:latin typeface="Times New Roman" panose="02020603050405020304" pitchFamily="18" charset="0"/>
            </a:endParaRPr>
          </a:p>
        </p:txBody>
      </p:sp>
    </p:spTree>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49154" name="Rectangle 2"/>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  </a:t>
            </a:r>
            <a:r>
              <a:rPr lang="zh-CN" altLang="en-US" b="0" dirty="0">
                <a:latin typeface="Times New Roman" panose="02020603050405020304" pitchFamily="18" charset="0"/>
              </a:rPr>
              <a:t>模糊推理方法</a:t>
            </a:r>
            <a:endParaRPr lang="zh-CN" altLang="en-US" b="0" dirty="0">
              <a:latin typeface="Times New Roman" panose="02020603050405020304" pitchFamily="18" charset="0"/>
            </a:endParaRPr>
          </a:p>
        </p:txBody>
      </p:sp>
      <p:sp>
        <p:nvSpPr>
          <p:cNvPr id="364547" name="Rectangle 3"/>
          <p:cNvSpPr>
            <a:spLocks noGrp="1"/>
          </p:cNvSpPr>
          <p:nvPr>
            <p:ph idx="1"/>
          </p:nvPr>
        </p:nvSpPr>
        <p:spPr>
          <a:xfrm>
            <a:off x="457200" y="914400"/>
            <a:ext cx="8642350" cy="5400675"/>
          </a:xfrm>
        </p:spPr>
        <p:txBody>
          <a:bodyPr vert="horz" wrap="square" lIns="91440" tIns="45720" rIns="91440" bIns="45720" anchor="t" anchorCtr="0"/>
          <a:p>
            <a:pPr eaLnBrk="1" hangingPunct="1">
              <a:lnSpc>
                <a:spcPct val="140000"/>
              </a:lnSpc>
              <a:buSzPct val="60000"/>
              <a:buFontTx/>
              <a:buBlip>
                <a:blip r:embed="rId1"/>
              </a:buBlip>
            </a:pPr>
            <a:r>
              <a:rPr lang="en-US" altLang="zh-CN" sz="3200" b="1" dirty="0">
                <a:latin typeface="Times New Roman" panose="02020603050405020304" pitchFamily="18" charset="0"/>
              </a:rPr>
              <a:t>4.4.1  </a:t>
            </a:r>
            <a:r>
              <a:rPr lang="zh-CN" altLang="en-US" sz="3200" b="1" dirty="0">
                <a:latin typeface="Times New Roman" panose="02020603050405020304" pitchFamily="18" charset="0"/>
              </a:rPr>
              <a:t>模糊逻辑的提出与发展</a:t>
            </a:r>
            <a:endParaRPr lang="zh-CN" altLang="en-US" sz="3200" b="1" dirty="0">
              <a:latin typeface="Times New Roman" panose="02020603050405020304" pitchFamily="18" charset="0"/>
            </a:endParaRPr>
          </a:p>
          <a:p>
            <a:pPr eaLnBrk="1" hangingPunct="1">
              <a:lnSpc>
                <a:spcPct val="140000"/>
              </a:lnSpc>
              <a:buSzPct val="60000"/>
              <a:buFontTx/>
              <a:buBlip>
                <a:blip r:embed="rId1"/>
              </a:buBlip>
            </a:pPr>
            <a:r>
              <a:rPr lang="en-US" altLang="zh-CN" sz="3200" b="1" dirty="0">
                <a:latin typeface="Times New Roman" panose="02020603050405020304" pitchFamily="18" charset="0"/>
              </a:rPr>
              <a:t>4.4.2  </a:t>
            </a:r>
            <a:r>
              <a:rPr lang="zh-CN" altLang="en-US" sz="3200" b="1" dirty="0">
                <a:latin typeface="Times New Roman" panose="02020603050405020304" pitchFamily="18" charset="0"/>
              </a:rPr>
              <a:t>模糊集合</a:t>
            </a:r>
            <a:endParaRPr lang="zh-CN" altLang="en-US" sz="3200" b="1" dirty="0">
              <a:latin typeface="Times New Roman" panose="02020603050405020304" pitchFamily="18" charset="0"/>
            </a:endParaRPr>
          </a:p>
          <a:p>
            <a:pPr eaLnBrk="1" hangingPunct="1">
              <a:lnSpc>
                <a:spcPct val="140000"/>
              </a:lnSpc>
              <a:buSzPct val="60000"/>
              <a:buFontTx/>
              <a:buBlip>
                <a:blip r:embed="rId1"/>
              </a:buBlip>
            </a:pPr>
            <a:r>
              <a:rPr lang="en-US" altLang="zh-CN" sz="3200" b="1" dirty="0">
                <a:latin typeface="Times New Roman" panose="02020603050405020304" pitchFamily="18" charset="0"/>
              </a:rPr>
              <a:t>4.4.3  </a:t>
            </a:r>
            <a:r>
              <a:rPr lang="zh-CN" altLang="en-US" sz="3200" b="1" dirty="0">
                <a:latin typeface="Times New Roman" panose="02020603050405020304" pitchFamily="18" charset="0"/>
              </a:rPr>
              <a:t>模糊集合的运算</a:t>
            </a:r>
            <a:endParaRPr lang="zh-CN" altLang="en-US" sz="3200" b="1" dirty="0">
              <a:latin typeface="Times New Roman" panose="02020603050405020304" pitchFamily="18" charset="0"/>
            </a:endParaRPr>
          </a:p>
          <a:p>
            <a:pPr eaLnBrk="1" hangingPunct="1">
              <a:lnSpc>
                <a:spcPct val="140000"/>
              </a:lnSpc>
              <a:buSzPct val="60000"/>
              <a:buFontTx/>
              <a:buBlip>
                <a:blip r:embed="rId1"/>
              </a:buBlip>
            </a:pPr>
            <a:r>
              <a:rPr lang="en-US" altLang="zh-CN" sz="3200" b="1" dirty="0">
                <a:latin typeface="Times New Roman" panose="02020603050405020304" pitchFamily="18" charset="0"/>
              </a:rPr>
              <a:t>4.4.4  </a:t>
            </a:r>
            <a:r>
              <a:rPr lang="zh-CN" altLang="en-US" sz="3200" b="1" dirty="0">
                <a:latin typeface="Times New Roman" panose="02020603050405020304" pitchFamily="18" charset="0"/>
              </a:rPr>
              <a:t>模糊关系与模糊关系的合成</a:t>
            </a:r>
            <a:endParaRPr lang="zh-CN" altLang="en-US" sz="3200" b="1" dirty="0">
              <a:latin typeface="Times New Roman" panose="02020603050405020304" pitchFamily="18" charset="0"/>
            </a:endParaRPr>
          </a:p>
          <a:p>
            <a:pPr eaLnBrk="1" hangingPunct="1">
              <a:lnSpc>
                <a:spcPct val="140000"/>
              </a:lnSpc>
              <a:buSzPct val="60000"/>
              <a:buFontTx/>
              <a:buBlip>
                <a:blip r:embed="rId1"/>
              </a:buBlip>
            </a:pPr>
            <a:r>
              <a:rPr lang="en-US" altLang="zh-CN" sz="3200" b="1" dirty="0">
                <a:latin typeface="Times New Roman" panose="02020603050405020304" pitchFamily="18" charset="0"/>
              </a:rPr>
              <a:t>4.4.5  </a:t>
            </a:r>
            <a:r>
              <a:rPr lang="zh-CN" altLang="en-US" sz="3200" b="1" dirty="0">
                <a:latin typeface="Times New Roman" panose="02020603050405020304" pitchFamily="18" charset="0"/>
              </a:rPr>
              <a:t>模糊推理</a:t>
            </a:r>
            <a:endParaRPr lang="zh-CN" altLang="en-US" sz="3200" b="1" dirty="0">
              <a:latin typeface="Times New Roman" panose="02020603050405020304" pitchFamily="18" charset="0"/>
            </a:endParaRPr>
          </a:p>
          <a:p>
            <a:pPr eaLnBrk="1" hangingPunct="1">
              <a:lnSpc>
                <a:spcPct val="140000"/>
              </a:lnSpc>
              <a:buSzPct val="60000"/>
              <a:buFontTx/>
              <a:buBlip>
                <a:blip r:embed="rId1"/>
              </a:buBlip>
            </a:pPr>
            <a:r>
              <a:rPr lang="en-US" altLang="zh-CN" sz="3200" b="1" dirty="0">
                <a:latin typeface="Times New Roman" panose="02020603050405020304" pitchFamily="18" charset="0"/>
              </a:rPr>
              <a:t>4.4.6  </a:t>
            </a:r>
            <a:r>
              <a:rPr lang="zh-CN" altLang="en-US" sz="3200" b="1" dirty="0">
                <a:latin typeface="Times New Roman" panose="02020603050405020304" pitchFamily="18" charset="0"/>
              </a:rPr>
              <a:t>模糊决策</a:t>
            </a:r>
            <a:endParaRPr lang="zh-CN" altLang="en-US" sz="3200"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64547">
                                            <p:txEl>
                                              <p:charRg st="0" end="18"/>
                                            </p:txEl>
                                          </p:spTgt>
                                        </p:tgtEl>
                                        <p:attrNameLst>
                                          <p:attrName>style.visibility</p:attrName>
                                        </p:attrNameLst>
                                      </p:cBhvr>
                                      <p:to>
                                        <p:strVal val="visible"/>
                                      </p:to>
                                    </p:set>
                                    <p:anim calcmode="lin" valueType="num">
                                      <p:cBhvr additive="base">
                                        <p:cTn id="7" dur="500" fill="hold"/>
                                        <p:tgtEl>
                                          <p:spTgt spid="364547">
                                            <p:txEl>
                                              <p:charRg st="0" end="18"/>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64547">
                                            <p:txEl>
                                              <p:charRg st="0" end="18"/>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64547">
                                            <p:txEl>
                                              <p:charRg st="18" end="30"/>
                                            </p:txEl>
                                          </p:spTgt>
                                        </p:tgtEl>
                                        <p:attrNameLst>
                                          <p:attrName>style.visibility</p:attrName>
                                        </p:attrNameLst>
                                      </p:cBhvr>
                                      <p:to>
                                        <p:strVal val="visible"/>
                                      </p:to>
                                    </p:set>
                                    <p:anim calcmode="lin" valueType="num">
                                      <p:cBhvr additive="base">
                                        <p:cTn id="12" dur="500" fill="hold"/>
                                        <p:tgtEl>
                                          <p:spTgt spid="364547">
                                            <p:txEl>
                                              <p:charRg st="18" end="3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364547">
                                            <p:txEl>
                                              <p:charRg st="18" end="30"/>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364547">
                                            <p:txEl>
                                              <p:charRg st="30" end="45"/>
                                            </p:txEl>
                                          </p:spTgt>
                                        </p:tgtEl>
                                        <p:attrNameLst>
                                          <p:attrName>style.visibility</p:attrName>
                                        </p:attrNameLst>
                                      </p:cBhvr>
                                      <p:to>
                                        <p:strVal val="visible"/>
                                      </p:to>
                                    </p:set>
                                    <p:anim calcmode="lin" valueType="num">
                                      <p:cBhvr additive="base">
                                        <p:cTn id="17" dur="500" fill="hold"/>
                                        <p:tgtEl>
                                          <p:spTgt spid="364547">
                                            <p:txEl>
                                              <p:charRg st="30" end="45"/>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64547">
                                            <p:txEl>
                                              <p:charRg st="30" end="45"/>
                                            </p:txEl>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364547">
                                            <p:txEl>
                                              <p:charRg st="45" end="65"/>
                                            </p:txEl>
                                          </p:spTgt>
                                        </p:tgtEl>
                                        <p:attrNameLst>
                                          <p:attrName>style.visibility</p:attrName>
                                        </p:attrNameLst>
                                      </p:cBhvr>
                                      <p:to>
                                        <p:strVal val="visible"/>
                                      </p:to>
                                    </p:set>
                                    <p:anim calcmode="lin" valueType="num">
                                      <p:cBhvr additive="base">
                                        <p:cTn id="22" dur="500" fill="hold"/>
                                        <p:tgtEl>
                                          <p:spTgt spid="364547">
                                            <p:txEl>
                                              <p:charRg st="45" end="65"/>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364547">
                                            <p:txEl>
                                              <p:charRg st="45" end="65"/>
                                            </p:txEl>
                                          </p:spTgt>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364547">
                                            <p:txEl>
                                              <p:charRg st="65" end="77"/>
                                            </p:txEl>
                                          </p:spTgt>
                                        </p:tgtEl>
                                        <p:attrNameLst>
                                          <p:attrName>style.visibility</p:attrName>
                                        </p:attrNameLst>
                                      </p:cBhvr>
                                      <p:to>
                                        <p:strVal val="visible"/>
                                      </p:to>
                                    </p:set>
                                    <p:anim calcmode="lin" valueType="num">
                                      <p:cBhvr additive="base">
                                        <p:cTn id="27" dur="500" fill="hold"/>
                                        <p:tgtEl>
                                          <p:spTgt spid="364547">
                                            <p:txEl>
                                              <p:charRg st="65" end="77"/>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364547">
                                            <p:txEl>
                                              <p:charRg st="65" end="77"/>
                                            </p:txEl>
                                          </p:spTgt>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8" fill="hold" grpId="0" nodeType="afterEffect">
                                  <p:stCondLst>
                                    <p:cond delay="0"/>
                                  </p:stCondLst>
                                  <p:childTnLst>
                                    <p:set>
                                      <p:cBhvr>
                                        <p:cTn id="31" dur="1" fill="hold">
                                          <p:stCondLst>
                                            <p:cond delay="0"/>
                                          </p:stCondLst>
                                        </p:cTn>
                                        <p:tgtEl>
                                          <p:spTgt spid="364547">
                                            <p:txEl>
                                              <p:charRg st="77" end="89"/>
                                            </p:txEl>
                                          </p:spTgt>
                                        </p:tgtEl>
                                        <p:attrNameLst>
                                          <p:attrName>style.visibility</p:attrName>
                                        </p:attrNameLst>
                                      </p:cBhvr>
                                      <p:to>
                                        <p:strVal val="visible"/>
                                      </p:to>
                                    </p:set>
                                    <p:anim calcmode="lin" valueType="num">
                                      <p:cBhvr additive="base">
                                        <p:cTn id="32" dur="500" fill="hold"/>
                                        <p:tgtEl>
                                          <p:spTgt spid="364547">
                                            <p:txEl>
                                              <p:charRg st="77" end="89"/>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364547">
                                            <p:txEl>
                                              <p:charRg st="77" end="8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547" grpId="0" advAuto="100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51202" name="Rectangle 4"/>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4.4.1 </a:t>
            </a:r>
            <a:r>
              <a:rPr lang="zh-CN" altLang="en-US" b="0" dirty="0">
                <a:latin typeface="Times New Roman" panose="02020603050405020304" pitchFamily="18" charset="0"/>
              </a:rPr>
              <a:t>模糊逻辑的提出与发展</a:t>
            </a:r>
            <a:endParaRPr lang="zh-CN" altLang="en-US" b="0" dirty="0">
              <a:latin typeface="Times New Roman" panose="02020603050405020304" pitchFamily="18" charset="0"/>
            </a:endParaRPr>
          </a:p>
        </p:txBody>
      </p:sp>
      <p:sp>
        <p:nvSpPr>
          <p:cNvPr id="51203" name="Rectangle 5"/>
          <p:cNvSpPr>
            <a:spLocks noGrp="1"/>
          </p:cNvSpPr>
          <p:nvPr>
            <p:ph idx="1"/>
          </p:nvPr>
        </p:nvSpPr>
        <p:spPr/>
        <p:txBody>
          <a:bodyPr vert="horz" wrap="square" lIns="91440" tIns="45720" rIns="91440" bIns="45720" anchor="t" anchorCtr="0"/>
          <a:p>
            <a:pPr marL="0" indent="0" eaLnBrk="1" hangingPunct="1"/>
            <a:r>
              <a:rPr lang="en-US" altLang="zh-CN" dirty="0">
                <a:latin typeface="Times New Roman" panose="02020603050405020304" pitchFamily="18" charset="0"/>
              </a:rPr>
              <a:t> </a:t>
            </a:r>
            <a:r>
              <a:rPr lang="en-US" altLang="zh-CN" sz="2800" dirty="0">
                <a:latin typeface="Times New Roman" panose="02020603050405020304" pitchFamily="18" charset="0"/>
              </a:rPr>
              <a:t> 1965</a:t>
            </a:r>
            <a:r>
              <a:rPr lang="zh-CN" altLang="en-US" sz="2800" dirty="0">
                <a:latin typeface="Times New Roman" panose="02020603050405020304" pitchFamily="18" charset="0"/>
              </a:rPr>
              <a:t>年，美国</a:t>
            </a:r>
            <a:r>
              <a:rPr lang="en-US" altLang="zh-CN" sz="2800" dirty="0">
                <a:latin typeface="Times New Roman" panose="02020603050405020304" pitchFamily="18" charset="0"/>
              </a:rPr>
              <a:t>L. A. Zadeh</a:t>
            </a:r>
            <a:r>
              <a:rPr lang="zh-CN" altLang="en-US" sz="2800" dirty="0">
                <a:latin typeface="Times New Roman" panose="02020603050405020304" pitchFamily="18" charset="0"/>
              </a:rPr>
              <a:t>发表了“</a:t>
            </a:r>
            <a:r>
              <a:rPr lang="en-US" altLang="zh-CN" sz="2800" dirty="0">
                <a:latin typeface="Times New Roman" panose="02020603050405020304" pitchFamily="18" charset="0"/>
              </a:rPr>
              <a:t>fuzzy set”</a:t>
            </a:r>
            <a:r>
              <a:rPr lang="zh-CN" altLang="en-US" sz="2800" dirty="0">
                <a:latin typeface="Times New Roman" panose="02020603050405020304" pitchFamily="18" charset="0"/>
              </a:rPr>
              <a:t>的论文，首先提出了模糊理论。</a:t>
            </a:r>
            <a:endParaRPr lang="zh-CN" altLang="en-US" dirty="0">
              <a:latin typeface="Times New Roman" panose="02020603050405020304" pitchFamily="18" charset="0"/>
            </a:endParaRPr>
          </a:p>
        </p:txBody>
      </p:sp>
      <p:pic>
        <p:nvPicPr>
          <p:cNvPr id="51204" name="Picture 6" descr="Zadeh"/>
          <p:cNvPicPr>
            <a:picLocks noChangeAspect="1"/>
          </p:cNvPicPr>
          <p:nvPr/>
        </p:nvPicPr>
        <p:blipFill>
          <a:blip r:embed="rId1"/>
          <a:stretch>
            <a:fillRect/>
          </a:stretch>
        </p:blipFill>
        <p:spPr>
          <a:xfrm>
            <a:off x="0" y="2209800"/>
            <a:ext cx="2963863" cy="4267200"/>
          </a:xfrm>
          <a:prstGeom prst="rect">
            <a:avLst/>
          </a:prstGeom>
          <a:noFill/>
          <a:ln w="9525">
            <a:noFill/>
          </a:ln>
        </p:spPr>
      </p:pic>
      <p:pic>
        <p:nvPicPr>
          <p:cNvPr id="51205" name="Picture 7" descr="jury_banquet_3"/>
          <p:cNvPicPr>
            <a:picLocks noChangeAspect="1"/>
          </p:cNvPicPr>
          <p:nvPr/>
        </p:nvPicPr>
        <p:blipFill>
          <a:blip r:embed="rId2"/>
          <a:stretch>
            <a:fillRect/>
          </a:stretch>
        </p:blipFill>
        <p:spPr>
          <a:xfrm>
            <a:off x="2932113" y="2133600"/>
            <a:ext cx="6248400" cy="4343400"/>
          </a:xfrm>
          <a:prstGeom prst="rect">
            <a:avLst/>
          </a:prstGeom>
          <a:noFill/>
          <a:ln w="9525">
            <a:noFill/>
          </a:ln>
        </p:spPr>
      </p:pic>
    </p:spTree>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灯片编号占位符 1"/>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52226" name="Rectangle 2"/>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4.4.1 </a:t>
            </a:r>
            <a:r>
              <a:rPr lang="zh-CN" altLang="en-US" sz="3600" dirty="0">
                <a:solidFill>
                  <a:schemeClr val="bg1"/>
                </a:solidFill>
                <a:latin typeface="Times New Roman" panose="02020603050405020304" pitchFamily="18" charset="0"/>
                <a:ea typeface="黑体" panose="02010609060101010101" pitchFamily="2" charset="-122"/>
              </a:rPr>
              <a:t>模糊逻辑的提出与发展</a:t>
            </a:r>
            <a:endParaRPr lang="zh-CN" altLang="en-US" sz="3600" dirty="0">
              <a:solidFill>
                <a:schemeClr val="bg1"/>
              </a:solidFill>
              <a:latin typeface="Times New Roman" panose="02020603050405020304" pitchFamily="18" charset="0"/>
              <a:ea typeface="黑体" panose="02010609060101010101" pitchFamily="2" charset="-122"/>
            </a:endParaRPr>
          </a:p>
        </p:txBody>
      </p:sp>
      <p:sp>
        <p:nvSpPr>
          <p:cNvPr id="52227" name="Rectangle 3"/>
          <p:cNvSpPr/>
          <p:nvPr/>
        </p:nvSpPr>
        <p:spPr>
          <a:xfrm>
            <a:off x="107950" y="908050"/>
            <a:ext cx="1800225" cy="5121275"/>
          </a:xfrm>
          <a:prstGeom prst="rect">
            <a:avLst/>
          </a:prstGeom>
          <a:noFill/>
          <a:ln w="9525">
            <a:noFill/>
          </a:ln>
        </p:spPr>
        <p:txBody>
          <a:bodyPr anchor="t" anchorCtr="0"/>
          <a:p>
            <a:pPr algn="just">
              <a:lnSpc>
                <a:spcPct val="120000"/>
              </a:lnSpc>
              <a:spcBef>
                <a:spcPct val="30000"/>
              </a:spcBef>
              <a:buClr>
                <a:schemeClr val="accent2"/>
              </a:buClr>
              <a:buFont typeface="Wingdings" panose="05000000000000000000" pitchFamily="2" charset="2"/>
              <a:buChar char="o"/>
            </a:pPr>
            <a:r>
              <a:rPr lang="en-US" altLang="zh-CN" sz="2800" dirty="0">
                <a:latin typeface="Times New Roman" panose="02020603050405020304" pitchFamily="18" charset="0"/>
                <a:ea typeface="宋体" panose="02010600030101010101" pitchFamily="2" charset="-122"/>
              </a:rPr>
              <a:t>2008</a:t>
            </a:r>
            <a:r>
              <a:rPr lang="zh-CN" altLang="en-US" sz="2800" dirty="0">
                <a:latin typeface="Times New Roman" panose="02020603050405020304" pitchFamily="18" charset="0"/>
                <a:ea typeface="宋体" panose="02010600030101010101" pitchFamily="2" charset="-122"/>
              </a:rPr>
              <a:t>年</a:t>
            </a:r>
            <a:r>
              <a:rPr lang="en-US" altLang="zh-CN" sz="2800" dirty="0">
                <a:latin typeface="Times New Roman" panose="02020603050405020304" pitchFamily="18" charset="0"/>
                <a:ea typeface="宋体" panose="02010600030101010101" pitchFamily="2" charset="-122"/>
              </a:rPr>
              <a:t>10</a:t>
            </a:r>
            <a:r>
              <a:rPr lang="zh-CN" altLang="en-US" sz="2800" dirty="0">
                <a:latin typeface="Times New Roman" panose="02020603050405020304" pitchFamily="18" charset="0"/>
                <a:ea typeface="宋体" panose="02010600030101010101" pitchFamily="2" charset="-122"/>
              </a:rPr>
              <a:t>月，</a:t>
            </a:r>
            <a:r>
              <a:rPr lang="en-US" altLang="zh-CN" sz="2800" dirty="0">
                <a:latin typeface="Times New Roman" panose="02020603050405020304" pitchFamily="18" charset="0"/>
                <a:ea typeface="宋体" panose="02010600030101010101" pitchFamily="2" charset="-122"/>
              </a:rPr>
              <a:t>Zadeh</a:t>
            </a:r>
            <a:r>
              <a:rPr lang="zh-CN" altLang="en-US" sz="2800" dirty="0">
                <a:latin typeface="Times New Roman" panose="02020603050405020304" pitchFamily="18" charset="0"/>
                <a:ea typeface="宋体" panose="02010600030101010101" pitchFamily="2" charset="-122"/>
              </a:rPr>
              <a:t>在北京现代智能国际会议上做报告。</a:t>
            </a:r>
            <a:endParaRPr lang="zh-CN" altLang="en-US" sz="3000" dirty="0">
              <a:latin typeface="Times New Roman" panose="02020603050405020304" pitchFamily="18" charset="0"/>
              <a:ea typeface="宋体" panose="02010600030101010101" pitchFamily="2" charset="-122"/>
            </a:endParaRPr>
          </a:p>
        </p:txBody>
      </p:sp>
      <p:pic>
        <p:nvPicPr>
          <p:cNvPr id="52228" name="Picture 4" descr="DSC01407"/>
          <p:cNvPicPr>
            <a:picLocks noChangeAspect="1"/>
          </p:cNvPicPr>
          <p:nvPr/>
        </p:nvPicPr>
        <p:blipFill>
          <a:blip r:embed="rId1"/>
          <a:stretch>
            <a:fillRect/>
          </a:stretch>
        </p:blipFill>
        <p:spPr>
          <a:xfrm>
            <a:off x="1979613" y="755650"/>
            <a:ext cx="8137525" cy="6102350"/>
          </a:xfrm>
          <a:prstGeom prst="rect">
            <a:avLst/>
          </a:prstGeom>
          <a:noFill/>
          <a:ln w="9525">
            <a:noFill/>
          </a:ln>
        </p:spPr>
      </p:pic>
    </p:spTree>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灯片编号占位符 1"/>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53250" name="Rectangle 2"/>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4.4.1 </a:t>
            </a:r>
            <a:r>
              <a:rPr lang="zh-CN" altLang="en-US" sz="3600" dirty="0">
                <a:solidFill>
                  <a:schemeClr val="bg1"/>
                </a:solidFill>
                <a:latin typeface="Times New Roman" panose="02020603050405020304" pitchFamily="18" charset="0"/>
                <a:ea typeface="黑体" panose="02010609060101010101" pitchFamily="2" charset="-122"/>
              </a:rPr>
              <a:t>模糊逻辑的提出与发展</a:t>
            </a:r>
            <a:endParaRPr lang="zh-CN" altLang="en-US" sz="3600" dirty="0">
              <a:solidFill>
                <a:schemeClr val="bg1"/>
              </a:solidFill>
              <a:latin typeface="Times New Roman" panose="02020603050405020304" pitchFamily="18" charset="0"/>
              <a:ea typeface="黑体" panose="02010609060101010101" pitchFamily="2" charset="-122"/>
            </a:endParaRPr>
          </a:p>
        </p:txBody>
      </p:sp>
      <p:sp>
        <p:nvSpPr>
          <p:cNvPr id="441347" name="Rectangle 3"/>
          <p:cNvSpPr/>
          <p:nvPr/>
        </p:nvSpPr>
        <p:spPr>
          <a:xfrm>
            <a:off x="395288" y="1052513"/>
            <a:ext cx="8353425" cy="5400675"/>
          </a:xfrm>
          <a:prstGeom prst="rect">
            <a:avLst/>
          </a:prstGeom>
          <a:noFill/>
          <a:ln w="9525">
            <a:noFill/>
          </a:ln>
        </p:spPr>
        <p:txBody>
          <a:bodyPr anchor="t" anchorCtr="0"/>
          <a:p>
            <a:pPr algn="just">
              <a:lnSpc>
                <a:spcPct val="120000"/>
              </a:lnSpc>
              <a:spcBef>
                <a:spcPct val="30000"/>
              </a:spcBef>
              <a:buClr>
                <a:schemeClr val="accent2"/>
              </a:buClr>
              <a:buFont typeface="Wingdings" panose="05000000000000000000" pitchFamily="2" charset="2"/>
              <a:buChar char="o"/>
            </a:pP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从</a:t>
            </a:r>
            <a:r>
              <a:rPr lang="en-US" altLang="zh-CN" sz="2800" dirty="0">
                <a:latin typeface="Times New Roman" panose="02020603050405020304" pitchFamily="18" charset="0"/>
                <a:ea typeface="宋体" panose="02010600030101010101" pitchFamily="2" charset="-122"/>
              </a:rPr>
              <a:t>1965</a:t>
            </a:r>
            <a:r>
              <a:rPr lang="zh-CN" altLang="en-US" sz="2800" dirty="0">
                <a:latin typeface="Times New Roman" panose="02020603050405020304" pitchFamily="18" charset="0"/>
                <a:ea typeface="宋体" panose="02010600030101010101" pitchFamily="2" charset="-122"/>
              </a:rPr>
              <a:t>年到</a:t>
            </a:r>
            <a:r>
              <a:rPr lang="en-US" altLang="zh-CN" sz="2800" dirty="0">
                <a:latin typeface="Times New Roman" panose="02020603050405020304" pitchFamily="18" charset="0"/>
                <a:ea typeface="宋体" panose="02010600030101010101" pitchFamily="2" charset="-122"/>
              </a:rPr>
              <a:t>20</a:t>
            </a:r>
            <a:r>
              <a:rPr lang="zh-CN" altLang="en-US" sz="2800" dirty="0">
                <a:latin typeface="Times New Roman" panose="02020603050405020304" pitchFamily="18" charset="0"/>
                <a:ea typeface="宋体" panose="02010600030101010101" pitchFamily="2" charset="-122"/>
              </a:rPr>
              <a:t>世纪</a:t>
            </a:r>
            <a:r>
              <a:rPr lang="en-US" altLang="zh-CN" sz="2800" dirty="0">
                <a:latin typeface="Times New Roman" panose="02020603050405020304" pitchFamily="18" charset="0"/>
                <a:ea typeface="宋体" panose="02010600030101010101" pitchFamily="2" charset="-122"/>
              </a:rPr>
              <a:t>80</a:t>
            </a:r>
            <a:r>
              <a:rPr lang="zh-CN" altLang="en-US" sz="2800" dirty="0">
                <a:latin typeface="Times New Roman" panose="02020603050405020304" pitchFamily="18" charset="0"/>
                <a:ea typeface="宋体" panose="02010600030101010101" pitchFamily="2" charset="-122"/>
              </a:rPr>
              <a:t>年代，在美国、欧洲、中国和日本，只有少数科学家研究模糊理论。</a:t>
            </a:r>
            <a:endParaRPr lang="zh-CN" altLang="en-US" sz="2800" dirty="0">
              <a:latin typeface="Times New Roman" panose="02020603050405020304" pitchFamily="18" charset="0"/>
              <a:ea typeface="宋体" panose="02010600030101010101" pitchFamily="2" charset="-122"/>
            </a:endParaRPr>
          </a:p>
          <a:p>
            <a:pPr algn="just">
              <a:lnSpc>
                <a:spcPct val="120000"/>
              </a:lnSpc>
              <a:spcBef>
                <a:spcPct val="30000"/>
              </a:spcBef>
              <a:buClr>
                <a:schemeClr val="accent2"/>
              </a:buClr>
              <a:buFont typeface="Wingdings" panose="05000000000000000000" pitchFamily="2" charset="2"/>
              <a:buChar char="o"/>
            </a:pPr>
            <a:r>
              <a:rPr lang="zh-CN" altLang="en-US" sz="280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1974</a:t>
            </a:r>
            <a:r>
              <a:rPr lang="zh-CN" altLang="en-US" sz="2800" dirty="0">
                <a:latin typeface="Times New Roman" panose="02020603050405020304" pitchFamily="18" charset="0"/>
                <a:ea typeface="宋体" panose="02010600030101010101" pitchFamily="2" charset="-122"/>
              </a:rPr>
              <a:t>年，英国</a:t>
            </a:r>
            <a:r>
              <a:rPr lang="en-US" altLang="zh-CN" sz="2800" dirty="0">
                <a:latin typeface="Times New Roman" panose="02020603050405020304" pitchFamily="18" charset="0"/>
                <a:ea typeface="宋体" panose="02010600030101010101" pitchFamily="2" charset="-122"/>
              </a:rPr>
              <a:t>Mamdani</a:t>
            </a:r>
            <a:r>
              <a:rPr lang="zh-CN" altLang="en-US" sz="2800" dirty="0">
                <a:latin typeface="Times New Roman" panose="02020603050405020304" pitchFamily="18" charset="0"/>
                <a:ea typeface="宋体" panose="02010600030101010101" pitchFamily="2" charset="-122"/>
              </a:rPr>
              <a:t>首次将模糊理论应用于热电厂的蒸汽机控制。</a:t>
            </a:r>
            <a:endParaRPr lang="zh-CN" altLang="en-US" sz="2800" dirty="0">
              <a:latin typeface="Times New Roman" panose="02020603050405020304" pitchFamily="18" charset="0"/>
              <a:ea typeface="宋体" panose="02010600030101010101" pitchFamily="2" charset="-122"/>
            </a:endParaRPr>
          </a:p>
          <a:p>
            <a:pPr algn="just">
              <a:lnSpc>
                <a:spcPct val="120000"/>
              </a:lnSpc>
              <a:spcBef>
                <a:spcPct val="30000"/>
              </a:spcBef>
              <a:buClr>
                <a:schemeClr val="accent2"/>
              </a:buClr>
              <a:buFont typeface="Wingdings" panose="05000000000000000000" pitchFamily="2" charset="2"/>
              <a:buChar char="o"/>
            </a:pPr>
            <a:r>
              <a:rPr lang="zh-CN" altLang="en-US" sz="2800" dirty="0">
                <a:latin typeface="Times New Roman" panose="02020603050405020304" pitchFamily="18" charset="0"/>
                <a:ea typeface="宋体" panose="02010600030101010101" pitchFamily="2" charset="-122"/>
              </a:rPr>
              <a:t> </a:t>
            </a:r>
            <a:r>
              <a:rPr lang="en-US" altLang="zh-CN" sz="2800" dirty="0">
                <a:latin typeface="Times New Roman" panose="02020603050405020304" pitchFamily="18" charset="0"/>
                <a:ea typeface="宋体" panose="02010600030101010101" pitchFamily="2" charset="-122"/>
              </a:rPr>
              <a:t>1976</a:t>
            </a:r>
            <a:r>
              <a:rPr lang="zh-CN" altLang="en-US" sz="2800" dirty="0">
                <a:latin typeface="Times New Roman" panose="02020603050405020304" pitchFamily="18" charset="0"/>
                <a:ea typeface="宋体" panose="02010600030101010101" pitchFamily="2" charset="-122"/>
              </a:rPr>
              <a:t>年，</a:t>
            </a:r>
            <a:r>
              <a:rPr lang="en-US" altLang="zh-CN" sz="2800" dirty="0">
                <a:latin typeface="Times New Roman" panose="02020603050405020304" pitchFamily="18" charset="0"/>
                <a:ea typeface="宋体" panose="02010600030101010101" pitchFamily="2" charset="-122"/>
              </a:rPr>
              <a:t>Mamdani</a:t>
            </a:r>
            <a:r>
              <a:rPr lang="zh-CN" altLang="en-US" sz="2800" dirty="0">
                <a:latin typeface="Times New Roman" panose="02020603050405020304" pitchFamily="18" charset="0"/>
                <a:ea typeface="宋体" panose="02010600030101010101" pitchFamily="2" charset="-122"/>
              </a:rPr>
              <a:t>又将模糊理论应用于水泥旋转炉的控制。</a:t>
            </a:r>
            <a:r>
              <a:rPr lang="zh-CN" altLang="en-US" sz="2800" dirty="0">
                <a:latin typeface="宋体" panose="02010600030101010101" pitchFamily="2" charset="-122"/>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 </a:t>
            </a:r>
            <a:endParaRPr lang="zh-CN" altLang="en-US" sz="2800" dirty="0">
              <a:latin typeface="Times New Roman" panose="02020603050405020304" pitchFamily="18" charset="0"/>
              <a:ea typeface="宋体" panose="02010600030101010101" pitchFamily="2" charset="-122"/>
            </a:endParaRPr>
          </a:p>
          <a:p>
            <a:pPr algn="just">
              <a:lnSpc>
                <a:spcPct val="120000"/>
              </a:lnSpc>
              <a:spcBef>
                <a:spcPct val="30000"/>
              </a:spcBef>
              <a:buClr>
                <a:schemeClr val="accent2"/>
              </a:buClr>
              <a:buFont typeface="Wingdings" panose="05000000000000000000" pitchFamily="2" charset="2"/>
              <a:buChar char="o"/>
            </a:pPr>
            <a:endParaRPr lang="en-US" altLang="zh-CN" sz="3000" dirty="0">
              <a:latin typeface="Arial" panose="020B0604020202020204" pitchFamily="34" charset="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41347">
                                            <p:txEl>
                                              <p:charRg st="0" end="45"/>
                                            </p:txEl>
                                          </p:spTgt>
                                        </p:tgtEl>
                                        <p:attrNameLst>
                                          <p:attrName>style.visibility</p:attrName>
                                        </p:attrNameLst>
                                      </p:cBhvr>
                                      <p:to>
                                        <p:strVal val="visible"/>
                                      </p:to>
                                    </p:set>
                                    <p:anim calcmode="lin" valueType="num">
                                      <p:cBhvr additive="base">
                                        <p:cTn id="7" dur="500" fill="hold"/>
                                        <p:tgtEl>
                                          <p:spTgt spid="441347">
                                            <p:txEl>
                                              <p:charRg st="0" end="4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41347">
                                            <p:txEl>
                                              <p:charRg st="0" end="45"/>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41347">
                                            <p:txEl>
                                              <p:charRg st="45" end="82"/>
                                            </p:txEl>
                                          </p:spTgt>
                                        </p:tgtEl>
                                        <p:attrNameLst>
                                          <p:attrName>style.visibility</p:attrName>
                                        </p:attrNameLst>
                                      </p:cBhvr>
                                      <p:to>
                                        <p:strVal val="visible"/>
                                      </p:to>
                                    </p:set>
                                    <p:anim calcmode="lin" valueType="num">
                                      <p:cBhvr additive="base">
                                        <p:cTn id="13" dur="500" fill="hold"/>
                                        <p:tgtEl>
                                          <p:spTgt spid="441347">
                                            <p:txEl>
                                              <p:charRg st="45" end="8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41347">
                                            <p:txEl>
                                              <p:charRg st="45" end="8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41347">
                                            <p:txEl>
                                              <p:charRg st="82" end="117"/>
                                            </p:txEl>
                                          </p:spTgt>
                                        </p:tgtEl>
                                        <p:attrNameLst>
                                          <p:attrName>style.visibility</p:attrName>
                                        </p:attrNameLst>
                                      </p:cBhvr>
                                      <p:to>
                                        <p:strVal val="visible"/>
                                      </p:to>
                                    </p:set>
                                    <p:anim calcmode="lin" valueType="num">
                                      <p:cBhvr additive="base">
                                        <p:cTn id="19" dur="500" fill="hold"/>
                                        <p:tgtEl>
                                          <p:spTgt spid="441347">
                                            <p:txEl>
                                              <p:charRg st="82" end="117"/>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41347">
                                            <p:txEl>
                                              <p:charRg st="82" end="11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347"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54274" name="Rectangle 2"/>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4.4.1 </a:t>
            </a:r>
            <a:r>
              <a:rPr lang="zh-CN" altLang="en-US" b="0" dirty="0">
                <a:latin typeface="Times New Roman" panose="02020603050405020304" pitchFamily="18" charset="0"/>
              </a:rPr>
              <a:t>模糊逻辑的提出与发展</a:t>
            </a:r>
            <a:endParaRPr lang="zh-CN" altLang="en-US" b="0" dirty="0">
              <a:latin typeface="Times New Roman" panose="02020603050405020304" pitchFamily="18" charset="0"/>
            </a:endParaRPr>
          </a:p>
        </p:txBody>
      </p:sp>
      <p:sp>
        <p:nvSpPr>
          <p:cNvPr id="366595" name="Rectangle 3"/>
          <p:cNvSpPr>
            <a:spLocks noGrp="1"/>
          </p:cNvSpPr>
          <p:nvPr>
            <p:ph idx="1"/>
          </p:nvPr>
        </p:nvSpPr>
        <p:spPr/>
        <p:txBody>
          <a:bodyPr vert="horz" wrap="square" lIns="91440" tIns="45720" rIns="91440" bIns="45720" anchor="t" anchorCtr="0"/>
          <a:p>
            <a:pPr eaLnBrk="1" hangingPunct="1"/>
            <a:r>
              <a:rPr lang="en-US" altLang="zh-CN" sz="2800" dirty="0">
                <a:latin typeface="Times New Roman" panose="02020603050405020304" pitchFamily="18" charset="0"/>
              </a:rPr>
              <a:t>1983</a:t>
            </a:r>
            <a:r>
              <a:rPr lang="zh-CN" altLang="en-US" sz="2800" dirty="0">
                <a:latin typeface="Times New Roman" panose="02020603050405020304" pitchFamily="18" charset="0"/>
              </a:rPr>
              <a:t>年日本</a:t>
            </a:r>
            <a:r>
              <a:rPr lang="en-US" altLang="zh-CN" sz="2800" dirty="0">
                <a:latin typeface="Times New Roman" panose="02020603050405020304" pitchFamily="18" charset="0"/>
              </a:rPr>
              <a:t>Fuji Electric</a:t>
            </a:r>
            <a:r>
              <a:rPr lang="zh-CN" altLang="en-US" sz="2800" dirty="0">
                <a:latin typeface="Times New Roman" panose="02020603050405020304" pitchFamily="18" charset="0"/>
              </a:rPr>
              <a:t>公司实现了饮水处理装置的模糊控制。</a:t>
            </a:r>
            <a:endParaRPr lang="zh-CN" altLang="en-US" sz="2800" dirty="0">
              <a:latin typeface="Times New Roman" panose="02020603050405020304" pitchFamily="18" charset="0"/>
            </a:endParaRPr>
          </a:p>
          <a:p>
            <a:pPr eaLnBrk="1" hangingPunct="1"/>
            <a:r>
              <a:rPr lang="en-US" altLang="zh-CN" sz="2800" dirty="0">
                <a:latin typeface="Times New Roman" panose="02020603050405020304" pitchFamily="18" charset="0"/>
              </a:rPr>
              <a:t>1987</a:t>
            </a:r>
            <a:r>
              <a:rPr lang="zh-CN" altLang="en-US" sz="2800" dirty="0">
                <a:latin typeface="Times New Roman" panose="02020603050405020304" pitchFamily="18" charset="0"/>
              </a:rPr>
              <a:t>年日本</a:t>
            </a:r>
            <a:r>
              <a:rPr lang="en-US" altLang="zh-CN" sz="2800" dirty="0">
                <a:latin typeface="Times New Roman" panose="02020603050405020304" pitchFamily="18" charset="0"/>
              </a:rPr>
              <a:t>Hitachi</a:t>
            </a:r>
            <a:r>
              <a:rPr lang="zh-CN" altLang="en-US" sz="2800" dirty="0">
                <a:latin typeface="Times New Roman" panose="02020603050405020304" pitchFamily="18" charset="0"/>
              </a:rPr>
              <a:t>公司研制出地铁的模糊控制系统。</a:t>
            </a:r>
            <a:endParaRPr lang="zh-CN" altLang="en-US" sz="2800" dirty="0">
              <a:latin typeface="Times New Roman" panose="02020603050405020304" pitchFamily="18" charset="0"/>
            </a:endParaRPr>
          </a:p>
          <a:p>
            <a:pPr eaLnBrk="1" hangingPunct="1"/>
            <a:r>
              <a:rPr lang="en-US" altLang="zh-CN" sz="2800" dirty="0">
                <a:latin typeface="Times New Roman" panose="02020603050405020304" pitchFamily="18" charset="0"/>
              </a:rPr>
              <a:t>1987</a:t>
            </a:r>
            <a:r>
              <a:rPr lang="zh-CN" altLang="en-US" sz="2800" dirty="0">
                <a:latin typeface="Times New Roman" panose="02020603050405020304" pitchFamily="18" charset="0"/>
              </a:rPr>
              <a:t>年－</a:t>
            </a:r>
            <a:r>
              <a:rPr lang="en-US" altLang="zh-CN" sz="2800" dirty="0">
                <a:latin typeface="Times New Roman" panose="02020603050405020304" pitchFamily="18" charset="0"/>
              </a:rPr>
              <a:t>1990</a:t>
            </a:r>
            <a:r>
              <a:rPr lang="zh-CN" altLang="en-US" sz="2800" dirty="0">
                <a:latin typeface="Times New Roman" panose="02020603050405020304" pitchFamily="18" charset="0"/>
              </a:rPr>
              <a:t>年在日本申报的模糊产品专利就达</a:t>
            </a:r>
            <a:r>
              <a:rPr lang="en-US" altLang="zh-CN" sz="2800" dirty="0">
                <a:latin typeface="Times New Roman" panose="02020603050405020304" pitchFamily="18" charset="0"/>
              </a:rPr>
              <a:t>319</a:t>
            </a:r>
            <a:r>
              <a:rPr lang="zh-CN" altLang="en-US" sz="2800" dirty="0">
                <a:latin typeface="Times New Roman" panose="02020603050405020304" pitchFamily="18" charset="0"/>
              </a:rPr>
              <a:t>种。</a:t>
            </a:r>
            <a:endParaRPr lang="zh-CN" altLang="en-US" sz="2800" dirty="0">
              <a:latin typeface="Times New Roman" panose="02020603050405020304" pitchFamily="18" charset="0"/>
            </a:endParaRPr>
          </a:p>
          <a:p>
            <a:pPr eaLnBrk="1" hangingPunct="1"/>
            <a:r>
              <a:rPr lang="zh-CN" altLang="en-US" sz="2800" dirty="0">
                <a:latin typeface="Times New Roman" panose="02020603050405020304" pitchFamily="18" charset="0"/>
              </a:rPr>
              <a:t>目前，各种模糊产品充满日本、西欧和美国市场，如模糊洗衣机、模糊吸尘器、模糊电冰箱和模糊摄像机等。</a:t>
            </a:r>
            <a:r>
              <a:rPr lang="zh-CN" altLang="en-US" dirty="0">
                <a:latin typeface="宋体" panose="02010600030101010101" pitchFamily="2" charset="-122"/>
              </a:rPr>
              <a:t>  </a:t>
            </a:r>
            <a:r>
              <a:rPr lang="zh-CN" altLang="en-US" dirty="0"/>
              <a:t> </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6595">
                                            <p:txEl>
                                              <p:charRg st="0" end="38"/>
                                            </p:txEl>
                                          </p:spTgt>
                                        </p:tgtEl>
                                        <p:attrNameLst>
                                          <p:attrName>style.visibility</p:attrName>
                                        </p:attrNameLst>
                                      </p:cBhvr>
                                      <p:to>
                                        <p:strVal val="visible"/>
                                      </p:to>
                                    </p:set>
                                    <p:anim calcmode="lin" valueType="num">
                                      <p:cBhvr additive="base">
                                        <p:cTn id="7" dur="500" fill="hold"/>
                                        <p:tgtEl>
                                          <p:spTgt spid="366595">
                                            <p:txEl>
                                              <p:charRg st="0" end="38"/>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66595">
                                            <p:txEl>
                                              <p:charRg st="0" end="38"/>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6595">
                                            <p:txEl>
                                              <p:charRg st="38" end="68"/>
                                            </p:txEl>
                                          </p:spTgt>
                                        </p:tgtEl>
                                        <p:attrNameLst>
                                          <p:attrName>style.visibility</p:attrName>
                                        </p:attrNameLst>
                                      </p:cBhvr>
                                      <p:to>
                                        <p:strVal val="visible"/>
                                      </p:to>
                                    </p:set>
                                    <p:anim calcmode="lin" valueType="num">
                                      <p:cBhvr additive="base">
                                        <p:cTn id="13" dur="500" fill="hold"/>
                                        <p:tgtEl>
                                          <p:spTgt spid="366595">
                                            <p:txEl>
                                              <p:charRg st="38" end="68"/>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66595">
                                            <p:txEl>
                                              <p:charRg st="38" end="68"/>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66595">
                                            <p:txEl>
                                              <p:charRg st="68" end="99"/>
                                            </p:txEl>
                                          </p:spTgt>
                                        </p:tgtEl>
                                        <p:attrNameLst>
                                          <p:attrName>style.visibility</p:attrName>
                                        </p:attrNameLst>
                                      </p:cBhvr>
                                      <p:to>
                                        <p:strVal val="visible"/>
                                      </p:to>
                                    </p:set>
                                    <p:anim calcmode="lin" valueType="num">
                                      <p:cBhvr additive="base">
                                        <p:cTn id="19" dur="500" fill="hold"/>
                                        <p:tgtEl>
                                          <p:spTgt spid="366595">
                                            <p:txEl>
                                              <p:charRg st="68" end="99"/>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66595">
                                            <p:txEl>
                                              <p:charRg st="68" end="99"/>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66595">
                                            <p:txEl>
                                              <p:charRg st="99" end="151"/>
                                            </p:txEl>
                                          </p:spTgt>
                                        </p:tgtEl>
                                        <p:attrNameLst>
                                          <p:attrName>style.visibility</p:attrName>
                                        </p:attrNameLst>
                                      </p:cBhvr>
                                      <p:to>
                                        <p:strVal val="visible"/>
                                      </p:to>
                                    </p:set>
                                    <p:anim calcmode="lin" valueType="num">
                                      <p:cBhvr additive="base">
                                        <p:cTn id="25" dur="500" fill="hold"/>
                                        <p:tgtEl>
                                          <p:spTgt spid="366595">
                                            <p:txEl>
                                              <p:charRg st="99" end="15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66595">
                                            <p:txEl>
                                              <p:charRg st="99" end="15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5"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94563" name="Rectangle 3"/>
          <p:cNvSpPr>
            <a:spLocks noGrp="1"/>
          </p:cNvSpPr>
          <p:nvPr>
            <p:ph idx="1"/>
          </p:nvPr>
        </p:nvSpPr>
        <p:spPr>
          <a:xfrm>
            <a:off x="301625" y="1600200"/>
            <a:ext cx="8540750" cy="4997450"/>
          </a:xfrm>
          <a:solidFill>
            <a:srgbClr val="FFFFFF"/>
          </a:solidFill>
          <a:ln>
            <a:solidFill>
              <a:srgbClr val="808080"/>
            </a:solidFill>
            <a:miter/>
          </a:ln>
        </p:spPr>
        <p:txBody>
          <a:bodyPr vert="horz" wrap="square" lIns="91440" tIns="45720" rIns="91440" bIns="45720" anchor="t" anchorCtr="0"/>
          <a:p>
            <a:pPr marL="0" indent="0" eaLnBrk="1" hangingPunct="1">
              <a:spcBef>
                <a:spcPct val="40000"/>
              </a:spcBef>
              <a:buFont typeface="Wingdings" panose="05000000000000000000" pitchFamily="2" charset="2"/>
              <a:buChar char="§"/>
            </a:pPr>
            <a:r>
              <a:rPr lang="en-US" altLang="zh-CN" sz="2400" dirty="0">
                <a:solidFill>
                  <a:schemeClr val="accent2"/>
                </a:solidFill>
                <a:latin typeface="Times New Roman" panose="02020603050405020304" pitchFamily="18" charset="0"/>
              </a:rPr>
              <a:t> </a:t>
            </a:r>
            <a:r>
              <a:rPr lang="zh-CN" altLang="en-US" sz="2400" dirty="0">
                <a:solidFill>
                  <a:schemeClr val="accent2"/>
                </a:solidFill>
                <a:latin typeface="Times New Roman" panose="02020603050405020304" pitchFamily="18" charset="0"/>
              </a:rPr>
              <a:t>论域</a:t>
            </a:r>
            <a:r>
              <a:rPr lang="zh-CN" altLang="en-US" sz="2400" dirty="0">
                <a:latin typeface="Times New Roman" panose="02020603050405020304" pitchFamily="18" charset="0"/>
              </a:rPr>
              <a:t>：所讨论的全体对象，用 </a:t>
            </a:r>
            <a:r>
              <a:rPr lang="en-US" altLang="zh-CN" sz="2400" i="1" dirty="0">
                <a:latin typeface="Times New Roman" panose="02020603050405020304" pitchFamily="18" charset="0"/>
              </a:rPr>
              <a:t>U </a:t>
            </a:r>
            <a:r>
              <a:rPr lang="zh-CN" altLang="en-US" sz="2400" dirty="0">
                <a:latin typeface="Times New Roman" panose="02020603050405020304" pitchFamily="18" charset="0"/>
              </a:rPr>
              <a:t>等表示。</a:t>
            </a:r>
            <a:endParaRPr lang="zh-CN" altLang="en-US" sz="2400" dirty="0">
              <a:latin typeface="Times New Roman" panose="02020603050405020304" pitchFamily="18" charset="0"/>
            </a:endParaRPr>
          </a:p>
          <a:p>
            <a:pPr marL="0" indent="0" eaLnBrk="1" hangingPunct="1">
              <a:spcBef>
                <a:spcPct val="40000"/>
              </a:spcBef>
              <a:buFont typeface="Wingdings" panose="05000000000000000000" pitchFamily="2" charset="2"/>
              <a:buChar char="§"/>
            </a:pPr>
            <a:r>
              <a:rPr lang="zh-CN" altLang="en-US" sz="2400" dirty="0">
                <a:solidFill>
                  <a:schemeClr val="accent2"/>
                </a:solidFill>
                <a:latin typeface="Times New Roman" panose="02020603050405020304" pitchFamily="18" charset="0"/>
              </a:rPr>
              <a:t> 元素</a:t>
            </a:r>
            <a:r>
              <a:rPr lang="zh-CN" altLang="en-US" sz="2400" dirty="0">
                <a:latin typeface="Times New Roman" panose="02020603050405020304" pitchFamily="18" charset="0"/>
              </a:rPr>
              <a:t>：论域中的每个对象，常用</a:t>
            </a:r>
            <a:r>
              <a:rPr lang="en-US" altLang="zh-CN" sz="2400" i="1" dirty="0">
                <a:latin typeface="Times New Roman" panose="02020603050405020304" pitchFamily="18" charset="0"/>
              </a:rPr>
              <a:t>a</a:t>
            </a:r>
            <a:r>
              <a:rPr lang="en-US" altLang="zh-CN" sz="2400" dirty="0">
                <a:latin typeface="Times New Roman" panose="02020603050405020304" pitchFamily="18" charset="0"/>
              </a:rPr>
              <a:t>,</a:t>
            </a:r>
            <a:r>
              <a:rPr lang="en-US" altLang="zh-CN" sz="2400" i="1" dirty="0">
                <a:latin typeface="Times New Roman" panose="02020603050405020304" pitchFamily="18" charset="0"/>
              </a:rPr>
              <a:t>b</a:t>
            </a:r>
            <a:r>
              <a:rPr lang="en-US" altLang="zh-CN" sz="2400" dirty="0">
                <a:latin typeface="Times New Roman" panose="02020603050405020304" pitchFamily="18" charset="0"/>
              </a:rPr>
              <a:t>,</a:t>
            </a:r>
            <a:r>
              <a:rPr lang="en-US" altLang="zh-CN" sz="2400" i="1" dirty="0">
                <a:latin typeface="Times New Roman" panose="02020603050405020304" pitchFamily="18" charset="0"/>
              </a:rPr>
              <a:t>c</a:t>
            </a:r>
            <a:r>
              <a:rPr lang="en-US" altLang="zh-CN" sz="2400" dirty="0">
                <a:latin typeface="Times New Roman" panose="02020603050405020304" pitchFamily="18" charset="0"/>
              </a:rPr>
              <a:t>,</a:t>
            </a:r>
            <a:r>
              <a:rPr lang="en-US" altLang="zh-CN" sz="2400" i="1" dirty="0">
                <a:latin typeface="Times New Roman" panose="02020603050405020304" pitchFamily="18" charset="0"/>
              </a:rPr>
              <a:t>x</a:t>
            </a:r>
            <a:r>
              <a:rPr lang="en-US" altLang="zh-CN" sz="2400" dirty="0">
                <a:latin typeface="Times New Roman" panose="02020603050405020304" pitchFamily="18" charset="0"/>
              </a:rPr>
              <a:t>,</a:t>
            </a:r>
            <a:r>
              <a:rPr lang="en-US" altLang="zh-CN" sz="2400" i="1" dirty="0">
                <a:latin typeface="Times New Roman" panose="02020603050405020304" pitchFamily="18" charset="0"/>
              </a:rPr>
              <a:t>y</a:t>
            </a:r>
            <a:r>
              <a:rPr lang="en-US" altLang="zh-CN" sz="2400" dirty="0">
                <a:latin typeface="Times New Roman" panose="02020603050405020304" pitchFamily="18" charset="0"/>
              </a:rPr>
              <a:t>,</a:t>
            </a:r>
            <a:r>
              <a:rPr lang="en-US" altLang="zh-CN" sz="2400" i="1" dirty="0">
                <a:latin typeface="Times New Roman" panose="02020603050405020304" pitchFamily="18" charset="0"/>
              </a:rPr>
              <a:t>z</a:t>
            </a:r>
            <a:r>
              <a:rPr lang="zh-CN" altLang="en-US" sz="2400" dirty="0">
                <a:latin typeface="Times New Roman" panose="02020603050405020304" pitchFamily="18" charset="0"/>
              </a:rPr>
              <a:t>表示。</a:t>
            </a:r>
            <a:endParaRPr lang="zh-CN" altLang="en-US" sz="2400" dirty="0">
              <a:latin typeface="Times New Roman" panose="02020603050405020304" pitchFamily="18" charset="0"/>
            </a:endParaRPr>
          </a:p>
          <a:p>
            <a:pPr marL="0" indent="0" eaLnBrk="1" hangingPunct="1">
              <a:spcBef>
                <a:spcPct val="40000"/>
              </a:spcBef>
              <a:buFont typeface="Wingdings" panose="05000000000000000000" pitchFamily="2" charset="2"/>
              <a:buChar char="§"/>
            </a:pPr>
            <a:r>
              <a:rPr lang="zh-CN" altLang="en-US" sz="2400" dirty="0">
                <a:solidFill>
                  <a:schemeClr val="accent2"/>
                </a:solidFill>
                <a:latin typeface="Times New Roman" panose="02020603050405020304" pitchFamily="18" charset="0"/>
              </a:rPr>
              <a:t> 集合</a:t>
            </a:r>
            <a:r>
              <a:rPr lang="zh-CN" altLang="en-US" sz="2400" dirty="0">
                <a:latin typeface="Times New Roman" panose="02020603050405020304" pitchFamily="18" charset="0"/>
              </a:rPr>
              <a:t>：论域中具有某种相同属性的确定的、可以彼此区别的元素的全体，常用</a:t>
            </a:r>
            <a:r>
              <a:rPr lang="en-US" altLang="zh-CN" sz="2400" i="1" dirty="0">
                <a:latin typeface="Times New Roman" panose="02020603050405020304" pitchFamily="18" charset="0"/>
              </a:rPr>
              <a:t>A</a:t>
            </a:r>
            <a:r>
              <a:rPr lang="zh-CN" altLang="en-US" sz="2400" dirty="0">
                <a:latin typeface="Times New Roman" panose="02020603050405020304" pitchFamily="18" charset="0"/>
              </a:rPr>
              <a:t>，</a:t>
            </a:r>
            <a:r>
              <a:rPr lang="en-US" altLang="zh-CN" sz="2400" i="1" dirty="0">
                <a:latin typeface="Times New Roman" panose="02020603050405020304" pitchFamily="18" charset="0"/>
              </a:rPr>
              <a:t>B</a:t>
            </a:r>
            <a:r>
              <a:rPr lang="zh-CN" altLang="en-US" sz="2400" dirty="0">
                <a:latin typeface="Times New Roman" panose="02020603050405020304" pitchFamily="18" charset="0"/>
              </a:rPr>
              <a:t>等表示。</a:t>
            </a:r>
            <a:endParaRPr lang="zh-CN" altLang="en-US" sz="2400" dirty="0">
              <a:latin typeface="Times New Roman" panose="02020603050405020304" pitchFamily="18" charset="0"/>
            </a:endParaRPr>
          </a:p>
          <a:p>
            <a:pPr marL="0" indent="0" eaLnBrk="1" hangingPunct="1">
              <a:spcBef>
                <a:spcPct val="40000"/>
              </a:spcBef>
              <a:buFont typeface="Wingdings" panose="05000000000000000000" pitchFamily="2" charset="2"/>
              <a:buChar char="§"/>
            </a:pPr>
            <a:r>
              <a:rPr lang="zh-CN" altLang="en-US" sz="2400" dirty="0">
                <a:latin typeface="宋体" panose="02010600030101010101" pitchFamily="2" charset="-122"/>
              </a:rPr>
              <a:t> 元素</a:t>
            </a:r>
            <a:r>
              <a:rPr lang="en-US" altLang="zh-CN" sz="2400" i="1" dirty="0">
                <a:latin typeface="Times New Roman" panose="02020603050405020304" pitchFamily="18" charset="0"/>
              </a:rPr>
              <a:t>a</a:t>
            </a:r>
            <a:r>
              <a:rPr lang="zh-CN" altLang="en-US" sz="2400" dirty="0">
                <a:latin typeface="宋体" panose="02010600030101010101" pitchFamily="2" charset="-122"/>
              </a:rPr>
              <a:t>和集合</a:t>
            </a:r>
            <a:r>
              <a:rPr lang="en-US" altLang="zh-CN" sz="2400" i="1" dirty="0">
                <a:latin typeface="Times New Roman" panose="02020603050405020304" pitchFamily="18" charset="0"/>
              </a:rPr>
              <a:t>A</a:t>
            </a:r>
            <a:r>
              <a:rPr lang="zh-CN" altLang="en-US" sz="2400" dirty="0">
                <a:latin typeface="宋体" panose="02010600030101010101" pitchFamily="2" charset="-122"/>
              </a:rPr>
              <a:t>的关系：</a:t>
            </a:r>
            <a:r>
              <a:rPr lang="en-US" altLang="zh-CN" sz="2400" i="1" dirty="0">
                <a:latin typeface="Times New Roman" panose="02020603050405020304" pitchFamily="18" charset="0"/>
              </a:rPr>
              <a:t>a</a:t>
            </a:r>
            <a:r>
              <a:rPr lang="zh-CN" altLang="en-US" sz="2400" dirty="0">
                <a:latin typeface="宋体" panose="02010600030101010101" pitchFamily="2" charset="-122"/>
              </a:rPr>
              <a:t>属于</a:t>
            </a:r>
            <a:r>
              <a:rPr lang="en-US" altLang="zh-CN" sz="2400" i="1" dirty="0">
                <a:latin typeface="Times New Roman" panose="02020603050405020304" pitchFamily="18" charset="0"/>
              </a:rPr>
              <a:t>A</a:t>
            </a:r>
            <a:r>
              <a:rPr lang="zh-CN" altLang="en-US" sz="2400" dirty="0">
                <a:latin typeface="宋体" panose="02010600030101010101" pitchFamily="2" charset="-122"/>
              </a:rPr>
              <a:t>或</a:t>
            </a:r>
            <a:r>
              <a:rPr lang="en-US" altLang="zh-CN" sz="2400" i="1" dirty="0">
                <a:latin typeface="Times New Roman" panose="02020603050405020304" pitchFamily="18" charset="0"/>
              </a:rPr>
              <a:t>a</a:t>
            </a:r>
            <a:r>
              <a:rPr lang="zh-CN" altLang="en-US" sz="2400" dirty="0">
                <a:latin typeface="宋体" panose="02010600030101010101" pitchFamily="2" charset="-122"/>
              </a:rPr>
              <a:t>不属于</a:t>
            </a:r>
            <a:r>
              <a:rPr lang="en-US" altLang="zh-CN" sz="2400" i="1" dirty="0">
                <a:latin typeface="Times New Roman" panose="02020603050405020304" pitchFamily="18" charset="0"/>
              </a:rPr>
              <a:t>A</a:t>
            </a:r>
            <a:r>
              <a:rPr lang="zh-CN" altLang="en-US" sz="2400" dirty="0">
                <a:latin typeface="宋体" panose="02010600030101010101" pitchFamily="2" charset="-122"/>
              </a:rPr>
              <a:t>，即只有两个真值</a:t>
            </a:r>
            <a:r>
              <a:rPr lang="zh-CN" altLang="en-US" sz="2400" dirty="0">
                <a:latin typeface="Times New Roman" panose="02020603050405020304" pitchFamily="18" charset="0"/>
              </a:rPr>
              <a:t>“</a:t>
            </a:r>
            <a:r>
              <a:rPr lang="zh-CN" altLang="en-US" sz="2400" dirty="0">
                <a:latin typeface="宋体" panose="02010600030101010101" pitchFamily="2" charset="-122"/>
              </a:rPr>
              <a:t>真</a:t>
            </a:r>
            <a:r>
              <a:rPr lang="zh-CN" altLang="en-US" sz="2400" dirty="0">
                <a:latin typeface="Times New Roman" panose="02020603050405020304" pitchFamily="18" charset="0"/>
              </a:rPr>
              <a:t>”</a:t>
            </a:r>
            <a:r>
              <a:rPr lang="zh-CN" altLang="en-US" sz="2400" dirty="0">
                <a:latin typeface="宋体" panose="02010600030101010101" pitchFamily="2" charset="-122"/>
              </a:rPr>
              <a:t>和</a:t>
            </a:r>
            <a:r>
              <a:rPr lang="zh-CN" altLang="en-US" sz="2400" dirty="0">
                <a:latin typeface="Times New Roman" panose="02020603050405020304" pitchFamily="18" charset="0"/>
              </a:rPr>
              <a:t>“</a:t>
            </a:r>
            <a:r>
              <a:rPr lang="zh-CN" altLang="en-US" sz="2400" dirty="0">
                <a:latin typeface="宋体" panose="02010600030101010101" pitchFamily="2" charset="-122"/>
              </a:rPr>
              <a:t>假</a:t>
            </a:r>
            <a:r>
              <a:rPr lang="zh-CN" altLang="en-US" sz="2400" dirty="0">
                <a:latin typeface="Times New Roman" panose="02020603050405020304" pitchFamily="18" charset="0"/>
              </a:rPr>
              <a:t>”</a:t>
            </a:r>
            <a:r>
              <a:rPr lang="zh-CN" altLang="en-US" sz="2400" dirty="0">
                <a:latin typeface="宋体" panose="02010600030101010101" pitchFamily="2" charset="-122"/>
              </a:rPr>
              <a:t>。</a:t>
            </a:r>
            <a:endParaRPr lang="zh-CN" altLang="en-US" sz="2400" dirty="0">
              <a:latin typeface="宋体" panose="02010600030101010101" pitchFamily="2" charset="-122"/>
            </a:endParaRPr>
          </a:p>
          <a:p>
            <a:pPr marL="0" indent="0" eaLnBrk="1" hangingPunct="1">
              <a:spcBef>
                <a:spcPct val="40000"/>
              </a:spcBef>
              <a:buFont typeface="Wingdings" panose="05000000000000000000" pitchFamily="2" charset="2"/>
              <a:buChar char="§"/>
            </a:pPr>
            <a:r>
              <a:rPr lang="zh-CN" altLang="en-US" sz="2400" dirty="0">
                <a:latin typeface="Times New Roman" panose="02020603050405020304" pitchFamily="18" charset="0"/>
              </a:rPr>
              <a:t> 模糊逻辑给集合中每一个元素赋予一个介于</a:t>
            </a:r>
            <a:r>
              <a:rPr lang="en-US" altLang="zh-CN" sz="2400" dirty="0">
                <a:latin typeface="Times New Roman" panose="02020603050405020304" pitchFamily="18" charset="0"/>
              </a:rPr>
              <a:t>0</a:t>
            </a:r>
            <a:r>
              <a:rPr lang="zh-CN" altLang="en-US" sz="2400" dirty="0">
                <a:latin typeface="Times New Roman" panose="02020603050405020304" pitchFamily="18" charset="0"/>
              </a:rPr>
              <a:t>和</a:t>
            </a:r>
            <a:r>
              <a:rPr lang="en-US" altLang="zh-CN" sz="2400" dirty="0">
                <a:latin typeface="Times New Roman" panose="02020603050405020304" pitchFamily="18" charset="0"/>
              </a:rPr>
              <a:t>1</a:t>
            </a:r>
            <a:r>
              <a:rPr lang="zh-CN" altLang="en-US" sz="2400" dirty="0">
                <a:latin typeface="Times New Roman" panose="02020603050405020304" pitchFamily="18" charset="0"/>
              </a:rPr>
              <a:t>之间的实数，描述其属于一个集合的强度，该实数称为元素属于一个集合的</a:t>
            </a:r>
            <a:r>
              <a:rPr lang="zh-CN" altLang="en-US" sz="2400" dirty="0">
                <a:solidFill>
                  <a:schemeClr val="accent2"/>
                </a:solidFill>
                <a:latin typeface="Times New Roman" panose="02020603050405020304" pitchFamily="18" charset="0"/>
              </a:rPr>
              <a:t>隶属度</a:t>
            </a:r>
            <a:r>
              <a:rPr lang="zh-CN" altLang="en-US" sz="2400" dirty="0">
                <a:latin typeface="Times New Roman" panose="02020603050405020304" pitchFamily="18" charset="0"/>
              </a:rPr>
              <a:t>。集合中所有元素的隶属度全体构成集合的</a:t>
            </a:r>
            <a:r>
              <a:rPr lang="zh-CN" altLang="en-US" sz="2400" dirty="0">
                <a:solidFill>
                  <a:schemeClr val="accent2"/>
                </a:solidFill>
                <a:latin typeface="Times New Roman" panose="02020603050405020304" pitchFamily="18" charset="0"/>
              </a:rPr>
              <a:t>隶属函数</a:t>
            </a:r>
            <a:r>
              <a:rPr lang="zh-CN" altLang="en-US" sz="2400" dirty="0">
                <a:latin typeface="Times New Roman" panose="02020603050405020304" pitchFamily="18" charset="0"/>
              </a:rPr>
              <a:t>。</a:t>
            </a:r>
            <a:r>
              <a:rPr lang="zh-CN" altLang="en-US" sz="2200" dirty="0">
                <a:latin typeface="Times New Roman" panose="02020603050405020304" pitchFamily="18" charset="0"/>
              </a:rPr>
              <a:t> </a:t>
            </a:r>
            <a:endParaRPr lang="zh-CN" altLang="en-US" sz="2200" dirty="0">
              <a:latin typeface="Times New Roman" panose="02020603050405020304" pitchFamily="18" charset="0"/>
            </a:endParaRPr>
          </a:p>
        </p:txBody>
      </p:sp>
      <p:sp>
        <p:nvSpPr>
          <p:cNvPr id="55299" name="Rectangle 4"/>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4.4.2  </a:t>
            </a:r>
            <a:r>
              <a:rPr lang="zh-CN" altLang="en-US" b="0" dirty="0">
                <a:latin typeface="Times New Roman" panose="02020603050405020304" pitchFamily="18" charset="0"/>
              </a:rPr>
              <a:t>模糊集合</a:t>
            </a:r>
            <a:endParaRPr lang="zh-CN" altLang="en-US" b="0" dirty="0">
              <a:latin typeface="Times New Roman" panose="02020603050405020304" pitchFamily="18" charset="0"/>
            </a:endParaRPr>
          </a:p>
        </p:txBody>
      </p:sp>
      <p:sp>
        <p:nvSpPr>
          <p:cNvPr id="55300" name="Rectangle 5"/>
          <p:cNvSpPr/>
          <p:nvPr/>
        </p:nvSpPr>
        <p:spPr>
          <a:xfrm>
            <a:off x="304800" y="1066800"/>
            <a:ext cx="3128963" cy="476250"/>
          </a:xfrm>
          <a:prstGeom prst="rect">
            <a:avLst/>
          </a:prstGeom>
          <a:noFill/>
          <a:ln w="9525">
            <a:noFill/>
          </a:ln>
        </p:spPr>
        <p:txBody>
          <a:bodyPr wrap="none" anchor="t" anchorCtr="0">
            <a:spAutoFit/>
          </a:bodyPr>
          <a:p>
            <a:pPr>
              <a:lnSpc>
                <a:spcPct val="90000"/>
              </a:lnSpc>
              <a:spcBef>
                <a:spcPct val="30000"/>
              </a:spcBef>
              <a:buClr>
                <a:schemeClr val="accent2"/>
              </a:buClr>
              <a:buFont typeface="Wingdings" panose="05000000000000000000" pitchFamily="2" charset="2"/>
            </a:pPr>
            <a:r>
              <a:rPr lang="en-US" altLang="zh-CN" sz="2800" b="1" dirty="0">
                <a:latin typeface="Times New Roman" panose="02020603050405020304" pitchFamily="18" charset="0"/>
                <a:ea typeface="宋体" panose="02010600030101010101" pitchFamily="2" charset="-122"/>
              </a:rPr>
              <a:t>1.  </a:t>
            </a:r>
            <a:r>
              <a:rPr lang="zh-CN" altLang="en-US" sz="2800" b="1" dirty="0">
                <a:latin typeface="Times New Roman" panose="02020603050405020304" pitchFamily="18" charset="0"/>
                <a:ea typeface="宋体" panose="02010600030101010101" pitchFamily="2" charset="-122"/>
              </a:rPr>
              <a:t>模糊集合的</a:t>
            </a:r>
            <a:r>
              <a:rPr lang="zh-CN" altLang="en-US" sz="2800" b="1" dirty="0">
                <a:solidFill>
                  <a:schemeClr val="accent2"/>
                </a:solidFill>
                <a:latin typeface="Times New Roman" panose="02020603050405020304" pitchFamily="18" charset="0"/>
                <a:ea typeface="宋体" panose="02010600030101010101" pitchFamily="2" charset="-122"/>
              </a:rPr>
              <a:t>定义</a:t>
            </a:r>
            <a:endParaRPr lang="zh-CN" altLang="en-US" sz="2800" b="1" dirty="0">
              <a:solidFill>
                <a:schemeClr val="accent2"/>
              </a:solidFill>
              <a:latin typeface="Times New Roman" panose="02020603050405020304" pitchFamily="18" charset="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4563">
                                            <p:txEl>
                                              <p:charRg st="0" end="22"/>
                                            </p:txEl>
                                          </p:spTgt>
                                        </p:tgtEl>
                                        <p:attrNameLst>
                                          <p:attrName>style.visibility</p:attrName>
                                        </p:attrNameLst>
                                      </p:cBhvr>
                                      <p:to>
                                        <p:strVal val="visible"/>
                                      </p:to>
                                    </p:set>
                                    <p:animEffect transition="in" filter="dissolve">
                                      <p:cBhvr>
                                        <p:cTn id="7" dur="500"/>
                                        <p:tgtEl>
                                          <p:spTgt spid="194563">
                                            <p:txEl>
                                              <p:charRg st="0" end="2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4563">
                                            <p:txEl>
                                              <p:charRg st="22" end="52"/>
                                            </p:txEl>
                                          </p:spTgt>
                                        </p:tgtEl>
                                        <p:attrNameLst>
                                          <p:attrName>style.visibility</p:attrName>
                                        </p:attrNameLst>
                                      </p:cBhvr>
                                      <p:to>
                                        <p:strVal val="visible"/>
                                      </p:to>
                                    </p:set>
                                    <p:animEffect transition="in" filter="dissolve">
                                      <p:cBhvr>
                                        <p:cTn id="12" dur="500"/>
                                        <p:tgtEl>
                                          <p:spTgt spid="194563">
                                            <p:txEl>
                                              <p:charRg st="22" end="5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4563">
                                            <p:txEl>
                                              <p:charRg st="52" end="95"/>
                                            </p:txEl>
                                          </p:spTgt>
                                        </p:tgtEl>
                                        <p:attrNameLst>
                                          <p:attrName>style.visibility</p:attrName>
                                        </p:attrNameLst>
                                      </p:cBhvr>
                                      <p:to>
                                        <p:strVal val="visible"/>
                                      </p:to>
                                    </p:set>
                                    <p:animEffect transition="in" filter="dissolve">
                                      <p:cBhvr>
                                        <p:cTn id="17" dur="500"/>
                                        <p:tgtEl>
                                          <p:spTgt spid="194563">
                                            <p:txEl>
                                              <p:charRg st="52" end="9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94563">
                                            <p:txEl>
                                              <p:charRg st="95" end="134"/>
                                            </p:txEl>
                                          </p:spTgt>
                                        </p:tgtEl>
                                        <p:attrNameLst>
                                          <p:attrName>style.visibility</p:attrName>
                                        </p:attrNameLst>
                                      </p:cBhvr>
                                      <p:to>
                                        <p:strVal val="visible"/>
                                      </p:to>
                                    </p:set>
                                    <p:animEffect transition="in" filter="dissolve">
                                      <p:cBhvr>
                                        <p:cTn id="22" dur="500"/>
                                        <p:tgtEl>
                                          <p:spTgt spid="194563">
                                            <p:txEl>
                                              <p:charRg st="95" end="13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94563">
                                            <p:txEl>
                                              <p:charRg st="134" end="219"/>
                                            </p:txEl>
                                          </p:spTgt>
                                        </p:tgtEl>
                                        <p:attrNameLst>
                                          <p:attrName>style.visibility</p:attrName>
                                        </p:attrNameLst>
                                      </p:cBhvr>
                                      <p:to>
                                        <p:strVal val="visible"/>
                                      </p:to>
                                    </p:set>
                                    <p:animEffect transition="in" filter="dissolve">
                                      <p:cBhvr>
                                        <p:cTn id="27" dur="500"/>
                                        <p:tgtEl>
                                          <p:spTgt spid="194563">
                                            <p:txEl>
                                              <p:charRg st="134" end="2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56322" name="Rectangle 2"/>
          <p:cNvSpPr>
            <a:spLocks noGrp="1"/>
          </p:cNvSpPr>
          <p:nvPr>
            <p:ph idx="1"/>
          </p:nvPr>
        </p:nvSpPr>
        <p:spPr>
          <a:xfrm>
            <a:off x="301625" y="1752600"/>
            <a:ext cx="8540750" cy="4648200"/>
          </a:xfrm>
          <a:solidFill>
            <a:srgbClr val="FFFFFF"/>
          </a:solidFill>
          <a:ln>
            <a:solidFill>
              <a:srgbClr val="808080"/>
            </a:solidFill>
            <a:miter/>
          </a:ln>
        </p:spPr>
        <p:txBody>
          <a:bodyPr vert="horz" wrap="square" lIns="91440" tIns="45720" rIns="91440" bIns="45720" anchor="t" anchorCtr="0"/>
          <a:p>
            <a:pPr eaLnBrk="1" hangingPunct="1">
              <a:spcBef>
                <a:spcPct val="40000"/>
              </a:spcBef>
              <a:buFont typeface="Wingdings" panose="05000000000000000000" pitchFamily="2" charset="2"/>
              <a:buChar char="§"/>
            </a:pPr>
            <a:endParaRPr lang="en-US" altLang="zh-CN" sz="2600" dirty="0">
              <a:latin typeface="宋体" panose="02010600030101010101" pitchFamily="2" charset="-122"/>
            </a:endParaRPr>
          </a:p>
          <a:p>
            <a:pPr eaLnBrk="1" hangingPunct="1">
              <a:spcBef>
                <a:spcPct val="0"/>
              </a:spcBef>
              <a:buFont typeface="Wingdings" panose="05000000000000000000" pitchFamily="2" charset="2"/>
              <a:buChar char="§"/>
            </a:pPr>
            <a:r>
              <a:rPr lang="zh-CN" altLang="en-US" sz="2600" dirty="0">
                <a:latin typeface="宋体" panose="02010600030101010101" pitchFamily="2" charset="-122"/>
              </a:rPr>
              <a:t>例如，</a:t>
            </a:r>
            <a:r>
              <a:rPr lang="zh-CN" altLang="en-US" sz="2600" dirty="0">
                <a:latin typeface="Times New Roman" panose="02020603050405020304" pitchFamily="18" charset="0"/>
              </a:rPr>
              <a:t>“</a:t>
            </a:r>
            <a:r>
              <a:rPr lang="zh-CN" altLang="en-US" sz="2600" dirty="0">
                <a:latin typeface="宋体" panose="02010600030101010101" pitchFamily="2" charset="-122"/>
              </a:rPr>
              <a:t>成年人</a:t>
            </a:r>
            <a:r>
              <a:rPr lang="zh-CN" altLang="en-US" sz="2600" dirty="0">
                <a:latin typeface="Times New Roman" panose="02020603050405020304" pitchFamily="18" charset="0"/>
              </a:rPr>
              <a:t>”</a:t>
            </a:r>
            <a:r>
              <a:rPr lang="zh-CN" altLang="en-US" sz="2600" dirty="0">
                <a:latin typeface="宋体" panose="02010600030101010101" pitchFamily="2" charset="-122"/>
              </a:rPr>
              <a:t>集合：</a:t>
            </a:r>
            <a:r>
              <a:rPr lang="zh-CN" altLang="en-US" sz="2600" dirty="0">
                <a:latin typeface="Times New Roman" panose="02020603050405020304" pitchFamily="18" charset="0"/>
              </a:rPr>
              <a:t> </a:t>
            </a:r>
            <a:endParaRPr lang="zh-CN" altLang="en-US" sz="2600" dirty="0">
              <a:latin typeface="Times New Roman" panose="02020603050405020304" pitchFamily="18" charset="0"/>
            </a:endParaRPr>
          </a:p>
        </p:txBody>
      </p:sp>
      <p:sp>
        <p:nvSpPr>
          <p:cNvPr id="56323" name="Rectangle 3"/>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4.4.2  </a:t>
            </a:r>
            <a:r>
              <a:rPr lang="zh-CN" altLang="en-US" b="0" dirty="0">
                <a:latin typeface="Times New Roman" panose="02020603050405020304" pitchFamily="18" charset="0"/>
              </a:rPr>
              <a:t>模糊集合</a:t>
            </a:r>
            <a:endParaRPr lang="zh-CN" altLang="en-US" b="0" dirty="0">
              <a:latin typeface="Times New Roman" panose="02020603050405020304" pitchFamily="18" charset="0"/>
            </a:endParaRPr>
          </a:p>
        </p:txBody>
      </p:sp>
      <p:sp>
        <p:nvSpPr>
          <p:cNvPr id="56324" name="Rectangle 4"/>
          <p:cNvSpPr/>
          <p:nvPr/>
        </p:nvSpPr>
        <p:spPr>
          <a:xfrm>
            <a:off x="304800" y="1066800"/>
            <a:ext cx="3128963" cy="476250"/>
          </a:xfrm>
          <a:prstGeom prst="rect">
            <a:avLst/>
          </a:prstGeom>
          <a:noFill/>
          <a:ln w="9525">
            <a:noFill/>
          </a:ln>
        </p:spPr>
        <p:txBody>
          <a:bodyPr wrap="none" anchor="t" anchorCtr="0">
            <a:spAutoFit/>
          </a:bodyPr>
          <a:p>
            <a:pPr>
              <a:lnSpc>
                <a:spcPct val="90000"/>
              </a:lnSpc>
              <a:spcBef>
                <a:spcPct val="30000"/>
              </a:spcBef>
              <a:buClr>
                <a:schemeClr val="accent2"/>
              </a:buClr>
              <a:buFont typeface="Wingdings" panose="05000000000000000000" pitchFamily="2" charset="2"/>
            </a:pPr>
            <a:r>
              <a:rPr lang="en-US" altLang="zh-CN" sz="2800" b="1" dirty="0">
                <a:latin typeface="Times New Roman" panose="02020603050405020304" pitchFamily="18" charset="0"/>
                <a:ea typeface="宋体" panose="02010600030101010101" pitchFamily="2" charset="-122"/>
              </a:rPr>
              <a:t>1.  </a:t>
            </a:r>
            <a:r>
              <a:rPr lang="zh-CN" altLang="en-US" sz="2800" b="1" dirty="0">
                <a:latin typeface="Times New Roman" panose="02020603050405020304" pitchFamily="18" charset="0"/>
                <a:ea typeface="宋体" panose="02010600030101010101" pitchFamily="2" charset="-122"/>
              </a:rPr>
              <a:t>模糊集合的</a:t>
            </a:r>
            <a:r>
              <a:rPr lang="zh-CN" altLang="en-US" sz="2800" b="1" dirty="0">
                <a:solidFill>
                  <a:schemeClr val="accent2"/>
                </a:solidFill>
                <a:latin typeface="Times New Roman" panose="02020603050405020304" pitchFamily="18" charset="0"/>
                <a:ea typeface="宋体" panose="02010600030101010101" pitchFamily="2" charset="-122"/>
              </a:rPr>
              <a:t>定义</a:t>
            </a:r>
            <a:endParaRPr lang="zh-CN" altLang="en-US" sz="2800" b="1" dirty="0">
              <a:solidFill>
                <a:schemeClr val="accent2"/>
              </a:solidFill>
              <a:latin typeface="Times New Roman" panose="02020603050405020304" pitchFamily="18" charset="0"/>
              <a:ea typeface="宋体" panose="02010600030101010101" pitchFamily="2" charset="-122"/>
            </a:endParaRPr>
          </a:p>
        </p:txBody>
      </p:sp>
      <p:sp>
        <p:nvSpPr>
          <p:cNvPr id="56325" name="Rectangle 6"/>
          <p:cNvSpPr/>
          <p:nvPr/>
        </p:nvSpPr>
        <p:spPr>
          <a:xfrm>
            <a:off x="3838575" y="3209925"/>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56326" name="Object 5"/>
          <p:cNvGraphicFramePr>
            <a:graphicFrameLocks noChangeAspect="1"/>
          </p:cNvGraphicFramePr>
          <p:nvPr/>
        </p:nvGraphicFramePr>
        <p:xfrm>
          <a:off x="4114800" y="2060575"/>
          <a:ext cx="3048000" cy="911225"/>
        </p:xfrm>
        <a:graphic>
          <a:graphicData uri="http://schemas.openxmlformats.org/presentationml/2006/ole">
            <mc:AlternateContent xmlns:mc="http://schemas.openxmlformats.org/markup-compatibility/2006">
              <mc:Choice xmlns:v="urn:schemas-microsoft-com:vml" Requires="v">
                <p:oleObj spid="_x0000_s3211" name="" r:id="rId1" imgW="26546175" imgH="7896225" progId="Equation.DSMT4">
                  <p:embed/>
                </p:oleObj>
              </mc:Choice>
              <mc:Fallback>
                <p:oleObj name="" r:id="rId1" imgW="26546175" imgH="7896225" progId="Equation.DSMT4">
                  <p:embed/>
                  <p:pic>
                    <p:nvPicPr>
                      <p:cNvPr id="0" name="图片 3210"/>
                      <p:cNvPicPr/>
                      <p:nvPr/>
                    </p:nvPicPr>
                    <p:blipFill>
                      <a:blip r:embed="rId2"/>
                      <a:stretch>
                        <a:fillRect/>
                      </a:stretch>
                    </p:blipFill>
                    <p:spPr>
                      <a:xfrm>
                        <a:off x="4114800" y="2060575"/>
                        <a:ext cx="3048000" cy="911225"/>
                      </a:xfrm>
                      <a:prstGeom prst="rect">
                        <a:avLst/>
                      </a:prstGeom>
                      <a:noFill/>
                      <a:ln w="38100">
                        <a:noFill/>
                        <a:miter/>
                      </a:ln>
                    </p:spPr>
                  </p:pic>
                </p:oleObj>
              </mc:Fallback>
            </mc:AlternateContent>
          </a:graphicData>
        </a:graphic>
      </p:graphicFrame>
      <p:pic>
        <p:nvPicPr>
          <p:cNvPr id="56327" name="Picture 7"/>
          <p:cNvPicPr>
            <a:picLocks noChangeAspect="1"/>
          </p:cNvPicPr>
          <p:nvPr/>
        </p:nvPicPr>
        <p:blipFill>
          <a:blip r:embed="rId3"/>
          <a:stretch>
            <a:fillRect/>
          </a:stretch>
        </p:blipFill>
        <p:spPr>
          <a:xfrm>
            <a:off x="609600" y="3429000"/>
            <a:ext cx="3429000" cy="2414588"/>
          </a:xfrm>
          <a:prstGeom prst="rect">
            <a:avLst/>
          </a:prstGeom>
          <a:noFill/>
          <a:ln w="9525">
            <a:noFill/>
          </a:ln>
        </p:spPr>
      </p:pic>
      <p:sp>
        <p:nvSpPr>
          <p:cNvPr id="56328" name="Rectangle 10"/>
          <p:cNvSpPr/>
          <p:nvPr/>
        </p:nvSpPr>
        <p:spPr>
          <a:xfrm>
            <a:off x="3705225" y="2790825"/>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pic>
        <p:nvPicPr>
          <p:cNvPr id="56329" name="Picture 9"/>
          <p:cNvPicPr>
            <a:picLocks noChangeAspect="1"/>
          </p:cNvPicPr>
          <p:nvPr/>
        </p:nvPicPr>
        <p:blipFill>
          <a:blip r:embed="rId4"/>
          <a:stretch>
            <a:fillRect/>
          </a:stretch>
        </p:blipFill>
        <p:spPr>
          <a:xfrm>
            <a:off x="4953000" y="3419475"/>
            <a:ext cx="3429000" cy="2524125"/>
          </a:xfrm>
          <a:prstGeom prst="rect">
            <a:avLst/>
          </a:prstGeom>
          <a:noFill/>
          <a:ln w="9525">
            <a:noFill/>
          </a:ln>
        </p:spPr>
      </p:pic>
      <p:sp>
        <p:nvSpPr>
          <p:cNvPr id="56330" name="Text Box 11"/>
          <p:cNvSpPr txBox="1"/>
          <p:nvPr/>
        </p:nvSpPr>
        <p:spPr>
          <a:xfrm>
            <a:off x="5105400" y="5943600"/>
            <a:ext cx="3505200" cy="366713"/>
          </a:xfrm>
          <a:prstGeom prst="rect">
            <a:avLst/>
          </a:prstGeom>
          <a:noFill/>
          <a:ln w="9525">
            <a:noFill/>
          </a:ln>
        </p:spPr>
        <p:txBody>
          <a:bodyPr anchor="t" anchorCtr="0">
            <a:spAutoFit/>
          </a:bodyPr>
          <a:p>
            <a:pPr algn="ctr">
              <a:spcBef>
                <a:spcPct val="50000"/>
              </a:spcBef>
              <a:buClrTx/>
              <a:buFontTx/>
            </a:pPr>
            <a:r>
              <a:rPr lang="en-US" altLang="zh-CN" b="1" dirty="0">
                <a:latin typeface="Times New Roman" panose="02020603050405020304" pitchFamily="18" charset="0"/>
                <a:ea typeface="宋体" panose="02010600030101010101" pitchFamily="2" charset="-122"/>
              </a:rPr>
              <a:t>“</a:t>
            </a:r>
            <a:r>
              <a:rPr lang="zh-CN" altLang="en-US" b="1" dirty="0">
                <a:latin typeface="宋体" panose="02010600030101010101" pitchFamily="2" charset="-122"/>
                <a:ea typeface="宋体" panose="02010600030101010101" pitchFamily="2" charset="-122"/>
              </a:rPr>
              <a:t>成年人</a:t>
            </a:r>
            <a:r>
              <a:rPr lang="zh-CN" altLang="en-US" b="1" dirty="0">
                <a:latin typeface="Times New Roman" panose="02020603050405020304" pitchFamily="18" charset="0"/>
                <a:ea typeface="宋体" panose="02010600030101010101" pitchFamily="2" charset="-122"/>
              </a:rPr>
              <a:t>” </a:t>
            </a:r>
            <a:r>
              <a:rPr lang="zh-CN" altLang="en-US" b="1" dirty="0">
                <a:latin typeface="宋体" panose="02010600030101010101" pitchFamily="2" charset="-122"/>
                <a:ea typeface="宋体" panose="02010600030101010101" pitchFamily="2" charset="-122"/>
              </a:rPr>
              <a:t>隶属度函数图</a:t>
            </a:r>
            <a:r>
              <a:rPr lang="zh-CN" altLang="en-US" b="1" dirty="0">
                <a:latin typeface="Arial" panose="020B0604020202020204" pitchFamily="34" charset="0"/>
                <a:ea typeface="宋体" panose="02010600030101010101" pitchFamily="2" charset="-122"/>
              </a:rPr>
              <a:t> </a:t>
            </a:r>
            <a:endParaRPr lang="zh-CN" altLang="en-US" b="1" dirty="0">
              <a:latin typeface="Arial" panose="020B0604020202020204" pitchFamily="34" charset="0"/>
              <a:ea typeface="宋体" panose="02010600030101010101" pitchFamily="2" charset="-122"/>
            </a:endParaRPr>
          </a:p>
        </p:txBody>
      </p:sp>
      <p:sp>
        <p:nvSpPr>
          <p:cNvPr id="56331" name="Text Box 13"/>
          <p:cNvSpPr txBox="1"/>
          <p:nvPr/>
        </p:nvSpPr>
        <p:spPr>
          <a:xfrm>
            <a:off x="685800" y="5867400"/>
            <a:ext cx="3352800" cy="366713"/>
          </a:xfrm>
          <a:prstGeom prst="rect">
            <a:avLst/>
          </a:prstGeom>
          <a:noFill/>
          <a:ln w="9525">
            <a:noFill/>
          </a:ln>
        </p:spPr>
        <p:txBody>
          <a:bodyPr anchor="t" anchorCtr="0">
            <a:spAutoFit/>
          </a:bodyPr>
          <a:p>
            <a:pPr algn="ctr">
              <a:spcBef>
                <a:spcPct val="50000"/>
              </a:spcBef>
              <a:buClrTx/>
              <a:buFontTx/>
            </a:pPr>
            <a:r>
              <a:rPr lang="en-US" altLang="zh-CN" b="1" dirty="0">
                <a:latin typeface="Times New Roman" panose="02020603050405020304" pitchFamily="18" charset="0"/>
                <a:ea typeface="宋体" panose="02010600030101010101" pitchFamily="2" charset="-122"/>
              </a:rPr>
              <a:t> “</a:t>
            </a:r>
            <a:r>
              <a:rPr lang="zh-CN" altLang="en-US" b="1" dirty="0">
                <a:latin typeface="宋体" panose="02010600030101010101" pitchFamily="2" charset="-122"/>
                <a:ea typeface="宋体" panose="02010600030101010101" pitchFamily="2" charset="-122"/>
              </a:rPr>
              <a:t>成年人</a:t>
            </a:r>
            <a:r>
              <a:rPr lang="zh-CN" altLang="en-US" b="1" dirty="0">
                <a:latin typeface="Times New Roman" panose="02020603050405020304" pitchFamily="18" charset="0"/>
                <a:ea typeface="宋体" panose="02010600030101010101" pitchFamily="2" charset="-122"/>
              </a:rPr>
              <a:t>” </a:t>
            </a:r>
            <a:r>
              <a:rPr lang="zh-CN" altLang="en-US" b="1" dirty="0">
                <a:latin typeface="宋体" panose="02010600030101010101" pitchFamily="2" charset="-122"/>
                <a:ea typeface="宋体" panose="02010600030101010101" pitchFamily="2" charset="-122"/>
              </a:rPr>
              <a:t>特征函数图</a:t>
            </a:r>
            <a:r>
              <a:rPr lang="zh-CN" altLang="en-US" b="1" dirty="0">
                <a:latin typeface="Arial" panose="020B0604020202020204" pitchFamily="34" charset="0"/>
                <a:ea typeface="宋体" panose="02010600030101010101" pitchFamily="2" charset="-122"/>
              </a:rPr>
              <a:t> </a:t>
            </a:r>
            <a:endParaRPr lang="zh-CN" altLang="en-US" b="1" dirty="0">
              <a:latin typeface="Arial" panose="020B0604020202020204" pitchFamily="34" charset="0"/>
              <a:ea typeface="宋体" panose="02010600030101010101" pitchFamily="2" charset="-122"/>
            </a:endParaRPr>
          </a:p>
        </p:txBody>
      </p:sp>
      <p:sp>
        <p:nvSpPr>
          <p:cNvPr id="56332" name="Text Box 14"/>
          <p:cNvSpPr txBox="1"/>
          <p:nvPr/>
        </p:nvSpPr>
        <p:spPr>
          <a:xfrm>
            <a:off x="755650" y="5373688"/>
            <a:ext cx="215900" cy="336550"/>
          </a:xfrm>
          <a:prstGeom prst="rect">
            <a:avLst/>
          </a:prstGeom>
          <a:noFill/>
          <a:ln w="9525">
            <a:noFill/>
          </a:ln>
        </p:spPr>
        <p:txBody>
          <a:bodyPr anchor="t" anchorCtr="0">
            <a:spAutoFit/>
          </a:bodyPr>
          <a:p>
            <a:pPr>
              <a:spcBef>
                <a:spcPct val="50000"/>
              </a:spcBef>
              <a:buClrTx/>
              <a:buFontTx/>
            </a:pPr>
            <a:r>
              <a:rPr lang="en-US" altLang="zh-CN" sz="1600" dirty="0">
                <a:latin typeface="Arial" panose="020B0604020202020204" pitchFamily="34" charset="0"/>
                <a:ea typeface="宋体" panose="02010600030101010101" pitchFamily="2" charset="-122"/>
              </a:rPr>
              <a:t>0</a:t>
            </a:r>
            <a:endParaRPr lang="en-US" altLang="zh-CN" sz="1600" dirty="0">
              <a:latin typeface="Arial" panose="020B0604020202020204" pitchFamily="34" charset="0"/>
              <a:ea typeface="宋体" panose="02010600030101010101" pitchFamily="2" charset="-122"/>
            </a:endParaRPr>
          </a:p>
        </p:txBody>
      </p:sp>
      <p:sp>
        <p:nvSpPr>
          <p:cNvPr id="56333" name="Text Box 15"/>
          <p:cNvSpPr txBox="1"/>
          <p:nvPr/>
        </p:nvSpPr>
        <p:spPr>
          <a:xfrm>
            <a:off x="5148263" y="5516563"/>
            <a:ext cx="215900" cy="336550"/>
          </a:xfrm>
          <a:prstGeom prst="rect">
            <a:avLst/>
          </a:prstGeom>
          <a:noFill/>
          <a:ln w="9525">
            <a:noFill/>
          </a:ln>
        </p:spPr>
        <p:txBody>
          <a:bodyPr anchor="t" anchorCtr="0">
            <a:spAutoFit/>
          </a:bodyPr>
          <a:p>
            <a:pPr>
              <a:spcBef>
                <a:spcPct val="50000"/>
              </a:spcBef>
              <a:buClrTx/>
              <a:buFontTx/>
            </a:pPr>
            <a:r>
              <a:rPr lang="en-US" altLang="zh-CN" sz="1600" dirty="0">
                <a:latin typeface="Arial" panose="020B0604020202020204" pitchFamily="34" charset="0"/>
                <a:ea typeface="宋体" panose="02010600030101010101" pitchFamily="2" charset="-122"/>
              </a:rPr>
              <a:t>0</a:t>
            </a:r>
            <a:endParaRPr lang="en-US" altLang="zh-CN" sz="1600" dirty="0">
              <a:latin typeface="Arial" panose="020B0604020202020204" pitchFamily="34" charset="0"/>
              <a:ea typeface="宋体" panose="02010600030101010101" pitchFamily="2" charset="-122"/>
            </a:endParaRPr>
          </a:p>
        </p:txBody>
      </p:sp>
    </p:spTree>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57346" name="Text Box 24"/>
          <p:cNvSpPr>
            <a:spLocks noGrp="1"/>
          </p:cNvSpPr>
          <p:nvPr>
            <p:ph idx="1"/>
          </p:nvPr>
        </p:nvSpPr>
        <p:spPr>
          <a:xfrm>
            <a:off x="381000" y="1905000"/>
            <a:ext cx="8512175" cy="2505075"/>
          </a:xfrm>
          <a:solidFill>
            <a:srgbClr val="FFFFFF"/>
          </a:solidFill>
          <a:ln>
            <a:solidFill>
              <a:srgbClr val="808080"/>
            </a:solidFill>
            <a:miter/>
          </a:ln>
        </p:spPr>
        <p:txBody>
          <a:bodyPr vert="horz" wrap="square" lIns="91440" tIns="45720" rIns="91440" bIns="45720" anchor="t" anchorCtr="0"/>
          <a:p>
            <a:pPr eaLnBrk="1" hangingPunct="1">
              <a:spcBef>
                <a:spcPct val="40000"/>
              </a:spcBef>
              <a:buFont typeface="Wingdings" panose="05000000000000000000" pitchFamily="2" charset="2"/>
              <a:buChar char="§"/>
            </a:pPr>
            <a:r>
              <a:rPr lang="zh-CN" altLang="en-US" sz="2600" dirty="0">
                <a:latin typeface="Times New Roman" panose="02020603050405020304" pitchFamily="18" charset="0"/>
              </a:rPr>
              <a:t>当论域中元素数目有限时，模糊集合   的数学描述为</a:t>
            </a:r>
            <a:endParaRPr lang="zh-CN" altLang="en-US" sz="2600" dirty="0">
              <a:latin typeface="Times New Roman" panose="02020603050405020304" pitchFamily="18" charset="0"/>
            </a:endParaRPr>
          </a:p>
          <a:p>
            <a:pPr eaLnBrk="1" hangingPunct="1">
              <a:spcBef>
                <a:spcPct val="40000"/>
              </a:spcBef>
              <a:buNone/>
            </a:pPr>
            <a:endParaRPr lang="zh-CN" altLang="en-US" sz="2600" dirty="0">
              <a:latin typeface="Times New Roman" panose="02020603050405020304" pitchFamily="18" charset="0"/>
            </a:endParaRPr>
          </a:p>
          <a:p>
            <a:pPr eaLnBrk="1" hangingPunct="1">
              <a:spcBef>
                <a:spcPct val="40000"/>
              </a:spcBef>
              <a:buNone/>
            </a:pPr>
            <a:r>
              <a:rPr lang="zh-CN" altLang="en-US" sz="2600" dirty="0">
                <a:latin typeface="Times New Roman" panose="02020603050405020304" pitchFamily="18" charset="0"/>
              </a:rPr>
              <a:t>                ：元素      属于模糊集     的隶属度，    是元素</a:t>
            </a:r>
            <a:endParaRPr lang="zh-CN" altLang="en-US" sz="2600" dirty="0">
              <a:latin typeface="Times New Roman" panose="02020603050405020304" pitchFamily="18" charset="0"/>
            </a:endParaRPr>
          </a:p>
          <a:p>
            <a:pPr eaLnBrk="1" hangingPunct="1">
              <a:spcBef>
                <a:spcPct val="40000"/>
              </a:spcBef>
              <a:buNone/>
            </a:pPr>
            <a:r>
              <a:rPr lang="zh-CN" altLang="en-US" sz="2600" dirty="0">
                <a:latin typeface="Times New Roman" panose="02020603050405020304" pitchFamily="18" charset="0"/>
              </a:rPr>
              <a:t>      的论域。</a:t>
            </a:r>
            <a:endParaRPr lang="zh-CN" altLang="en-US" sz="2600" dirty="0">
              <a:latin typeface="Times New Roman" panose="02020603050405020304" pitchFamily="18" charset="0"/>
            </a:endParaRPr>
          </a:p>
        </p:txBody>
      </p:sp>
      <p:graphicFrame>
        <p:nvGraphicFramePr>
          <p:cNvPr id="57347" name="Object 6"/>
          <p:cNvGraphicFramePr>
            <a:graphicFrameLocks noChangeAspect="1"/>
          </p:cNvGraphicFramePr>
          <p:nvPr/>
        </p:nvGraphicFramePr>
        <p:xfrm>
          <a:off x="1646238" y="2633663"/>
          <a:ext cx="4516437" cy="566737"/>
        </p:xfrm>
        <a:graphic>
          <a:graphicData uri="http://schemas.openxmlformats.org/presentationml/2006/ole">
            <mc:AlternateContent xmlns:mc="http://schemas.openxmlformats.org/markup-compatibility/2006">
              <mc:Choice xmlns:v="urn:schemas-microsoft-com:vml" Requires="v">
                <p:oleObj spid="_x0000_s3209" name="" r:id="rId1" imgW="28746450" imgH="5048250" progId="Equation.DSMT4">
                  <p:embed/>
                </p:oleObj>
              </mc:Choice>
              <mc:Fallback>
                <p:oleObj name="" r:id="rId1" imgW="28746450" imgH="5048250" progId="Equation.DSMT4">
                  <p:embed/>
                  <p:pic>
                    <p:nvPicPr>
                      <p:cNvPr id="0" name="图片 3208"/>
                      <p:cNvPicPr/>
                      <p:nvPr/>
                    </p:nvPicPr>
                    <p:blipFill>
                      <a:blip r:embed="rId2"/>
                      <a:stretch>
                        <a:fillRect/>
                      </a:stretch>
                    </p:blipFill>
                    <p:spPr>
                      <a:xfrm>
                        <a:off x="1646238" y="2633663"/>
                        <a:ext cx="4516437" cy="566737"/>
                      </a:xfrm>
                      <a:prstGeom prst="rect">
                        <a:avLst/>
                      </a:prstGeom>
                      <a:noFill/>
                      <a:ln w="38100">
                        <a:noFill/>
                        <a:miter/>
                      </a:ln>
                    </p:spPr>
                  </p:pic>
                </p:oleObj>
              </mc:Fallback>
            </mc:AlternateContent>
          </a:graphicData>
        </a:graphic>
      </p:graphicFrame>
      <p:graphicFrame>
        <p:nvGraphicFramePr>
          <p:cNvPr id="57348" name="Object 8"/>
          <p:cNvGraphicFramePr>
            <a:graphicFrameLocks noChangeAspect="1"/>
          </p:cNvGraphicFramePr>
          <p:nvPr/>
        </p:nvGraphicFramePr>
        <p:xfrm>
          <a:off x="844550" y="3244850"/>
          <a:ext cx="928688" cy="482600"/>
        </p:xfrm>
        <a:graphic>
          <a:graphicData uri="http://schemas.openxmlformats.org/presentationml/2006/ole">
            <mc:AlternateContent xmlns:mc="http://schemas.openxmlformats.org/markup-compatibility/2006">
              <mc:Choice xmlns:v="urn:schemas-microsoft-com:vml" Requires="v">
                <p:oleObj spid="_x0000_s3206" name="" r:id="rId3" imgW="7896225" imgH="4171950" progId="Equation.DSMT4">
                  <p:embed/>
                </p:oleObj>
              </mc:Choice>
              <mc:Fallback>
                <p:oleObj name="" r:id="rId3" imgW="7896225" imgH="4171950" progId="Equation.DSMT4">
                  <p:embed/>
                  <p:pic>
                    <p:nvPicPr>
                      <p:cNvPr id="0" name="图片 3205"/>
                      <p:cNvPicPr/>
                      <p:nvPr/>
                    </p:nvPicPr>
                    <p:blipFill>
                      <a:blip r:embed="rId4"/>
                      <a:stretch>
                        <a:fillRect/>
                      </a:stretch>
                    </p:blipFill>
                    <p:spPr>
                      <a:xfrm>
                        <a:off x="844550" y="3244850"/>
                        <a:ext cx="928688" cy="482600"/>
                      </a:xfrm>
                      <a:prstGeom prst="rect">
                        <a:avLst/>
                      </a:prstGeom>
                      <a:noFill/>
                      <a:ln w="38100">
                        <a:noFill/>
                        <a:miter/>
                      </a:ln>
                    </p:spPr>
                  </p:pic>
                </p:oleObj>
              </mc:Fallback>
            </mc:AlternateContent>
          </a:graphicData>
        </a:graphic>
      </p:graphicFrame>
      <p:graphicFrame>
        <p:nvGraphicFramePr>
          <p:cNvPr id="57349" name="Object 10"/>
          <p:cNvGraphicFramePr>
            <a:graphicFrameLocks noChangeAspect="1"/>
          </p:cNvGraphicFramePr>
          <p:nvPr/>
        </p:nvGraphicFramePr>
        <p:xfrm>
          <a:off x="2860675" y="3325813"/>
          <a:ext cx="342900" cy="365125"/>
        </p:xfrm>
        <a:graphic>
          <a:graphicData uri="http://schemas.openxmlformats.org/presentationml/2006/ole">
            <mc:AlternateContent xmlns:mc="http://schemas.openxmlformats.org/markup-compatibility/2006">
              <mc:Choice xmlns:v="urn:schemas-microsoft-com:vml" Requires="v">
                <p:oleObj spid="_x0000_s3207" name="" r:id="rId5" imgW="1971675" imgH="2190750" progId="Equation.3">
                  <p:embed/>
                </p:oleObj>
              </mc:Choice>
              <mc:Fallback>
                <p:oleObj name="" r:id="rId5" imgW="1971675" imgH="2190750" progId="Equation.3">
                  <p:embed/>
                  <p:pic>
                    <p:nvPicPr>
                      <p:cNvPr id="0" name="图片 3206"/>
                      <p:cNvPicPr/>
                      <p:nvPr/>
                    </p:nvPicPr>
                    <p:blipFill>
                      <a:blip r:embed="rId6"/>
                      <a:stretch>
                        <a:fillRect/>
                      </a:stretch>
                    </p:blipFill>
                    <p:spPr>
                      <a:xfrm>
                        <a:off x="2860675" y="3325813"/>
                        <a:ext cx="342900" cy="365125"/>
                      </a:xfrm>
                      <a:prstGeom prst="rect">
                        <a:avLst/>
                      </a:prstGeom>
                      <a:noFill/>
                      <a:ln w="38100">
                        <a:noFill/>
                        <a:miter/>
                      </a:ln>
                    </p:spPr>
                  </p:pic>
                </p:oleObj>
              </mc:Fallback>
            </mc:AlternateContent>
          </a:graphicData>
        </a:graphic>
      </p:graphicFrame>
      <p:graphicFrame>
        <p:nvGraphicFramePr>
          <p:cNvPr id="57350" name="Object 12"/>
          <p:cNvGraphicFramePr>
            <a:graphicFrameLocks noChangeAspect="1"/>
          </p:cNvGraphicFramePr>
          <p:nvPr/>
        </p:nvGraphicFramePr>
        <p:xfrm>
          <a:off x="4900613" y="3241675"/>
          <a:ext cx="463550" cy="457200"/>
        </p:xfrm>
        <a:graphic>
          <a:graphicData uri="http://schemas.openxmlformats.org/presentationml/2006/ole">
            <mc:AlternateContent xmlns:mc="http://schemas.openxmlformats.org/markup-compatibility/2006">
              <mc:Choice xmlns:v="urn:schemas-microsoft-com:vml" Requires="v">
                <p:oleObj spid="_x0000_s3208" name="" r:id="rId7" imgW="2409825" imgH="2409825" progId="Equation.3">
                  <p:embed/>
                </p:oleObj>
              </mc:Choice>
              <mc:Fallback>
                <p:oleObj name="" r:id="rId7" imgW="2409825" imgH="2409825" progId="Equation.3">
                  <p:embed/>
                  <p:pic>
                    <p:nvPicPr>
                      <p:cNvPr id="0" name="图片 3207"/>
                      <p:cNvPicPr/>
                      <p:nvPr/>
                    </p:nvPicPr>
                    <p:blipFill>
                      <a:blip r:embed="rId8"/>
                      <a:stretch>
                        <a:fillRect/>
                      </a:stretch>
                    </p:blipFill>
                    <p:spPr>
                      <a:xfrm>
                        <a:off x="4900613" y="3241675"/>
                        <a:ext cx="463550" cy="457200"/>
                      </a:xfrm>
                      <a:prstGeom prst="rect">
                        <a:avLst/>
                      </a:prstGeom>
                      <a:noFill/>
                      <a:ln w="38100">
                        <a:noFill/>
                        <a:miter/>
                      </a:ln>
                    </p:spPr>
                  </p:pic>
                </p:oleObj>
              </mc:Fallback>
            </mc:AlternateContent>
          </a:graphicData>
        </a:graphic>
      </p:graphicFrame>
      <p:graphicFrame>
        <p:nvGraphicFramePr>
          <p:cNvPr id="57351" name="Object 14"/>
          <p:cNvGraphicFramePr>
            <a:graphicFrameLocks noChangeAspect="1"/>
          </p:cNvGraphicFramePr>
          <p:nvPr/>
        </p:nvGraphicFramePr>
        <p:xfrm>
          <a:off x="6921500" y="3302000"/>
          <a:ext cx="387350" cy="357188"/>
        </p:xfrm>
        <a:graphic>
          <a:graphicData uri="http://schemas.openxmlformats.org/presentationml/2006/ole">
            <mc:AlternateContent xmlns:mc="http://schemas.openxmlformats.org/markup-compatibility/2006">
              <mc:Choice xmlns:v="urn:schemas-microsoft-com:vml" Requires="v">
                <p:oleObj spid="_x0000_s3210" name="" r:id="rId9" imgW="2628900" imgH="2409825" progId="Equation.3">
                  <p:embed/>
                </p:oleObj>
              </mc:Choice>
              <mc:Fallback>
                <p:oleObj name="" r:id="rId9" imgW="2628900" imgH="2409825" progId="Equation.3">
                  <p:embed/>
                  <p:pic>
                    <p:nvPicPr>
                      <p:cNvPr id="0" name="图片 3209"/>
                      <p:cNvPicPr/>
                      <p:nvPr/>
                    </p:nvPicPr>
                    <p:blipFill>
                      <a:blip r:embed="rId10"/>
                      <a:stretch>
                        <a:fillRect/>
                      </a:stretch>
                    </p:blipFill>
                    <p:spPr>
                      <a:xfrm>
                        <a:off x="6921500" y="3302000"/>
                        <a:ext cx="387350" cy="357188"/>
                      </a:xfrm>
                      <a:prstGeom prst="rect">
                        <a:avLst/>
                      </a:prstGeom>
                      <a:noFill/>
                      <a:ln w="38100">
                        <a:noFill/>
                        <a:miter/>
                      </a:ln>
                    </p:spPr>
                  </p:pic>
                </p:oleObj>
              </mc:Fallback>
            </mc:AlternateContent>
          </a:graphicData>
        </a:graphic>
      </p:graphicFrame>
      <p:graphicFrame>
        <p:nvGraphicFramePr>
          <p:cNvPr id="57352" name="Object 16"/>
          <p:cNvGraphicFramePr>
            <a:graphicFrameLocks noChangeAspect="1"/>
          </p:cNvGraphicFramePr>
          <p:nvPr/>
        </p:nvGraphicFramePr>
        <p:xfrm>
          <a:off x="8302625" y="3287713"/>
          <a:ext cx="407988" cy="433387"/>
        </p:xfrm>
        <a:graphic>
          <a:graphicData uri="http://schemas.openxmlformats.org/presentationml/2006/ole">
            <mc:AlternateContent xmlns:mc="http://schemas.openxmlformats.org/markup-compatibility/2006">
              <mc:Choice xmlns:v="urn:schemas-microsoft-com:vml" Requires="v">
                <p:oleObj spid="_x0000_s3212" name="" r:id="rId11" imgW="1971675" imgH="2190750" progId="Equation.3">
                  <p:embed/>
                </p:oleObj>
              </mc:Choice>
              <mc:Fallback>
                <p:oleObj name="" r:id="rId11" imgW="1971675" imgH="2190750" progId="Equation.3">
                  <p:embed/>
                  <p:pic>
                    <p:nvPicPr>
                      <p:cNvPr id="0" name="图片 3211"/>
                      <p:cNvPicPr/>
                      <p:nvPr/>
                    </p:nvPicPr>
                    <p:blipFill>
                      <a:blip r:embed="rId12"/>
                      <a:stretch>
                        <a:fillRect/>
                      </a:stretch>
                    </p:blipFill>
                    <p:spPr>
                      <a:xfrm>
                        <a:off x="8302625" y="3287713"/>
                        <a:ext cx="407988" cy="433387"/>
                      </a:xfrm>
                      <a:prstGeom prst="rect">
                        <a:avLst/>
                      </a:prstGeom>
                      <a:noFill/>
                      <a:ln w="38100">
                        <a:noFill/>
                        <a:miter/>
                      </a:ln>
                    </p:spPr>
                  </p:pic>
                </p:oleObj>
              </mc:Fallback>
            </mc:AlternateContent>
          </a:graphicData>
        </a:graphic>
      </p:graphicFrame>
      <p:sp>
        <p:nvSpPr>
          <p:cNvPr id="57353" name="Rectangle 5"/>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7354" name="Rectangle 7"/>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7355" name="Rectangle 9"/>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7356" name="Rectangle 11"/>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7357" name="Rectangle 13"/>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7358" name="Rectangle 15"/>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7359" name="Rectangle 17"/>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57360" name="Object 4"/>
          <p:cNvGraphicFramePr>
            <a:graphicFrameLocks noChangeAspect="1"/>
          </p:cNvGraphicFramePr>
          <p:nvPr/>
        </p:nvGraphicFramePr>
        <p:xfrm>
          <a:off x="6256338" y="2057400"/>
          <a:ext cx="296862" cy="355600"/>
        </p:xfrm>
        <a:graphic>
          <a:graphicData uri="http://schemas.openxmlformats.org/presentationml/2006/ole">
            <mc:AlternateContent xmlns:mc="http://schemas.openxmlformats.org/markup-compatibility/2006">
              <mc:Choice xmlns:v="urn:schemas-microsoft-com:vml" Requires="v">
                <p:oleObj spid="_x0000_s3214" name="" r:id="rId13" imgW="2409825" imgH="2409825" progId="Equation.3">
                  <p:embed/>
                </p:oleObj>
              </mc:Choice>
              <mc:Fallback>
                <p:oleObj name="" r:id="rId13" imgW="2409825" imgH="2409825" progId="Equation.3">
                  <p:embed/>
                  <p:pic>
                    <p:nvPicPr>
                      <p:cNvPr id="0" name="图片 3213"/>
                      <p:cNvPicPr/>
                      <p:nvPr/>
                    </p:nvPicPr>
                    <p:blipFill>
                      <a:blip r:embed="rId14"/>
                      <a:stretch>
                        <a:fillRect/>
                      </a:stretch>
                    </p:blipFill>
                    <p:spPr>
                      <a:xfrm>
                        <a:off x="6256338" y="2057400"/>
                        <a:ext cx="296862" cy="355600"/>
                      </a:xfrm>
                      <a:prstGeom prst="rect">
                        <a:avLst/>
                      </a:prstGeom>
                      <a:noFill/>
                      <a:ln w="38100">
                        <a:noFill/>
                        <a:miter/>
                      </a:ln>
                    </p:spPr>
                  </p:pic>
                </p:oleObj>
              </mc:Fallback>
            </mc:AlternateContent>
          </a:graphicData>
        </a:graphic>
      </p:graphicFrame>
      <p:sp>
        <p:nvSpPr>
          <p:cNvPr id="57361" name="Rectangle 19"/>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7362" name="Rectangle 20"/>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4.4.2 </a:t>
            </a:r>
            <a:r>
              <a:rPr lang="zh-CN" altLang="en-US" b="0" dirty="0">
                <a:latin typeface="Times New Roman" panose="02020603050405020304" pitchFamily="18" charset="0"/>
              </a:rPr>
              <a:t>模糊集合</a:t>
            </a:r>
            <a:endParaRPr lang="zh-CN" altLang="en-US" b="0" dirty="0">
              <a:latin typeface="Times New Roman" panose="02020603050405020304" pitchFamily="18" charset="0"/>
            </a:endParaRPr>
          </a:p>
        </p:txBody>
      </p:sp>
      <p:sp>
        <p:nvSpPr>
          <p:cNvPr id="57363" name="Rectangle 21"/>
          <p:cNvSpPr/>
          <p:nvPr/>
        </p:nvSpPr>
        <p:spPr>
          <a:xfrm>
            <a:off x="395288" y="1138238"/>
            <a:ext cx="3933825" cy="561975"/>
          </a:xfrm>
          <a:prstGeom prst="rect">
            <a:avLst/>
          </a:prstGeom>
          <a:noFill/>
          <a:ln w="9525">
            <a:noFill/>
          </a:ln>
        </p:spPr>
        <p:txBody>
          <a:bodyPr wrap="none" anchor="t" anchorCtr="0">
            <a:spAutoFit/>
          </a:bodyPr>
          <a:p>
            <a:pPr>
              <a:lnSpc>
                <a:spcPct val="110000"/>
              </a:lnSpc>
              <a:spcBef>
                <a:spcPct val="30000"/>
              </a:spcBef>
              <a:buClr>
                <a:schemeClr val="accent2"/>
              </a:buClr>
              <a:buFont typeface="Wingdings" panose="05000000000000000000" pitchFamily="2" charset="2"/>
            </a:pPr>
            <a:r>
              <a:rPr lang="en-US" altLang="zh-CN" sz="2800" b="1" dirty="0">
                <a:latin typeface="Times New Roman" panose="02020603050405020304" pitchFamily="18" charset="0"/>
                <a:ea typeface="宋体" panose="02010600030101010101" pitchFamily="2" charset="-122"/>
              </a:rPr>
              <a:t>2</a:t>
            </a:r>
            <a:r>
              <a:rPr lang="zh-CN" altLang="en-US" sz="2800" b="1" dirty="0">
                <a:latin typeface="Times New Roman" panose="02020603050405020304" pitchFamily="18" charset="0"/>
                <a:ea typeface="宋体" panose="02010600030101010101" pitchFamily="2" charset="-122"/>
              </a:rPr>
              <a:t>．模糊集合的表示方法</a:t>
            </a:r>
            <a:endParaRPr lang="zh-CN" altLang="en-US" sz="2800" b="1" dirty="0">
              <a:latin typeface="Times New Roman" panose="02020603050405020304" pitchFamily="18" charset="0"/>
              <a:ea typeface="宋体" panose="02010600030101010101" pitchFamily="2" charset="-122"/>
            </a:endParaRPr>
          </a:p>
        </p:txBody>
      </p:sp>
    </p:spTree>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58370" name="Rectangle 2"/>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8371" name="Rectangle 3"/>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8372" name="Rectangle 4"/>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8373" name="Rectangle 5"/>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8374" name="Rectangle 6"/>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8375" name="Rectangle 7"/>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8376" name="Rectangle 8"/>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8377" name="Rectangle 18"/>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8378" name="Rectangle 19"/>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4.4.2 </a:t>
            </a:r>
            <a:r>
              <a:rPr lang="zh-CN" altLang="en-US" b="0" dirty="0">
                <a:latin typeface="Times New Roman" panose="02020603050405020304" pitchFamily="18" charset="0"/>
              </a:rPr>
              <a:t>模糊集合</a:t>
            </a:r>
            <a:endParaRPr lang="zh-CN" altLang="en-US" b="0" dirty="0">
              <a:latin typeface="Times New Roman" panose="02020603050405020304" pitchFamily="18" charset="0"/>
            </a:endParaRPr>
          </a:p>
        </p:txBody>
      </p:sp>
      <p:sp>
        <p:nvSpPr>
          <p:cNvPr id="58379" name="Rectangle 20"/>
          <p:cNvSpPr/>
          <p:nvPr/>
        </p:nvSpPr>
        <p:spPr>
          <a:xfrm>
            <a:off x="350838" y="962025"/>
            <a:ext cx="3933825" cy="1160463"/>
          </a:xfrm>
          <a:prstGeom prst="rect">
            <a:avLst/>
          </a:prstGeom>
          <a:noFill/>
          <a:ln w="9525">
            <a:noFill/>
          </a:ln>
        </p:spPr>
        <p:txBody>
          <a:bodyPr wrap="none" anchor="t" anchorCtr="0">
            <a:spAutoFit/>
          </a:bodyPr>
          <a:p>
            <a:pPr>
              <a:lnSpc>
                <a:spcPct val="110000"/>
              </a:lnSpc>
              <a:spcBef>
                <a:spcPct val="30000"/>
              </a:spcBef>
              <a:buClr>
                <a:schemeClr val="accent2"/>
              </a:buClr>
              <a:buFont typeface="Wingdings" panose="05000000000000000000" pitchFamily="2" charset="2"/>
            </a:pPr>
            <a:r>
              <a:rPr lang="en-US" altLang="zh-CN" sz="2800" b="1" dirty="0">
                <a:latin typeface="Times New Roman" panose="02020603050405020304" pitchFamily="18" charset="0"/>
                <a:ea typeface="宋体" panose="02010600030101010101" pitchFamily="2" charset="-122"/>
              </a:rPr>
              <a:t>2</a:t>
            </a:r>
            <a:r>
              <a:rPr lang="zh-CN" altLang="en-US" sz="2800" b="1" dirty="0">
                <a:latin typeface="Times New Roman" panose="02020603050405020304" pitchFamily="18" charset="0"/>
                <a:ea typeface="宋体" panose="02010600030101010101" pitchFamily="2" charset="-122"/>
              </a:rPr>
              <a:t>．模糊集合的表示方法</a:t>
            </a:r>
            <a:endParaRPr lang="zh-CN" altLang="en-US" sz="2800" b="1" dirty="0">
              <a:latin typeface="Times New Roman" panose="02020603050405020304" pitchFamily="18" charset="0"/>
              <a:ea typeface="宋体" panose="02010600030101010101" pitchFamily="2" charset="-122"/>
            </a:endParaRPr>
          </a:p>
          <a:p>
            <a:pPr>
              <a:lnSpc>
                <a:spcPct val="110000"/>
              </a:lnSpc>
              <a:spcBef>
                <a:spcPct val="30000"/>
              </a:spcBef>
              <a:buClr>
                <a:schemeClr val="accent2"/>
              </a:buClr>
              <a:buFont typeface="Wingdings" panose="05000000000000000000" pitchFamily="2" charset="2"/>
            </a:pPr>
            <a:r>
              <a:rPr lang="zh-CN" altLang="en-US" sz="2800" b="1" dirty="0">
                <a:solidFill>
                  <a:schemeClr val="accent2"/>
                </a:solidFill>
                <a:latin typeface="Times New Roman" panose="02020603050405020304" pitchFamily="18" charset="0"/>
                <a:ea typeface="宋体" panose="02010600030101010101" pitchFamily="2" charset="-122"/>
              </a:rPr>
              <a:t>（</a:t>
            </a:r>
            <a:r>
              <a:rPr lang="en-US" altLang="zh-CN" sz="2800" b="1" dirty="0">
                <a:solidFill>
                  <a:schemeClr val="accent2"/>
                </a:solidFill>
                <a:latin typeface="Times New Roman" panose="02020603050405020304" pitchFamily="18" charset="0"/>
                <a:ea typeface="宋体" panose="02010600030101010101" pitchFamily="2" charset="-122"/>
              </a:rPr>
              <a:t>1</a:t>
            </a:r>
            <a:r>
              <a:rPr lang="zh-CN" altLang="en-US" sz="2800" b="1" dirty="0">
                <a:solidFill>
                  <a:schemeClr val="accent2"/>
                </a:solidFill>
                <a:latin typeface="Times New Roman" panose="02020603050405020304" pitchFamily="18" charset="0"/>
                <a:ea typeface="宋体" panose="02010600030101010101" pitchFamily="2" charset="-122"/>
              </a:rPr>
              <a:t>）</a:t>
            </a:r>
            <a:r>
              <a:rPr lang="en-US" altLang="zh-CN" sz="2800" b="1" dirty="0">
                <a:solidFill>
                  <a:schemeClr val="accent2"/>
                </a:solidFill>
                <a:latin typeface="Times New Roman" panose="02020603050405020304" pitchFamily="18" charset="0"/>
                <a:ea typeface="宋体" panose="02010600030101010101" pitchFamily="2" charset="-122"/>
              </a:rPr>
              <a:t>Zadeh</a:t>
            </a:r>
            <a:r>
              <a:rPr lang="zh-CN" altLang="en-US" sz="2800" b="1" dirty="0">
                <a:solidFill>
                  <a:schemeClr val="accent2"/>
                </a:solidFill>
                <a:latin typeface="Times New Roman" panose="02020603050405020304" pitchFamily="18" charset="0"/>
                <a:ea typeface="宋体" panose="02010600030101010101" pitchFamily="2" charset="-122"/>
              </a:rPr>
              <a:t>表示法</a:t>
            </a:r>
            <a:endParaRPr lang="zh-CN" altLang="en-US" sz="2800" b="1" dirty="0">
              <a:solidFill>
                <a:schemeClr val="accent2"/>
              </a:solidFill>
              <a:latin typeface="Times New Roman" panose="02020603050405020304" pitchFamily="18" charset="0"/>
              <a:ea typeface="宋体" panose="02010600030101010101" pitchFamily="2" charset="-122"/>
            </a:endParaRPr>
          </a:p>
        </p:txBody>
      </p:sp>
      <p:sp>
        <p:nvSpPr>
          <p:cNvPr id="58380" name="Rectangle 22"/>
          <p:cNvSpPr/>
          <p:nvPr/>
        </p:nvSpPr>
        <p:spPr>
          <a:xfrm>
            <a:off x="2838450" y="3228975"/>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8381" name="Rectangle 24"/>
          <p:cNvSpPr/>
          <p:nvPr/>
        </p:nvSpPr>
        <p:spPr>
          <a:xfrm>
            <a:off x="3505200" y="3419475"/>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pSp>
        <p:nvGrpSpPr>
          <p:cNvPr id="2" name="Group 30"/>
          <p:cNvGrpSpPr/>
          <p:nvPr/>
        </p:nvGrpSpPr>
        <p:grpSpPr>
          <a:xfrm>
            <a:off x="381000" y="2286000"/>
            <a:ext cx="8382000" cy="2209800"/>
            <a:chOff x="240" y="1392"/>
            <a:chExt cx="5280" cy="1392"/>
          </a:xfrm>
        </p:grpSpPr>
        <p:sp>
          <p:nvSpPr>
            <p:cNvPr id="58383" name="Text Box 10"/>
            <p:cNvSpPr txBox="1"/>
            <p:nvPr/>
          </p:nvSpPr>
          <p:spPr>
            <a:xfrm>
              <a:off x="240" y="1392"/>
              <a:ext cx="5280" cy="1392"/>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p>
              <a:pPr marL="469900" indent="-469900" eaLnBrk="0" hangingPunct="0">
                <a:buClrTx/>
                <a:buFontTx/>
              </a:pPr>
              <a:r>
                <a:rPr lang="zh-CN" altLang="en-US" sz="2600" b="1" dirty="0">
                  <a:latin typeface="Times New Roman" panose="02020603050405020304" pitchFamily="18" charset="0"/>
                  <a:ea typeface="宋体" panose="02010600030101010101" pitchFamily="2" charset="-122"/>
                </a:rPr>
                <a:t>（</a:t>
              </a:r>
              <a:r>
                <a:rPr lang="en-US" altLang="zh-CN" sz="2600" b="1" dirty="0">
                  <a:latin typeface="Times New Roman" panose="02020603050405020304" pitchFamily="18" charset="0"/>
                  <a:ea typeface="宋体" panose="02010600030101010101" pitchFamily="2" charset="-122"/>
                </a:rPr>
                <a:t>1</a:t>
              </a:r>
              <a:r>
                <a:rPr lang="zh-CN" altLang="en-US" sz="2600" b="1" dirty="0">
                  <a:latin typeface="宋体" panose="02010600030101010101" pitchFamily="2" charset="-122"/>
                  <a:ea typeface="宋体" panose="02010600030101010101" pitchFamily="2" charset="-122"/>
                </a:rPr>
                <a:t>）论域是离散且元素数目有限</a:t>
              </a:r>
              <a:r>
                <a:rPr lang="en-US" altLang="zh-CN" sz="2600" b="1" dirty="0">
                  <a:latin typeface="宋体" panose="02010600030101010101" pitchFamily="2" charset="-122"/>
                  <a:ea typeface="宋体" panose="02010600030101010101" pitchFamily="2" charset="-122"/>
                </a:rPr>
                <a:t>:</a:t>
              </a:r>
              <a:endParaRPr lang="en-US" altLang="zh-CN" sz="2600" b="1" dirty="0">
                <a:latin typeface="宋体" panose="02010600030101010101" pitchFamily="2" charset="-122"/>
                <a:ea typeface="宋体" panose="02010600030101010101" pitchFamily="2" charset="-122"/>
              </a:endParaRPr>
            </a:p>
            <a:p>
              <a:pPr marL="469900" indent="-469900" eaLnBrk="0" hangingPunct="0">
                <a:buClrTx/>
                <a:buFontTx/>
              </a:pPr>
              <a:endParaRPr lang="en-US" altLang="zh-CN" sz="2600" b="1" dirty="0">
                <a:latin typeface="宋体" panose="02010600030101010101" pitchFamily="2" charset="-122"/>
                <a:ea typeface="宋体" panose="02010600030101010101" pitchFamily="2" charset="-122"/>
              </a:endParaRPr>
            </a:p>
            <a:p>
              <a:pPr marL="469900" indent="-469900" eaLnBrk="0" hangingPunct="0">
                <a:buClrTx/>
                <a:buFontTx/>
              </a:pPr>
              <a:endParaRPr lang="en-US" altLang="zh-CN" sz="2600" b="1" dirty="0">
                <a:latin typeface="宋体" panose="02010600030101010101" pitchFamily="2" charset="-122"/>
                <a:ea typeface="宋体" panose="02010600030101010101" pitchFamily="2" charset="-122"/>
              </a:endParaRPr>
            </a:p>
            <a:p>
              <a:pPr marL="469900" indent="-469900" eaLnBrk="0" hangingPunct="0">
                <a:buClrTx/>
                <a:buFontTx/>
              </a:pPr>
              <a:r>
                <a:rPr lang="zh-CN" altLang="en-US" sz="2600" b="1" dirty="0">
                  <a:latin typeface="宋体" panose="02010600030101010101" pitchFamily="2" charset="-122"/>
                  <a:ea typeface="宋体" panose="02010600030101010101" pitchFamily="2" charset="-122"/>
                </a:rPr>
                <a:t>或</a:t>
              </a:r>
              <a:r>
                <a:rPr lang="zh-CN" altLang="en-US" sz="2600" b="1" dirty="0">
                  <a:solidFill>
                    <a:schemeClr val="accent2"/>
                  </a:solidFill>
                  <a:latin typeface="Times New Roman" panose="02020603050405020304" pitchFamily="18" charset="0"/>
                  <a:ea typeface="宋体" panose="02010600030101010101" pitchFamily="2" charset="-122"/>
                </a:rPr>
                <a:t> </a:t>
              </a:r>
              <a:endParaRPr lang="zh-CN" altLang="en-US" sz="2600" b="1" dirty="0">
                <a:solidFill>
                  <a:schemeClr val="accent2"/>
                </a:solidFill>
                <a:latin typeface="Times New Roman" panose="02020603050405020304" pitchFamily="18" charset="0"/>
                <a:ea typeface="宋体" panose="02010600030101010101" pitchFamily="2" charset="-122"/>
              </a:endParaRPr>
            </a:p>
          </p:txBody>
        </p:sp>
        <p:graphicFrame>
          <p:nvGraphicFramePr>
            <p:cNvPr id="58384" name="Object 21"/>
            <p:cNvGraphicFramePr>
              <a:graphicFrameLocks noChangeAspect="1"/>
            </p:cNvGraphicFramePr>
            <p:nvPr/>
          </p:nvGraphicFramePr>
          <p:xfrm>
            <a:off x="816" y="1728"/>
            <a:ext cx="4608" cy="533"/>
          </p:xfrm>
          <a:graphic>
            <a:graphicData uri="http://schemas.openxmlformats.org/presentationml/2006/ole">
              <mc:AlternateContent xmlns:mc="http://schemas.openxmlformats.org/markup-compatibility/2006">
                <mc:Choice xmlns:v="urn:schemas-microsoft-com:vml" Requires="v">
                  <p:oleObj spid="_x0000_s3213" name="" r:id="rId1" imgW="63855600" imgH="7458075" progId="Equation.DSMT4">
                    <p:embed/>
                  </p:oleObj>
                </mc:Choice>
                <mc:Fallback>
                  <p:oleObj name="" r:id="rId1" imgW="63855600" imgH="7458075" progId="Equation.DSMT4">
                    <p:embed/>
                    <p:pic>
                      <p:nvPicPr>
                        <p:cNvPr id="0" name="图片 3212"/>
                        <p:cNvPicPr/>
                        <p:nvPr/>
                      </p:nvPicPr>
                      <p:blipFill>
                        <a:blip r:embed="rId2"/>
                        <a:stretch>
                          <a:fillRect/>
                        </a:stretch>
                      </p:blipFill>
                      <p:spPr>
                        <a:xfrm>
                          <a:off x="816" y="1728"/>
                          <a:ext cx="4608" cy="533"/>
                        </a:xfrm>
                        <a:prstGeom prst="rect">
                          <a:avLst/>
                        </a:prstGeom>
                        <a:noFill/>
                        <a:ln w="38100">
                          <a:noFill/>
                          <a:miter/>
                        </a:ln>
                      </p:spPr>
                    </p:pic>
                  </p:oleObj>
                </mc:Fallback>
              </mc:AlternateContent>
            </a:graphicData>
          </a:graphic>
        </p:graphicFrame>
        <p:graphicFrame>
          <p:nvGraphicFramePr>
            <p:cNvPr id="58385" name="Object 23"/>
            <p:cNvGraphicFramePr>
              <a:graphicFrameLocks noChangeAspect="1"/>
            </p:cNvGraphicFramePr>
            <p:nvPr/>
          </p:nvGraphicFramePr>
          <p:xfrm>
            <a:off x="864" y="2400"/>
            <a:ext cx="3360" cy="278"/>
          </p:xfrm>
          <a:graphic>
            <a:graphicData uri="http://schemas.openxmlformats.org/presentationml/2006/ole">
              <mc:AlternateContent xmlns:mc="http://schemas.openxmlformats.org/markup-compatibility/2006">
                <mc:Choice xmlns:v="urn:schemas-microsoft-com:vml" Requires="v">
                  <p:oleObj spid="_x0000_s3215" name="" r:id="rId3" imgW="46739175" imgH="3952875" progId="Equation.DSMT4">
                    <p:embed/>
                  </p:oleObj>
                </mc:Choice>
                <mc:Fallback>
                  <p:oleObj name="" r:id="rId3" imgW="46739175" imgH="3952875" progId="Equation.DSMT4">
                    <p:embed/>
                    <p:pic>
                      <p:nvPicPr>
                        <p:cNvPr id="0" name="图片 3214"/>
                        <p:cNvPicPr/>
                        <p:nvPr/>
                      </p:nvPicPr>
                      <p:blipFill>
                        <a:blip r:embed="rId4"/>
                        <a:stretch>
                          <a:fillRect/>
                        </a:stretch>
                      </p:blipFill>
                      <p:spPr>
                        <a:xfrm>
                          <a:off x="864" y="2400"/>
                          <a:ext cx="3360" cy="278"/>
                        </a:xfrm>
                        <a:prstGeom prst="rect">
                          <a:avLst/>
                        </a:prstGeom>
                        <a:noFill/>
                        <a:ln w="38100">
                          <a:noFill/>
                          <a:miter/>
                        </a:ln>
                      </p:spPr>
                    </p:pic>
                  </p:oleObj>
                </mc:Fallback>
              </mc:AlternateContent>
            </a:graphicData>
          </a:graphic>
        </p:graphicFrame>
      </p:grpSp>
      <p:sp>
        <p:nvSpPr>
          <p:cNvPr id="58386" name="Rectangle 29"/>
          <p:cNvSpPr/>
          <p:nvPr/>
        </p:nvSpPr>
        <p:spPr>
          <a:xfrm>
            <a:off x="4076700" y="3228975"/>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pSp>
        <p:nvGrpSpPr>
          <p:cNvPr id="3" name="Group 31"/>
          <p:cNvGrpSpPr/>
          <p:nvPr/>
        </p:nvGrpSpPr>
        <p:grpSpPr>
          <a:xfrm>
            <a:off x="381000" y="4724400"/>
            <a:ext cx="8382000" cy="1524000"/>
            <a:chOff x="240" y="2832"/>
            <a:chExt cx="5280" cy="960"/>
          </a:xfrm>
        </p:grpSpPr>
        <p:sp>
          <p:nvSpPr>
            <p:cNvPr id="58388" name="Text Box 25"/>
            <p:cNvSpPr txBox="1"/>
            <p:nvPr/>
          </p:nvSpPr>
          <p:spPr>
            <a:xfrm>
              <a:off x="240" y="2832"/>
              <a:ext cx="5280" cy="960"/>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p>
              <a:pPr marL="469900" indent="-469900" eaLnBrk="0" hangingPunct="0">
                <a:buClrTx/>
                <a:buFontTx/>
              </a:pPr>
              <a:r>
                <a:rPr lang="zh-CN" altLang="en-US" sz="2600" b="1" dirty="0">
                  <a:latin typeface="Times New Roman" panose="02020603050405020304" pitchFamily="18" charset="0"/>
                  <a:ea typeface="宋体" panose="02010600030101010101" pitchFamily="2" charset="-122"/>
                </a:rPr>
                <a:t>（</a:t>
              </a:r>
              <a:r>
                <a:rPr lang="en-US" altLang="zh-CN" sz="2600" b="1" dirty="0">
                  <a:latin typeface="Times New Roman" panose="02020603050405020304" pitchFamily="18" charset="0"/>
                  <a:ea typeface="宋体" panose="02010600030101010101" pitchFamily="2" charset="-122"/>
                </a:rPr>
                <a:t>2</a:t>
              </a:r>
              <a:r>
                <a:rPr lang="zh-CN" altLang="en-US" sz="2600" b="1" dirty="0">
                  <a:latin typeface="宋体" panose="02010600030101010101" pitchFamily="2" charset="-122"/>
                  <a:ea typeface="宋体" panose="02010600030101010101" pitchFamily="2" charset="-122"/>
                </a:rPr>
                <a:t>）论域是连续的，或者元素数目无限： </a:t>
              </a:r>
              <a:endParaRPr lang="zh-CN" altLang="en-US" sz="2600" b="1" dirty="0">
                <a:latin typeface="宋体" panose="02010600030101010101" pitchFamily="2" charset="-122"/>
                <a:ea typeface="宋体" panose="02010600030101010101" pitchFamily="2" charset="-122"/>
              </a:endParaRPr>
            </a:p>
            <a:p>
              <a:pPr marL="469900" indent="-469900" eaLnBrk="0" hangingPunct="0">
                <a:buClrTx/>
                <a:buFontTx/>
              </a:pPr>
              <a:endParaRPr lang="zh-CN" altLang="en-US" sz="2600" b="1" dirty="0">
                <a:latin typeface="宋体" panose="02010600030101010101" pitchFamily="2" charset="-122"/>
                <a:ea typeface="宋体" panose="02010600030101010101" pitchFamily="2" charset="-122"/>
              </a:endParaRPr>
            </a:p>
            <a:p>
              <a:pPr marL="469900" indent="-469900" eaLnBrk="0" hangingPunct="0">
                <a:buClrTx/>
                <a:buFontTx/>
              </a:pPr>
              <a:endParaRPr lang="en-US" altLang="zh-CN" sz="2600" b="1" dirty="0">
                <a:solidFill>
                  <a:schemeClr val="accent2"/>
                </a:solidFill>
                <a:latin typeface="Times New Roman" panose="02020603050405020304" pitchFamily="18" charset="0"/>
                <a:ea typeface="宋体" panose="02010600030101010101" pitchFamily="2" charset="-122"/>
              </a:endParaRPr>
            </a:p>
          </p:txBody>
        </p:sp>
        <p:graphicFrame>
          <p:nvGraphicFramePr>
            <p:cNvPr id="58389" name="Object 28"/>
            <p:cNvGraphicFramePr>
              <a:graphicFrameLocks noChangeAspect="1"/>
            </p:cNvGraphicFramePr>
            <p:nvPr/>
          </p:nvGraphicFramePr>
          <p:xfrm>
            <a:off x="1632" y="3264"/>
            <a:ext cx="1104" cy="446"/>
          </p:xfrm>
          <a:graphic>
            <a:graphicData uri="http://schemas.openxmlformats.org/presentationml/2006/ole">
              <mc:AlternateContent xmlns:mc="http://schemas.openxmlformats.org/markup-compatibility/2006">
                <mc:Choice xmlns:v="urn:schemas-microsoft-com:vml" Requires="v">
                  <p:oleObj spid="_x0000_s3216" name="" r:id="rId5" imgW="16459200" imgH="6581775" progId="Equation.DSMT4">
                    <p:embed/>
                  </p:oleObj>
                </mc:Choice>
                <mc:Fallback>
                  <p:oleObj name="" r:id="rId5" imgW="16459200" imgH="6581775" progId="Equation.DSMT4">
                    <p:embed/>
                    <p:pic>
                      <p:nvPicPr>
                        <p:cNvPr id="0" name="图片 3215"/>
                        <p:cNvPicPr/>
                        <p:nvPr/>
                      </p:nvPicPr>
                      <p:blipFill>
                        <a:blip r:embed="rId6"/>
                        <a:stretch>
                          <a:fillRect/>
                        </a:stretch>
                      </p:blipFill>
                      <p:spPr>
                        <a:xfrm>
                          <a:off x="1632" y="3264"/>
                          <a:ext cx="1104" cy="446"/>
                        </a:xfrm>
                        <a:prstGeom prst="rect">
                          <a:avLst/>
                        </a:prstGeom>
                        <a:noFill/>
                        <a:ln w="38100">
                          <a:noFill/>
                          <a:miter/>
                        </a:ln>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59394" name="Rectangle 2"/>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9395" name="Rectangle 3"/>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9396" name="Rectangle 4"/>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9397" name="Rectangle 5"/>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9398" name="Rectangle 6"/>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9399" name="Rectangle 7"/>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9400" name="Rectangle 8"/>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9401" name="Rectangle 9"/>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9402" name="Rectangle 10"/>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4.4.2 </a:t>
            </a:r>
            <a:r>
              <a:rPr lang="zh-CN" altLang="en-US" b="0" dirty="0">
                <a:latin typeface="Times New Roman" panose="02020603050405020304" pitchFamily="18" charset="0"/>
              </a:rPr>
              <a:t>模糊集合</a:t>
            </a:r>
            <a:endParaRPr lang="zh-CN" altLang="en-US" b="0" dirty="0">
              <a:latin typeface="Times New Roman" panose="02020603050405020304" pitchFamily="18" charset="0"/>
            </a:endParaRPr>
          </a:p>
        </p:txBody>
      </p:sp>
      <p:sp>
        <p:nvSpPr>
          <p:cNvPr id="59403" name="Rectangle 11"/>
          <p:cNvSpPr/>
          <p:nvPr/>
        </p:nvSpPr>
        <p:spPr>
          <a:xfrm>
            <a:off x="457200" y="962025"/>
            <a:ext cx="3933825" cy="1160463"/>
          </a:xfrm>
          <a:prstGeom prst="rect">
            <a:avLst/>
          </a:prstGeom>
          <a:noFill/>
          <a:ln w="9525">
            <a:noFill/>
          </a:ln>
        </p:spPr>
        <p:txBody>
          <a:bodyPr wrap="none" anchor="t" anchorCtr="0">
            <a:spAutoFit/>
          </a:bodyPr>
          <a:p>
            <a:pPr>
              <a:lnSpc>
                <a:spcPct val="110000"/>
              </a:lnSpc>
              <a:spcBef>
                <a:spcPct val="30000"/>
              </a:spcBef>
              <a:buClr>
                <a:schemeClr val="accent2"/>
              </a:buClr>
              <a:buFont typeface="Wingdings" panose="05000000000000000000" pitchFamily="2" charset="2"/>
            </a:pPr>
            <a:r>
              <a:rPr lang="en-US" altLang="zh-CN" sz="2800" b="1" dirty="0">
                <a:latin typeface="Times New Roman" panose="02020603050405020304" pitchFamily="18" charset="0"/>
                <a:ea typeface="宋体" panose="02010600030101010101" pitchFamily="2" charset="-122"/>
              </a:rPr>
              <a:t>2</a:t>
            </a:r>
            <a:r>
              <a:rPr lang="zh-CN" altLang="en-US" sz="2800" b="1" dirty="0">
                <a:latin typeface="Times New Roman" panose="02020603050405020304" pitchFamily="18" charset="0"/>
                <a:ea typeface="宋体" panose="02010600030101010101" pitchFamily="2" charset="-122"/>
              </a:rPr>
              <a:t>．模糊集合的表示方法</a:t>
            </a:r>
            <a:endParaRPr lang="zh-CN" altLang="en-US" sz="2800" b="1" dirty="0">
              <a:latin typeface="Times New Roman" panose="02020603050405020304" pitchFamily="18" charset="0"/>
              <a:ea typeface="宋体" panose="02010600030101010101" pitchFamily="2" charset="-122"/>
            </a:endParaRPr>
          </a:p>
          <a:p>
            <a:pPr>
              <a:lnSpc>
                <a:spcPct val="110000"/>
              </a:lnSpc>
              <a:spcBef>
                <a:spcPct val="30000"/>
              </a:spcBef>
              <a:buClr>
                <a:schemeClr val="accent2"/>
              </a:buClr>
              <a:buFont typeface="Wingdings" panose="05000000000000000000" pitchFamily="2" charset="2"/>
            </a:pPr>
            <a:r>
              <a:rPr lang="zh-CN" altLang="en-US" sz="2800" b="1" dirty="0">
                <a:solidFill>
                  <a:schemeClr val="accent2"/>
                </a:solidFill>
                <a:latin typeface="Times New Roman" panose="02020603050405020304" pitchFamily="18" charset="0"/>
                <a:ea typeface="宋体" panose="02010600030101010101" pitchFamily="2" charset="-122"/>
              </a:rPr>
              <a:t>（</a:t>
            </a:r>
            <a:r>
              <a:rPr lang="en-US" altLang="zh-CN" sz="2800" b="1" dirty="0">
                <a:solidFill>
                  <a:schemeClr val="accent2"/>
                </a:solidFill>
                <a:latin typeface="Times New Roman" panose="02020603050405020304" pitchFamily="18" charset="0"/>
                <a:ea typeface="宋体" panose="02010600030101010101" pitchFamily="2" charset="-122"/>
              </a:rPr>
              <a:t>2</a:t>
            </a:r>
            <a:r>
              <a:rPr lang="zh-CN" altLang="en-US" sz="2800" b="1" dirty="0">
                <a:solidFill>
                  <a:schemeClr val="accent2"/>
                </a:solidFill>
                <a:latin typeface="Times New Roman" panose="02020603050405020304" pitchFamily="18" charset="0"/>
                <a:ea typeface="宋体" panose="02010600030101010101" pitchFamily="2" charset="-122"/>
              </a:rPr>
              <a:t>）</a:t>
            </a:r>
            <a:r>
              <a:rPr lang="zh-CN" altLang="en-US" sz="2800" b="1" dirty="0">
                <a:solidFill>
                  <a:schemeClr val="accent2"/>
                </a:solidFill>
                <a:latin typeface="宋体" panose="02010600030101010101" pitchFamily="2" charset="-122"/>
                <a:ea typeface="宋体" panose="02010600030101010101" pitchFamily="2" charset="-122"/>
              </a:rPr>
              <a:t>序偶表示法</a:t>
            </a:r>
            <a:endParaRPr lang="zh-CN" altLang="en-US" sz="2800" b="1" dirty="0">
              <a:solidFill>
                <a:schemeClr val="accent2"/>
              </a:solidFill>
              <a:latin typeface="宋体" panose="02010600030101010101" pitchFamily="2" charset="-122"/>
              <a:ea typeface="宋体" panose="02010600030101010101" pitchFamily="2" charset="-122"/>
            </a:endParaRPr>
          </a:p>
        </p:txBody>
      </p:sp>
      <p:sp>
        <p:nvSpPr>
          <p:cNvPr id="59404" name="Rectangle 12"/>
          <p:cNvSpPr/>
          <p:nvPr/>
        </p:nvSpPr>
        <p:spPr>
          <a:xfrm>
            <a:off x="2838450" y="3228975"/>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9405" name="Rectangle 13"/>
          <p:cNvSpPr/>
          <p:nvPr/>
        </p:nvSpPr>
        <p:spPr>
          <a:xfrm>
            <a:off x="3505200" y="3419475"/>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9406" name="Rectangle 18"/>
          <p:cNvSpPr/>
          <p:nvPr/>
        </p:nvSpPr>
        <p:spPr>
          <a:xfrm>
            <a:off x="4076700" y="3228975"/>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59407" name="Rectangle 23"/>
          <p:cNvSpPr/>
          <p:nvPr/>
        </p:nvSpPr>
        <p:spPr>
          <a:xfrm>
            <a:off x="3181350" y="3324225"/>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370710" name="Object 22"/>
          <p:cNvGraphicFramePr>
            <a:graphicFrameLocks noChangeAspect="1"/>
          </p:cNvGraphicFramePr>
          <p:nvPr/>
        </p:nvGraphicFramePr>
        <p:xfrm>
          <a:off x="1285875" y="2362200"/>
          <a:ext cx="6572250" cy="495300"/>
        </p:xfrm>
        <a:graphic>
          <a:graphicData uri="http://schemas.openxmlformats.org/presentationml/2006/ole">
            <mc:AlternateContent xmlns:mc="http://schemas.openxmlformats.org/markup-compatibility/2006">
              <mc:Choice xmlns:v="urn:schemas-microsoft-com:vml" Requires="v">
                <p:oleObj spid="_x0000_s3218" name="" r:id="rId1" imgW="51349275" imgH="3952875" progId="Equation.DSMT4">
                  <p:embed/>
                </p:oleObj>
              </mc:Choice>
              <mc:Fallback>
                <p:oleObj name="" r:id="rId1" imgW="51349275" imgH="3952875" progId="Equation.DSMT4">
                  <p:embed/>
                  <p:pic>
                    <p:nvPicPr>
                      <p:cNvPr id="0" name="图片 3217"/>
                      <p:cNvPicPr/>
                      <p:nvPr/>
                    </p:nvPicPr>
                    <p:blipFill>
                      <a:blip r:embed="rId2"/>
                      <a:stretch>
                        <a:fillRect/>
                      </a:stretch>
                    </p:blipFill>
                    <p:spPr>
                      <a:xfrm>
                        <a:off x="1285875" y="2362200"/>
                        <a:ext cx="6572250" cy="495300"/>
                      </a:xfrm>
                      <a:prstGeom prst="rect">
                        <a:avLst/>
                      </a:prstGeom>
                      <a:noFill/>
                      <a:ln w="38100">
                        <a:noFill/>
                        <a:miter/>
                      </a:ln>
                    </p:spPr>
                  </p:pic>
                </p:oleObj>
              </mc:Fallback>
            </mc:AlternateContent>
          </a:graphicData>
        </a:graphic>
      </p:graphicFrame>
      <p:sp>
        <p:nvSpPr>
          <p:cNvPr id="370712" name="Rectangle 24"/>
          <p:cNvSpPr/>
          <p:nvPr/>
        </p:nvSpPr>
        <p:spPr>
          <a:xfrm>
            <a:off x="457200" y="3168650"/>
            <a:ext cx="3041650" cy="519113"/>
          </a:xfrm>
          <a:prstGeom prst="rect">
            <a:avLst/>
          </a:prstGeom>
          <a:noFill/>
          <a:ln w="9525">
            <a:noFill/>
          </a:ln>
        </p:spPr>
        <p:txBody>
          <a:bodyPr wrap="none" anchor="t" anchorCtr="0">
            <a:spAutoFit/>
          </a:bodyPr>
          <a:p>
            <a:pPr>
              <a:buClrTx/>
              <a:buFontTx/>
            </a:pPr>
            <a:r>
              <a:rPr lang="zh-CN" altLang="en-US" sz="2800" b="1" dirty="0">
                <a:solidFill>
                  <a:schemeClr val="accent2"/>
                </a:solidFill>
                <a:latin typeface="Times New Roman" panose="02020603050405020304" pitchFamily="18" charset="0"/>
                <a:ea typeface="宋体" panose="02010600030101010101" pitchFamily="2" charset="-122"/>
              </a:rPr>
              <a:t>（</a:t>
            </a:r>
            <a:r>
              <a:rPr lang="en-US" altLang="zh-CN" sz="2800" b="1" dirty="0">
                <a:solidFill>
                  <a:schemeClr val="accent2"/>
                </a:solidFill>
                <a:latin typeface="Times New Roman" panose="02020603050405020304" pitchFamily="18" charset="0"/>
                <a:ea typeface="宋体" panose="02010600030101010101" pitchFamily="2" charset="-122"/>
              </a:rPr>
              <a:t>3</a:t>
            </a:r>
            <a:r>
              <a:rPr lang="zh-CN" altLang="en-US" sz="2800" b="1" dirty="0">
                <a:solidFill>
                  <a:schemeClr val="accent2"/>
                </a:solidFill>
                <a:latin typeface="Times New Roman" panose="02020603050405020304" pitchFamily="18" charset="0"/>
                <a:ea typeface="宋体" panose="02010600030101010101" pitchFamily="2" charset="-122"/>
              </a:rPr>
              <a:t>）</a:t>
            </a:r>
            <a:r>
              <a:rPr lang="zh-CN" altLang="en-US" sz="2800" b="1" dirty="0">
                <a:solidFill>
                  <a:schemeClr val="accent2"/>
                </a:solidFill>
                <a:latin typeface="宋体" panose="02010600030101010101" pitchFamily="2" charset="-122"/>
                <a:ea typeface="宋体" panose="02010600030101010101" pitchFamily="2" charset="-122"/>
              </a:rPr>
              <a:t>向量表示法 </a:t>
            </a:r>
            <a:endParaRPr lang="zh-CN" altLang="en-US" sz="2800" b="1" dirty="0">
              <a:solidFill>
                <a:schemeClr val="accent2"/>
              </a:solidFill>
              <a:latin typeface="宋体" panose="02010600030101010101" pitchFamily="2" charset="-122"/>
              <a:ea typeface="宋体" panose="02010600030101010101" pitchFamily="2" charset="-122"/>
            </a:endParaRPr>
          </a:p>
        </p:txBody>
      </p:sp>
      <p:sp>
        <p:nvSpPr>
          <p:cNvPr id="59410" name="Rectangle 26"/>
          <p:cNvSpPr/>
          <p:nvPr/>
        </p:nvSpPr>
        <p:spPr>
          <a:xfrm>
            <a:off x="3614738" y="3324225"/>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370713" name="Object 25"/>
          <p:cNvGraphicFramePr>
            <a:graphicFrameLocks noChangeAspect="1"/>
          </p:cNvGraphicFramePr>
          <p:nvPr/>
        </p:nvGraphicFramePr>
        <p:xfrm>
          <a:off x="1447800" y="3962400"/>
          <a:ext cx="4953000" cy="542925"/>
        </p:xfrm>
        <a:graphic>
          <a:graphicData uri="http://schemas.openxmlformats.org/presentationml/2006/ole">
            <mc:AlternateContent xmlns:mc="http://schemas.openxmlformats.org/markup-compatibility/2006">
              <mc:Choice xmlns:v="urn:schemas-microsoft-com:vml" Requires="v">
                <p:oleObj spid="_x0000_s3217" name="" r:id="rId3" imgW="35328225" imgH="3952875" progId="Equation.DSMT4">
                  <p:embed/>
                </p:oleObj>
              </mc:Choice>
              <mc:Fallback>
                <p:oleObj name="" r:id="rId3" imgW="35328225" imgH="3952875" progId="Equation.DSMT4">
                  <p:embed/>
                  <p:pic>
                    <p:nvPicPr>
                      <p:cNvPr id="0" name="图片 3216"/>
                      <p:cNvPicPr/>
                      <p:nvPr/>
                    </p:nvPicPr>
                    <p:blipFill>
                      <a:blip r:embed="rId4"/>
                      <a:stretch>
                        <a:fillRect/>
                      </a:stretch>
                    </p:blipFill>
                    <p:spPr>
                      <a:xfrm>
                        <a:off x="1447800" y="3962400"/>
                        <a:ext cx="4953000" cy="542925"/>
                      </a:xfrm>
                      <a:prstGeom prst="rect">
                        <a:avLst/>
                      </a:prstGeom>
                      <a:no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70710"/>
                                        </p:tgtEl>
                                        <p:attrNameLst>
                                          <p:attrName>style.visibility</p:attrName>
                                        </p:attrNameLst>
                                      </p:cBhvr>
                                      <p:to>
                                        <p:strVal val="visible"/>
                                      </p:to>
                                    </p:set>
                                    <p:anim calcmode="lin" valueType="num">
                                      <p:cBhvr additive="base">
                                        <p:cTn id="7" dur="500" fill="hold"/>
                                        <p:tgtEl>
                                          <p:spTgt spid="370710"/>
                                        </p:tgtEl>
                                        <p:attrNameLst>
                                          <p:attrName>ppt_x</p:attrName>
                                        </p:attrNameLst>
                                      </p:cBhvr>
                                      <p:tavLst>
                                        <p:tav tm="0">
                                          <p:val>
                                            <p:strVal val="0-#ppt_w/2"/>
                                          </p:val>
                                        </p:tav>
                                        <p:tav tm="100000">
                                          <p:val>
                                            <p:strVal val="#ppt_x"/>
                                          </p:val>
                                        </p:tav>
                                      </p:tavLst>
                                    </p:anim>
                                    <p:anim calcmode="lin" valueType="num">
                                      <p:cBhvr additive="base">
                                        <p:cTn id="8" dur="500" fill="hold"/>
                                        <p:tgtEl>
                                          <p:spTgt spid="37071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70712"/>
                                        </p:tgtEl>
                                        <p:attrNameLst>
                                          <p:attrName>style.visibility</p:attrName>
                                        </p:attrNameLst>
                                      </p:cBhvr>
                                      <p:to>
                                        <p:strVal val="visible"/>
                                      </p:to>
                                    </p:set>
                                    <p:anim calcmode="lin" valueType="num">
                                      <p:cBhvr additive="base">
                                        <p:cTn id="13" dur="500" fill="hold"/>
                                        <p:tgtEl>
                                          <p:spTgt spid="370712"/>
                                        </p:tgtEl>
                                        <p:attrNameLst>
                                          <p:attrName>ppt_x</p:attrName>
                                        </p:attrNameLst>
                                      </p:cBhvr>
                                      <p:tavLst>
                                        <p:tav tm="0">
                                          <p:val>
                                            <p:strVal val="0-#ppt_w/2"/>
                                          </p:val>
                                        </p:tav>
                                        <p:tav tm="100000">
                                          <p:val>
                                            <p:strVal val="#ppt_x"/>
                                          </p:val>
                                        </p:tav>
                                      </p:tavLst>
                                    </p:anim>
                                    <p:anim calcmode="lin" valueType="num">
                                      <p:cBhvr additive="base">
                                        <p:cTn id="14" dur="500" fill="hold"/>
                                        <p:tgtEl>
                                          <p:spTgt spid="37071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70713"/>
                                        </p:tgtEl>
                                        <p:attrNameLst>
                                          <p:attrName>style.visibility</p:attrName>
                                        </p:attrNameLst>
                                      </p:cBhvr>
                                      <p:to>
                                        <p:strVal val="visible"/>
                                      </p:to>
                                    </p:set>
                                    <p:anim calcmode="lin" valueType="num">
                                      <p:cBhvr additive="base">
                                        <p:cTn id="19" dur="500" fill="hold"/>
                                        <p:tgtEl>
                                          <p:spTgt spid="370713"/>
                                        </p:tgtEl>
                                        <p:attrNameLst>
                                          <p:attrName>ppt_x</p:attrName>
                                        </p:attrNameLst>
                                      </p:cBhvr>
                                      <p:tavLst>
                                        <p:tav tm="0">
                                          <p:val>
                                            <p:strVal val="0-#ppt_w/2"/>
                                          </p:val>
                                        </p:tav>
                                        <p:tav tm="100000">
                                          <p:val>
                                            <p:strVal val="#ppt_x"/>
                                          </p:val>
                                        </p:tav>
                                      </p:tavLst>
                                    </p:anim>
                                    <p:anim calcmode="lin" valueType="num">
                                      <p:cBhvr additive="base">
                                        <p:cTn id="20" dur="500" fill="hold"/>
                                        <p:tgtEl>
                                          <p:spTgt spid="3707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71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199683" name="Rectangle 3"/>
          <p:cNvSpPr>
            <a:spLocks noGrp="1"/>
          </p:cNvSpPr>
          <p:nvPr>
            <p:ph idx="1"/>
          </p:nvPr>
        </p:nvSpPr>
        <p:spPr>
          <a:xfrm>
            <a:off x="395288" y="952500"/>
            <a:ext cx="8396287" cy="5716588"/>
          </a:xfrm>
        </p:spPr>
        <p:txBody>
          <a:bodyPr vert="horz" wrap="square" lIns="91440" tIns="45720" rIns="91440" bIns="45720" anchor="t" anchorCtr="0"/>
          <a:p>
            <a:pPr eaLnBrk="1" hangingPunct="1">
              <a:buNone/>
            </a:pPr>
            <a:r>
              <a:rPr lang="en-US" altLang="zh-CN" sz="2800" b="1" dirty="0">
                <a:latin typeface="Times New Roman" panose="02020603050405020304" pitchFamily="18" charset="0"/>
              </a:rPr>
              <a:t> 3. </a:t>
            </a:r>
            <a:r>
              <a:rPr lang="zh-CN" altLang="en-US" sz="2800" b="1" dirty="0">
                <a:latin typeface="Times New Roman" panose="02020603050405020304" pitchFamily="18" charset="0"/>
              </a:rPr>
              <a:t>隶属函数</a:t>
            </a:r>
            <a:endParaRPr lang="zh-CN" altLang="en-US" sz="2800" b="1" dirty="0">
              <a:latin typeface="Times New Roman" panose="02020603050405020304" pitchFamily="18" charset="0"/>
            </a:endParaRPr>
          </a:p>
          <a:p>
            <a:pPr eaLnBrk="1" hangingPunct="1">
              <a:buFont typeface="Wingdings" panose="05000000000000000000" pitchFamily="2" charset="2"/>
              <a:buChar char="§"/>
            </a:pPr>
            <a:r>
              <a:rPr lang="zh-CN" altLang="en-US" sz="2800" b="1" dirty="0">
                <a:latin typeface="宋体" panose="02010600030101010101" pitchFamily="2" charset="-122"/>
              </a:rPr>
              <a:t>常见的隶属函数有</a:t>
            </a:r>
            <a:r>
              <a:rPr lang="zh-CN" altLang="en-US" sz="2600" b="1" dirty="0">
                <a:latin typeface="Times New Roman" panose="02020603050405020304" pitchFamily="18" charset="0"/>
              </a:rPr>
              <a:t>正态分布</a:t>
            </a:r>
            <a:r>
              <a:rPr lang="zh-CN" altLang="en-US" sz="2800" b="1" dirty="0">
                <a:latin typeface="宋体" panose="02010600030101010101" pitchFamily="2" charset="-122"/>
              </a:rPr>
              <a:t>、</a:t>
            </a:r>
            <a:r>
              <a:rPr lang="zh-CN" altLang="en-US" sz="2600" b="1" dirty="0">
                <a:latin typeface="Times New Roman" panose="02020603050405020304" pitchFamily="18" charset="0"/>
              </a:rPr>
              <a:t>三角分布、梯形分布</a:t>
            </a:r>
            <a:r>
              <a:rPr lang="zh-CN" altLang="en-US" sz="2800" b="1" dirty="0">
                <a:latin typeface="宋体" panose="02010600030101010101" pitchFamily="2" charset="-122"/>
              </a:rPr>
              <a:t>等。</a:t>
            </a:r>
            <a:r>
              <a:rPr lang="zh-CN" altLang="en-US" sz="2800" b="1" dirty="0">
                <a:latin typeface="Times New Roman" panose="02020603050405020304" pitchFamily="18" charset="0"/>
              </a:rPr>
              <a:t> </a:t>
            </a:r>
            <a:endParaRPr lang="zh-CN" altLang="en-US" sz="2800" b="1" dirty="0">
              <a:latin typeface="Times New Roman" panose="02020603050405020304" pitchFamily="18" charset="0"/>
            </a:endParaRPr>
          </a:p>
          <a:p>
            <a:pPr eaLnBrk="1" hangingPunct="1">
              <a:buFont typeface="Wingdings" panose="05000000000000000000" pitchFamily="2" charset="2"/>
              <a:buChar char="§"/>
            </a:pPr>
            <a:r>
              <a:rPr lang="zh-CN" altLang="en-US" sz="2800" b="1" dirty="0">
                <a:solidFill>
                  <a:schemeClr val="accent2"/>
                </a:solidFill>
                <a:latin typeface="Times New Roman" panose="02020603050405020304" pitchFamily="18" charset="0"/>
              </a:rPr>
              <a:t>隶属函数确定方法：</a:t>
            </a:r>
            <a:endParaRPr lang="zh-CN" altLang="en-US" sz="2800" b="1" dirty="0">
              <a:solidFill>
                <a:schemeClr val="accent2"/>
              </a:solidFill>
              <a:latin typeface="Times New Roman" panose="02020603050405020304" pitchFamily="18" charset="0"/>
            </a:endParaRPr>
          </a:p>
          <a:p>
            <a:pPr eaLnBrk="1" hangingPunct="1">
              <a:buNone/>
            </a:pPr>
            <a:r>
              <a:rPr lang="zh-CN" altLang="en-US" sz="2600" b="1" dirty="0">
                <a:latin typeface="Times New Roman" panose="02020603050405020304" pitchFamily="18" charset="0"/>
              </a:rPr>
              <a:t>（</a:t>
            </a:r>
            <a:r>
              <a:rPr lang="en-US" altLang="zh-CN" sz="2600" b="1" dirty="0">
                <a:latin typeface="Times New Roman" panose="02020603050405020304" pitchFamily="18" charset="0"/>
              </a:rPr>
              <a:t>1</a:t>
            </a:r>
            <a:r>
              <a:rPr lang="zh-CN" altLang="en-US" sz="2600" b="1" dirty="0">
                <a:latin typeface="Times New Roman" panose="02020603050405020304" pitchFamily="18" charset="0"/>
              </a:rPr>
              <a:t>）模糊统计法</a:t>
            </a:r>
            <a:endParaRPr lang="zh-CN" altLang="en-US" sz="2600" b="1" dirty="0">
              <a:latin typeface="Times New Roman" panose="02020603050405020304" pitchFamily="18" charset="0"/>
            </a:endParaRPr>
          </a:p>
          <a:p>
            <a:pPr eaLnBrk="1" hangingPunct="1">
              <a:buNone/>
            </a:pPr>
            <a:r>
              <a:rPr lang="zh-CN" altLang="en-US" sz="2600" b="1" dirty="0">
                <a:latin typeface="Times New Roman" panose="02020603050405020304" pitchFamily="18" charset="0"/>
              </a:rPr>
              <a:t>（</a:t>
            </a:r>
            <a:r>
              <a:rPr lang="en-US" altLang="zh-CN" sz="2600" b="1" dirty="0">
                <a:latin typeface="Times New Roman" panose="02020603050405020304" pitchFamily="18" charset="0"/>
              </a:rPr>
              <a:t>2</a:t>
            </a:r>
            <a:r>
              <a:rPr lang="zh-CN" altLang="en-US" sz="2600" b="1" dirty="0">
                <a:latin typeface="Times New Roman" panose="02020603050405020304" pitchFamily="18" charset="0"/>
              </a:rPr>
              <a:t>）专家经验法</a:t>
            </a:r>
            <a:endParaRPr lang="zh-CN" altLang="en-US" sz="2600" b="1" dirty="0">
              <a:latin typeface="Times New Roman" panose="02020603050405020304" pitchFamily="18" charset="0"/>
            </a:endParaRPr>
          </a:p>
          <a:p>
            <a:pPr eaLnBrk="1" hangingPunct="1">
              <a:buNone/>
            </a:pPr>
            <a:r>
              <a:rPr lang="zh-CN" altLang="en-US" sz="2600" b="1" dirty="0">
                <a:latin typeface="Times New Roman" panose="02020603050405020304" pitchFamily="18" charset="0"/>
              </a:rPr>
              <a:t>（</a:t>
            </a:r>
            <a:r>
              <a:rPr lang="en-US" altLang="zh-CN" sz="2600" b="1" dirty="0">
                <a:latin typeface="Times New Roman" panose="02020603050405020304" pitchFamily="18" charset="0"/>
              </a:rPr>
              <a:t>3</a:t>
            </a:r>
            <a:r>
              <a:rPr lang="zh-CN" altLang="en-US" sz="2600" b="1" dirty="0">
                <a:latin typeface="Times New Roman" panose="02020603050405020304" pitchFamily="18" charset="0"/>
              </a:rPr>
              <a:t>）二元对比排序法</a:t>
            </a:r>
            <a:endParaRPr lang="zh-CN" altLang="en-US" sz="2600" b="1" dirty="0">
              <a:latin typeface="Times New Roman" panose="02020603050405020304" pitchFamily="18" charset="0"/>
            </a:endParaRPr>
          </a:p>
          <a:p>
            <a:pPr eaLnBrk="1" hangingPunct="1">
              <a:buNone/>
            </a:pPr>
            <a:r>
              <a:rPr lang="zh-CN" altLang="en-US" sz="2600" b="1" dirty="0">
                <a:latin typeface="Times New Roman" panose="02020603050405020304" pitchFamily="18" charset="0"/>
              </a:rPr>
              <a:t>（</a:t>
            </a:r>
            <a:r>
              <a:rPr lang="en-US" altLang="zh-CN" sz="2600" b="1" dirty="0">
                <a:latin typeface="Times New Roman" panose="02020603050405020304" pitchFamily="18" charset="0"/>
              </a:rPr>
              <a:t>4</a:t>
            </a:r>
            <a:r>
              <a:rPr lang="zh-CN" altLang="en-US" sz="2600" b="1" dirty="0">
                <a:latin typeface="Times New Roman" panose="02020603050405020304" pitchFamily="18" charset="0"/>
              </a:rPr>
              <a:t>）基本概念扩充法</a:t>
            </a:r>
            <a:endParaRPr lang="zh-CN" altLang="en-US" sz="2600" b="1" dirty="0">
              <a:latin typeface="Times New Roman" panose="02020603050405020304" pitchFamily="18" charset="0"/>
            </a:endParaRPr>
          </a:p>
        </p:txBody>
      </p:sp>
      <p:sp>
        <p:nvSpPr>
          <p:cNvPr id="60419" name="Rectangle 4"/>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4.4.2 </a:t>
            </a:r>
            <a:r>
              <a:rPr lang="zh-CN" altLang="en-US" b="0" dirty="0">
                <a:latin typeface="Times New Roman" panose="02020603050405020304" pitchFamily="18" charset="0"/>
              </a:rPr>
              <a:t>模糊集合</a:t>
            </a:r>
            <a:endParaRPr lang="zh-CN" altLang="en-US" b="0"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9683">
                                            <p:txEl>
                                              <p:charRg st="0" end="9"/>
                                            </p:txEl>
                                          </p:spTgt>
                                        </p:tgtEl>
                                        <p:attrNameLst>
                                          <p:attrName>style.visibility</p:attrName>
                                        </p:attrNameLst>
                                      </p:cBhvr>
                                      <p:to>
                                        <p:strVal val="visible"/>
                                      </p:to>
                                    </p:set>
                                    <p:anim calcmode="lin" valueType="num">
                                      <p:cBhvr additive="base">
                                        <p:cTn id="7" dur="500" fill="hold"/>
                                        <p:tgtEl>
                                          <p:spTgt spid="199683">
                                            <p:txEl>
                                              <p:charRg st="0" end="9"/>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9683">
                                            <p:txEl>
                                              <p:charRg st="0" end="9"/>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9683">
                                            <p:txEl>
                                              <p:charRg st="9" end="35"/>
                                            </p:txEl>
                                          </p:spTgt>
                                        </p:tgtEl>
                                        <p:attrNameLst>
                                          <p:attrName>style.visibility</p:attrName>
                                        </p:attrNameLst>
                                      </p:cBhvr>
                                      <p:to>
                                        <p:strVal val="visible"/>
                                      </p:to>
                                    </p:set>
                                    <p:anim calcmode="lin" valueType="num">
                                      <p:cBhvr additive="base">
                                        <p:cTn id="13" dur="500" fill="hold"/>
                                        <p:tgtEl>
                                          <p:spTgt spid="199683">
                                            <p:txEl>
                                              <p:charRg st="9" end="35"/>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9683">
                                            <p:txEl>
                                              <p:charRg st="9" end="35"/>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9683">
                                            <p:txEl>
                                              <p:charRg st="35" end="45"/>
                                            </p:txEl>
                                          </p:spTgt>
                                        </p:tgtEl>
                                        <p:attrNameLst>
                                          <p:attrName>style.visibility</p:attrName>
                                        </p:attrNameLst>
                                      </p:cBhvr>
                                      <p:to>
                                        <p:strVal val="visible"/>
                                      </p:to>
                                    </p:set>
                                    <p:anim calcmode="lin" valueType="num">
                                      <p:cBhvr additive="base">
                                        <p:cTn id="19" dur="500" fill="hold"/>
                                        <p:tgtEl>
                                          <p:spTgt spid="199683">
                                            <p:txEl>
                                              <p:charRg st="35" end="45"/>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9683">
                                            <p:txEl>
                                              <p:charRg st="35" end="45"/>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99683">
                                            <p:txEl>
                                              <p:charRg st="45" end="54"/>
                                            </p:txEl>
                                          </p:spTgt>
                                        </p:tgtEl>
                                        <p:attrNameLst>
                                          <p:attrName>style.visibility</p:attrName>
                                        </p:attrNameLst>
                                      </p:cBhvr>
                                      <p:to>
                                        <p:strVal val="visible"/>
                                      </p:to>
                                    </p:set>
                                    <p:anim calcmode="lin" valueType="num">
                                      <p:cBhvr additive="base">
                                        <p:cTn id="25" dur="500" fill="hold"/>
                                        <p:tgtEl>
                                          <p:spTgt spid="199683">
                                            <p:txEl>
                                              <p:charRg st="45" end="5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99683">
                                            <p:txEl>
                                              <p:charRg st="45" end="5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99683">
                                            <p:txEl>
                                              <p:charRg st="54" end="63"/>
                                            </p:txEl>
                                          </p:spTgt>
                                        </p:tgtEl>
                                        <p:attrNameLst>
                                          <p:attrName>style.visibility</p:attrName>
                                        </p:attrNameLst>
                                      </p:cBhvr>
                                      <p:to>
                                        <p:strVal val="visible"/>
                                      </p:to>
                                    </p:set>
                                    <p:anim calcmode="lin" valueType="num">
                                      <p:cBhvr additive="base">
                                        <p:cTn id="31" dur="500" fill="hold"/>
                                        <p:tgtEl>
                                          <p:spTgt spid="199683">
                                            <p:txEl>
                                              <p:charRg st="54" end="6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99683">
                                            <p:txEl>
                                              <p:charRg st="54" end="63"/>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99683">
                                            <p:txEl>
                                              <p:charRg st="63" end="74"/>
                                            </p:txEl>
                                          </p:spTgt>
                                        </p:tgtEl>
                                        <p:attrNameLst>
                                          <p:attrName>style.visibility</p:attrName>
                                        </p:attrNameLst>
                                      </p:cBhvr>
                                      <p:to>
                                        <p:strVal val="visible"/>
                                      </p:to>
                                    </p:set>
                                    <p:anim calcmode="lin" valueType="num">
                                      <p:cBhvr additive="base">
                                        <p:cTn id="37" dur="500" fill="hold"/>
                                        <p:tgtEl>
                                          <p:spTgt spid="199683">
                                            <p:txEl>
                                              <p:charRg st="63" end="74"/>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99683">
                                            <p:txEl>
                                              <p:charRg st="63" end="74"/>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99683">
                                            <p:txEl>
                                              <p:charRg st="74" end="85"/>
                                            </p:txEl>
                                          </p:spTgt>
                                        </p:tgtEl>
                                        <p:attrNameLst>
                                          <p:attrName>style.visibility</p:attrName>
                                        </p:attrNameLst>
                                      </p:cBhvr>
                                      <p:to>
                                        <p:strVal val="visible"/>
                                      </p:to>
                                    </p:set>
                                    <p:anim calcmode="lin" valueType="num">
                                      <p:cBhvr additive="base">
                                        <p:cTn id="43" dur="500" fill="hold"/>
                                        <p:tgtEl>
                                          <p:spTgt spid="199683">
                                            <p:txEl>
                                              <p:charRg st="74" end="85"/>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99683">
                                            <p:txEl>
                                              <p:charRg st="74" end="8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1442" name="Rectangle 2"/>
          <p:cNvSpPr>
            <a:spLocks noGrp="1"/>
          </p:cNvSpPr>
          <p:nvPr>
            <p:ph idx="1"/>
          </p:nvPr>
        </p:nvSpPr>
        <p:spPr>
          <a:xfrm>
            <a:off x="250825" y="838200"/>
            <a:ext cx="8540750" cy="723900"/>
          </a:xfrm>
        </p:spPr>
        <p:txBody>
          <a:bodyPr vert="horz" wrap="square" lIns="91440" tIns="45720" rIns="91440" bIns="45720" anchor="t" anchorCtr="0"/>
          <a:p>
            <a:pPr eaLnBrk="1" hangingPunct="1">
              <a:buNone/>
            </a:pPr>
            <a:r>
              <a:rPr lang="en-US" altLang="zh-CN" sz="2800" b="1" dirty="0">
                <a:latin typeface="Times New Roman" panose="02020603050405020304" pitchFamily="18" charset="0"/>
              </a:rPr>
              <a:t> 3</a:t>
            </a:r>
            <a:r>
              <a:rPr lang="zh-CN" altLang="en-US" sz="2800" b="1" dirty="0">
                <a:latin typeface="Times New Roman" panose="02020603050405020304" pitchFamily="18" charset="0"/>
              </a:rPr>
              <a:t>．隶属函数</a:t>
            </a:r>
            <a:endParaRPr lang="zh-CN" altLang="en-US" sz="2800" b="1" dirty="0">
              <a:latin typeface="Times New Roman" panose="02020603050405020304" pitchFamily="18" charset="0"/>
            </a:endParaRPr>
          </a:p>
        </p:txBody>
      </p:sp>
      <p:sp>
        <p:nvSpPr>
          <p:cNvPr id="61443" name="Rectangle 3"/>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4.4.2 </a:t>
            </a:r>
            <a:r>
              <a:rPr lang="zh-CN" altLang="en-US" b="0" dirty="0">
                <a:latin typeface="Times New Roman" panose="02020603050405020304" pitchFamily="18" charset="0"/>
              </a:rPr>
              <a:t>模糊集合</a:t>
            </a:r>
            <a:endParaRPr lang="zh-CN" altLang="en-US" b="0" dirty="0">
              <a:latin typeface="Times New Roman" panose="02020603050405020304" pitchFamily="18" charset="0"/>
            </a:endParaRPr>
          </a:p>
        </p:txBody>
      </p:sp>
      <p:sp>
        <p:nvSpPr>
          <p:cNvPr id="61444" name="Rectangle 6"/>
          <p:cNvSpPr/>
          <p:nvPr/>
        </p:nvSpPr>
        <p:spPr>
          <a:xfrm>
            <a:off x="4238625" y="332898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pSp>
        <p:nvGrpSpPr>
          <p:cNvPr id="2" name="Group 23"/>
          <p:cNvGrpSpPr/>
          <p:nvPr/>
        </p:nvGrpSpPr>
        <p:grpSpPr>
          <a:xfrm>
            <a:off x="304800" y="1600200"/>
            <a:ext cx="8610600" cy="4427538"/>
            <a:chOff x="192" y="1008"/>
            <a:chExt cx="5424" cy="2789"/>
          </a:xfrm>
        </p:grpSpPr>
        <p:grpSp>
          <p:nvGrpSpPr>
            <p:cNvPr id="61446" name="Group 14"/>
            <p:cNvGrpSpPr/>
            <p:nvPr/>
          </p:nvGrpSpPr>
          <p:grpSpPr>
            <a:xfrm>
              <a:off x="192" y="1008"/>
              <a:ext cx="5424" cy="2789"/>
              <a:chOff x="192" y="1008"/>
              <a:chExt cx="5424" cy="2789"/>
            </a:xfrm>
          </p:grpSpPr>
          <p:sp>
            <p:nvSpPr>
              <p:cNvPr id="61447" name="Text Box 4"/>
              <p:cNvSpPr txBox="1"/>
              <p:nvPr/>
            </p:nvSpPr>
            <p:spPr>
              <a:xfrm>
                <a:off x="192" y="1008"/>
                <a:ext cx="5424" cy="2789"/>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lnSpc>
                    <a:spcPct val="120000"/>
                  </a:lnSpc>
                  <a:spcBef>
                    <a:spcPct val="50000"/>
                  </a:spcBef>
                  <a:buClr>
                    <a:schemeClr val="accent2"/>
                  </a:buClr>
                  <a:buFont typeface="Wingdings" panose="05000000000000000000" pitchFamily="2" charset="2"/>
                  <a:buChar char="§"/>
                </a:pPr>
                <a:r>
                  <a:rPr lang="en-US" altLang="zh-CN" b="1" dirty="0">
                    <a:latin typeface="Times New Roman" panose="02020603050405020304" pitchFamily="18" charset="0"/>
                    <a:ea typeface="宋体" panose="02010600030101010101" pitchFamily="2" charset="-122"/>
                  </a:rPr>
                  <a:t>  </a:t>
                </a:r>
                <a:r>
                  <a:rPr lang="zh-CN" altLang="en-US" sz="2600" b="1" dirty="0">
                    <a:latin typeface="Times New Roman" panose="02020603050405020304" pitchFamily="18" charset="0"/>
                    <a:ea typeface="宋体" panose="02010600030101010101" pitchFamily="2" charset="-122"/>
                  </a:rPr>
                  <a:t>例如：以年龄作论域，取                   ，扎德给出了“年老”</a:t>
                </a:r>
                <a:r>
                  <a:rPr lang="en-US" altLang="zh-CN" sz="2600" b="1" i="1" dirty="0">
                    <a:latin typeface="Times New Roman" panose="02020603050405020304" pitchFamily="18" charset="0"/>
                    <a:ea typeface="宋体" panose="02010600030101010101" pitchFamily="2" charset="-122"/>
                  </a:rPr>
                  <a:t>O </a:t>
                </a:r>
                <a:r>
                  <a:rPr lang="zh-CN" altLang="en-US" sz="2600" b="1" dirty="0">
                    <a:latin typeface="Times New Roman" panose="02020603050405020304" pitchFamily="18" charset="0"/>
                    <a:ea typeface="宋体" panose="02010600030101010101" pitchFamily="2" charset="-122"/>
                  </a:rPr>
                  <a:t>与“年青”</a:t>
                </a:r>
                <a:r>
                  <a:rPr lang="en-US" altLang="zh-CN" sz="2600" b="1" i="1" dirty="0">
                    <a:latin typeface="Times New Roman" panose="02020603050405020304" pitchFamily="18" charset="0"/>
                    <a:ea typeface="宋体" panose="02010600030101010101" pitchFamily="2" charset="-122"/>
                  </a:rPr>
                  <a:t>Y </a:t>
                </a:r>
                <a:r>
                  <a:rPr lang="zh-CN" altLang="en-US" sz="2600" b="1" dirty="0">
                    <a:latin typeface="Times New Roman" panose="02020603050405020304" pitchFamily="18" charset="0"/>
                    <a:ea typeface="宋体" panose="02010600030101010101" pitchFamily="2" charset="-122"/>
                  </a:rPr>
                  <a:t>两个模糊集合的隶属函数为</a:t>
                </a:r>
                <a:endParaRPr lang="zh-CN" altLang="en-US" sz="2600" b="1" dirty="0">
                  <a:latin typeface="Times New Roman" panose="02020603050405020304" pitchFamily="18" charset="0"/>
                  <a:ea typeface="宋体" panose="02010600030101010101" pitchFamily="2" charset="-122"/>
                </a:endParaRPr>
              </a:p>
              <a:p>
                <a:pPr>
                  <a:lnSpc>
                    <a:spcPct val="120000"/>
                  </a:lnSpc>
                  <a:spcBef>
                    <a:spcPct val="50000"/>
                  </a:spcBef>
                  <a:buClr>
                    <a:schemeClr val="accent2"/>
                  </a:buClr>
                  <a:buFont typeface="Wingdings" panose="05000000000000000000" pitchFamily="2" charset="2"/>
                  <a:buChar char="§"/>
                </a:pPr>
                <a:endParaRPr lang="zh-CN" altLang="en-US" sz="2600" b="1" dirty="0">
                  <a:latin typeface="Times New Roman" panose="02020603050405020304" pitchFamily="18" charset="0"/>
                  <a:ea typeface="宋体" panose="02010600030101010101" pitchFamily="2" charset="-122"/>
                </a:endParaRPr>
              </a:p>
              <a:p>
                <a:pPr>
                  <a:lnSpc>
                    <a:spcPct val="120000"/>
                  </a:lnSpc>
                  <a:spcBef>
                    <a:spcPct val="50000"/>
                  </a:spcBef>
                  <a:buClr>
                    <a:schemeClr val="accent2"/>
                  </a:buClr>
                  <a:buFont typeface="Wingdings" panose="05000000000000000000" pitchFamily="2" charset="2"/>
                  <a:buChar char="§"/>
                </a:pPr>
                <a:endParaRPr lang="zh-CN" altLang="en-US" sz="2600" b="1" dirty="0">
                  <a:latin typeface="Times New Roman" panose="02020603050405020304" pitchFamily="18" charset="0"/>
                  <a:ea typeface="宋体" panose="02010600030101010101" pitchFamily="2" charset="-122"/>
                </a:endParaRPr>
              </a:p>
              <a:p>
                <a:pPr>
                  <a:lnSpc>
                    <a:spcPct val="120000"/>
                  </a:lnSpc>
                  <a:spcBef>
                    <a:spcPct val="50000"/>
                  </a:spcBef>
                  <a:buClr>
                    <a:schemeClr val="accent2"/>
                  </a:buClr>
                  <a:buFont typeface="Wingdings" panose="05000000000000000000" pitchFamily="2" charset="2"/>
                </a:pPr>
                <a:r>
                  <a:rPr lang="zh-CN" altLang="en-US" sz="2600" b="1" dirty="0">
                    <a:latin typeface="Times New Roman" panose="02020603050405020304" pitchFamily="18" charset="0"/>
                    <a:ea typeface="宋体" panose="02010600030101010101" pitchFamily="2" charset="-122"/>
                  </a:rPr>
                  <a:t> </a:t>
                </a:r>
                <a:r>
                  <a:rPr lang="zh-CN" altLang="en-US" sz="2600" b="1" dirty="0">
                    <a:latin typeface="Arial" panose="020B0604020202020204" pitchFamily="34" charset="0"/>
                    <a:ea typeface="宋体" panose="02010600030101010101" pitchFamily="2" charset="-122"/>
                  </a:rPr>
                  <a:t> </a:t>
                </a:r>
                <a:endParaRPr lang="zh-CN" altLang="en-US" sz="2600" b="1" dirty="0">
                  <a:latin typeface="Arial" panose="020B0604020202020204" pitchFamily="34" charset="0"/>
                  <a:ea typeface="宋体" panose="02010600030101010101" pitchFamily="2" charset="-122"/>
                </a:endParaRPr>
              </a:p>
              <a:p>
                <a:pPr>
                  <a:lnSpc>
                    <a:spcPct val="120000"/>
                  </a:lnSpc>
                  <a:spcBef>
                    <a:spcPct val="50000"/>
                  </a:spcBef>
                  <a:buClr>
                    <a:schemeClr val="accent2"/>
                  </a:buClr>
                  <a:buFont typeface="Wingdings" panose="05000000000000000000" pitchFamily="2" charset="2"/>
                  <a:buChar char="§"/>
                </a:pPr>
                <a:endParaRPr lang="zh-CN" altLang="en-US" sz="2600" b="1" dirty="0">
                  <a:latin typeface="Arial" panose="020B0604020202020204" pitchFamily="34" charset="0"/>
                  <a:ea typeface="宋体" panose="02010600030101010101" pitchFamily="2" charset="-122"/>
                </a:endParaRPr>
              </a:p>
              <a:p>
                <a:pPr>
                  <a:lnSpc>
                    <a:spcPct val="120000"/>
                  </a:lnSpc>
                  <a:spcBef>
                    <a:spcPct val="50000"/>
                  </a:spcBef>
                  <a:buClr>
                    <a:schemeClr val="accent2"/>
                  </a:buClr>
                  <a:buFont typeface="Wingdings" panose="05000000000000000000" pitchFamily="2" charset="2"/>
                  <a:buChar char="§"/>
                </a:pPr>
                <a:endParaRPr lang="en-US" altLang="zh-CN" sz="2600" b="1" dirty="0">
                  <a:latin typeface="Arial" panose="020B0604020202020204" pitchFamily="34" charset="0"/>
                  <a:ea typeface="宋体" panose="02010600030101010101" pitchFamily="2" charset="-122"/>
                </a:endParaRPr>
              </a:p>
            </p:txBody>
          </p:sp>
          <p:graphicFrame>
            <p:nvGraphicFramePr>
              <p:cNvPr id="61448" name="Object 8"/>
              <p:cNvGraphicFramePr>
                <a:graphicFrameLocks noChangeAspect="1"/>
              </p:cNvGraphicFramePr>
              <p:nvPr/>
            </p:nvGraphicFramePr>
            <p:xfrm>
              <a:off x="192" y="1824"/>
              <a:ext cx="2544" cy="720"/>
            </p:xfrm>
            <a:graphic>
              <a:graphicData uri="http://schemas.openxmlformats.org/presentationml/2006/ole">
                <mc:AlternateContent xmlns:mc="http://schemas.openxmlformats.org/markup-compatibility/2006">
                  <mc:Choice xmlns:v="urn:schemas-microsoft-com:vml" Requires="v">
                    <p:oleObj spid="_x0000_s3220" name="" r:id="rId1" imgW="45643800" imgH="12287250" progId="Equation.3">
                      <p:embed/>
                    </p:oleObj>
                  </mc:Choice>
                  <mc:Fallback>
                    <p:oleObj name="" r:id="rId1" imgW="45643800" imgH="12287250" progId="Equation.3">
                      <p:embed/>
                      <p:pic>
                        <p:nvPicPr>
                          <p:cNvPr id="0" name="图片 3219"/>
                          <p:cNvPicPr/>
                          <p:nvPr/>
                        </p:nvPicPr>
                        <p:blipFill>
                          <a:blip r:embed="rId2"/>
                          <a:stretch>
                            <a:fillRect/>
                          </a:stretch>
                        </p:blipFill>
                        <p:spPr>
                          <a:xfrm>
                            <a:off x="192" y="1824"/>
                            <a:ext cx="2544" cy="720"/>
                          </a:xfrm>
                          <a:prstGeom prst="rect">
                            <a:avLst/>
                          </a:prstGeom>
                          <a:noFill/>
                          <a:ln w="38100">
                            <a:noFill/>
                            <a:miter/>
                          </a:ln>
                        </p:spPr>
                      </p:pic>
                    </p:oleObj>
                  </mc:Fallback>
                </mc:AlternateContent>
              </a:graphicData>
            </a:graphic>
          </p:graphicFrame>
          <p:graphicFrame>
            <p:nvGraphicFramePr>
              <p:cNvPr id="61449" name="Object 7"/>
              <p:cNvGraphicFramePr>
                <a:graphicFrameLocks noChangeAspect="1"/>
              </p:cNvGraphicFramePr>
              <p:nvPr/>
            </p:nvGraphicFramePr>
            <p:xfrm>
              <a:off x="2880" y="1824"/>
              <a:ext cx="2640" cy="720"/>
            </p:xfrm>
            <a:graphic>
              <a:graphicData uri="http://schemas.openxmlformats.org/presentationml/2006/ole">
                <mc:AlternateContent xmlns:mc="http://schemas.openxmlformats.org/markup-compatibility/2006">
                  <mc:Choice xmlns:v="urn:schemas-microsoft-com:vml" Requires="v">
                    <p:oleObj spid="_x0000_s3222" name="" r:id="rId3" imgW="45643800" imgH="12287250" progId="Equation.3">
                      <p:embed/>
                    </p:oleObj>
                  </mc:Choice>
                  <mc:Fallback>
                    <p:oleObj name="" r:id="rId3" imgW="45643800" imgH="12287250" progId="Equation.3">
                      <p:embed/>
                      <p:pic>
                        <p:nvPicPr>
                          <p:cNvPr id="0" name="图片 3221"/>
                          <p:cNvPicPr/>
                          <p:nvPr/>
                        </p:nvPicPr>
                        <p:blipFill>
                          <a:blip r:embed="rId4"/>
                          <a:stretch>
                            <a:fillRect/>
                          </a:stretch>
                        </p:blipFill>
                        <p:spPr>
                          <a:xfrm>
                            <a:off x="2880" y="1824"/>
                            <a:ext cx="2640" cy="720"/>
                          </a:xfrm>
                          <a:prstGeom prst="rect">
                            <a:avLst/>
                          </a:prstGeom>
                          <a:noFill/>
                          <a:ln w="38100">
                            <a:noFill/>
                            <a:miter/>
                          </a:ln>
                        </p:spPr>
                      </p:pic>
                    </p:oleObj>
                  </mc:Fallback>
                </mc:AlternateContent>
              </a:graphicData>
            </a:graphic>
          </p:graphicFrame>
        </p:grpSp>
        <p:graphicFrame>
          <p:nvGraphicFramePr>
            <p:cNvPr id="61450" name="Object 5"/>
            <p:cNvGraphicFramePr>
              <a:graphicFrameLocks noChangeAspect="1"/>
            </p:cNvGraphicFramePr>
            <p:nvPr/>
          </p:nvGraphicFramePr>
          <p:xfrm>
            <a:off x="2784" y="1075"/>
            <a:ext cx="864" cy="269"/>
          </p:xfrm>
          <a:graphic>
            <a:graphicData uri="http://schemas.openxmlformats.org/presentationml/2006/ole">
              <mc:AlternateContent xmlns:mc="http://schemas.openxmlformats.org/markup-compatibility/2006">
                <mc:Choice xmlns:v="urn:schemas-microsoft-com:vml" Requires="v">
                  <p:oleObj spid="_x0000_s3227" name="" r:id="rId5" imgW="10753725" imgH="3076575" progId="Equation.DSMT4">
                    <p:embed/>
                  </p:oleObj>
                </mc:Choice>
                <mc:Fallback>
                  <p:oleObj name="" r:id="rId5" imgW="10753725" imgH="3076575" progId="Equation.DSMT4">
                    <p:embed/>
                    <p:pic>
                      <p:nvPicPr>
                        <p:cNvPr id="0" name="图片 3226"/>
                        <p:cNvPicPr/>
                        <p:nvPr/>
                      </p:nvPicPr>
                      <p:blipFill>
                        <a:blip r:embed="rId6"/>
                        <a:stretch>
                          <a:fillRect/>
                        </a:stretch>
                      </p:blipFill>
                      <p:spPr>
                        <a:xfrm>
                          <a:off x="2784" y="1075"/>
                          <a:ext cx="864" cy="269"/>
                        </a:xfrm>
                        <a:prstGeom prst="rect">
                          <a:avLst/>
                        </a:prstGeom>
                        <a:noFill/>
                        <a:ln w="38100">
                          <a:noFill/>
                          <a:miter/>
                        </a:ln>
                      </p:spPr>
                    </p:pic>
                  </p:oleObj>
                </mc:Fallback>
              </mc:AlternateContent>
            </a:graphicData>
          </a:graphic>
        </p:graphicFrame>
      </p:grpSp>
      <p:sp>
        <p:nvSpPr>
          <p:cNvPr id="61451" name="Rectangle 9"/>
          <p:cNvSpPr/>
          <p:nvPr/>
        </p:nvSpPr>
        <p:spPr>
          <a:xfrm>
            <a:off x="0" y="3067050"/>
            <a:ext cx="9144000" cy="244475"/>
          </a:xfrm>
          <a:prstGeom prst="rect">
            <a:avLst/>
          </a:prstGeom>
          <a:noFill/>
          <a:ln w="9525">
            <a:noFill/>
          </a:ln>
        </p:spPr>
        <p:txBody>
          <a:bodyPr anchor="t" anchorCtr="0">
            <a:spAutoFit/>
          </a:bodyPr>
          <a:p>
            <a:pPr>
              <a:buClrTx/>
              <a:buFontTx/>
            </a:pPr>
            <a:r>
              <a:rPr lang="en-US" altLang="zh-CN" sz="1000" dirty="0">
                <a:latin typeface="Times New Roman" panose="02020603050405020304" pitchFamily="18" charset="0"/>
                <a:ea typeface="宋体" panose="02010600030101010101" pitchFamily="2" charset="-122"/>
              </a:rPr>
              <a:t>              </a:t>
            </a:r>
            <a:endParaRPr lang="en-US" altLang="zh-CN" dirty="0">
              <a:latin typeface="Arial" panose="020B0604020202020204" pitchFamily="34" charset="0"/>
              <a:ea typeface="宋体" panose="02010600030101010101" pitchFamily="2" charset="-122"/>
            </a:endParaRPr>
          </a:p>
        </p:txBody>
      </p:sp>
      <p:sp>
        <p:nvSpPr>
          <p:cNvPr id="61452" name="Rectangle 12"/>
          <p:cNvSpPr/>
          <p:nvPr/>
        </p:nvSpPr>
        <p:spPr>
          <a:xfrm>
            <a:off x="0" y="3205163"/>
            <a:ext cx="9144000" cy="244475"/>
          </a:xfrm>
          <a:prstGeom prst="rect">
            <a:avLst/>
          </a:prstGeom>
          <a:noFill/>
          <a:ln w="9525">
            <a:noFill/>
          </a:ln>
        </p:spPr>
        <p:txBody>
          <a:bodyPr anchor="t" anchorCtr="0">
            <a:spAutoFit/>
          </a:bodyPr>
          <a:p>
            <a:pPr>
              <a:buClrTx/>
              <a:buFontTx/>
            </a:pPr>
            <a:r>
              <a:rPr lang="en-US" altLang="zh-CN" sz="1000" dirty="0">
                <a:latin typeface="Times New Roman" panose="02020603050405020304" pitchFamily="18" charset="0"/>
                <a:ea typeface="宋体" panose="02010600030101010101" pitchFamily="2" charset="-122"/>
              </a:rPr>
              <a:t>              </a:t>
            </a:r>
            <a:endParaRPr lang="en-US" altLang="zh-CN" dirty="0">
              <a:latin typeface="Arial" panose="020B0604020202020204" pitchFamily="34" charset="0"/>
              <a:ea typeface="宋体" panose="02010600030101010101" pitchFamily="2" charset="-122"/>
            </a:endParaRPr>
          </a:p>
        </p:txBody>
      </p:sp>
      <p:grpSp>
        <p:nvGrpSpPr>
          <p:cNvPr id="4" name="Group 15"/>
          <p:cNvGrpSpPr/>
          <p:nvPr/>
        </p:nvGrpSpPr>
        <p:grpSpPr>
          <a:xfrm>
            <a:off x="304800" y="4460875"/>
            <a:ext cx="8305800" cy="1470025"/>
            <a:chOff x="192" y="2810"/>
            <a:chExt cx="5232" cy="926"/>
          </a:xfrm>
        </p:grpSpPr>
        <p:graphicFrame>
          <p:nvGraphicFramePr>
            <p:cNvPr id="61454" name="Object 11"/>
            <p:cNvGraphicFramePr>
              <a:graphicFrameLocks noChangeAspect="1"/>
            </p:cNvGraphicFramePr>
            <p:nvPr/>
          </p:nvGraphicFramePr>
          <p:xfrm>
            <a:off x="432" y="3264"/>
            <a:ext cx="1968" cy="472"/>
          </p:xfrm>
          <a:graphic>
            <a:graphicData uri="http://schemas.openxmlformats.org/presentationml/2006/ole">
              <mc:AlternateContent xmlns:mc="http://schemas.openxmlformats.org/markup-compatibility/2006">
                <mc:Choice xmlns:v="urn:schemas-microsoft-com:vml" Requires="v">
                  <p:oleObj spid="_x0000_s3226" name="" r:id="rId7" imgW="33356550" imgH="7896225" progId="Equation.3">
                    <p:embed/>
                  </p:oleObj>
                </mc:Choice>
                <mc:Fallback>
                  <p:oleObj name="" r:id="rId7" imgW="33356550" imgH="7896225" progId="Equation.3">
                    <p:embed/>
                    <p:pic>
                      <p:nvPicPr>
                        <p:cNvPr id="0" name="图片 3225"/>
                        <p:cNvPicPr/>
                        <p:nvPr/>
                      </p:nvPicPr>
                      <p:blipFill>
                        <a:blip r:embed="rId8"/>
                        <a:stretch>
                          <a:fillRect/>
                        </a:stretch>
                      </p:blipFill>
                      <p:spPr>
                        <a:xfrm>
                          <a:off x="432" y="3264"/>
                          <a:ext cx="1968" cy="472"/>
                        </a:xfrm>
                        <a:prstGeom prst="rect">
                          <a:avLst/>
                        </a:prstGeom>
                        <a:noFill/>
                        <a:ln w="38100">
                          <a:noFill/>
                          <a:miter/>
                        </a:ln>
                      </p:spPr>
                    </p:pic>
                  </p:oleObj>
                </mc:Fallback>
              </mc:AlternateContent>
            </a:graphicData>
          </a:graphic>
        </p:graphicFrame>
        <p:graphicFrame>
          <p:nvGraphicFramePr>
            <p:cNvPr id="61455" name="Object 10"/>
            <p:cNvGraphicFramePr>
              <a:graphicFrameLocks noChangeAspect="1"/>
            </p:cNvGraphicFramePr>
            <p:nvPr/>
          </p:nvGraphicFramePr>
          <p:xfrm>
            <a:off x="2880" y="3203"/>
            <a:ext cx="2544" cy="493"/>
          </p:xfrm>
          <a:graphic>
            <a:graphicData uri="http://schemas.openxmlformats.org/presentationml/2006/ole">
              <mc:AlternateContent xmlns:mc="http://schemas.openxmlformats.org/markup-compatibility/2006">
                <mc:Choice xmlns:v="urn:schemas-microsoft-com:vml" Requires="v">
                  <p:oleObj spid="_x0000_s3219" name="" r:id="rId9" imgW="41252775" imgH="7896225" progId="Equation.3">
                    <p:embed/>
                  </p:oleObj>
                </mc:Choice>
                <mc:Fallback>
                  <p:oleObj name="" r:id="rId9" imgW="41252775" imgH="7896225" progId="Equation.3">
                    <p:embed/>
                    <p:pic>
                      <p:nvPicPr>
                        <p:cNvPr id="0" name="图片 3218"/>
                        <p:cNvPicPr/>
                        <p:nvPr/>
                      </p:nvPicPr>
                      <p:blipFill>
                        <a:blip r:embed="rId10"/>
                        <a:stretch>
                          <a:fillRect/>
                        </a:stretch>
                      </p:blipFill>
                      <p:spPr>
                        <a:xfrm>
                          <a:off x="2880" y="3203"/>
                          <a:ext cx="2544" cy="493"/>
                        </a:xfrm>
                        <a:prstGeom prst="rect">
                          <a:avLst/>
                        </a:prstGeom>
                        <a:noFill/>
                        <a:ln w="38100">
                          <a:noFill/>
                          <a:miter/>
                        </a:ln>
                      </p:spPr>
                    </p:pic>
                  </p:oleObj>
                </mc:Fallback>
              </mc:AlternateContent>
            </a:graphicData>
          </a:graphic>
        </p:graphicFrame>
        <p:sp>
          <p:nvSpPr>
            <p:cNvPr id="61456" name="Rectangle 13"/>
            <p:cNvSpPr/>
            <p:nvPr/>
          </p:nvSpPr>
          <p:spPr>
            <a:xfrm>
              <a:off x="192" y="2810"/>
              <a:ext cx="2143" cy="358"/>
            </a:xfrm>
            <a:prstGeom prst="rect">
              <a:avLst/>
            </a:prstGeom>
            <a:noFill/>
            <a:ln w="9525">
              <a:noFill/>
            </a:ln>
          </p:spPr>
          <p:txBody>
            <a:bodyPr wrap="none" anchor="t" anchorCtr="0">
              <a:spAutoFit/>
            </a:bodyPr>
            <a:p>
              <a:pPr>
                <a:lnSpc>
                  <a:spcPct val="120000"/>
                </a:lnSpc>
                <a:spcBef>
                  <a:spcPct val="50000"/>
                </a:spcBef>
                <a:buClr>
                  <a:schemeClr val="accent2"/>
                </a:buClr>
                <a:buFont typeface="Wingdings" panose="05000000000000000000" pitchFamily="2" charset="2"/>
                <a:buChar char="§"/>
              </a:pPr>
              <a:r>
                <a:rPr lang="en-US" altLang="zh-CN" sz="2600" b="1" dirty="0">
                  <a:latin typeface="宋体" panose="02010600030101010101" pitchFamily="2" charset="-122"/>
                  <a:ea typeface="宋体" panose="02010600030101010101" pitchFamily="2" charset="-122"/>
                </a:rPr>
                <a:t> </a:t>
              </a:r>
              <a:r>
                <a:rPr lang="zh-CN" altLang="en-US" sz="2600" b="1" dirty="0">
                  <a:latin typeface="宋体" panose="02010600030101010101" pitchFamily="2" charset="-122"/>
                  <a:ea typeface="宋体" panose="02010600030101010101" pitchFamily="2" charset="-122"/>
                </a:rPr>
                <a:t>采用</a:t>
              </a:r>
              <a:r>
                <a:rPr lang="en-US" altLang="zh-CN" sz="2600" b="1" dirty="0">
                  <a:latin typeface="Times New Roman" panose="02020603050405020304" pitchFamily="18" charset="0"/>
                  <a:ea typeface="宋体" panose="02010600030101010101" pitchFamily="2" charset="-122"/>
                </a:rPr>
                <a:t>Zadeh</a:t>
              </a:r>
              <a:r>
                <a:rPr lang="zh-CN" altLang="en-US" sz="2600" b="1" dirty="0">
                  <a:latin typeface="宋体" panose="02010600030101010101" pitchFamily="2" charset="-122"/>
                  <a:ea typeface="宋体" panose="02010600030101010101" pitchFamily="2" charset="-122"/>
                </a:rPr>
                <a:t>表示法</a:t>
              </a:r>
              <a:r>
                <a:rPr lang="en-US" altLang="zh-CN" sz="2600" b="1" dirty="0">
                  <a:latin typeface="宋体" panose="02010600030101010101" pitchFamily="2" charset="-122"/>
                  <a:ea typeface="宋体" panose="02010600030101010101" pitchFamily="2" charset="-122"/>
                </a:rPr>
                <a:t>:</a:t>
              </a:r>
              <a:r>
                <a:rPr lang="en-US" altLang="zh-CN" sz="2600" b="1" dirty="0">
                  <a:latin typeface="Times New Roman" panose="02020603050405020304" pitchFamily="18" charset="0"/>
                  <a:ea typeface="宋体" panose="02010600030101010101" pitchFamily="2" charset="-122"/>
                </a:rPr>
                <a:t> </a:t>
              </a:r>
              <a:r>
                <a:rPr lang="en-US" altLang="zh-CN" sz="2600" b="1" dirty="0">
                  <a:latin typeface="Arial" panose="020B0604020202020204" pitchFamily="34" charset="0"/>
                  <a:ea typeface="宋体" panose="02010600030101010101" pitchFamily="2" charset="-122"/>
                </a:rPr>
                <a:t> </a:t>
              </a:r>
              <a:endParaRPr lang="en-US" altLang="zh-CN" sz="2600" b="1" dirty="0">
                <a:latin typeface="Arial" panose="020B0604020202020204" pitchFamily="34" charset="0"/>
                <a:ea typeface="宋体" panose="02010600030101010101" pitchFamily="2" charset="-122"/>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lide(fromBottom)">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2466" name="Rectangle 3"/>
          <p:cNvSpPr>
            <a:spLocks noGrp="1"/>
          </p:cNvSpPr>
          <p:nvPr>
            <p:ph idx="1"/>
          </p:nvPr>
        </p:nvSpPr>
        <p:spPr>
          <a:xfrm>
            <a:off x="457200" y="1060450"/>
            <a:ext cx="8153400" cy="1377950"/>
          </a:xfrm>
          <a:gradFill rotWithShape="0">
            <a:gsLst>
              <a:gs pos="0">
                <a:srgbClr val="CCFFFF"/>
              </a:gs>
              <a:gs pos="100000">
                <a:schemeClr val="bg1"/>
              </a:gs>
            </a:gsLst>
            <a:path path="rect">
              <a:fillToRect l="100000" b="100000"/>
            </a:path>
            <a:tileRect/>
          </a:gradFill>
          <a:ln>
            <a:solidFill>
              <a:srgbClr val="808080"/>
            </a:solidFill>
            <a:miter/>
          </a:ln>
        </p:spPr>
        <p:txBody>
          <a:bodyPr vert="horz" wrap="square" lIns="91440" tIns="45720" rIns="91440" bIns="45720" anchor="t" anchorCtr="0"/>
          <a:p>
            <a:pPr marL="196850" indent="-196850" eaLnBrk="1" hangingPunct="1">
              <a:buNone/>
            </a:pPr>
            <a:r>
              <a:rPr lang="zh-CN" altLang="en-US" sz="2800" b="1" dirty="0">
                <a:latin typeface="Times New Roman" panose="02020603050405020304" pitchFamily="18" charset="0"/>
              </a:rPr>
              <a:t>（</a:t>
            </a:r>
            <a:r>
              <a:rPr lang="en-US" altLang="zh-CN" sz="2800" b="1" dirty="0">
                <a:latin typeface="Times New Roman" panose="02020603050405020304" pitchFamily="18" charset="0"/>
              </a:rPr>
              <a:t>1</a:t>
            </a:r>
            <a:r>
              <a:rPr lang="zh-CN" altLang="en-US" sz="2800" b="1" dirty="0">
                <a:latin typeface="Times New Roman" panose="02020603050405020304" pitchFamily="18" charset="0"/>
              </a:rPr>
              <a:t>）模糊集合的</a:t>
            </a:r>
            <a:r>
              <a:rPr lang="zh-CN" altLang="en-US" sz="2800" b="1" dirty="0">
                <a:solidFill>
                  <a:schemeClr val="accent2"/>
                </a:solidFill>
                <a:latin typeface="Times New Roman" panose="02020603050405020304" pitchFamily="18" charset="0"/>
              </a:rPr>
              <a:t>包含</a:t>
            </a:r>
            <a:r>
              <a:rPr lang="zh-CN" altLang="en-US" sz="2800" b="1" dirty="0">
                <a:latin typeface="Times New Roman" panose="02020603050405020304" pitchFamily="18" charset="0"/>
              </a:rPr>
              <a:t>关系</a:t>
            </a:r>
            <a:endParaRPr lang="zh-CN" altLang="en-US" sz="2800" b="1" dirty="0">
              <a:latin typeface="Times New Roman" panose="02020603050405020304" pitchFamily="18" charset="0"/>
            </a:endParaRPr>
          </a:p>
          <a:p>
            <a:pPr marL="196850" indent="-196850" eaLnBrk="1" hangingPunct="1">
              <a:buFont typeface="Wingdings" panose="05000000000000000000" pitchFamily="2" charset="2"/>
              <a:buChar char="§"/>
            </a:pPr>
            <a:r>
              <a:rPr lang="zh-CN" altLang="en-US" sz="2600" dirty="0">
                <a:latin typeface="Times New Roman" panose="02020603050405020304" pitchFamily="18" charset="0"/>
              </a:rPr>
              <a:t> </a:t>
            </a:r>
            <a:r>
              <a:rPr lang="zh-CN" altLang="en-US" sz="2600" b="1" dirty="0">
                <a:latin typeface="Times New Roman" panose="02020603050405020304" pitchFamily="18" charset="0"/>
              </a:rPr>
              <a:t>若                          ，则</a:t>
            </a:r>
            <a:endParaRPr lang="zh-CN" altLang="en-US" sz="2800" b="1" dirty="0">
              <a:latin typeface="Times New Roman" panose="02020603050405020304" pitchFamily="18" charset="0"/>
            </a:endParaRPr>
          </a:p>
        </p:txBody>
      </p:sp>
      <p:sp>
        <p:nvSpPr>
          <p:cNvPr id="62467" name="Rectangle 5"/>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62468" name="Object 4"/>
          <p:cNvGraphicFramePr>
            <a:graphicFrameLocks noChangeAspect="1"/>
          </p:cNvGraphicFramePr>
          <p:nvPr/>
        </p:nvGraphicFramePr>
        <p:xfrm>
          <a:off x="1238250" y="1793875"/>
          <a:ext cx="2038350" cy="500063"/>
        </p:xfrm>
        <a:graphic>
          <a:graphicData uri="http://schemas.openxmlformats.org/presentationml/2006/ole">
            <mc:AlternateContent xmlns:mc="http://schemas.openxmlformats.org/markup-compatibility/2006">
              <mc:Choice xmlns:v="urn:schemas-microsoft-com:vml" Requires="v">
                <p:oleObj spid="_x0000_s3223" name="" r:id="rId1" imgW="11849100" imgH="3076575" progId="Equation.DSMT4">
                  <p:embed/>
                </p:oleObj>
              </mc:Choice>
              <mc:Fallback>
                <p:oleObj name="" r:id="rId1" imgW="11849100" imgH="3076575" progId="Equation.DSMT4">
                  <p:embed/>
                  <p:pic>
                    <p:nvPicPr>
                      <p:cNvPr id="0" name="图片 3222"/>
                      <p:cNvPicPr/>
                      <p:nvPr/>
                    </p:nvPicPr>
                    <p:blipFill>
                      <a:blip r:embed="rId2"/>
                      <a:stretch>
                        <a:fillRect/>
                      </a:stretch>
                    </p:blipFill>
                    <p:spPr>
                      <a:xfrm>
                        <a:off x="1238250" y="1793875"/>
                        <a:ext cx="2038350" cy="500063"/>
                      </a:xfrm>
                      <a:prstGeom prst="rect">
                        <a:avLst/>
                      </a:prstGeom>
                      <a:noFill/>
                      <a:ln w="38100">
                        <a:noFill/>
                        <a:miter/>
                      </a:ln>
                    </p:spPr>
                  </p:pic>
                </p:oleObj>
              </mc:Fallback>
            </mc:AlternateContent>
          </a:graphicData>
        </a:graphic>
      </p:graphicFrame>
      <p:sp>
        <p:nvSpPr>
          <p:cNvPr id="62469" name="Rectangle 7"/>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62470" name="Object 6"/>
          <p:cNvGraphicFramePr>
            <a:graphicFrameLocks noChangeAspect="1"/>
          </p:cNvGraphicFramePr>
          <p:nvPr/>
        </p:nvGraphicFramePr>
        <p:xfrm>
          <a:off x="4097338" y="1820863"/>
          <a:ext cx="1008062" cy="388937"/>
        </p:xfrm>
        <a:graphic>
          <a:graphicData uri="http://schemas.openxmlformats.org/presentationml/2006/ole">
            <mc:AlternateContent xmlns:mc="http://schemas.openxmlformats.org/markup-compatibility/2006">
              <mc:Choice xmlns:v="urn:schemas-microsoft-com:vml" Requires="v">
                <p:oleObj spid="_x0000_s3221" name="" r:id="rId3" imgW="7019925" imgH="2847975" progId="Equation.3">
                  <p:embed/>
                </p:oleObj>
              </mc:Choice>
              <mc:Fallback>
                <p:oleObj name="" r:id="rId3" imgW="7019925" imgH="2847975" progId="Equation.3">
                  <p:embed/>
                  <p:pic>
                    <p:nvPicPr>
                      <p:cNvPr id="0" name="图片 3220"/>
                      <p:cNvPicPr/>
                      <p:nvPr/>
                    </p:nvPicPr>
                    <p:blipFill>
                      <a:blip r:embed="rId4"/>
                      <a:stretch>
                        <a:fillRect/>
                      </a:stretch>
                    </p:blipFill>
                    <p:spPr>
                      <a:xfrm>
                        <a:off x="4097338" y="1820863"/>
                        <a:ext cx="1008062" cy="388937"/>
                      </a:xfrm>
                      <a:prstGeom prst="rect">
                        <a:avLst/>
                      </a:prstGeom>
                      <a:noFill/>
                      <a:ln w="38100">
                        <a:noFill/>
                        <a:miter/>
                      </a:ln>
                    </p:spPr>
                  </p:pic>
                </p:oleObj>
              </mc:Fallback>
            </mc:AlternateContent>
          </a:graphicData>
        </a:graphic>
      </p:graphicFrame>
      <p:sp>
        <p:nvSpPr>
          <p:cNvPr id="62471" name="Rectangle 9"/>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2472" name="Rectangle 11"/>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2473" name="Rectangle 24"/>
          <p:cNvSpPr/>
          <p:nvPr/>
        </p:nvSpPr>
        <p:spPr>
          <a:xfrm>
            <a:off x="457200" y="2782888"/>
            <a:ext cx="8153400" cy="1255712"/>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lnSpc>
                <a:spcPct val="120000"/>
              </a:lnSpc>
              <a:spcBef>
                <a:spcPct val="30000"/>
              </a:spcBef>
              <a:buClr>
                <a:schemeClr val="accent2"/>
              </a:buClr>
              <a:buFont typeface="Wingdings" panose="05000000000000000000" pitchFamily="2" charset="2"/>
            </a:pPr>
            <a:r>
              <a:rPr lang="zh-CN" altLang="en-US" sz="2800"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2</a:t>
            </a:r>
            <a:r>
              <a:rPr lang="zh-CN" altLang="en-US" sz="2800" b="1" dirty="0">
                <a:latin typeface="Times New Roman" panose="02020603050405020304" pitchFamily="18" charset="0"/>
                <a:ea typeface="宋体" panose="02010600030101010101" pitchFamily="2" charset="-122"/>
              </a:rPr>
              <a:t>）模糊集合的</a:t>
            </a:r>
            <a:r>
              <a:rPr lang="zh-CN" altLang="en-US" sz="2800" b="1" dirty="0">
                <a:solidFill>
                  <a:schemeClr val="accent2"/>
                </a:solidFill>
                <a:latin typeface="Times New Roman" panose="02020603050405020304" pitchFamily="18" charset="0"/>
                <a:ea typeface="宋体" panose="02010600030101010101" pitchFamily="2" charset="-122"/>
              </a:rPr>
              <a:t>相等</a:t>
            </a:r>
            <a:r>
              <a:rPr lang="zh-CN" altLang="en-US" sz="2800" b="1" dirty="0">
                <a:latin typeface="Times New Roman" panose="02020603050405020304" pitchFamily="18" charset="0"/>
                <a:ea typeface="宋体" panose="02010600030101010101" pitchFamily="2" charset="-122"/>
              </a:rPr>
              <a:t>关系</a:t>
            </a:r>
            <a:endParaRPr lang="zh-CN" altLang="en-US" sz="2800" b="1" dirty="0">
              <a:latin typeface="Times New Roman" panose="02020603050405020304" pitchFamily="18" charset="0"/>
              <a:ea typeface="宋体" panose="02010600030101010101" pitchFamily="2" charset="-122"/>
            </a:endParaRPr>
          </a:p>
          <a:p>
            <a:pPr>
              <a:lnSpc>
                <a:spcPct val="120000"/>
              </a:lnSpc>
              <a:spcBef>
                <a:spcPct val="30000"/>
              </a:spcBef>
              <a:buClr>
                <a:schemeClr val="accent2"/>
              </a:buClr>
              <a:buFont typeface="Wingdings" panose="05000000000000000000" pitchFamily="2" charset="2"/>
              <a:buChar char="§"/>
            </a:pPr>
            <a:r>
              <a:rPr lang="zh-CN" altLang="en-US" sz="2800" dirty="0">
                <a:latin typeface="Times New Roman" panose="02020603050405020304" pitchFamily="18" charset="0"/>
                <a:ea typeface="宋体" panose="02010600030101010101" pitchFamily="2" charset="-122"/>
              </a:rPr>
              <a:t>  </a:t>
            </a:r>
            <a:r>
              <a:rPr lang="zh-CN" altLang="en-US" sz="2600" b="1" dirty="0">
                <a:latin typeface="Times New Roman" panose="02020603050405020304" pitchFamily="18" charset="0"/>
                <a:ea typeface="宋体" panose="02010600030101010101" pitchFamily="2" charset="-122"/>
              </a:rPr>
              <a:t>若                       ，则</a:t>
            </a:r>
            <a:endParaRPr lang="zh-CN" altLang="en-US" sz="2600" b="1" dirty="0">
              <a:latin typeface="Times New Roman" panose="02020603050405020304" pitchFamily="18" charset="0"/>
              <a:ea typeface="宋体" panose="02010600030101010101" pitchFamily="2" charset="-122"/>
            </a:endParaRPr>
          </a:p>
        </p:txBody>
      </p:sp>
      <p:graphicFrame>
        <p:nvGraphicFramePr>
          <p:cNvPr id="62474" name="Object 8"/>
          <p:cNvGraphicFramePr>
            <a:graphicFrameLocks noChangeAspect="1"/>
          </p:cNvGraphicFramePr>
          <p:nvPr/>
        </p:nvGraphicFramePr>
        <p:xfrm>
          <a:off x="1295400" y="3584575"/>
          <a:ext cx="1949450" cy="465138"/>
        </p:xfrm>
        <a:graphic>
          <a:graphicData uri="http://schemas.openxmlformats.org/presentationml/2006/ole">
            <mc:AlternateContent xmlns:mc="http://schemas.openxmlformats.org/markup-compatibility/2006">
              <mc:Choice xmlns:v="urn:schemas-microsoft-com:vml" Requires="v">
                <p:oleObj spid="_x0000_s3224" name="" r:id="rId5" imgW="11849100" imgH="3076575" progId="Equation.DSMT4">
                  <p:embed/>
                </p:oleObj>
              </mc:Choice>
              <mc:Fallback>
                <p:oleObj name="" r:id="rId5" imgW="11849100" imgH="3076575" progId="Equation.DSMT4">
                  <p:embed/>
                  <p:pic>
                    <p:nvPicPr>
                      <p:cNvPr id="0" name="图片 3223"/>
                      <p:cNvPicPr/>
                      <p:nvPr/>
                    </p:nvPicPr>
                    <p:blipFill>
                      <a:blip r:embed="rId6"/>
                      <a:stretch>
                        <a:fillRect/>
                      </a:stretch>
                    </p:blipFill>
                    <p:spPr>
                      <a:xfrm>
                        <a:off x="1295400" y="3584575"/>
                        <a:ext cx="1949450" cy="465138"/>
                      </a:xfrm>
                      <a:prstGeom prst="rect">
                        <a:avLst/>
                      </a:prstGeom>
                      <a:noFill/>
                      <a:ln w="38100">
                        <a:noFill/>
                        <a:miter/>
                      </a:ln>
                    </p:spPr>
                  </p:pic>
                </p:oleObj>
              </mc:Fallback>
            </mc:AlternateContent>
          </a:graphicData>
        </a:graphic>
      </p:graphicFrame>
      <p:graphicFrame>
        <p:nvGraphicFramePr>
          <p:cNvPr id="62475" name="Object 10"/>
          <p:cNvGraphicFramePr>
            <a:graphicFrameLocks noChangeAspect="1"/>
          </p:cNvGraphicFramePr>
          <p:nvPr/>
        </p:nvGraphicFramePr>
        <p:xfrm>
          <a:off x="3838575" y="3544888"/>
          <a:ext cx="885825" cy="388937"/>
        </p:xfrm>
        <a:graphic>
          <a:graphicData uri="http://schemas.openxmlformats.org/presentationml/2006/ole">
            <mc:AlternateContent xmlns:mc="http://schemas.openxmlformats.org/markup-compatibility/2006">
              <mc:Choice xmlns:v="urn:schemas-microsoft-com:vml" Requires="v">
                <p:oleObj spid="_x0000_s3225" name="" r:id="rId7" imgW="6362700" imgH="2847975" progId="Equation.3">
                  <p:embed/>
                </p:oleObj>
              </mc:Choice>
              <mc:Fallback>
                <p:oleObj name="" r:id="rId7" imgW="6362700" imgH="2847975" progId="Equation.3">
                  <p:embed/>
                  <p:pic>
                    <p:nvPicPr>
                      <p:cNvPr id="0" name="图片 3224"/>
                      <p:cNvPicPr/>
                      <p:nvPr/>
                    </p:nvPicPr>
                    <p:blipFill>
                      <a:blip r:embed="rId8"/>
                      <a:stretch>
                        <a:fillRect/>
                      </a:stretch>
                    </p:blipFill>
                    <p:spPr>
                      <a:xfrm>
                        <a:off x="3838575" y="3544888"/>
                        <a:ext cx="885825" cy="388937"/>
                      </a:xfrm>
                      <a:prstGeom prst="rect">
                        <a:avLst/>
                      </a:prstGeom>
                      <a:noFill/>
                      <a:ln w="38100">
                        <a:noFill/>
                        <a:miter/>
                      </a:ln>
                    </p:spPr>
                  </p:pic>
                </p:oleObj>
              </mc:Fallback>
            </mc:AlternateContent>
          </a:graphicData>
        </a:graphic>
      </p:graphicFrame>
      <p:sp>
        <p:nvSpPr>
          <p:cNvPr id="62476" name="Rectangle 13"/>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2477" name="Rectangle 15"/>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2478" name="Rectangle 17"/>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2479" name="Rectangle 19"/>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2480" name="Rectangle 23"/>
          <p:cNvSpPr/>
          <p:nvPr/>
        </p:nvSpPr>
        <p:spPr>
          <a:xfrm>
            <a:off x="457200" y="4397375"/>
            <a:ext cx="8153400" cy="1851025"/>
          </a:xfrm>
          <a:prstGeom prst="rect">
            <a:avLst/>
          </a:prstGeom>
          <a:gradFill rotWithShape="0">
            <a:gsLst>
              <a:gs pos="0">
                <a:srgbClr val="99CCFF"/>
              </a:gs>
              <a:gs pos="100000">
                <a:schemeClr val="bg1"/>
              </a:gs>
            </a:gsLst>
            <a:path path="rect">
              <a:fillToRect l="100000" t="100000"/>
            </a:path>
            <a:tileRect/>
          </a:gradFill>
          <a:ln w="9525" cap="flat" cmpd="sng">
            <a:solidFill>
              <a:srgbClr val="808080"/>
            </a:solidFill>
            <a:prstDash val="solid"/>
            <a:miter/>
            <a:headEnd type="none" w="med" len="med"/>
            <a:tailEnd type="none" w="med" len="med"/>
          </a:ln>
        </p:spPr>
        <p:txBody>
          <a:bodyPr anchor="t" anchorCtr="0">
            <a:spAutoFit/>
          </a:bodyPr>
          <a:p>
            <a:pPr>
              <a:lnSpc>
                <a:spcPct val="120000"/>
              </a:lnSpc>
              <a:spcBef>
                <a:spcPct val="50000"/>
              </a:spcBef>
              <a:buClr>
                <a:schemeClr val="accent2"/>
              </a:buClr>
              <a:buFont typeface="Wingdings" panose="05000000000000000000" pitchFamily="2" charset="2"/>
            </a:pPr>
            <a:r>
              <a:rPr lang="zh-CN"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3</a:t>
            </a:r>
            <a:r>
              <a:rPr lang="zh-CN" altLang="en-US" sz="2800" b="1" dirty="0">
                <a:latin typeface="Times New Roman" panose="02020603050405020304" pitchFamily="18" charset="0"/>
                <a:ea typeface="宋体" panose="02010600030101010101" pitchFamily="2" charset="-122"/>
              </a:rPr>
              <a:t>）模糊集合的</a:t>
            </a:r>
            <a:r>
              <a:rPr lang="zh-CN" altLang="en-US" sz="2800" b="1" dirty="0">
                <a:solidFill>
                  <a:schemeClr val="accent2"/>
                </a:solidFill>
                <a:latin typeface="Times New Roman" panose="02020603050405020304" pitchFamily="18" charset="0"/>
                <a:ea typeface="宋体" panose="02010600030101010101" pitchFamily="2" charset="-122"/>
              </a:rPr>
              <a:t>交并补</a:t>
            </a:r>
            <a:r>
              <a:rPr lang="zh-CN" altLang="en-US" sz="2800" b="1" dirty="0">
                <a:latin typeface="Times New Roman" panose="02020603050405020304" pitchFamily="18" charset="0"/>
                <a:ea typeface="宋体" panose="02010600030101010101" pitchFamily="2" charset="-122"/>
              </a:rPr>
              <a:t>运算</a:t>
            </a:r>
            <a:endParaRPr lang="zh-CN" altLang="en-US" sz="2800" b="1" dirty="0">
              <a:latin typeface="Times New Roman" panose="02020603050405020304" pitchFamily="18" charset="0"/>
              <a:ea typeface="宋体" panose="02010600030101010101" pitchFamily="2" charset="-122"/>
            </a:endParaRPr>
          </a:p>
          <a:p>
            <a:pPr>
              <a:lnSpc>
                <a:spcPct val="120000"/>
              </a:lnSpc>
              <a:spcBef>
                <a:spcPct val="30000"/>
              </a:spcBef>
              <a:buClr>
                <a:schemeClr val="accent2"/>
              </a:buClr>
              <a:buFont typeface="Wingdings" panose="05000000000000000000" pitchFamily="2" charset="2"/>
            </a:pPr>
            <a:r>
              <a:rPr lang="zh-CN" altLang="en-US" sz="2600" dirty="0">
                <a:latin typeface="Times New Roman" panose="02020603050405020304" pitchFamily="18" charset="0"/>
                <a:ea typeface="宋体" panose="02010600030101010101" pitchFamily="2" charset="-122"/>
              </a:rPr>
              <a:t>   </a:t>
            </a:r>
            <a:r>
              <a:rPr lang="zh-CN" altLang="en-US" sz="2600" b="1" dirty="0">
                <a:latin typeface="Times New Roman" panose="02020603050405020304" pitchFamily="18" charset="0"/>
                <a:ea typeface="宋体" panose="02010600030101010101" pitchFamily="2" charset="-122"/>
              </a:rPr>
              <a:t>①  交运算</a:t>
            </a:r>
            <a:r>
              <a:rPr lang="en-US" altLang="zh-CN" sz="2600" b="1" dirty="0">
                <a:latin typeface="Times New Roman" panose="02020603050405020304" pitchFamily="18" charset="0"/>
                <a:ea typeface="宋体" panose="02010600030101010101" pitchFamily="2" charset="-122"/>
              </a:rPr>
              <a:t>(intersection)</a:t>
            </a:r>
            <a:endParaRPr lang="en-US" altLang="zh-CN" sz="2600" b="1" dirty="0">
              <a:latin typeface="Times New Roman" panose="02020603050405020304" pitchFamily="18" charset="0"/>
              <a:ea typeface="宋体" panose="02010600030101010101" pitchFamily="2" charset="-122"/>
            </a:endParaRPr>
          </a:p>
          <a:p>
            <a:pPr>
              <a:lnSpc>
                <a:spcPct val="120000"/>
              </a:lnSpc>
              <a:spcBef>
                <a:spcPct val="30000"/>
              </a:spcBef>
              <a:spcAft>
                <a:spcPct val="55000"/>
              </a:spcAft>
              <a:buClr>
                <a:schemeClr val="accent2"/>
              </a:buClr>
              <a:buFont typeface="Wingdings" panose="05000000000000000000" pitchFamily="2" charset="2"/>
            </a:pPr>
            <a:r>
              <a:rPr lang="en-US" altLang="zh-CN" sz="2800" dirty="0">
                <a:latin typeface="Times New Roman" panose="02020603050405020304" pitchFamily="18" charset="0"/>
                <a:ea typeface="宋体" panose="02010600030101010101" pitchFamily="2" charset="-122"/>
              </a:rPr>
              <a:t> </a:t>
            </a:r>
            <a:endParaRPr lang="en-US" altLang="zh-CN" sz="2800" dirty="0">
              <a:latin typeface="Times New Roman" panose="02020603050405020304" pitchFamily="18" charset="0"/>
              <a:ea typeface="宋体" panose="02010600030101010101" pitchFamily="2" charset="-122"/>
            </a:endParaRPr>
          </a:p>
        </p:txBody>
      </p:sp>
      <p:graphicFrame>
        <p:nvGraphicFramePr>
          <p:cNvPr id="62481" name="Object 18"/>
          <p:cNvGraphicFramePr>
            <a:graphicFrameLocks noChangeAspect="1"/>
          </p:cNvGraphicFramePr>
          <p:nvPr/>
        </p:nvGraphicFramePr>
        <p:xfrm>
          <a:off x="4243388" y="5159375"/>
          <a:ext cx="862012" cy="400050"/>
        </p:xfrm>
        <a:graphic>
          <a:graphicData uri="http://schemas.openxmlformats.org/presentationml/2006/ole">
            <mc:AlternateContent xmlns:mc="http://schemas.openxmlformats.org/markup-compatibility/2006">
              <mc:Choice xmlns:v="urn:schemas-microsoft-com:vml" Requires="v">
                <p:oleObj spid="_x0000_s3236" name="" r:id="rId9" imgW="7019925" imgH="3295650" progId="Equation.3">
                  <p:embed/>
                </p:oleObj>
              </mc:Choice>
              <mc:Fallback>
                <p:oleObj name="" r:id="rId9" imgW="7019925" imgH="3295650" progId="Equation.3">
                  <p:embed/>
                  <p:pic>
                    <p:nvPicPr>
                      <p:cNvPr id="0" name="图片 3235"/>
                      <p:cNvPicPr/>
                      <p:nvPr/>
                    </p:nvPicPr>
                    <p:blipFill>
                      <a:blip r:embed="rId10"/>
                      <a:stretch>
                        <a:fillRect/>
                      </a:stretch>
                    </p:blipFill>
                    <p:spPr>
                      <a:xfrm>
                        <a:off x="4243388" y="5159375"/>
                        <a:ext cx="862012" cy="400050"/>
                      </a:xfrm>
                      <a:prstGeom prst="rect">
                        <a:avLst/>
                      </a:prstGeom>
                      <a:noFill/>
                      <a:ln w="38100">
                        <a:noFill/>
                        <a:miter/>
                      </a:ln>
                    </p:spPr>
                  </p:pic>
                </p:oleObj>
              </mc:Fallback>
            </mc:AlternateContent>
          </a:graphicData>
        </a:graphic>
      </p:graphicFrame>
      <p:graphicFrame>
        <p:nvGraphicFramePr>
          <p:cNvPr id="62482" name="Object 20"/>
          <p:cNvGraphicFramePr>
            <a:graphicFrameLocks noChangeAspect="1"/>
          </p:cNvGraphicFramePr>
          <p:nvPr/>
        </p:nvGraphicFramePr>
        <p:xfrm>
          <a:off x="1371600" y="5722938"/>
          <a:ext cx="6029325" cy="504825"/>
        </p:xfrm>
        <a:graphic>
          <a:graphicData uri="http://schemas.openxmlformats.org/presentationml/2006/ole">
            <mc:AlternateContent xmlns:mc="http://schemas.openxmlformats.org/markup-compatibility/2006">
              <mc:Choice xmlns:v="urn:schemas-microsoft-com:vml" Requires="v">
                <p:oleObj spid="_x0000_s3237" name="" r:id="rId11" imgW="36204525" imgH="3514725" progId="Equation.DSMT4">
                  <p:embed/>
                </p:oleObj>
              </mc:Choice>
              <mc:Fallback>
                <p:oleObj name="" r:id="rId11" imgW="36204525" imgH="3514725" progId="Equation.DSMT4">
                  <p:embed/>
                  <p:pic>
                    <p:nvPicPr>
                      <p:cNvPr id="0" name="图片 3236"/>
                      <p:cNvPicPr/>
                      <p:nvPr/>
                    </p:nvPicPr>
                    <p:blipFill>
                      <a:blip r:embed="rId12"/>
                      <a:stretch>
                        <a:fillRect/>
                      </a:stretch>
                    </p:blipFill>
                    <p:spPr>
                      <a:xfrm>
                        <a:off x="1371600" y="5722938"/>
                        <a:ext cx="6029325" cy="504825"/>
                      </a:xfrm>
                      <a:prstGeom prst="rect">
                        <a:avLst/>
                      </a:prstGeom>
                      <a:noFill/>
                      <a:ln w="38100">
                        <a:noFill/>
                        <a:miter/>
                      </a:ln>
                    </p:spPr>
                  </p:pic>
                </p:oleObj>
              </mc:Fallback>
            </mc:AlternateContent>
          </a:graphicData>
        </a:graphic>
      </p:graphicFrame>
      <p:sp>
        <p:nvSpPr>
          <p:cNvPr id="62483" name="Rectangle 22"/>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4.4.3  </a:t>
            </a:r>
            <a:r>
              <a:rPr lang="zh-CN" altLang="en-US" b="0" dirty="0">
                <a:latin typeface="Times New Roman" panose="02020603050405020304" pitchFamily="18" charset="0"/>
              </a:rPr>
              <a:t>模糊集合的运算</a:t>
            </a:r>
            <a:endParaRPr lang="zh-CN" altLang="en-US" b="0" dirty="0">
              <a:latin typeface="Times New Roman" panose="02020603050405020304" pitchFamily="18" charset="0"/>
            </a:endParaRPr>
          </a:p>
        </p:txBody>
      </p:sp>
    </p:spTree>
  </p:cSld>
  <p:clrMapOvr>
    <a:masterClrMapping/>
  </p:clrMapOvr>
  <p:transition>
    <p:rand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3490" name="Rectangle 3"/>
          <p:cNvSpPr>
            <a:spLocks noGrp="1"/>
          </p:cNvSpPr>
          <p:nvPr>
            <p:ph idx="1"/>
          </p:nvPr>
        </p:nvSpPr>
        <p:spPr>
          <a:xfrm>
            <a:off x="457200" y="1052513"/>
            <a:ext cx="8153400" cy="2376487"/>
          </a:xfrm>
          <a:gradFill rotWithShape="0">
            <a:gsLst>
              <a:gs pos="0">
                <a:srgbClr val="99CCFF"/>
              </a:gs>
              <a:gs pos="100000">
                <a:schemeClr val="bg1"/>
              </a:gs>
            </a:gsLst>
            <a:path path="rect">
              <a:fillToRect l="100000" t="100000"/>
            </a:path>
            <a:tileRect/>
          </a:gradFill>
          <a:ln>
            <a:solidFill>
              <a:srgbClr val="808080"/>
            </a:solidFill>
            <a:miter/>
          </a:ln>
        </p:spPr>
        <p:txBody>
          <a:bodyPr vert="horz" wrap="square" lIns="91440" tIns="45720" rIns="91440" bIns="45720" anchor="t" anchorCtr="0"/>
          <a:p>
            <a:pPr eaLnBrk="1" hangingPunct="1">
              <a:lnSpc>
                <a:spcPct val="100000"/>
              </a:lnSpc>
              <a:spcBef>
                <a:spcPct val="0"/>
              </a:spcBef>
              <a:buNone/>
            </a:pPr>
            <a:r>
              <a:rPr lang="en-US" altLang="zh-CN" sz="2600" b="1" dirty="0">
                <a:latin typeface="Times New Roman" panose="02020603050405020304" pitchFamily="18" charset="0"/>
              </a:rPr>
              <a:t>   ②  </a:t>
            </a:r>
            <a:r>
              <a:rPr lang="zh-CN" altLang="en-US" sz="2600" b="1" dirty="0">
                <a:latin typeface="Times New Roman" panose="02020603050405020304" pitchFamily="18" charset="0"/>
              </a:rPr>
              <a:t>并运算</a:t>
            </a:r>
            <a:r>
              <a:rPr lang="en-US" altLang="zh-CN" sz="2600" b="1" dirty="0">
                <a:latin typeface="Times New Roman" panose="02020603050405020304" pitchFamily="18" charset="0"/>
              </a:rPr>
              <a:t>(union) </a:t>
            </a:r>
            <a:endParaRPr lang="en-US" altLang="zh-CN" sz="2600" b="1" dirty="0">
              <a:latin typeface="Times New Roman" panose="02020603050405020304" pitchFamily="18" charset="0"/>
            </a:endParaRPr>
          </a:p>
          <a:p>
            <a:pPr eaLnBrk="1" hangingPunct="1">
              <a:lnSpc>
                <a:spcPct val="100000"/>
              </a:lnSpc>
              <a:spcBef>
                <a:spcPct val="0"/>
              </a:spcBef>
              <a:buNone/>
            </a:pPr>
            <a:r>
              <a:rPr lang="en-US" altLang="zh-CN" sz="2600" b="1" dirty="0">
                <a:latin typeface="Times New Roman" panose="02020603050405020304" pitchFamily="18" charset="0"/>
              </a:rPr>
              <a:t>                                       </a:t>
            </a:r>
            <a:endParaRPr lang="en-US" altLang="zh-CN" sz="2600" b="1" dirty="0">
              <a:latin typeface="Times New Roman" panose="02020603050405020304" pitchFamily="18" charset="0"/>
            </a:endParaRPr>
          </a:p>
          <a:p>
            <a:pPr eaLnBrk="1" hangingPunct="1">
              <a:lnSpc>
                <a:spcPct val="100000"/>
              </a:lnSpc>
              <a:spcBef>
                <a:spcPct val="0"/>
              </a:spcBef>
              <a:buNone/>
            </a:pPr>
            <a:endParaRPr lang="en-US" altLang="zh-CN" sz="2600" b="1" dirty="0">
              <a:latin typeface="Times New Roman" panose="02020603050405020304" pitchFamily="18" charset="0"/>
            </a:endParaRPr>
          </a:p>
          <a:p>
            <a:pPr eaLnBrk="1" hangingPunct="1">
              <a:lnSpc>
                <a:spcPct val="100000"/>
              </a:lnSpc>
              <a:spcBef>
                <a:spcPct val="0"/>
              </a:spcBef>
              <a:buNone/>
            </a:pPr>
            <a:r>
              <a:rPr lang="en-US" altLang="zh-CN" sz="2600" b="1" dirty="0">
                <a:latin typeface="Times New Roman" panose="02020603050405020304" pitchFamily="18" charset="0"/>
              </a:rPr>
              <a:t>   ③  </a:t>
            </a:r>
            <a:r>
              <a:rPr lang="zh-CN" altLang="en-US" sz="2600" b="1" dirty="0">
                <a:latin typeface="Times New Roman" panose="02020603050405020304" pitchFamily="18" charset="0"/>
              </a:rPr>
              <a:t>补运算</a:t>
            </a:r>
            <a:r>
              <a:rPr lang="en-US" altLang="zh-CN" sz="2600" b="1" dirty="0">
                <a:latin typeface="Times New Roman" panose="02020603050405020304" pitchFamily="18" charset="0"/>
              </a:rPr>
              <a:t>(complement)         </a:t>
            </a:r>
            <a:r>
              <a:rPr lang="zh-CN" altLang="en-US" sz="2600" b="1" dirty="0">
                <a:latin typeface="Times New Roman" panose="02020603050405020304" pitchFamily="18" charset="0"/>
              </a:rPr>
              <a:t>或者</a:t>
            </a:r>
            <a:r>
              <a:rPr lang="zh-CN" altLang="en-US" sz="2800" b="1" dirty="0">
                <a:latin typeface="Times New Roman" panose="02020603050405020304" pitchFamily="18" charset="0"/>
              </a:rPr>
              <a:t> </a:t>
            </a:r>
            <a:endParaRPr lang="zh-CN" altLang="en-US" sz="2800" b="1" dirty="0">
              <a:latin typeface="Times New Roman" panose="02020603050405020304" pitchFamily="18" charset="0"/>
            </a:endParaRPr>
          </a:p>
          <a:p>
            <a:pPr eaLnBrk="1" hangingPunct="1">
              <a:buNone/>
            </a:pPr>
            <a:endParaRPr lang="en-US" altLang="zh-CN" sz="2800" dirty="0">
              <a:latin typeface="Times New Roman" panose="02020603050405020304" pitchFamily="18" charset="0"/>
            </a:endParaRPr>
          </a:p>
        </p:txBody>
      </p:sp>
      <p:sp>
        <p:nvSpPr>
          <p:cNvPr id="63491" name="Rectangle 5"/>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63492" name="Object 4"/>
          <p:cNvGraphicFramePr>
            <a:graphicFrameLocks noChangeAspect="1"/>
          </p:cNvGraphicFramePr>
          <p:nvPr/>
        </p:nvGraphicFramePr>
        <p:xfrm>
          <a:off x="3406775" y="1143000"/>
          <a:ext cx="1008063" cy="369888"/>
        </p:xfrm>
        <a:graphic>
          <a:graphicData uri="http://schemas.openxmlformats.org/presentationml/2006/ole">
            <mc:AlternateContent xmlns:mc="http://schemas.openxmlformats.org/markup-compatibility/2006">
              <mc:Choice xmlns:v="urn:schemas-microsoft-com:vml" Requires="v">
                <p:oleObj spid="_x0000_s3229" name="" r:id="rId1" imgW="7019925" imgH="3295650" progId="Equation.3">
                  <p:embed/>
                </p:oleObj>
              </mc:Choice>
              <mc:Fallback>
                <p:oleObj name="" r:id="rId1" imgW="7019925" imgH="3295650" progId="Equation.3">
                  <p:embed/>
                  <p:pic>
                    <p:nvPicPr>
                      <p:cNvPr id="0" name="图片 3228"/>
                      <p:cNvPicPr/>
                      <p:nvPr/>
                    </p:nvPicPr>
                    <p:blipFill>
                      <a:blip r:embed="rId2"/>
                      <a:stretch>
                        <a:fillRect/>
                      </a:stretch>
                    </p:blipFill>
                    <p:spPr>
                      <a:xfrm>
                        <a:off x="3406775" y="1143000"/>
                        <a:ext cx="1008063" cy="369888"/>
                      </a:xfrm>
                      <a:prstGeom prst="rect">
                        <a:avLst/>
                      </a:prstGeom>
                      <a:noFill/>
                      <a:ln w="38100">
                        <a:noFill/>
                        <a:miter/>
                      </a:ln>
                    </p:spPr>
                  </p:pic>
                </p:oleObj>
              </mc:Fallback>
            </mc:AlternateContent>
          </a:graphicData>
        </a:graphic>
      </p:graphicFrame>
      <p:sp>
        <p:nvSpPr>
          <p:cNvPr id="63493" name="Rectangle 7"/>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63494" name="Object 6"/>
          <p:cNvGraphicFramePr>
            <a:graphicFrameLocks noChangeAspect="1"/>
          </p:cNvGraphicFramePr>
          <p:nvPr/>
        </p:nvGraphicFramePr>
        <p:xfrm>
          <a:off x="1308100" y="1704975"/>
          <a:ext cx="4343400" cy="508000"/>
        </p:xfrm>
        <a:graphic>
          <a:graphicData uri="http://schemas.openxmlformats.org/presentationml/2006/ole">
            <mc:AlternateContent xmlns:mc="http://schemas.openxmlformats.org/markup-compatibility/2006">
              <mc:Choice xmlns:v="urn:schemas-microsoft-com:vml" Requires="v">
                <p:oleObj spid="_x0000_s3230" name="" r:id="rId3" imgW="25231725" imgH="3514725" progId="Equation.DSMT4">
                  <p:embed/>
                </p:oleObj>
              </mc:Choice>
              <mc:Fallback>
                <p:oleObj name="" r:id="rId3" imgW="25231725" imgH="3514725" progId="Equation.DSMT4">
                  <p:embed/>
                  <p:pic>
                    <p:nvPicPr>
                      <p:cNvPr id="0" name="图片 3229"/>
                      <p:cNvPicPr/>
                      <p:nvPr/>
                    </p:nvPicPr>
                    <p:blipFill>
                      <a:blip r:embed="rId4"/>
                      <a:stretch>
                        <a:fillRect/>
                      </a:stretch>
                    </p:blipFill>
                    <p:spPr>
                      <a:xfrm>
                        <a:off x="1308100" y="1704975"/>
                        <a:ext cx="4343400" cy="508000"/>
                      </a:xfrm>
                      <a:prstGeom prst="rect">
                        <a:avLst/>
                      </a:prstGeom>
                      <a:noFill/>
                      <a:ln w="38100">
                        <a:noFill/>
                        <a:miter/>
                      </a:ln>
                    </p:spPr>
                  </p:pic>
                </p:oleObj>
              </mc:Fallback>
            </mc:AlternateContent>
          </a:graphicData>
        </a:graphic>
      </p:graphicFrame>
      <p:sp>
        <p:nvSpPr>
          <p:cNvPr id="63495" name="Rectangle 9"/>
          <p:cNvSpPr/>
          <p:nvPr/>
        </p:nvSpPr>
        <p:spPr>
          <a:xfrm>
            <a:off x="0" y="331470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63496" name="Object 8"/>
          <p:cNvGraphicFramePr>
            <a:graphicFrameLocks noChangeAspect="1"/>
          </p:cNvGraphicFramePr>
          <p:nvPr/>
        </p:nvGraphicFramePr>
        <p:xfrm>
          <a:off x="5562600" y="1700213"/>
          <a:ext cx="1828800" cy="485775"/>
        </p:xfrm>
        <a:graphic>
          <a:graphicData uri="http://schemas.openxmlformats.org/presentationml/2006/ole">
            <mc:AlternateContent xmlns:mc="http://schemas.openxmlformats.org/markup-compatibility/2006">
              <mc:Choice xmlns:v="urn:schemas-microsoft-com:vml" Requires="v">
                <p:oleObj spid="_x0000_s3228" name="" r:id="rId5" imgW="11849100" imgH="3076575" progId="Equation.DSMT4">
                  <p:embed/>
                </p:oleObj>
              </mc:Choice>
              <mc:Fallback>
                <p:oleObj name="" r:id="rId5" imgW="11849100" imgH="3076575" progId="Equation.DSMT4">
                  <p:embed/>
                  <p:pic>
                    <p:nvPicPr>
                      <p:cNvPr id="0" name="图片 3227"/>
                      <p:cNvPicPr/>
                      <p:nvPr/>
                    </p:nvPicPr>
                    <p:blipFill>
                      <a:blip r:embed="rId6"/>
                      <a:stretch>
                        <a:fillRect/>
                      </a:stretch>
                    </p:blipFill>
                    <p:spPr>
                      <a:xfrm>
                        <a:off x="5562600" y="1700213"/>
                        <a:ext cx="1828800" cy="485775"/>
                      </a:xfrm>
                      <a:prstGeom prst="rect">
                        <a:avLst/>
                      </a:prstGeom>
                      <a:noFill/>
                      <a:ln w="38100">
                        <a:noFill/>
                        <a:miter/>
                      </a:ln>
                    </p:spPr>
                  </p:pic>
                </p:oleObj>
              </mc:Fallback>
            </mc:AlternateContent>
          </a:graphicData>
        </a:graphic>
      </p:graphicFrame>
      <p:sp>
        <p:nvSpPr>
          <p:cNvPr id="63497" name="Rectangle 11"/>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63498" name="Object 10"/>
          <p:cNvGraphicFramePr>
            <a:graphicFrameLocks noChangeAspect="1"/>
          </p:cNvGraphicFramePr>
          <p:nvPr/>
        </p:nvGraphicFramePr>
        <p:xfrm>
          <a:off x="4454525" y="2286000"/>
          <a:ext cx="428625" cy="457200"/>
        </p:xfrm>
        <a:graphic>
          <a:graphicData uri="http://schemas.openxmlformats.org/presentationml/2006/ole">
            <mc:AlternateContent xmlns:mc="http://schemas.openxmlformats.org/markup-compatibility/2006">
              <mc:Choice xmlns:v="urn:schemas-microsoft-com:vml" Requires="v">
                <p:oleObj spid="_x0000_s3235" name="" r:id="rId7" imgW="2847975" imgH="3295650" progId="Equation.3">
                  <p:embed/>
                </p:oleObj>
              </mc:Choice>
              <mc:Fallback>
                <p:oleObj name="" r:id="rId7" imgW="2847975" imgH="3295650" progId="Equation.3">
                  <p:embed/>
                  <p:pic>
                    <p:nvPicPr>
                      <p:cNvPr id="0" name="图片 3234"/>
                      <p:cNvPicPr/>
                      <p:nvPr/>
                    </p:nvPicPr>
                    <p:blipFill>
                      <a:blip r:embed="rId8"/>
                      <a:stretch>
                        <a:fillRect/>
                      </a:stretch>
                    </p:blipFill>
                    <p:spPr>
                      <a:xfrm>
                        <a:off x="4454525" y="2286000"/>
                        <a:ext cx="428625" cy="457200"/>
                      </a:xfrm>
                      <a:prstGeom prst="rect">
                        <a:avLst/>
                      </a:prstGeom>
                      <a:noFill/>
                      <a:ln w="38100">
                        <a:noFill/>
                        <a:miter/>
                      </a:ln>
                    </p:spPr>
                  </p:pic>
                </p:oleObj>
              </mc:Fallback>
            </mc:AlternateContent>
          </a:graphicData>
        </a:graphic>
      </p:graphicFrame>
      <p:sp>
        <p:nvSpPr>
          <p:cNvPr id="63499" name="Rectangle 14"/>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63500" name="Object 13"/>
          <p:cNvGraphicFramePr>
            <a:graphicFrameLocks noChangeAspect="1"/>
          </p:cNvGraphicFramePr>
          <p:nvPr/>
        </p:nvGraphicFramePr>
        <p:xfrm>
          <a:off x="5692775" y="2286000"/>
          <a:ext cx="533400" cy="423863"/>
        </p:xfrm>
        <a:graphic>
          <a:graphicData uri="http://schemas.openxmlformats.org/presentationml/2006/ole">
            <mc:AlternateContent xmlns:mc="http://schemas.openxmlformats.org/markup-compatibility/2006">
              <mc:Choice xmlns:v="urn:schemas-microsoft-com:vml" Requires="v">
                <p:oleObj spid="_x0000_s3231" name="" r:id="rId9" imgW="3952875" imgH="3295650" progId="Equation.3">
                  <p:embed/>
                </p:oleObj>
              </mc:Choice>
              <mc:Fallback>
                <p:oleObj name="" r:id="rId9" imgW="3952875" imgH="3295650" progId="Equation.3">
                  <p:embed/>
                  <p:pic>
                    <p:nvPicPr>
                      <p:cNvPr id="0" name="图片 3230"/>
                      <p:cNvPicPr/>
                      <p:nvPr/>
                    </p:nvPicPr>
                    <p:blipFill>
                      <a:blip r:embed="rId10"/>
                      <a:stretch>
                        <a:fillRect/>
                      </a:stretch>
                    </p:blipFill>
                    <p:spPr>
                      <a:xfrm>
                        <a:off x="5692775" y="2286000"/>
                        <a:ext cx="533400" cy="423863"/>
                      </a:xfrm>
                      <a:prstGeom prst="rect">
                        <a:avLst/>
                      </a:prstGeom>
                      <a:noFill/>
                      <a:ln w="38100">
                        <a:noFill/>
                        <a:miter/>
                      </a:ln>
                    </p:spPr>
                  </p:pic>
                </p:oleObj>
              </mc:Fallback>
            </mc:AlternateContent>
          </a:graphicData>
        </a:graphic>
      </p:graphicFrame>
      <p:sp>
        <p:nvSpPr>
          <p:cNvPr id="63501" name="Rectangle 16"/>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63502" name="Object 15"/>
          <p:cNvGraphicFramePr>
            <a:graphicFrameLocks noChangeAspect="1"/>
          </p:cNvGraphicFramePr>
          <p:nvPr/>
        </p:nvGraphicFramePr>
        <p:xfrm>
          <a:off x="2489200" y="2944813"/>
          <a:ext cx="3124200" cy="444500"/>
        </p:xfrm>
        <a:graphic>
          <a:graphicData uri="http://schemas.openxmlformats.org/presentationml/2006/ole">
            <mc:AlternateContent xmlns:mc="http://schemas.openxmlformats.org/markup-compatibility/2006">
              <mc:Choice xmlns:v="urn:schemas-microsoft-com:vml" Requires="v">
                <p:oleObj spid="_x0000_s3233" name="" r:id="rId11" imgW="21945600" imgH="4391025" progId="Equation.DSMT4">
                  <p:embed/>
                </p:oleObj>
              </mc:Choice>
              <mc:Fallback>
                <p:oleObj name="" r:id="rId11" imgW="21945600" imgH="4391025" progId="Equation.DSMT4">
                  <p:embed/>
                  <p:pic>
                    <p:nvPicPr>
                      <p:cNvPr id="0" name="图片 3232"/>
                      <p:cNvPicPr/>
                      <p:nvPr/>
                    </p:nvPicPr>
                    <p:blipFill>
                      <a:blip r:embed="rId12"/>
                      <a:stretch>
                        <a:fillRect/>
                      </a:stretch>
                    </p:blipFill>
                    <p:spPr>
                      <a:xfrm>
                        <a:off x="2489200" y="2944813"/>
                        <a:ext cx="3124200" cy="444500"/>
                      </a:xfrm>
                      <a:prstGeom prst="rect">
                        <a:avLst/>
                      </a:prstGeom>
                      <a:noFill/>
                      <a:ln w="38100">
                        <a:noFill/>
                        <a:miter/>
                      </a:ln>
                    </p:spPr>
                  </p:pic>
                </p:oleObj>
              </mc:Fallback>
            </mc:AlternateContent>
          </a:graphicData>
        </a:graphic>
      </p:graphicFrame>
      <p:sp>
        <p:nvSpPr>
          <p:cNvPr id="63503" name="Rectangle 18"/>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3504" name="Rectangle 20"/>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3505" name="Rectangle 21"/>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4.4.3  </a:t>
            </a:r>
            <a:r>
              <a:rPr lang="zh-CN" altLang="en-US" b="0" dirty="0">
                <a:latin typeface="Times New Roman" panose="02020603050405020304" pitchFamily="18" charset="0"/>
              </a:rPr>
              <a:t>模糊集合的运算</a:t>
            </a:r>
            <a:endParaRPr lang="zh-CN" altLang="en-US" b="0" dirty="0">
              <a:latin typeface="Times New Roman" panose="02020603050405020304" pitchFamily="18" charset="0"/>
            </a:endParaRPr>
          </a:p>
        </p:txBody>
      </p:sp>
      <p:sp>
        <p:nvSpPr>
          <p:cNvPr id="63506" name="Rectangle 24"/>
          <p:cNvSpPr/>
          <p:nvPr/>
        </p:nvSpPr>
        <p:spPr>
          <a:xfrm>
            <a:off x="4071938" y="33385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3507" name="Rectangle 26"/>
          <p:cNvSpPr/>
          <p:nvPr/>
        </p:nvSpPr>
        <p:spPr>
          <a:xfrm>
            <a:off x="3443288" y="32051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3508" name="Text Box 22"/>
          <p:cNvSpPr txBox="1"/>
          <p:nvPr/>
        </p:nvSpPr>
        <p:spPr>
          <a:xfrm>
            <a:off x="457200" y="3810000"/>
            <a:ext cx="8153400" cy="2403475"/>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lgn="just">
              <a:lnSpc>
                <a:spcPct val="120000"/>
              </a:lnSpc>
              <a:spcBef>
                <a:spcPct val="50000"/>
              </a:spcBef>
              <a:buClr>
                <a:schemeClr val="accent2"/>
              </a:buClr>
              <a:buFont typeface="Wingdings" panose="05000000000000000000" pitchFamily="2" charset="2"/>
              <a:buChar char="§"/>
            </a:pPr>
            <a:r>
              <a:rPr lang="zh-CN" altLang="en-US" sz="2600" b="1" dirty="0">
                <a:latin typeface="Times New Roman" panose="02020603050405020304" pitchFamily="18" charset="0"/>
                <a:ea typeface="宋体" panose="02010600030101010101" pitchFamily="2" charset="-122"/>
              </a:rPr>
              <a:t>例</a:t>
            </a:r>
            <a:r>
              <a:rPr lang="en-US" altLang="zh-CN" sz="2600" b="1" dirty="0">
                <a:latin typeface="Times New Roman" panose="02020603050405020304" pitchFamily="18" charset="0"/>
                <a:ea typeface="宋体" panose="02010600030101010101" pitchFamily="2" charset="-122"/>
              </a:rPr>
              <a:t>4.4   </a:t>
            </a:r>
            <a:r>
              <a:rPr lang="zh-CN" altLang="en-US" sz="2600" dirty="0">
                <a:latin typeface="Times New Roman" panose="02020603050405020304" pitchFamily="18" charset="0"/>
                <a:ea typeface="宋体" panose="02010600030101010101" pitchFamily="2" charset="-122"/>
              </a:rPr>
              <a:t>设论域                         ，</a:t>
            </a:r>
            <a:r>
              <a:rPr lang="en-US" altLang="zh-CN" sz="2600" i="1" dirty="0">
                <a:latin typeface="Times New Roman" panose="02020603050405020304" pitchFamily="18" charset="0"/>
                <a:ea typeface="宋体" panose="02010600030101010101" pitchFamily="2" charset="-122"/>
              </a:rPr>
              <a:t>A</a:t>
            </a:r>
            <a:r>
              <a:rPr lang="zh-CN" altLang="en-US" sz="2600" dirty="0">
                <a:latin typeface="Times New Roman" panose="02020603050405020304" pitchFamily="18" charset="0"/>
                <a:ea typeface="宋体" panose="02010600030101010101" pitchFamily="2" charset="-122"/>
              </a:rPr>
              <a:t>及</a:t>
            </a:r>
            <a:r>
              <a:rPr lang="en-US" altLang="zh-CN" sz="2600" i="1" dirty="0">
                <a:latin typeface="Times New Roman" panose="02020603050405020304" pitchFamily="18" charset="0"/>
                <a:ea typeface="宋体" panose="02010600030101010101" pitchFamily="2" charset="-122"/>
              </a:rPr>
              <a:t>B</a:t>
            </a:r>
            <a:r>
              <a:rPr lang="zh-CN" altLang="en-US" sz="2600" dirty="0">
                <a:latin typeface="Times New Roman" panose="02020603050405020304" pitchFamily="18" charset="0"/>
                <a:ea typeface="宋体" panose="02010600030101010101" pitchFamily="2" charset="-122"/>
              </a:rPr>
              <a:t>是论域上的两个模糊集合，已知：</a:t>
            </a:r>
            <a:endParaRPr lang="zh-CN" altLang="en-US" sz="2600" dirty="0">
              <a:latin typeface="Times New Roman" panose="02020603050405020304" pitchFamily="18" charset="0"/>
              <a:ea typeface="宋体" panose="02010600030101010101" pitchFamily="2" charset="-122"/>
            </a:endParaRPr>
          </a:p>
          <a:p>
            <a:pPr>
              <a:lnSpc>
                <a:spcPct val="120000"/>
              </a:lnSpc>
              <a:spcBef>
                <a:spcPct val="50000"/>
              </a:spcBef>
              <a:buClrTx/>
              <a:buFontTx/>
            </a:pPr>
            <a:endParaRPr lang="zh-CN" altLang="en-US" sz="2600" dirty="0">
              <a:latin typeface="Times New Roman" panose="02020603050405020304" pitchFamily="18" charset="0"/>
              <a:ea typeface="宋体" panose="02010600030101010101" pitchFamily="2" charset="-122"/>
            </a:endParaRPr>
          </a:p>
          <a:p>
            <a:pPr>
              <a:lnSpc>
                <a:spcPct val="120000"/>
              </a:lnSpc>
              <a:spcBef>
                <a:spcPct val="50000"/>
              </a:spcBef>
              <a:buClrTx/>
              <a:buFontTx/>
            </a:pPr>
            <a:endParaRPr lang="en-US" altLang="zh-CN" sz="2600" dirty="0">
              <a:latin typeface="Times New Roman" panose="02020603050405020304" pitchFamily="18" charset="0"/>
              <a:ea typeface="宋体" panose="02010600030101010101" pitchFamily="2" charset="-122"/>
            </a:endParaRPr>
          </a:p>
        </p:txBody>
      </p:sp>
      <p:graphicFrame>
        <p:nvGraphicFramePr>
          <p:cNvPr id="63509" name="Object 23"/>
          <p:cNvGraphicFramePr>
            <a:graphicFrameLocks noChangeAspect="1"/>
          </p:cNvGraphicFramePr>
          <p:nvPr/>
        </p:nvGraphicFramePr>
        <p:xfrm>
          <a:off x="2743200" y="3962400"/>
          <a:ext cx="2057400" cy="381000"/>
        </p:xfrm>
        <a:graphic>
          <a:graphicData uri="http://schemas.openxmlformats.org/presentationml/2006/ole">
            <mc:AlternateContent xmlns:mc="http://schemas.openxmlformats.org/markup-compatibility/2006">
              <mc:Choice xmlns:v="urn:schemas-microsoft-com:vml" Requires="v">
                <p:oleObj spid="_x0000_s3232" name="" r:id="rId13" imgW="17992725" imgH="3295650" progId="Equation.DSMT4">
                  <p:embed/>
                </p:oleObj>
              </mc:Choice>
              <mc:Fallback>
                <p:oleObj name="" r:id="rId13" imgW="17992725" imgH="3295650" progId="Equation.DSMT4">
                  <p:embed/>
                  <p:pic>
                    <p:nvPicPr>
                      <p:cNvPr id="0" name="图片 3231"/>
                      <p:cNvPicPr/>
                      <p:nvPr/>
                    </p:nvPicPr>
                    <p:blipFill>
                      <a:blip r:embed="rId14"/>
                      <a:stretch>
                        <a:fillRect/>
                      </a:stretch>
                    </p:blipFill>
                    <p:spPr>
                      <a:xfrm>
                        <a:off x="2743200" y="3962400"/>
                        <a:ext cx="2057400" cy="381000"/>
                      </a:xfrm>
                      <a:prstGeom prst="rect">
                        <a:avLst/>
                      </a:prstGeom>
                      <a:noFill/>
                      <a:ln w="38100">
                        <a:noFill/>
                        <a:miter/>
                      </a:ln>
                    </p:spPr>
                  </p:pic>
                </p:oleObj>
              </mc:Fallback>
            </mc:AlternateContent>
          </a:graphicData>
        </a:graphic>
      </p:graphicFrame>
      <p:graphicFrame>
        <p:nvGraphicFramePr>
          <p:cNvPr id="63510" name="Object 25"/>
          <p:cNvGraphicFramePr>
            <a:graphicFrameLocks noChangeAspect="1"/>
          </p:cNvGraphicFramePr>
          <p:nvPr/>
        </p:nvGraphicFramePr>
        <p:xfrm>
          <a:off x="2743200" y="4648200"/>
          <a:ext cx="5105400" cy="914400"/>
        </p:xfrm>
        <a:graphic>
          <a:graphicData uri="http://schemas.openxmlformats.org/presentationml/2006/ole">
            <mc:AlternateContent xmlns:mc="http://schemas.openxmlformats.org/markup-compatibility/2006">
              <mc:Choice xmlns:v="urn:schemas-microsoft-com:vml" Requires="v">
                <p:oleObj spid="_x0000_s3234" name="" r:id="rId15" imgW="34013775" imgH="6800850" progId="Equation.DSMT4">
                  <p:embed/>
                </p:oleObj>
              </mc:Choice>
              <mc:Fallback>
                <p:oleObj name="" r:id="rId15" imgW="34013775" imgH="6800850" progId="Equation.DSMT4">
                  <p:embed/>
                  <p:pic>
                    <p:nvPicPr>
                      <p:cNvPr id="0" name="图片 3233"/>
                      <p:cNvPicPr/>
                      <p:nvPr/>
                    </p:nvPicPr>
                    <p:blipFill>
                      <a:blip r:embed="rId16"/>
                      <a:stretch>
                        <a:fillRect/>
                      </a:stretch>
                    </p:blipFill>
                    <p:spPr>
                      <a:xfrm>
                        <a:off x="2743200" y="4648200"/>
                        <a:ext cx="5105400" cy="914400"/>
                      </a:xfrm>
                      <a:prstGeom prst="rect">
                        <a:avLst/>
                      </a:prstGeom>
                      <a:noFill/>
                      <a:ln w="38100">
                        <a:noFill/>
                        <a:miter/>
                      </a:ln>
                    </p:spPr>
                  </p:pic>
                </p:oleObj>
              </mc:Fallback>
            </mc:AlternateContent>
          </a:graphicData>
        </a:graphic>
      </p:graphicFrame>
      <p:grpSp>
        <p:nvGrpSpPr>
          <p:cNvPr id="63511" name="Group 30"/>
          <p:cNvGrpSpPr>
            <a:grpSpLocks noChangeAspect="1"/>
          </p:cNvGrpSpPr>
          <p:nvPr/>
        </p:nvGrpSpPr>
        <p:grpSpPr>
          <a:xfrm>
            <a:off x="533400" y="5638800"/>
            <a:ext cx="4343400" cy="457200"/>
            <a:chOff x="336" y="3552"/>
            <a:chExt cx="2736" cy="288"/>
          </a:xfrm>
        </p:grpSpPr>
        <p:sp>
          <p:nvSpPr>
            <p:cNvPr id="63512" name="AutoShape 29"/>
            <p:cNvSpPr>
              <a:spLocks noChangeAspect="1" noTextEdit="1"/>
            </p:cNvSpPr>
            <p:nvPr/>
          </p:nvSpPr>
          <p:spPr>
            <a:xfrm>
              <a:off x="336" y="3552"/>
              <a:ext cx="2736" cy="288"/>
            </a:xfrm>
            <a:prstGeom prst="rect">
              <a:avLst/>
            </a:prstGeom>
            <a:noFill/>
            <a:ln w="9525">
              <a:noFill/>
            </a:ln>
          </p:spPr>
          <p:txBody>
            <a:bodyPr anchor="t" anchorCtr="0"/>
            <a:p>
              <a:pPr eaLnBrk="0" hangingPunct="0"/>
              <a:endParaRPr lang="zh-CN" altLang="en-US">
                <a:latin typeface="Arial" panose="020B0604020202020204" pitchFamily="34" charset="0"/>
                <a:ea typeface="宋体" panose="02010600030101010101" pitchFamily="2" charset="-122"/>
              </a:endParaRPr>
            </a:p>
          </p:txBody>
        </p:sp>
        <p:sp>
          <p:nvSpPr>
            <p:cNvPr id="63513" name="Line 31"/>
            <p:cNvSpPr/>
            <p:nvPr/>
          </p:nvSpPr>
          <p:spPr>
            <a:xfrm>
              <a:off x="673" y="3597"/>
              <a:ext cx="179" cy="1"/>
            </a:xfrm>
            <a:prstGeom prst="line">
              <a:avLst/>
            </a:prstGeom>
            <a:ln w="19050" cap="flat" cmpd="sng">
              <a:solidFill>
                <a:srgbClr val="000000"/>
              </a:solidFill>
              <a:prstDash val="solid"/>
              <a:round/>
              <a:headEnd type="none" w="med" len="med"/>
              <a:tailEnd type="none" w="med" len="med"/>
            </a:ln>
          </p:spPr>
        </p:sp>
        <p:sp>
          <p:nvSpPr>
            <p:cNvPr id="63514" name="Line 32"/>
            <p:cNvSpPr/>
            <p:nvPr/>
          </p:nvSpPr>
          <p:spPr>
            <a:xfrm>
              <a:off x="944" y="3597"/>
              <a:ext cx="178" cy="1"/>
            </a:xfrm>
            <a:prstGeom prst="line">
              <a:avLst/>
            </a:prstGeom>
            <a:ln w="19050" cap="flat" cmpd="sng">
              <a:solidFill>
                <a:srgbClr val="000000"/>
              </a:solidFill>
              <a:prstDash val="solid"/>
              <a:round/>
              <a:headEnd type="none" w="med" len="med"/>
              <a:tailEnd type="none" w="med" len="med"/>
            </a:ln>
          </p:spPr>
        </p:sp>
        <p:sp>
          <p:nvSpPr>
            <p:cNvPr id="63515" name="Rectangle 33"/>
            <p:cNvSpPr/>
            <p:nvPr/>
          </p:nvSpPr>
          <p:spPr>
            <a:xfrm>
              <a:off x="2845" y="3605"/>
              <a:ext cx="297" cy="254"/>
            </a:xfrm>
            <a:prstGeom prst="rect">
              <a:avLst/>
            </a:prstGeom>
            <a:noFill/>
            <a:ln w="9525">
              <a:noFill/>
            </a:ln>
          </p:spPr>
          <p:txBody>
            <a:bodyPr wrap="none" lIns="0" tIns="0" rIns="0" bIns="0" anchor="t" anchorCtr="0">
              <a:spAutoFit/>
            </a:bodyPr>
            <a:p>
              <a:pPr>
                <a:buClrTx/>
                <a:buFontTx/>
              </a:pPr>
              <a:r>
                <a:rPr lang="en-US" altLang="zh-CN" sz="2400" i="1" dirty="0">
                  <a:solidFill>
                    <a:srgbClr val="000000"/>
                  </a:solidFill>
                  <a:latin typeface="Times New Roman" panose="02020603050405020304" pitchFamily="18" charset="0"/>
                  <a:ea typeface="宋体" panose="02010600030101010101" pitchFamily="2" charset="-122"/>
                </a:rPr>
                <a:t>B</a:t>
              </a:r>
              <a:endParaRPr lang="en-US" altLang="zh-CN" dirty="0">
                <a:latin typeface="Arial" panose="020B0604020202020204" pitchFamily="34" charset="0"/>
                <a:ea typeface="宋体" panose="02010600030101010101" pitchFamily="2" charset="-122"/>
              </a:endParaRPr>
            </a:p>
          </p:txBody>
        </p:sp>
        <p:sp>
          <p:nvSpPr>
            <p:cNvPr id="63516" name="Rectangle 34"/>
            <p:cNvSpPr/>
            <p:nvPr/>
          </p:nvSpPr>
          <p:spPr>
            <a:xfrm>
              <a:off x="2350" y="3605"/>
              <a:ext cx="297" cy="254"/>
            </a:xfrm>
            <a:prstGeom prst="rect">
              <a:avLst/>
            </a:prstGeom>
            <a:noFill/>
            <a:ln w="9525">
              <a:noFill/>
            </a:ln>
          </p:spPr>
          <p:txBody>
            <a:bodyPr wrap="none" lIns="0" tIns="0" rIns="0" bIns="0" anchor="t" anchorCtr="0">
              <a:spAutoFit/>
            </a:bodyPr>
            <a:p>
              <a:pPr>
                <a:buClrTx/>
                <a:buFontTx/>
              </a:pPr>
              <a:r>
                <a:rPr lang="en-US" altLang="zh-CN" sz="2400" i="1" dirty="0">
                  <a:solidFill>
                    <a:srgbClr val="000000"/>
                  </a:solidFill>
                  <a:latin typeface="Times New Roman" panose="02020603050405020304" pitchFamily="18"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63517" name="Rectangle 35"/>
            <p:cNvSpPr/>
            <p:nvPr/>
          </p:nvSpPr>
          <p:spPr>
            <a:xfrm>
              <a:off x="1878" y="3605"/>
              <a:ext cx="297" cy="254"/>
            </a:xfrm>
            <a:prstGeom prst="rect">
              <a:avLst/>
            </a:prstGeom>
            <a:noFill/>
            <a:ln w="9525">
              <a:noFill/>
            </a:ln>
          </p:spPr>
          <p:txBody>
            <a:bodyPr wrap="none" lIns="0" tIns="0" rIns="0" bIns="0" anchor="t" anchorCtr="0">
              <a:spAutoFit/>
            </a:bodyPr>
            <a:p>
              <a:pPr>
                <a:buClrTx/>
                <a:buFontTx/>
              </a:pPr>
              <a:r>
                <a:rPr lang="en-US" altLang="zh-CN" sz="2400" i="1" dirty="0">
                  <a:solidFill>
                    <a:srgbClr val="000000"/>
                  </a:solidFill>
                  <a:latin typeface="Times New Roman" panose="02020603050405020304" pitchFamily="18" charset="0"/>
                  <a:ea typeface="宋体" panose="02010600030101010101" pitchFamily="2" charset="-122"/>
                </a:rPr>
                <a:t>B</a:t>
              </a:r>
              <a:endParaRPr lang="en-US" altLang="zh-CN" dirty="0">
                <a:latin typeface="Arial" panose="020B0604020202020204" pitchFamily="34" charset="0"/>
                <a:ea typeface="宋体" panose="02010600030101010101" pitchFamily="2" charset="-122"/>
              </a:endParaRPr>
            </a:p>
          </p:txBody>
        </p:sp>
        <p:sp>
          <p:nvSpPr>
            <p:cNvPr id="63518" name="Rectangle 36"/>
            <p:cNvSpPr/>
            <p:nvPr/>
          </p:nvSpPr>
          <p:spPr>
            <a:xfrm>
              <a:off x="1383" y="3605"/>
              <a:ext cx="297" cy="254"/>
            </a:xfrm>
            <a:prstGeom prst="rect">
              <a:avLst/>
            </a:prstGeom>
            <a:noFill/>
            <a:ln w="9525">
              <a:noFill/>
            </a:ln>
          </p:spPr>
          <p:txBody>
            <a:bodyPr wrap="none" lIns="0" tIns="0" rIns="0" bIns="0" anchor="t" anchorCtr="0">
              <a:spAutoFit/>
            </a:bodyPr>
            <a:p>
              <a:pPr>
                <a:buClrTx/>
                <a:buFontTx/>
              </a:pPr>
              <a:r>
                <a:rPr lang="en-US" altLang="zh-CN" sz="2400" i="1" dirty="0">
                  <a:solidFill>
                    <a:srgbClr val="000000"/>
                  </a:solidFill>
                  <a:latin typeface="Times New Roman" panose="02020603050405020304" pitchFamily="18"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63519" name="Rectangle 37"/>
            <p:cNvSpPr/>
            <p:nvPr/>
          </p:nvSpPr>
          <p:spPr>
            <a:xfrm>
              <a:off x="948" y="3605"/>
              <a:ext cx="297" cy="254"/>
            </a:xfrm>
            <a:prstGeom prst="rect">
              <a:avLst/>
            </a:prstGeom>
            <a:noFill/>
            <a:ln w="9525">
              <a:noFill/>
            </a:ln>
          </p:spPr>
          <p:txBody>
            <a:bodyPr wrap="none" lIns="0" tIns="0" rIns="0" bIns="0" anchor="t" anchorCtr="0">
              <a:spAutoFit/>
            </a:bodyPr>
            <a:p>
              <a:pPr>
                <a:buClrTx/>
                <a:buFontTx/>
              </a:pPr>
              <a:r>
                <a:rPr lang="en-US" altLang="zh-CN" sz="2400" i="1" dirty="0">
                  <a:solidFill>
                    <a:srgbClr val="000000"/>
                  </a:solidFill>
                  <a:latin typeface="Times New Roman" panose="02020603050405020304" pitchFamily="18" charset="0"/>
                  <a:ea typeface="宋体" panose="02010600030101010101" pitchFamily="2" charset="-122"/>
                </a:rPr>
                <a:t>B</a:t>
              </a:r>
              <a:endParaRPr lang="en-US" altLang="zh-CN" dirty="0">
                <a:latin typeface="Arial" panose="020B0604020202020204" pitchFamily="34" charset="0"/>
                <a:ea typeface="宋体" panose="02010600030101010101" pitchFamily="2" charset="-122"/>
              </a:endParaRPr>
            </a:p>
          </p:txBody>
        </p:sp>
        <p:sp>
          <p:nvSpPr>
            <p:cNvPr id="63520" name="Rectangle 38"/>
            <p:cNvSpPr/>
            <p:nvPr/>
          </p:nvSpPr>
          <p:spPr>
            <a:xfrm>
              <a:off x="692" y="3605"/>
              <a:ext cx="297" cy="254"/>
            </a:xfrm>
            <a:prstGeom prst="rect">
              <a:avLst/>
            </a:prstGeom>
            <a:noFill/>
            <a:ln w="9525">
              <a:noFill/>
            </a:ln>
          </p:spPr>
          <p:txBody>
            <a:bodyPr wrap="none" lIns="0" tIns="0" rIns="0" bIns="0" anchor="t" anchorCtr="0">
              <a:spAutoFit/>
            </a:bodyPr>
            <a:p>
              <a:pPr>
                <a:buClrTx/>
                <a:buFontTx/>
              </a:pPr>
              <a:r>
                <a:rPr lang="en-US" altLang="zh-CN" sz="2400" i="1" dirty="0">
                  <a:solidFill>
                    <a:srgbClr val="000000"/>
                  </a:solidFill>
                  <a:latin typeface="Times New Roman" panose="02020603050405020304" pitchFamily="18"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63521" name="Rectangle 39"/>
            <p:cNvSpPr/>
            <p:nvPr/>
          </p:nvSpPr>
          <p:spPr>
            <a:xfrm>
              <a:off x="2565" y="3583"/>
              <a:ext cx="401" cy="277"/>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Symbol" panose="05050102010706020507" pitchFamily="18" charset="2"/>
                  <a:ea typeface="宋体" panose="02010600030101010101" pitchFamily="2" charset="-122"/>
                </a:rPr>
                <a:t>È</a:t>
              </a:r>
              <a:endParaRPr lang="en-US" altLang="zh-CN" dirty="0">
                <a:latin typeface="Arial" panose="020B0604020202020204" pitchFamily="34" charset="0"/>
                <a:ea typeface="宋体" panose="02010600030101010101" pitchFamily="2" charset="-122"/>
              </a:endParaRPr>
            </a:p>
          </p:txBody>
        </p:sp>
        <p:sp>
          <p:nvSpPr>
            <p:cNvPr id="63522" name="Rectangle 40"/>
            <p:cNvSpPr/>
            <p:nvPr/>
          </p:nvSpPr>
          <p:spPr>
            <a:xfrm>
              <a:off x="1599" y="3583"/>
              <a:ext cx="401" cy="277"/>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Symbol" panose="05050102010706020507" pitchFamily="18" charset="2"/>
                  <a:ea typeface="宋体" panose="02010600030101010101" pitchFamily="2" charset="-122"/>
                </a:rPr>
                <a:t>Ç</a:t>
              </a:r>
              <a:endParaRPr lang="en-US" altLang="zh-CN" dirty="0">
                <a:latin typeface="Arial" panose="020B0604020202020204" pitchFamily="34" charset="0"/>
                <a:ea typeface="宋体" panose="02010600030101010101" pitchFamily="2" charset="-122"/>
              </a:endParaRPr>
            </a:p>
          </p:txBody>
        </p:sp>
        <p:sp>
          <p:nvSpPr>
            <p:cNvPr id="63523" name="Rectangle 41"/>
            <p:cNvSpPr/>
            <p:nvPr/>
          </p:nvSpPr>
          <p:spPr>
            <a:xfrm>
              <a:off x="2057" y="3611"/>
              <a:ext cx="440" cy="219"/>
            </a:xfrm>
            <a:prstGeom prst="rect">
              <a:avLst/>
            </a:prstGeom>
            <a:noFill/>
            <a:ln w="9525">
              <a:noFill/>
            </a:ln>
          </p:spPr>
          <p:txBody>
            <a:bodyPr wrap="none" lIns="0" tIns="0" rIns="0" bIns="0" anchor="t" anchorCtr="0">
              <a:spAutoFit/>
            </a:bodyPr>
            <a:p>
              <a:pPr>
                <a:buClrTx/>
                <a:buFontTx/>
              </a:pPr>
              <a:r>
                <a:rPr lang="zh-CN" altLang="en-US" sz="2400" dirty="0">
                  <a:solidFill>
                    <a:srgbClr val="000000"/>
                  </a:solidFill>
                  <a:latin typeface="宋体" panose="02010600030101010101" pitchFamily="2" charset="-122"/>
                  <a:ea typeface="宋体" panose="02010600030101010101" pitchFamily="2" charset="-122"/>
                </a:rPr>
                <a:t>、</a:t>
              </a:r>
              <a:endParaRPr lang="zh-CN" altLang="en-US" dirty="0">
                <a:latin typeface="Arial" panose="020B0604020202020204" pitchFamily="34" charset="0"/>
                <a:ea typeface="宋体" panose="02010600030101010101" pitchFamily="2" charset="-122"/>
              </a:endParaRPr>
            </a:p>
          </p:txBody>
        </p:sp>
        <p:sp>
          <p:nvSpPr>
            <p:cNvPr id="63524" name="Rectangle 42"/>
            <p:cNvSpPr/>
            <p:nvPr/>
          </p:nvSpPr>
          <p:spPr>
            <a:xfrm>
              <a:off x="1090" y="3611"/>
              <a:ext cx="440" cy="219"/>
            </a:xfrm>
            <a:prstGeom prst="rect">
              <a:avLst/>
            </a:prstGeom>
            <a:noFill/>
            <a:ln w="9525">
              <a:noFill/>
            </a:ln>
          </p:spPr>
          <p:txBody>
            <a:bodyPr wrap="none" lIns="0" tIns="0" rIns="0" bIns="0" anchor="t" anchorCtr="0">
              <a:spAutoFit/>
            </a:bodyPr>
            <a:p>
              <a:pPr>
                <a:buClrTx/>
                <a:buFontTx/>
              </a:pPr>
              <a:r>
                <a:rPr lang="zh-CN" altLang="en-US" sz="2400" dirty="0">
                  <a:solidFill>
                    <a:srgbClr val="000000"/>
                  </a:solidFill>
                  <a:latin typeface="宋体" panose="02010600030101010101" pitchFamily="2" charset="-122"/>
                  <a:ea typeface="宋体" panose="02010600030101010101" pitchFamily="2" charset="-122"/>
                </a:rPr>
                <a:t>、</a:t>
              </a:r>
              <a:endParaRPr lang="zh-CN" altLang="en-US" dirty="0">
                <a:latin typeface="Arial" panose="020B0604020202020204" pitchFamily="34" charset="0"/>
                <a:ea typeface="宋体" panose="02010600030101010101" pitchFamily="2" charset="-122"/>
              </a:endParaRPr>
            </a:p>
          </p:txBody>
        </p:sp>
        <p:sp>
          <p:nvSpPr>
            <p:cNvPr id="63525" name="Rectangle 43"/>
            <p:cNvSpPr/>
            <p:nvPr/>
          </p:nvSpPr>
          <p:spPr>
            <a:xfrm>
              <a:off x="820" y="3611"/>
              <a:ext cx="440" cy="219"/>
            </a:xfrm>
            <a:prstGeom prst="rect">
              <a:avLst/>
            </a:prstGeom>
            <a:noFill/>
            <a:ln w="9525">
              <a:noFill/>
            </a:ln>
          </p:spPr>
          <p:txBody>
            <a:bodyPr wrap="none" lIns="0" tIns="0" rIns="0" bIns="0" anchor="t" anchorCtr="0">
              <a:spAutoFit/>
            </a:bodyPr>
            <a:p>
              <a:pPr>
                <a:buClrTx/>
                <a:buFontTx/>
              </a:pPr>
              <a:r>
                <a:rPr lang="zh-CN" altLang="en-US" sz="2400" dirty="0">
                  <a:solidFill>
                    <a:srgbClr val="000000"/>
                  </a:solidFill>
                  <a:latin typeface="宋体" panose="02010600030101010101" pitchFamily="2" charset="-122"/>
                  <a:ea typeface="宋体" panose="02010600030101010101" pitchFamily="2" charset="-122"/>
                </a:rPr>
                <a:t>、</a:t>
              </a:r>
              <a:endParaRPr lang="zh-CN" altLang="en-US" dirty="0">
                <a:latin typeface="Arial" panose="020B0604020202020204" pitchFamily="34" charset="0"/>
                <a:ea typeface="宋体" panose="02010600030101010101" pitchFamily="2" charset="-122"/>
              </a:endParaRPr>
            </a:p>
          </p:txBody>
        </p:sp>
        <p:sp>
          <p:nvSpPr>
            <p:cNvPr id="63526" name="Rectangle 44"/>
            <p:cNvSpPr/>
            <p:nvPr/>
          </p:nvSpPr>
          <p:spPr>
            <a:xfrm>
              <a:off x="371" y="3611"/>
              <a:ext cx="440" cy="219"/>
            </a:xfrm>
            <a:prstGeom prst="rect">
              <a:avLst/>
            </a:prstGeom>
            <a:noFill/>
            <a:ln w="9525">
              <a:noFill/>
            </a:ln>
          </p:spPr>
          <p:txBody>
            <a:bodyPr wrap="none" lIns="0" tIns="0" rIns="0" bIns="0" anchor="t" anchorCtr="0">
              <a:spAutoFit/>
            </a:bodyPr>
            <a:p>
              <a:pPr>
                <a:buClrTx/>
                <a:buFontTx/>
              </a:pPr>
              <a:r>
                <a:rPr lang="zh-CN" altLang="en-US" sz="2400" dirty="0">
                  <a:solidFill>
                    <a:srgbClr val="000000"/>
                  </a:solidFill>
                  <a:latin typeface="宋体" panose="02010600030101010101" pitchFamily="2" charset="-122"/>
                  <a:ea typeface="宋体" panose="02010600030101010101" pitchFamily="2" charset="-122"/>
                </a:rPr>
                <a:t>求</a:t>
              </a:r>
              <a:endParaRPr lang="zh-CN" altLang="en-US" dirty="0">
                <a:latin typeface="Arial" panose="020B0604020202020204" pitchFamily="34" charset="0"/>
                <a:ea typeface="宋体" panose="02010600030101010101" pitchFamily="2" charset="-122"/>
              </a:endParaRPr>
            </a:p>
          </p:txBody>
        </p:sp>
      </p:grpSp>
    </p:spTree>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4514" name="Rectangle 2"/>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4.4.3  </a:t>
            </a:r>
            <a:r>
              <a:rPr lang="zh-CN" altLang="en-US" b="0" dirty="0">
                <a:latin typeface="Times New Roman" panose="02020603050405020304" pitchFamily="18" charset="0"/>
              </a:rPr>
              <a:t>模糊集合的运算</a:t>
            </a:r>
            <a:endParaRPr lang="zh-CN" altLang="en-US" b="0" dirty="0">
              <a:latin typeface="Times New Roman" panose="02020603050405020304" pitchFamily="18" charset="0"/>
            </a:endParaRPr>
          </a:p>
        </p:txBody>
      </p:sp>
      <p:sp>
        <p:nvSpPr>
          <p:cNvPr id="64515" name="Rectangle 3"/>
          <p:cNvSpPr>
            <a:spLocks noGrp="1"/>
          </p:cNvSpPr>
          <p:nvPr>
            <p:ph idx="1"/>
          </p:nvPr>
        </p:nvSpPr>
        <p:spPr>
          <a:xfrm>
            <a:off x="533400" y="1136650"/>
            <a:ext cx="8153400" cy="4654550"/>
          </a:xfrm>
          <a:solidFill>
            <a:srgbClr val="FFFFFF"/>
          </a:solidFill>
          <a:ln>
            <a:solidFill>
              <a:srgbClr val="808080"/>
            </a:solidFill>
            <a:miter/>
          </a:ln>
        </p:spPr>
        <p:txBody>
          <a:bodyPr vert="horz" wrap="square" lIns="91440" tIns="45720" rIns="91440" bIns="45720" anchor="t" anchorCtr="0"/>
          <a:p>
            <a:pPr eaLnBrk="1" hangingPunct="1">
              <a:buNone/>
            </a:pPr>
            <a:r>
              <a:rPr lang="zh-CN" altLang="en-US" sz="2600" b="1" dirty="0">
                <a:latin typeface="宋体" panose="02010600030101010101" pitchFamily="2" charset="-122"/>
              </a:rPr>
              <a:t>解</a:t>
            </a:r>
            <a:r>
              <a:rPr lang="zh-CN" altLang="en-US" sz="2600" dirty="0">
                <a:latin typeface="宋体" panose="02010600030101010101" pitchFamily="2" charset="-122"/>
              </a:rPr>
              <a:t>：</a:t>
            </a:r>
            <a:r>
              <a:rPr lang="zh-CN" altLang="en-US" dirty="0"/>
              <a:t> </a:t>
            </a:r>
            <a:endParaRPr lang="zh-CN" altLang="en-US" dirty="0"/>
          </a:p>
        </p:txBody>
      </p:sp>
      <p:sp>
        <p:nvSpPr>
          <p:cNvPr id="64516" name="Rectangle 5"/>
          <p:cNvSpPr/>
          <p:nvPr/>
        </p:nvSpPr>
        <p:spPr>
          <a:xfrm>
            <a:off x="3024188" y="24622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372740" name="Object 4"/>
          <p:cNvGraphicFramePr>
            <a:graphicFrameLocks noChangeAspect="1"/>
          </p:cNvGraphicFramePr>
          <p:nvPr/>
        </p:nvGraphicFramePr>
        <p:xfrm>
          <a:off x="1371600" y="1930400"/>
          <a:ext cx="6553200" cy="3632200"/>
        </p:xfrm>
        <a:graphic>
          <a:graphicData uri="http://schemas.openxmlformats.org/presentationml/2006/ole">
            <mc:AlternateContent xmlns:mc="http://schemas.openxmlformats.org/markup-compatibility/2006">
              <mc:Choice xmlns:v="urn:schemas-microsoft-com:vml" Requires="v">
                <p:oleObj spid="_x0000_s3238" name="" r:id="rId1" imgW="50472975" imgH="31594425" progId="Equation.DSMT4">
                  <p:embed/>
                </p:oleObj>
              </mc:Choice>
              <mc:Fallback>
                <p:oleObj name="" r:id="rId1" imgW="50472975" imgH="31594425" progId="Equation.DSMT4">
                  <p:embed/>
                  <p:pic>
                    <p:nvPicPr>
                      <p:cNvPr id="0" name="图片 3237"/>
                      <p:cNvPicPr/>
                      <p:nvPr/>
                    </p:nvPicPr>
                    <p:blipFill>
                      <a:blip r:embed="rId2"/>
                      <a:stretch>
                        <a:fillRect/>
                      </a:stretch>
                    </p:blipFill>
                    <p:spPr>
                      <a:xfrm>
                        <a:off x="1371600" y="1930400"/>
                        <a:ext cx="6553200" cy="3632200"/>
                      </a:xfrm>
                      <a:prstGeom prst="rect">
                        <a:avLst/>
                      </a:prstGeom>
                      <a:no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2740"/>
                                        </p:tgtEl>
                                        <p:attrNameLst>
                                          <p:attrName>style.visibility</p:attrName>
                                        </p:attrNameLst>
                                      </p:cBhvr>
                                      <p:to>
                                        <p:strVal val="visible"/>
                                      </p:to>
                                    </p:set>
                                    <p:animEffect transition="in" filter="blinds(horizontal)">
                                      <p:cBhvr>
                                        <p:cTn id="7" dur="500"/>
                                        <p:tgtEl>
                                          <p:spTgt spid="372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5538" name="Rectangle 3"/>
          <p:cNvSpPr>
            <a:spLocks noGrp="1"/>
          </p:cNvSpPr>
          <p:nvPr>
            <p:ph idx="1"/>
          </p:nvPr>
        </p:nvSpPr>
        <p:spPr>
          <a:xfrm>
            <a:off x="250825" y="981075"/>
            <a:ext cx="8540750" cy="771525"/>
          </a:xfrm>
        </p:spPr>
        <p:txBody>
          <a:bodyPr vert="horz" wrap="square" lIns="91440" tIns="45720" rIns="91440" bIns="45720" anchor="t" anchorCtr="0"/>
          <a:p>
            <a:pPr eaLnBrk="1" hangingPunct="1">
              <a:lnSpc>
                <a:spcPct val="110000"/>
              </a:lnSpc>
              <a:buNone/>
            </a:pPr>
            <a:r>
              <a:rPr lang="zh-CN" altLang="en-US" sz="2800" b="1" dirty="0">
                <a:latin typeface="Times New Roman" panose="02020603050405020304" pitchFamily="18" charset="0"/>
              </a:rPr>
              <a:t>（</a:t>
            </a:r>
            <a:r>
              <a:rPr lang="en-US" altLang="zh-CN" sz="2800" b="1" dirty="0">
                <a:latin typeface="Times New Roman" panose="02020603050405020304" pitchFamily="18" charset="0"/>
              </a:rPr>
              <a:t>4</a:t>
            </a:r>
            <a:r>
              <a:rPr lang="zh-CN" altLang="en-US" sz="2800" b="1" dirty="0">
                <a:latin typeface="Times New Roman" panose="02020603050405020304" pitchFamily="18" charset="0"/>
              </a:rPr>
              <a:t>）模糊集合的代数运算</a:t>
            </a:r>
            <a:endParaRPr lang="zh-CN" altLang="en-US" sz="2800" b="1" dirty="0">
              <a:latin typeface="Times New Roman" panose="02020603050405020304" pitchFamily="18" charset="0"/>
            </a:endParaRPr>
          </a:p>
          <a:p>
            <a:pPr eaLnBrk="1" hangingPunct="1">
              <a:lnSpc>
                <a:spcPct val="110000"/>
              </a:lnSpc>
              <a:buNone/>
            </a:pPr>
            <a:endParaRPr lang="zh-CN" altLang="en-US" sz="2600" dirty="0">
              <a:latin typeface="Times New Roman" panose="02020603050405020304" pitchFamily="18" charset="0"/>
            </a:endParaRPr>
          </a:p>
          <a:p>
            <a:pPr eaLnBrk="1" hangingPunct="1">
              <a:lnSpc>
                <a:spcPct val="110000"/>
              </a:lnSpc>
              <a:buNone/>
            </a:pPr>
            <a:r>
              <a:rPr lang="zh-CN" altLang="en-US" sz="2600" dirty="0">
                <a:latin typeface="Times New Roman" panose="02020603050405020304" pitchFamily="18" charset="0"/>
              </a:rPr>
              <a:t> </a:t>
            </a:r>
            <a:endParaRPr lang="zh-CN" altLang="en-US" sz="2600" dirty="0">
              <a:latin typeface="Times New Roman" panose="02020603050405020304" pitchFamily="18" charset="0"/>
            </a:endParaRPr>
          </a:p>
        </p:txBody>
      </p:sp>
      <p:sp>
        <p:nvSpPr>
          <p:cNvPr id="65539" name="Rectangle 5"/>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5540" name="Rectangle 7"/>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5541" name="Rectangle 9"/>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5542" name="Rectangle 11"/>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5543" name="Rectangle 13"/>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5544" name="Rectangle 15"/>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5545" name="Rectangle 17"/>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5546" name="Rectangle 19"/>
          <p:cNvSpPr/>
          <p:nvPr/>
        </p:nvSpPr>
        <p:spPr>
          <a:xfrm>
            <a:off x="457200" y="1676400"/>
            <a:ext cx="8229600" cy="4229100"/>
          </a:xfrm>
          <a:prstGeom prst="rect">
            <a:avLst/>
          </a:prstGeom>
          <a:gradFill rotWithShape="0">
            <a:gsLst>
              <a:gs pos="0">
                <a:srgbClr val="FFFF99"/>
              </a:gs>
              <a:gs pos="100000">
                <a:srgbClr val="FFFFFF"/>
              </a:gs>
            </a:gsLst>
            <a:path path="rect">
              <a:fillToRect l="100000" b="100000"/>
            </a:path>
            <a:tileRect/>
          </a:gradFill>
          <a:ln w="9525" cap="flat" cmpd="sng">
            <a:solidFill>
              <a:srgbClr val="808080"/>
            </a:solidFill>
            <a:prstDash val="solid"/>
            <a:miter/>
            <a:headEnd type="none" w="med" len="med"/>
            <a:tailEnd type="none" w="med" len="med"/>
          </a:ln>
        </p:spPr>
        <p:txBody>
          <a:bodyPr anchor="t" anchorCtr="0">
            <a:spAutoFit/>
          </a:bodyPr>
          <a:p>
            <a:pPr>
              <a:lnSpc>
                <a:spcPct val="140000"/>
              </a:lnSpc>
              <a:spcBef>
                <a:spcPct val="40000"/>
              </a:spcBef>
              <a:buClr>
                <a:schemeClr val="accent2"/>
              </a:buClr>
              <a:buFont typeface="Wingdings" panose="05000000000000000000" pitchFamily="2" charset="2"/>
            </a:pPr>
            <a:r>
              <a:rPr lang="en-US" altLang="zh-CN" sz="2600" b="1" dirty="0">
                <a:latin typeface="Times New Roman" panose="02020603050405020304" pitchFamily="18" charset="0"/>
                <a:ea typeface="宋体" panose="02010600030101010101" pitchFamily="2" charset="-122"/>
              </a:rPr>
              <a:t> ①  </a:t>
            </a:r>
            <a:r>
              <a:rPr lang="zh-CN" altLang="en-US" sz="2600" b="1" dirty="0">
                <a:latin typeface="Times New Roman" panose="02020603050405020304" pitchFamily="18" charset="0"/>
                <a:ea typeface="宋体" panose="02010600030101010101" pitchFamily="2" charset="-122"/>
              </a:rPr>
              <a:t>代数积：</a:t>
            </a:r>
            <a:endParaRPr lang="zh-CN" altLang="en-US" sz="2600" b="1" dirty="0">
              <a:latin typeface="Times New Roman" panose="02020603050405020304" pitchFamily="18" charset="0"/>
              <a:ea typeface="宋体" panose="02010600030101010101" pitchFamily="2" charset="-122"/>
            </a:endParaRPr>
          </a:p>
          <a:p>
            <a:pPr>
              <a:lnSpc>
                <a:spcPct val="140000"/>
              </a:lnSpc>
              <a:spcBef>
                <a:spcPct val="40000"/>
              </a:spcBef>
              <a:buClr>
                <a:schemeClr val="accent2"/>
              </a:buClr>
              <a:buFont typeface="Wingdings" panose="05000000000000000000" pitchFamily="2" charset="2"/>
            </a:pPr>
            <a:r>
              <a:rPr lang="zh-CN" altLang="en-US" sz="2600" b="1" dirty="0">
                <a:latin typeface="Times New Roman" panose="02020603050405020304" pitchFamily="18" charset="0"/>
                <a:ea typeface="宋体" panose="02010600030101010101" pitchFamily="2" charset="-122"/>
              </a:rPr>
              <a:t> ②  代数和：</a:t>
            </a:r>
            <a:endParaRPr lang="zh-CN" altLang="en-US" sz="2600" b="1" dirty="0">
              <a:latin typeface="Times New Roman" panose="02020603050405020304" pitchFamily="18" charset="0"/>
              <a:ea typeface="宋体" panose="02010600030101010101" pitchFamily="2" charset="-122"/>
            </a:endParaRPr>
          </a:p>
          <a:p>
            <a:pPr>
              <a:lnSpc>
                <a:spcPct val="140000"/>
              </a:lnSpc>
              <a:spcBef>
                <a:spcPct val="40000"/>
              </a:spcBef>
              <a:buClr>
                <a:schemeClr val="accent2"/>
              </a:buClr>
              <a:buFont typeface="Wingdings" panose="05000000000000000000" pitchFamily="2" charset="2"/>
            </a:pPr>
            <a:r>
              <a:rPr lang="zh-CN" altLang="en-US" sz="2600" b="1" dirty="0">
                <a:latin typeface="Times New Roman" panose="02020603050405020304" pitchFamily="18" charset="0"/>
                <a:ea typeface="宋体" panose="02010600030101010101" pitchFamily="2" charset="-122"/>
              </a:rPr>
              <a:t> ③  有界和：</a:t>
            </a:r>
            <a:endParaRPr lang="zh-CN" altLang="en-US" sz="2600" b="1" dirty="0">
              <a:latin typeface="Times New Roman" panose="02020603050405020304" pitchFamily="18" charset="0"/>
              <a:ea typeface="宋体" panose="02010600030101010101" pitchFamily="2" charset="-122"/>
            </a:endParaRPr>
          </a:p>
          <a:p>
            <a:pPr>
              <a:lnSpc>
                <a:spcPct val="140000"/>
              </a:lnSpc>
              <a:spcBef>
                <a:spcPct val="40000"/>
              </a:spcBef>
              <a:buClr>
                <a:schemeClr val="accent2"/>
              </a:buClr>
              <a:buFont typeface="Wingdings" panose="05000000000000000000" pitchFamily="2" charset="2"/>
            </a:pPr>
            <a:endParaRPr lang="zh-CN" altLang="en-US" sz="2600" b="1" dirty="0">
              <a:latin typeface="Times New Roman" panose="02020603050405020304" pitchFamily="18" charset="0"/>
              <a:ea typeface="宋体" panose="02010600030101010101" pitchFamily="2" charset="-122"/>
            </a:endParaRPr>
          </a:p>
          <a:p>
            <a:pPr>
              <a:lnSpc>
                <a:spcPct val="140000"/>
              </a:lnSpc>
              <a:spcBef>
                <a:spcPct val="40000"/>
              </a:spcBef>
              <a:buClr>
                <a:schemeClr val="accent2"/>
              </a:buClr>
              <a:buFont typeface="Wingdings" panose="05000000000000000000" pitchFamily="2" charset="2"/>
            </a:pPr>
            <a:r>
              <a:rPr lang="zh-CN" altLang="en-US" sz="2600" b="1" dirty="0">
                <a:latin typeface="Times New Roman" panose="02020603050405020304" pitchFamily="18" charset="0"/>
                <a:ea typeface="宋体" panose="02010600030101010101" pitchFamily="2" charset="-122"/>
              </a:rPr>
              <a:t> ④  有界积：</a:t>
            </a:r>
            <a:endParaRPr lang="zh-CN" altLang="en-US" sz="2600" b="1" dirty="0">
              <a:latin typeface="Times New Roman" panose="02020603050405020304" pitchFamily="18" charset="0"/>
              <a:ea typeface="宋体" panose="02010600030101010101" pitchFamily="2" charset="-122"/>
            </a:endParaRPr>
          </a:p>
          <a:p>
            <a:pPr>
              <a:lnSpc>
                <a:spcPct val="140000"/>
              </a:lnSpc>
              <a:spcBef>
                <a:spcPct val="40000"/>
              </a:spcBef>
              <a:buClr>
                <a:schemeClr val="accent2"/>
              </a:buClr>
              <a:buFont typeface="Wingdings" panose="05000000000000000000" pitchFamily="2" charset="2"/>
            </a:pPr>
            <a:endParaRPr lang="en-US" altLang="zh-CN" sz="2600" b="1" dirty="0">
              <a:latin typeface="Times New Roman" panose="02020603050405020304" pitchFamily="18" charset="0"/>
              <a:ea typeface="宋体" panose="02010600030101010101" pitchFamily="2" charset="-122"/>
            </a:endParaRPr>
          </a:p>
        </p:txBody>
      </p:sp>
      <p:graphicFrame>
        <p:nvGraphicFramePr>
          <p:cNvPr id="65547" name="Object 10"/>
          <p:cNvGraphicFramePr>
            <a:graphicFrameLocks noChangeAspect="1"/>
          </p:cNvGraphicFramePr>
          <p:nvPr/>
        </p:nvGraphicFramePr>
        <p:xfrm>
          <a:off x="2590800" y="1870075"/>
          <a:ext cx="2743200" cy="431800"/>
        </p:xfrm>
        <a:graphic>
          <a:graphicData uri="http://schemas.openxmlformats.org/presentationml/2006/ole">
            <mc:AlternateContent xmlns:mc="http://schemas.openxmlformats.org/markup-compatibility/2006">
              <mc:Choice xmlns:v="urn:schemas-microsoft-com:vml" Requires="v">
                <p:oleObj spid="_x0000_s3248" name="" r:id="rId1" imgW="16897350" imgH="3076575" progId="Equation.DSMT4">
                  <p:embed/>
                </p:oleObj>
              </mc:Choice>
              <mc:Fallback>
                <p:oleObj name="" r:id="rId1" imgW="16897350" imgH="3076575" progId="Equation.DSMT4">
                  <p:embed/>
                  <p:pic>
                    <p:nvPicPr>
                      <p:cNvPr id="0" name="图片 3247"/>
                      <p:cNvPicPr/>
                      <p:nvPr/>
                    </p:nvPicPr>
                    <p:blipFill>
                      <a:blip r:embed="rId2"/>
                      <a:stretch>
                        <a:fillRect/>
                      </a:stretch>
                    </p:blipFill>
                    <p:spPr>
                      <a:xfrm>
                        <a:off x="2590800" y="1870075"/>
                        <a:ext cx="2743200" cy="431800"/>
                      </a:xfrm>
                      <a:prstGeom prst="rect">
                        <a:avLst/>
                      </a:prstGeom>
                      <a:noFill/>
                      <a:ln w="38100">
                        <a:noFill/>
                        <a:miter/>
                      </a:ln>
                    </p:spPr>
                  </p:pic>
                </p:oleObj>
              </mc:Fallback>
            </mc:AlternateContent>
          </a:graphicData>
        </a:graphic>
      </p:graphicFrame>
      <p:graphicFrame>
        <p:nvGraphicFramePr>
          <p:cNvPr id="65548" name="Object 12"/>
          <p:cNvGraphicFramePr>
            <a:graphicFrameLocks noChangeAspect="1"/>
          </p:cNvGraphicFramePr>
          <p:nvPr/>
        </p:nvGraphicFramePr>
        <p:xfrm>
          <a:off x="2667000" y="2590800"/>
          <a:ext cx="4648200" cy="433388"/>
        </p:xfrm>
        <a:graphic>
          <a:graphicData uri="http://schemas.openxmlformats.org/presentationml/2006/ole">
            <mc:AlternateContent xmlns:mc="http://schemas.openxmlformats.org/markup-compatibility/2006">
              <mc:Choice xmlns:v="urn:schemas-microsoft-com:vml" Requires="v">
                <p:oleObj spid="_x0000_s3241" name="" r:id="rId3" imgW="41471850" imgH="4171950" progId="Equation.DSMT4">
                  <p:embed/>
                </p:oleObj>
              </mc:Choice>
              <mc:Fallback>
                <p:oleObj name="" r:id="rId3" imgW="41471850" imgH="4171950" progId="Equation.DSMT4">
                  <p:embed/>
                  <p:pic>
                    <p:nvPicPr>
                      <p:cNvPr id="0" name="图片 3240"/>
                      <p:cNvPicPr/>
                      <p:nvPr/>
                    </p:nvPicPr>
                    <p:blipFill>
                      <a:blip r:embed="rId4"/>
                      <a:stretch>
                        <a:fillRect/>
                      </a:stretch>
                    </p:blipFill>
                    <p:spPr>
                      <a:xfrm>
                        <a:off x="2667000" y="2590800"/>
                        <a:ext cx="4648200" cy="433388"/>
                      </a:xfrm>
                      <a:prstGeom prst="rect">
                        <a:avLst/>
                      </a:prstGeom>
                      <a:noFill/>
                      <a:ln w="38100">
                        <a:noFill/>
                        <a:miter/>
                      </a:ln>
                    </p:spPr>
                  </p:pic>
                </p:oleObj>
              </mc:Fallback>
            </mc:AlternateContent>
          </a:graphicData>
        </a:graphic>
      </p:graphicFrame>
      <p:graphicFrame>
        <p:nvGraphicFramePr>
          <p:cNvPr id="65549" name="Object 14"/>
          <p:cNvGraphicFramePr>
            <a:graphicFrameLocks noChangeAspect="1"/>
          </p:cNvGraphicFramePr>
          <p:nvPr/>
        </p:nvGraphicFramePr>
        <p:xfrm>
          <a:off x="1616075" y="3898900"/>
          <a:ext cx="6689725" cy="511175"/>
        </p:xfrm>
        <a:graphic>
          <a:graphicData uri="http://schemas.openxmlformats.org/presentationml/2006/ole">
            <mc:AlternateContent xmlns:mc="http://schemas.openxmlformats.org/markup-compatibility/2006">
              <mc:Choice xmlns:v="urn:schemas-microsoft-com:vml" Requires="v">
                <p:oleObj spid="_x0000_s3249" name="" r:id="rId5" imgW="43224450" imgH="3514725" progId="Equation.DSMT4">
                  <p:embed/>
                </p:oleObj>
              </mc:Choice>
              <mc:Fallback>
                <p:oleObj name="" r:id="rId5" imgW="43224450" imgH="3514725" progId="Equation.DSMT4">
                  <p:embed/>
                  <p:pic>
                    <p:nvPicPr>
                      <p:cNvPr id="0" name="图片 3248"/>
                      <p:cNvPicPr/>
                      <p:nvPr/>
                    </p:nvPicPr>
                    <p:blipFill>
                      <a:blip r:embed="rId6"/>
                      <a:stretch>
                        <a:fillRect/>
                      </a:stretch>
                    </p:blipFill>
                    <p:spPr>
                      <a:xfrm>
                        <a:off x="1616075" y="3898900"/>
                        <a:ext cx="6689725" cy="511175"/>
                      </a:xfrm>
                      <a:prstGeom prst="rect">
                        <a:avLst/>
                      </a:prstGeom>
                      <a:noFill/>
                      <a:ln w="38100">
                        <a:noFill/>
                        <a:miter/>
                      </a:ln>
                    </p:spPr>
                  </p:pic>
                </p:oleObj>
              </mc:Fallback>
            </mc:AlternateContent>
          </a:graphicData>
        </a:graphic>
      </p:graphicFrame>
      <p:graphicFrame>
        <p:nvGraphicFramePr>
          <p:cNvPr id="65550" name="Object 16"/>
          <p:cNvGraphicFramePr>
            <a:graphicFrameLocks noChangeAspect="1"/>
          </p:cNvGraphicFramePr>
          <p:nvPr/>
        </p:nvGraphicFramePr>
        <p:xfrm>
          <a:off x="1676400" y="5321300"/>
          <a:ext cx="6629400" cy="407988"/>
        </p:xfrm>
        <a:graphic>
          <a:graphicData uri="http://schemas.openxmlformats.org/presentationml/2006/ole">
            <mc:AlternateContent xmlns:mc="http://schemas.openxmlformats.org/markup-compatibility/2006">
              <mc:Choice xmlns:v="urn:schemas-microsoft-com:vml" Requires="v">
                <p:oleObj spid="_x0000_s3246" name="" r:id="rId7" imgW="48053625" imgH="3076575" progId="Equation.DSMT4">
                  <p:embed/>
                </p:oleObj>
              </mc:Choice>
              <mc:Fallback>
                <p:oleObj name="" r:id="rId7" imgW="48053625" imgH="3076575" progId="Equation.DSMT4">
                  <p:embed/>
                  <p:pic>
                    <p:nvPicPr>
                      <p:cNvPr id="0" name="图片 3245"/>
                      <p:cNvPicPr/>
                      <p:nvPr/>
                    </p:nvPicPr>
                    <p:blipFill>
                      <a:blip r:embed="rId8"/>
                      <a:stretch>
                        <a:fillRect/>
                      </a:stretch>
                    </p:blipFill>
                    <p:spPr>
                      <a:xfrm>
                        <a:off x="1676400" y="5321300"/>
                        <a:ext cx="6629400" cy="407988"/>
                      </a:xfrm>
                      <a:prstGeom prst="rect">
                        <a:avLst/>
                      </a:prstGeom>
                      <a:noFill/>
                      <a:ln w="38100">
                        <a:noFill/>
                        <a:miter/>
                      </a:ln>
                    </p:spPr>
                  </p:pic>
                </p:oleObj>
              </mc:Fallback>
            </mc:AlternateContent>
          </a:graphicData>
        </a:graphic>
      </p:graphicFrame>
      <p:sp>
        <p:nvSpPr>
          <p:cNvPr id="65551" name="Rectangle 18"/>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4.4.3  </a:t>
            </a:r>
            <a:r>
              <a:rPr lang="zh-CN" altLang="en-US" b="0" dirty="0">
                <a:latin typeface="Times New Roman" panose="02020603050405020304" pitchFamily="18" charset="0"/>
              </a:rPr>
              <a:t>模糊集合的运算</a:t>
            </a:r>
            <a:endParaRPr lang="zh-CN" altLang="en-US" b="0" dirty="0">
              <a:latin typeface="Times New Roman" panose="02020603050405020304" pitchFamily="18" charset="0"/>
            </a:endParaRPr>
          </a:p>
        </p:txBody>
      </p:sp>
    </p:spTree>
  </p:cSld>
  <p:clrMapOvr>
    <a:masterClrMapping/>
  </p:clrMapOvr>
  <p:transition>
    <p:rand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6562" name="Rectangle 3"/>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6563" name="Rectangle 4"/>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6564" name="Rectangle 5"/>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6565" name="Rectangle 6"/>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6566" name="Rectangle 7"/>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6567" name="Rectangle 8"/>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6568" name="Rectangle 9"/>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6569" name="Rectangle 11"/>
          <p:cNvSpPr/>
          <p:nvPr/>
        </p:nvSpPr>
        <p:spPr>
          <a:xfrm>
            <a:off x="457200" y="1143000"/>
            <a:ext cx="8229600" cy="2641600"/>
          </a:xfrm>
          <a:prstGeom prst="rect">
            <a:avLst/>
          </a:prstGeom>
          <a:gradFill rotWithShape="0">
            <a:gsLst>
              <a:gs pos="0">
                <a:srgbClr val="FFFF99"/>
              </a:gs>
              <a:gs pos="100000">
                <a:srgbClr val="FFFFFF"/>
              </a:gs>
            </a:gsLst>
            <a:path path="rect">
              <a:fillToRect l="100000" b="100000"/>
            </a:path>
            <a:tileRect/>
          </a:gradFill>
          <a:ln w="9525" cap="flat" cmpd="sng">
            <a:solidFill>
              <a:srgbClr val="808080"/>
            </a:solidFill>
            <a:prstDash val="solid"/>
            <a:miter/>
            <a:headEnd type="none" w="med" len="med"/>
            <a:tailEnd type="none" w="med" len="med"/>
          </a:ln>
        </p:spPr>
        <p:txBody>
          <a:bodyPr anchor="t" anchorCtr="0">
            <a:spAutoFit/>
          </a:bodyPr>
          <a:p>
            <a:pPr>
              <a:lnSpc>
                <a:spcPct val="140000"/>
              </a:lnSpc>
              <a:spcBef>
                <a:spcPct val="40000"/>
              </a:spcBef>
              <a:buClr>
                <a:schemeClr val="accent2"/>
              </a:buClr>
              <a:buFont typeface="Wingdings" panose="05000000000000000000" pitchFamily="2" charset="2"/>
              <a:buChar char="§"/>
            </a:pPr>
            <a:r>
              <a:rPr lang="en-US" altLang="zh-CN" sz="2600" b="1" dirty="0">
                <a:latin typeface="Times New Roman" panose="02020603050405020304" pitchFamily="18" charset="0"/>
                <a:ea typeface="宋体" panose="02010600030101010101" pitchFamily="2" charset="-122"/>
              </a:rPr>
              <a:t> </a:t>
            </a:r>
            <a:r>
              <a:rPr lang="zh-CN" altLang="en-US" sz="2600" b="1" dirty="0">
                <a:latin typeface="Times New Roman" panose="02020603050405020304" pitchFamily="18" charset="0"/>
                <a:ea typeface="宋体" panose="02010600030101010101" pitchFamily="2" charset="-122"/>
              </a:rPr>
              <a:t>例</a:t>
            </a:r>
            <a:r>
              <a:rPr lang="en-US" altLang="zh-CN" sz="2600" b="1" dirty="0">
                <a:latin typeface="Times New Roman" panose="02020603050405020304" pitchFamily="18" charset="0"/>
                <a:ea typeface="宋体" panose="02010600030101010101" pitchFamily="2" charset="-122"/>
              </a:rPr>
              <a:t>4.5   </a:t>
            </a:r>
            <a:r>
              <a:rPr lang="zh-CN" altLang="en-US" sz="2600" b="1" dirty="0">
                <a:latin typeface="Times New Roman" panose="02020603050405020304" pitchFamily="18" charset="0"/>
                <a:ea typeface="宋体" panose="02010600030101010101" pitchFamily="2" charset="-122"/>
              </a:rPr>
              <a:t>设论域                                   ，</a:t>
            </a:r>
            <a:r>
              <a:rPr lang="en-US" altLang="zh-CN" sz="2600" b="1" i="1" dirty="0">
                <a:latin typeface="Times New Roman" panose="02020603050405020304" pitchFamily="18" charset="0"/>
                <a:ea typeface="宋体" panose="02010600030101010101" pitchFamily="2" charset="-122"/>
              </a:rPr>
              <a:t>A</a:t>
            </a:r>
            <a:r>
              <a:rPr lang="en-US" altLang="zh-CN" sz="2600" b="1" dirty="0">
                <a:latin typeface="Times New Roman" panose="02020603050405020304" pitchFamily="18" charset="0"/>
                <a:ea typeface="宋体" panose="02010600030101010101" pitchFamily="2" charset="-122"/>
              </a:rPr>
              <a:t> </a:t>
            </a:r>
            <a:r>
              <a:rPr lang="zh-CN" altLang="en-US" sz="2600" b="1" dirty="0">
                <a:latin typeface="Times New Roman" panose="02020603050405020304" pitchFamily="18" charset="0"/>
                <a:ea typeface="宋体" panose="02010600030101010101" pitchFamily="2" charset="-122"/>
              </a:rPr>
              <a:t>及 </a:t>
            </a:r>
            <a:r>
              <a:rPr lang="en-US" altLang="zh-CN" sz="2600" b="1" i="1" dirty="0">
                <a:latin typeface="Times New Roman" panose="02020603050405020304" pitchFamily="18" charset="0"/>
                <a:ea typeface="宋体" panose="02010600030101010101" pitchFamily="2" charset="-122"/>
              </a:rPr>
              <a:t>B </a:t>
            </a:r>
            <a:r>
              <a:rPr lang="zh-CN" altLang="en-US" sz="2600" b="1" dirty="0">
                <a:latin typeface="Times New Roman" panose="02020603050405020304" pitchFamily="18" charset="0"/>
                <a:ea typeface="宋体" panose="02010600030101010101" pitchFamily="2" charset="-122"/>
              </a:rPr>
              <a:t>是论域上的两个模糊集合，已知 ：</a:t>
            </a:r>
            <a:endParaRPr lang="zh-CN" altLang="en-US" sz="2600" b="1" dirty="0">
              <a:latin typeface="Times New Roman" panose="02020603050405020304" pitchFamily="18" charset="0"/>
              <a:ea typeface="宋体" panose="02010600030101010101" pitchFamily="2" charset="-122"/>
            </a:endParaRPr>
          </a:p>
          <a:p>
            <a:pPr>
              <a:lnSpc>
                <a:spcPct val="140000"/>
              </a:lnSpc>
              <a:spcBef>
                <a:spcPct val="40000"/>
              </a:spcBef>
              <a:buClr>
                <a:schemeClr val="accent2"/>
              </a:buClr>
              <a:buFont typeface="Wingdings" panose="05000000000000000000" pitchFamily="2" charset="2"/>
            </a:pPr>
            <a:endParaRPr lang="zh-CN" altLang="en-US" sz="2600" b="1" dirty="0">
              <a:latin typeface="Times New Roman" panose="02020603050405020304" pitchFamily="18" charset="0"/>
              <a:ea typeface="宋体" panose="02010600030101010101" pitchFamily="2" charset="-122"/>
            </a:endParaRPr>
          </a:p>
          <a:p>
            <a:pPr>
              <a:lnSpc>
                <a:spcPct val="140000"/>
              </a:lnSpc>
              <a:spcBef>
                <a:spcPct val="40000"/>
              </a:spcBef>
              <a:buClr>
                <a:schemeClr val="accent2"/>
              </a:buClr>
              <a:buFont typeface="Wingdings" panose="05000000000000000000" pitchFamily="2" charset="2"/>
            </a:pPr>
            <a:endParaRPr lang="en-US" altLang="zh-CN" sz="2600" b="1" dirty="0">
              <a:latin typeface="Times New Roman" panose="02020603050405020304" pitchFamily="18" charset="0"/>
              <a:ea typeface="宋体" panose="02010600030101010101" pitchFamily="2" charset="-122"/>
            </a:endParaRPr>
          </a:p>
        </p:txBody>
      </p:sp>
      <p:sp>
        <p:nvSpPr>
          <p:cNvPr id="66570" name="Rectangle 16"/>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4.4.3  </a:t>
            </a:r>
            <a:r>
              <a:rPr lang="zh-CN" altLang="en-US" b="0" dirty="0">
                <a:latin typeface="Times New Roman" panose="02020603050405020304" pitchFamily="18" charset="0"/>
              </a:rPr>
              <a:t>模糊集合的运算</a:t>
            </a:r>
            <a:endParaRPr lang="zh-CN" altLang="en-US" b="0" dirty="0">
              <a:latin typeface="Times New Roman" panose="02020603050405020304" pitchFamily="18" charset="0"/>
            </a:endParaRPr>
          </a:p>
        </p:txBody>
      </p:sp>
      <p:sp>
        <p:nvSpPr>
          <p:cNvPr id="66571" name="Rectangle 19"/>
          <p:cNvSpPr/>
          <p:nvPr/>
        </p:nvSpPr>
        <p:spPr>
          <a:xfrm>
            <a:off x="3924300"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66572" name="Object 18"/>
          <p:cNvGraphicFramePr>
            <a:graphicFrameLocks noChangeAspect="1"/>
          </p:cNvGraphicFramePr>
          <p:nvPr/>
        </p:nvGraphicFramePr>
        <p:xfrm>
          <a:off x="2705100" y="1371600"/>
          <a:ext cx="2705100" cy="457200"/>
        </p:xfrm>
        <a:graphic>
          <a:graphicData uri="http://schemas.openxmlformats.org/presentationml/2006/ole">
            <mc:AlternateContent xmlns:mc="http://schemas.openxmlformats.org/markup-compatibility/2006">
              <mc:Choice xmlns:v="urn:schemas-microsoft-com:vml" Requires="v">
                <p:oleObj spid="_x0000_s3245" name="" r:id="rId1" imgW="23479125" imgH="3952875" progId="Equation.DSMT4">
                  <p:embed/>
                </p:oleObj>
              </mc:Choice>
              <mc:Fallback>
                <p:oleObj name="" r:id="rId1" imgW="23479125" imgH="3952875" progId="Equation.DSMT4">
                  <p:embed/>
                  <p:pic>
                    <p:nvPicPr>
                      <p:cNvPr id="0" name="图片 3244"/>
                      <p:cNvPicPr/>
                      <p:nvPr/>
                    </p:nvPicPr>
                    <p:blipFill>
                      <a:blip r:embed="rId2"/>
                      <a:stretch>
                        <a:fillRect/>
                      </a:stretch>
                    </p:blipFill>
                    <p:spPr>
                      <a:xfrm>
                        <a:off x="2705100" y="1371600"/>
                        <a:ext cx="2705100" cy="457200"/>
                      </a:xfrm>
                      <a:prstGeom prst="rect">
                        <a:avLst/>
                      </a:prstGeom>
                      <a:noFill/>
                      <a:ln w="38100">
                        <a:noFill/>
                        <a:miter/>
                      </a:ln>
                    </p:spPr>
                  </p:pic>
                </p:oleObj>
              </mc:Fallback>
            </mc:AlternateContent>
          </a:graphicData>
        </a:graphic>
      </p:graphicFrame>
      <p:sp>
        <p:nvSpPr>
          <p:cNvPr id="66573" name="Rectangle 21"/>
          <p:cNvSpPr/>
          <p:nvPr/>
        </p:nvSpPr>
        <p:spPr>
          <a:xfrm>
            <a:off x="3405188" y="3190875"/>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66574" name="Object 20"/>
          <p:cNvGraphicFramePr>
            <a:graphicFrameLocks noChangeAspect="1"/>
          </p:cNvGraphicFramePr>
          <p:nvPr/>
        </p:nvGraphicFramePr>
        <p:xfrm>
          <a:off x="1816100" y="2362200"/>
          <a:ext cx="5510213" cy="914400"/>
        </p:xfrm>
        <a:graphic>
          <a:graphicData uri="http://schemas.openxmlformats.org/presentationml/2006/ole">
            <mc:AlternateContent xmlns:mc="http://schemas.openxmlformats.org/markup-compatibility/2006">
              <mc:Choice xmlns:v="urn:schemas-microsoft-com:vml" Requires="v">
                <p:oleObj spid="_x0000_s3247" name="" r:id="rId3" imgW="38623875" imgH="7896225" progId="Equation.DSMT4">
                  <p:embed/>
                </p:oleObj>
              </mc:Choice>
              <mc:Fallback>
                <p:oleObj name="" r:id="rId3" imgW="38623875" imgH="7896225" progId="Equation.DSMT4">
                  <p:embed/>
                  <p:pic>
                    <p:nvPicPr>
                      <p:cNvPr id="0" name="图片 3246"/>
                      <p:cNvPicPr/>
                      <p:nvPr/>
                    </p:nvPicPr>
                    <p:blipFill>
                      <a:blip r:embed="rId4"/>
                      <a:stretch>
                        <a:fillRect/>
                      </a:stretch>
                    </p:blipFill>
                    <p:spPr>
                      <a:xfrm>
                        <a:off x="1816100" y="2362200"/>
                        <a:ext cx="5510213" cy="914400"/>
                      </a:xfrm>
                      <a:prstGeom prst="rect">
                        <a:avLst/>
                      </a:prstGeom>
                      <a:noFill/>
                      <a:ln w="38100">
                        <a:noFill/>
                        <a:miter/>
                      </a:ln>
                    </p:spPr>
                  </p:pic>
                </p:oleObj>
              </mc:Fallback>
            </mc:AlternateContent>
          </a:graphicData>
        </a:graphic>
      </p:graphicFrame>
      <p:graphicFrame>
        <p:nvGraphicFramePr>
          <p:cNvPr id="66575" name="Object 22"/>
          <p:cNvGraphicFramePr>
            <a:graphicFrameLocks noChangeAspect="1"/>
          </p:cNvGraphicFramePr>
          <p:nvPr/>
        </p:nvGraphicFramePr>
        <p:xfrm>
          <a:off x="533400" y="3276600"/>
          <a:ext cx="4800600" cy="433388"/>
        </p:xfrm>
        <a:graphic>
          <a:graphicData uri="http://schemas.openxmlformats.org/presentationml/2006/ole">
            <mc:AlternateContent xmlns:mc="http://schemas.openxmlformats.org/markup-compatibility/2006">
              <mc:Choice xmlns:v="urn:schemas-microsoft-com:vml" Requires="v">
                <p:oleObj spid="_x0000_s3239" name="" r:id="rId5" imgW="34671000" imgH="3514725" progId="Equation.3">
                  <p:embed/>
                </p:oleObj>
              </mc:Choice>
              <mc:Fallback>
                <p:oleObj name="" r:id="rId5" imgW="34671000" imgH="3514725" progId="Equation.3">
                  <p:embed/>
                  <p:pic>
                    <p:nvPicPr>
                      <p:cNvPr id="0" name="图片 3238"/>
                      <p:cNvPicPr/>
                      <p:nvPr/>
                    </p:nvPicPr>
                    <p:blipFill>
                      <a:blip r:embed="rId6"/>
                      <a:stretch>
                        <a:fillRect/>
                      </a:stretch>
                    </p:blipFill>
                    <p:spPr>
                      <a:xfrm>
                        <a:off x="533400" y="3276600"/>
                        <a:ext cx="4800600" cy="433388"/>
                      </a:xfrm>
                      <a:prstGeom prst="rect">
                        <a:avLst/>
                      </a:prstGeom>
                      <a:noFill/>
                      <a:ln w="38100">
                        <a:noFill/>
                        <a:miter/>
                      </a:ln>
                    </p:spPr>
                  </p:pic>
                </p:oleObj>
              </mc:Fallback>
            </mc:AlternateContent>
          </a:graphicData>
        </a:graphic>
      </p:graphicFrame>
      <p:sp>
        <p:nvSpPr>
          <p:cNvPr id="66576" name="Rectangle 27"/>
          <p:cNvSpPr/>
          <p:nvPr/>
        </p:nvSpPr>
        <p:spPr>
          <a:xfrm>
            <a:off x="2857500" y="3314700"/>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373786" name="Object 26"/>
          <p:cNvGraphicFramePr>
            <a:graphicFrameLocks noChangeAspect="1"/>
          </p:cNvGraphicFramePr>
          <p:nvPr/>
        </p:nvGraphicFramePr>
        <p:xfrm>
          <a:off x="1571625" y="4038600"/>
          <a:ext cx="4198938" cy="438150"/>
        </p:xfrm>
        <a:graphic>
          <a:graphicData uri="http://schemas.openxmlformats.org/presentationml/2006/ole">
            <mc:AlternateContent xmlns:mc="http://schemas.openxmlformats.org/markup-compatibility/2006">
              <mc:Choice xmlns:v="urn:schemas-microsoft-com:vml" Requires="v">
                <p:oleObj spid="_x0000_s3242" name="" r:id="rId7" imgW="37738050" imgH="3952875" progId="Equation.3">
                  <p:embed/>
                </p:oleObj>
              </mc:Choice>
              <mc:Fallback>
                <p:oleObj name="" r:id="rId7" imgW="37738050" imgH="3952875" progId="Equation.3">
                  <p:embed/>
                  <p:pic>
                    <p:nvPicPr>
                      <p:cNvPr id="0" name="图片 3241"/>
                      <p:cNvPicPr/>
                      <p:nvPr/>
                    </p:nvPicPr>
                    <p:blipFill>
                      <a:blip r:embed="rId8"/>
                      <a:stretch>
                        <a:fillRect/>
                      </a:stretch>
                    </p:blipFill>
                    <p:spPr>
                      <a:xfrm>
                        <a:off x="1571625" y="4038600"/>
                        <a:ext cx="4198938" cy="438150"/>
                      </a:xfrm>
                      <a:prstGeom prst="rect">
                        <a:avLst/>
                      </a:prstGeom>
                      <a:noFill/>
                      <a:ln w="38100">
                        <a:noFill/>
                        <a:miter/>
                      </a:ln>
                    </p:spPr>
                  </p:pic>
                </p:oleObj>
              </mc:Fallback>
            </mc:AlternateContent>
          </a:graphicData>
        </a:graphic>
      </p:graphicFrame>
      <p:graphicFrame>
        <p:nvGraphicFramePr>
          <p:cNvPr id="373785" name="Object 25"/>
          <p:cNvGraphicFramePr>
            <a:graphicFrameLocks noChangeAspect="1"/>
          </p:cNvGraphicFramePr>
          <p:nvPr/>
        </p:nvGraphicFramePr>
        <p:xfrm>
          <a:off x="1524000" y="4572000"/>
          <a:ext cx="6324600" cy="457200"/>
        </p:xfrm>
        <a:graphic>
          <a:graphicData uri="http://schemas.openxmlformats.org/presentationml/2006/ole">
            <mc:AlternateContent xmlns:mc="http://schemas.openxmlformats.org/markup-compatibility/2006">
              <mc:Choice xmlns:v="urn:schemas-microsoft-com:vml" Requires="v">
                <p:oleObj spid="_x0000_s3240" name="" r:id="rId9" imgW="59245500" imgH="3952875" progId="Equation.3">
                  <p:embed/>
                </p:oleObj>
              </mc:Choice>
              <mc:Fallback>
                <p:oleObj name="" r:id="rId9" imgW="59245500" imgH="3952875" progId="Equation.3">
                  <p:embed/>
                  <p:pic>
                    <p:nvPicPr>
                      <p:cNvPr id="0" name="图片 3239"/>
                      <p:cNvPicPr/>
                      <p:nvPr/>
                    </p:nvPicPr>
                    <p:blipFill>
                      <a:blip r:embed="rId10"/>
                      <a:stretch>
                        <a:fillRect/>
                      </a:stretch>
                    </p:blipFill>
                    <p:spPr>
                      <a:xfrm>
                        <a:off x="1524000" y="4572000"/>
                        <a:ext cx="6324600" cy="457200"/>
                      </a:xfrm>
                      <a:prstGeom prst="rect">
                        <a:avLst/>
                      </a:prstGeom>
                      <a:noFill/>
                      <a:ln w="38100">
                        <a:noFill/>
                        <a:miter/>
                      </a:ln>
                    </p:spPr>
                  </p:pic>
                </p:oleObj>
              </mc:Fallback>
            </mc:AlternateContent>
          </a:graphicData>
        </a:graphic>
      </p:graphicFrame>
      <p:graphicFrame>
        <p:nvGraphicFramePr>
          <p:cNvPr id="373784" name="Object 24"/>
          <p:cNvGraphicFramePr>
            <a:graphicFrameLocks noChangeAspect="1"/>
          </p:cNvGraphicFramePr>
          <p:nvPr/>
        </p:nvGraphicFramePr>
        <p:xfrm>
          <a:off x="1524000" y="5181600"/>
          <a:ext cx="5562600" cy="457200"/>
        </p:xfrm>
        <a:graphic>
          <a:graphicData uri="http://schemas.openxmlformats.org/presentationml/2006/ole">
            <mc:AlternateContent xmlns:mc="http://schemas.openxmlformats.org/markup-compatibility/2006">
              <mc:Choice xmlns:v="urn:schemas-microsoft-com:vml" Requires="v">
                <p:oleObj spid="_x0000_s3243" name="" r:id="rId11" imgW="55511700" imgH="3952875" progId="Equation.3">
                  <p:embed/>
                </p:oleObj>
              </mc:Choice>
              <mc:Fallback>
                <p:oleObj name="" r:id="rId11" imgW="55511700" imgH="3952875" progId="Equation.3">
                  <p:embed/>
                  <p:pic>
                    <p:nvPicPr>
                      <p:cNvPr id="0" name="图片 3242"/>
                      <p:cNvPicPr/>
                      <p:nvPr/>
                    </p:nvPicPr>
                    <p:blipFill>
                      <a:blip r:embed="rId12"/>
                      <a:stretch>
                        <a:fillRect/>
                      </a:stretch>
                    </p:blipFill>
                    <p:spPr>
                      <a:xfrm>
                        <a:off x="1524000" y="5181600"/>
                        <a:ext cx="5562600" cy="457200"/>
                      </a:xfrm>
                      <a:prstGeom prst="rect">
                        <a:avLst/>
                      </a:prstGeom>
                      <a:noFill/>
                      <a:ln w="38100">
                        <a:noFill/>
                        <a:miter/>
                      </a:ln>
                    </p:spPr>
                  </p:pic>
                </p:oleObj>
              </mc:Fallback>
            </mc:AlternateContent>
          </a:graphicData>
        </a:graphic>
      </p:graphicFrame>
      <p:graphicFrame>
        <p:nvGraphicFramePr>
          <p:cNvPr id="373783" name="Object 23"/>
          <p:cNvGraphicFramePr>
            <a:graphicFrameLocks noChangeAspect="1"/>
          </p:cNvGraphicFramePr>
          <p:nvPr/>
        </p:nvGraphicFramePr>
        <p:xfrm>
          <a:off x="1524000" y="5715000"/>
          <a:ext cx="1981200" cy="455613"/>
        </p:xfrm>
        <a:graphic>
          <a:graphicData uri="http://schemas.openxmlformats.org/presentationml/2006/ole">
            <mc:AlternateContent xmlns:mc="http://schemas.openxmlformats.org/markup-compatibility/2006">
              <mc:Choice xmlns:v="urn:schemas-microsoft-com:vml" Requires="v">
                <p:oleObj spid="_x0000_s3244" name="" r:id="rId13" imgW="17116425" imgH="3952875" progId="Equation.3">
                  <p:embed/>
                </p:oleObj>
              </mc:Choice>
              <mc:Fallback>
                <p:oleObj name="" r:id="rId13" imgW="17116425" imgH="3952875" progId="Equation.3">
                  <p:embed/>
                  <p:pic>
                    <p:nvPicPr>
                      <p:cNvPr id="0" name="图片 3243"/>
                      <p:cNvPicPr/>
                      <p:nvPr/>
                    </p:nvPicPr>
                    <p:blipFill>
                      <a:blip r:embed="rId14"/>
                      <a:stretch>
                        <a:fillRect/>
                      </a:stretch>
                    </p:blipFill>
                    <p:spPr>
                      <a:xfrm>
                        <a:off x="1524000" y="5715000"/>
                        <a:ext cx="1981200" cy="455613"/>
                      </a:xfrm>
                      <a:prstGeom prst="rect">
                        <a:avLst/>
                      </a:prstGeom>
                      <a:noFill/>
                      <a:ln w="38100">
                        <a:noFill/>
                        <a:miter/>
                      </a:ln>
                    </p:spPr>
                  </p:pic>
                </p:oleObj>
              </mc:Fallback>
            </mc:AlternateContent>
          </a:graphicData>
        </a:graphic>
      </p:graphicFrame>
      <p:sp>
        <p:nvSpPr>
          <p:cNvPr id="373788" name="Text Box 28"/>
          <p:cNvSpPr txBox="1"/>
          <p:nvPr/>
        </p:nvSpPr>
        <p:spPr>
          <a:xfrm>
            <a:off x="457200" y="3962400"/>
            <a:ext cx="1019175" cy="488950"/>
          </a:xfrm>
          <a:prstGeom prst="rect">
            <a:avLst/>
          </a:prstGeom>
          <a:noFill/>
          <a:ln w="9525">
            <a:noFill/>
          </a:ln>
        </p:spPr>
        <p:txBody>
          <a:bodyPr anchor="t" anchorCtr="0">
            <a:spAutoFit/>
          </a:bodyPr>
          <a:p>
            <a:pPr>
              <a:spcBef>
                <a:spcPct val="50000"/>
              </a:spcBef>
              <a:buClr>
                <a:schemeClr val="accent2"/>
              </a:buClr>
              <a:buFont typeface="Wingdings" panose="05000000000000000000" pitchFamily="2" charset="2"/>
            </a:pPr>
            <a:r>
              <a:rPr lang="zh-CN" altLang="en-US" sz="2600" b="1" dirty="0">
                <a:latin typeface="Arial" panose="020B0604020202020204" pitchFamily="34" charset="0"/>
                <a:ea typeface="宋体" panose="02010600030101010101" pitchFamily="2" charset="-122"/>
              </a:rPr>
              <a:t>解：</a:t>
            </a:r>
            <a:endParaRPr lang="zh-CN" altLang="en-US" sz="2600" b="1" dirty="0">
              <a:latin typeface="Arial" panose="020B0604020202020204" pitchFamily="34" charset="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3788"/>
                                        </p:tgtEl>
                                        <p:attrNameLst>
                                          <p:attrName>style.visibility</p:attrName>
                                        </p:attrNameLst>
                                      </p:cBhvr>
                                      <p:to>
                                        <p:strVal val="visible"/>
                                      </p:to>
                                    </p:set>
                                    <p:anim calcmode="lin" valueType="num">
                                      <p:cBhvr additive="base">
                                        <p:cTn id="7" dur="500" fill="hold"/>
                                        <p:tgtEl>
                                          <p:spTgt spid="373788"/>
                                        </p:tgtEl>
                                        <p:attrNameLst>
                                          <p:attrName>ppt_x</p:attrName>
                                        </p:attrNameLst>
                                      </p:cBhvr>
                                      <p:tavLst>
                                        <p:tav tm="0">
                                          <p:val>
                                            <p:strVal val="0-#ppt_w/2"/>
                                          </p:val>
                                        </p:tav>
                                        <p:tav tm="100000">
                                          <p:val>
                                            <p:strVal val="#ppt_x"/>
                                          </p:val>
                                        </p:tav>
                                      </p:tavLst>
                                    </p:anim>
                                    <p:anim calcmode="lin" valueType="num">
                                      <p:cBhvr additive="base">
                                        <p:cTn id="8" dur="500" fill="hold"/>
                                        <p:tgtEl>
                                          <p:spTgt spid="37378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73786"/>
                                        </p:tgtEl>
                                        <p:attrNameLst>
                                          <p:attrName>style.visibility</p:attrName>
                                        </p:attrNameLst>
                                      </p:cBhvr>
                                      <p:to>
                                        <p:strVal val="visible"/>
                                      </p:to>
                                    </p:set>
                                    <p:anim calcmode="lin" valueType="num">
                                      <p:cBhvr additive="base">
                                        <p:cTn id="13" dur="500" fill="hold"/>
                                        <p:tgtEl>
                                          <p:spTgt spid="373786"/>
                                        </p:tgtEl>
                                        <p:attrNameLst>
                                          <p:attrName>ppt_x</p:attrName>
                                        </p:attrNameLst>
                                      </p:cBhvr>
                                      <p:tavLst>
                                        <p:tav tm="0">
                                          <p:val>
                                            <p:strVal val="0-#ppt_w/2"/>
                                          </p:val>
                                        </p:tav>
                                        <p:tav tm="100000">
                                          <p:val>
                                            <p:strVal val="#ppt_x"/>
                                          </p:val>
                                        </p:tav>
                                      </p:tavLst>
                                    </p:anim>
                                    <p:anim calcmode="lin" valueType="num">
                                      <p:cBhvr additive="base">
                                        <p:cTn id="14" dur="500" fill="hold"/>
                                        <p:tgtEl>
                                          <p:spTgt spid="37378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73785"/>
                                        </p:tgtEl>
                                        <p:attrNameLst>
                                          <p:attrName>style.visibility</p:attrName>
                                        </p:attrNameLst>
                                      </p:cBhvr>
                                      <p:to>
                                        <p:strVal val="visible"/>
                                      </p:to>
                                    </p:set>
                                    <p:anim calcmode="lin" valueType="num">
                                      <p:cBhvr additive="base">
                                        <p:cTn id="19" dur="500" fill="hold"/>
                                        <p:tgtEl>
                                          <p:spTgt spid="373785"/>
                                        </p:tgtEl>
                                        <p:attrNameLst>
                                          <p:attrName>ppt_x</p:attrName>
                                        </p:attrNameLst>
                                      </p:cBhvr>
                                      <p:tavLst>
                                        <p:tav tm="0">
                                          <p:val>
                                            <p:strVal val="0-#ppt_w/2"/>
                                          </p:val>
                                        </p:tav>
                                        <p:tav tm="100000">
                                          <p:val>
                                            <p:strVal val="#ppt_x"/>
                                          </p:val>
                                        </p:tav>
                                      </p:tavLst>
                                    </p:anim>
                                    <p:anim calcmode="lin" valueType="num">
                                      <p:cBhvr additive="base">
                                        <p:cTn id="20" dur="500" fill="hold"/>
                                        <p:tgtEl>
                                          <p:spTgt spid="37378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73784"/>
                                        </p:tgtEl>
                                        <p:attrNameLst>
                                          <p:attrName>style.visibility</p:attrName>
                                        </p:attrNameLst>
                                      </p:cBhvr>
                                      <p:to>
                                        <p:strVal val="visible"/>
                                      </p:to>
                                    </p:set>
                                    <p:anim calcmode="lin" valueType="num">
                                      <p:cBhvr additive="base">
                                        <p:cTn id="25" dur="500" fill="hold"/>
                                        <p:tgtEl>
                                          <p:spTgt spid="373784"/>
                                        </p:tgtEl>
                                        <p:attrNameLst>
                                          <p:attrName>ppt_x</p:attrName>
                                        </p:attrNameLst>
                                      </p:cBhvr>
                                      <p:tavLst>
                                        <p:tav tm="0">
                                          <p:val>
                                            <p:strVal val="0-#ppt_w/2"/>
                                          </p:val>
                                        </p:tav>
                                        <p:tav tm="100000">
                                          <p:val>
                                            <p:strVal val="#ppt_x"/>
                                          </p:val>
                                        </p:tav>
                                      </p:tavLst>
                                    </p:anim>
                                    <p:anim calcmode="lin" valueType="num">
                                      <p:cBhvr additive="base">
                                        <p:cTn id="26" dur="500" fill="hold"/>
                                        <p:tgtEl>
                                          <p:spTgt spid="37378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373783"/>
                                        </p:tgtEl>
                                        <p:attrNameLst>
                                          <p:attrName>style.visibility</p:attrName>
                                        </p:attrNameLst>
                                      </p:cBhvr>
                                      <p:to>
                                        <p:strVal val="visible"/>
                                      </p:to>
                                    </p:set>
                                    <p:anim calcmode="lin" valueType="num">
                                      <p:cBhvr additive="base">
                                        <p:cTn id="31" dur="500" fill="hold"/>
                                        <p:tgtEl>
                                          <p:spTgt spid="373783"/>
                                        </p:tgtEl>
                                        <p:attrNameLst>
                                          <p:attrName>ppt_x</p:attrName>
                                        </p:attrNameLst>
                                      </p:cBhvr>
                                      <p:tavLst>
                                        <p:tav tm="0">
                                          <p:val>
                                            <p:strVal val="0-#ppt_w/2"/>
                                          </p:val>
                                        </p:tav>
                                        <p:tav tm="100000">
                                          <p:val>
                                            <p:strVal val="#ppt_x"/>
                                          </p:val>
                                        </p:tav>
                                      </p:tavLst>
                                    </p:anim>
                                    <p:anim calcmode="lin" valueType="num">
                                      <p:cBhvr additive="base">
                                        <p:cTn id="32" dur="500" fill="hold"/>
                                        <p:tgtEl>
                                          <p:spTgt spid="3737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8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7586" name="Rectangle 2"/>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4.4.4  </a:t>
            </a:r>
            <a:r>
              <a:rPr lang="zh-CN" altLang="en-US" b="0" dirty="0">
                <a:latin typeface="Times New Roman" panose="02020603050405020304" pitchFamily="18" charset="0"/>
              </a:rPr>
              <a:t>模糊关系与模糊关系的合成</a:t>
            </a:r>
            <a:endParaRPr lang="zh-CN" altLang="en-US" b="0" dirty="0">
              <a:latin typeface="Times New Roman" panose="02020603050405020304" pitchFamily="18" charset="0"/>
            </a:endParaRPr>
          </a:p>
        </p:txBody>
      </p:sp>
      <p:sp>
        <p:nvSpPr>
          <p:cNvPr id="67587" name="Rectangle 120"/>
          <p:cNvSpPr/>
          <p:nvPr/>
        </p:nvSpPr>
        <p:spPr>
          <a:xfrm>
            <a:off x="381000" y="990600"/>
            <a:ext cx="2147888" cy="519113"/>
          </a:xfrm>
          <a:prstGeom prst="rect">
            <a:avLst/>
          </a:prstGeom>
          <a:noFill/>
          <a:ln w="9525">
            <a:noFill/>
          </a:ln>
        </p:spPr>
        <p:txBody>
          <a:bodyPr wrap="none" anchor="t" anchorCtr="0">
            <a:spAutoFit/>
          </a:bodyPr>
          <a:p>
            <a:pPr>
              <a:buClrTx/>
              <a:buFontTx/>
            </a:pPr>
            <a:r>
              <a:rPr lang="en-US" altLang="zh-CN" sz="2800" b="1" dirty="0">
                <a:latin typeface="Times New Roman" panose="02020603050405020304" pitchFamily="18" charset="0"/>
                <a:ea typeface="宋体" panose="02010600030101010101" pitchFamily="2" charset="-122"/>
              </a:rPr>
              <a:t>1</a:t>
            </a:r>
            <a:r>
              <a:rPr lang="zh-CN" altLang="en-US" sz="2800" b="1" dirty="0">
                <a:latin typeface="Times New Roman" panose="02020603050405020304" pitchFamily="18" charset="0"/>
                <a:ea typeface="宋体" panose="02010600030101010101" pitchFamily="2" charset="-122"/>
              </a:rPr>
              <a:t>．模糊关系</a:t>
            </a:r>
            <a:endParaRPr lang="zh-CN" altLang="en-US" sz="2800" b="1" dirty="0">
              <a:latin typeface="Times New Roman" panose="02020603050405020304" pitchFamily="18" charset="0"/>
              <a:ea typeface="宋体" panose="02010600030101010101" pitchFamily="2" charset="-122"/>
            </a:endParaRPr>
          </a:p>
        </p:txBody>
      </p:sp>
      <p:sp>
        <p:nvSpPr>
          <p:cNvPr id="67588" name="Rectangle 122"/>
          <p:cNvSpPr/>
          <p:nvPr/>
        </p:nvSpPr>
        <p:spPr>
          <a:xfrm>
            <a:off x="3752850" y="2938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pSp>
        <p:nvGrpSpPr>
          <p:cNvPr id="2" name="Group 125"/>
          <p:cNvGrpSpPr/>
          <p:nvPr/>
        </p:nvGrpSpPr>
        <p:grpSpPr>
          <a:xfrm>
            <a:off x="228600" y="3048000"/>
            <a:ext cx="5105400" cy="3124200"/>
            <a:chOff x="144" y="1920"/>
            <a:chExt cx="3216" cy="1968"/>
          </a:xfrm>
        </p:grpSpPr>
        <p:graphicFrame>
          <p:nvGraphicFramePr>
            <p:cNvPr id="67590" name="Object 119"/>
            <p:cNvGraphicFramePr>
              <a:graphicFrameLocks noChangeAspect="1"/>
            </p:cNvGraphicFramePr>
            <p:nvPr/>
          </p:nvGraphicFramePr>
          <p:xfrm>
            <a:off x="144" y="2160"/>
            <a:ext cx="3216" cy="1728"/>
          </p:xfrm>
          <a:graphic>
            <a:graphicData uri="http://schemas.openxmlformats.org/presentationml/2006/ole">
              <mc:AlternateContent xmlns:mc="http://schemas.openxmlformats.org/markup-compatibility/2006">
                <mc:Choice xmlns:v="urn:schemas-microsoft-com:vml" Requires="v">
                  <p:oleObj spid="_x0000_s3250" name="" r:id="rId1" imgW="3467100" imgH="1609725" progId="Paint.Picture">
                    <p:embed/>
                  </p:oleObj>
                </mc:Choice>
                <mc:Fallback>
                  <p:oleObj name="" r:id="rId1" imgW="3467100" imgH="1609725" progId="Paint.Picture">
                    <p:embed/>
                    <p:pic>
                      <p:nvPicPr>
                        <p:cNvPr id="0" name="图片 3249"/>
                        <p:cNvPicPr/>
                        <p:nvPr/>
                      </p:nvPicPr>
                      <p:blipFill>
                        <a:blip r:embed="rId2"/>
                        <a:stretch>
                          <a:fillRect/>
                        </a:stretch>
                      </p:blipFill>
                      <p:spPr>
                        <a:xfrm>
                          <a:off x="144" y="2160"/>
                          <a:ext cx="3216" cy="1728"/>
                        </a:xfrm>
                        <a:prstGeom prst="rect">
                          <a:avLst/>
                        </a:prstGeom>
                        <a:noFill/>
                        <a:ln w="38100">
                          <a:noFill/>
                          <a:miter/>
                        </a:ln>
                      </p:spPr>
                    </p:pic>
                  </p:oleObj>
                </mc:Fallback>
              </mc:AlternateContent>
            </a:graphicData>
          </a:graphic>
        </p:graphicFrame>
        <p:sp>
          <p:nvSpPr>
            <p:cNvPr id="67591" name="Text Box 123"/>
            <p:cNvSpPr txBox="1"/>
            <p:nvPr/>
          </p:nvSpPr>
          <p:spPr>
            <a:xfrm>
              <a:off x="384" y="1920"/>
              <a:ext cx="2688" cy="250"/>
            </a:xfrm>
            <a:prstGeom prst="rect">
              <a:avLst/>
            </a:prstGeom>
            <a:noFill/>
            <a:ln w="9525">
              <a:noFill/>
            </a:ln>
          </p:spPr>
          <p:txBody>
            <a:bodyPr anchor="t" anchorCtr="0">
              <a:spAutoFit/>
            </a:bodyPr>
            <a:p>
              <a:pPr algn="ctr">
                <a:spcBef>
                  <a:spcPct val="50000"/>
                </a:spcBef>
                <a:buClrTx/>
                <a:buFontTx/>
              </a:pPr>
              <a:r>
                <a:rPr lang="zh-CN" altLang="en-US" sz="2000" b="1" dirty="0">
                  <a:latin typeface="宋体" panose="02010600030101010101" pitchFamily="2" charset="-122"/>
                  <a:ea typeface="宋体" panose="02010600030101010101" pitchFamily="2" charset="-122"/>
                </a:rPr>
                <a:t>身高与体重的模糊关系表</a:t>
              </a:r>
              <a:r>
                <a:rPr lang="zh-CN" altLang="en-US" sz="2000" b="1" dirty="0">
                  <a:latin typeface="Arial" panose="020B0604020202020204" pitchFamily="34" charset="0"/>
                  <a:ea typeface="宋体" panose="02010600030101010101" pitchFamily="2" charset="-122"/>
                </a:rPr>
                <a:t> </a:t>
              </a:r>
              <a:endParaRPr lang="zh-CN" altLang="en-US" sz="2000" b="1" dirty="0">
                <a:latin typeface="Arial" panose="020B0604020202020204" pitchFamily="34" charset="0"/>
                <a:ea typeface="宋体" panose="02010600030101010101" pitchFamily="2" charset="-122"/>
              </a:endParaRPr>
            </a:p>
          </p:txBody>
        </p:sp>
      </p:grpSp>
      <p:grpSp>
        <p:nvGrpSpPr>
          <p:cNvPr id="3" name="Group 126"/>
          <p:cNvGrpSpPr/>
          <p:nvPr/>
        </p:nvGrpSpPr>
        <p:grpSpPr>
          <a:xfrm>
            <a:off x="5715000" y="3108325"/>
            <a:ext cx="3276600" cy="2835275"/>
            <a:chOff x="3600" y="1958"/>
            <a:chExt cx="2064" cy="1786"/>
          </a:xfrm>
        </p:grpSpPr>
        <p:graphicFrame>
          <p:nvGraphicFramePr>
            <p:cNvPr id="67593" name="Object 121"/>
            <p:cNvGraphicFramePr>
              <a:graphicFrameLocks noChangeAspect="1"/>
            </p:cNvGraphicFramePr>
            <p:nvPr/>
          </p:nvGraphicFramePr>
          <p:xfrm>
            <a:off x="3600" y="2546"/>
            <a:ext cx="2064" cy="1198"/>
          </p:xfrm>
          <a:graphic>
            <a:graphicData uri="http://schemas.openxmlformats.org/presentationml/2006/ole">
              <mc:AlternateContent xmlns:mc="http://schemas.openxmlformats.org/markup-compatibility/2006">
                <mc:Choice xmlns:v="urn:schemas-microsoft-com:vml" Requires="v">
                  <p:oleObj spid="_x0000_s3251" name="" r:id="rId3" imgW="28308300" imgH="16897350" progId="Equation.DSMT4">
                    <p:embed/>
                  </p:oleObj>
                </mc:Choice>
                <mc:Fallback>
                  <p:oleObj name="" r:id="rId3" imgW="28308300" imgH="16897350" progId="Equation.DSMT4">
                    <p:embed/>
                    <p:pic>
                      <p:nvPicPr>
                        <p:cNvPr id="0" name="图片 3250"/>
                        <p:cNvPicPr/>
                        <p:nvPr/>
                      </p:nvPicPr>
                      <p:blipFill>
                        <a:blip r:embed="rId4"/>
                        <a:stretch>
                          <a:fillRect/>
                        </a:stretch>
                      </p:blipFill>
                      <p:spPr>
                        <a:xfrm>
                          <a:off x="3600" y="2546"/>
                          <a:ext cx="2064" cy="1198"/>
                        </a:xfrm>
                        <a:prstGeom prst="rect">
                          <a:avLst/>
                        </a:prstGeom>
                        <a:noFill/>
                        <a:ln w="38100">
                          <a:noFill/>
                          <a:miter/>
                        </a:ln>
                      </p:spPr>
                    </p:pic>
                  </p:oleObj>
                </mc:Fallback>
              </mc:AlternateContent>
            </a:graphicData>
          </a:graphic>
        </p:graphicFrame>
        <p:sp>
          <p:nvSpPr>
            <p:cNvPr id="67594" name="Text Box 124"/>
            <p:cNvSpPr txBox="1"/>
            <p:nvPr/>
          </p:nvSpPr>
          <p:spPr>
            <a:xfrm>
              <a:off x="3600" y="1958"/>
              <a:ext cx="2016" cy="442"/>
            </a:xfrm>
            <a:prstGeom prst="rect">
              <a:avLst/>
            </a:prstGeom>
            <a:noFill/>
            <a:ln w="9525">
              <a:noFill/>
            </a:ln>
          </p:spPr>
          <p:txBody>
            <a:bodyPr anchor="t" anchorCtr="0">
              <a:spAutoFit/>
            </a:bodyPr>
            <a:p>
              <a:pPr>
                <a:spcBef>
                  <a:spcPct val="50000"/>
                </a:spcBef>
                <a:buClr>
                  <a:schemeClr val="accent2"/>
                </a:buClr>
                <a:buFont typeface="Wingdings" panose="05000000000000000000" pitchFamily="2" charset="2"/>
                <a:buChar char="§"/>
              </a:pPr>
              <a:r>
                <a:rPr lang="en-US" altLang="zh-CN" sz="2000" b="1" dirty="0">
                  <a:latin typeface="Times New Roman" panose="02020603050405020304" pitchFamily="18" charset="0"/>
                  <a:ea typeface="宋体" panose="02010600030101010101" pitchFamily="2" charset="-122"/>
                </a:rPr>
                <a:t> </a:t>
              </a:r>
              <a:r>
                <a:rPr lang="zh-CN" altLang="en-US" sz="2000" b="1" dirty="0">
                  <a:latin typeface="Times New Roman" panose="02020603050405020304" pitchFamily="18" charset="0"/>
                  <a:ea typeface="宋体" panose="02010600030101010101" pitchFamily="2" charset="-122"/>
                </a:rPr>
                <a:t>从</a:t>
              </a:r>
              <a:r>
                <a:rPr lang="en-US" altLang="zh-CN" sz="2000" b="1" i="1" dirty="0">
                  <a:latin typeface="Times New Roman" panose="02020603050405020304" pitchFamily="18" charset="0"/>
                  <a:ea typeface="宋体" panose="02010600030101010101" pitchFamily="2" charset="-122"/>
                </a:rPr>
                <a:t>X</a:t>
              </a:r>
              <a:r>
                <a:rPr lang="zh-CN" altLang="en-US" sz="2000" b="1" dirty="0">
                  <a:latin typeface="Times New Roman" panose="02020603050405020304" pitchFamily="18" charset="0"/>
                  <a:ea typeface="宋体" panose="02010600030101010101" pitchFamily="2" charset="-122"/>
                </a:rPr>
                <a:t>到</a:t>
              </a:r>
              <a:r>
                <a:rPr lang="en-US" altLang="zh-CN" sz="2000" b="1" i="1" dirty="0">
                  <a:latin typeface="Times New Roman" panose="02020603050405020304" pitchFamily="18" charset="0"/>
                  <a:ea typeface="宋体" panose="02010600030101010101" pitchFamily="2" charset="-122"/>
                </a:rPr>
                <a:t>Y</a:t>
              </a:r>
              <a:r>
                <a:rPr lang="zh-CN" altLang="en-US" sz="2000" b="1" dirty="0">
                  <a:latin typeface="Times New Roman" panose="02020603050405020304" pitchFamily="18" charset="0"/>
                  <a:ea typeface="宋体" panose="02010600030101010101" pitchFamily="2" charset="-122"/>
                </a:rPr>
                <a:t>的一个模糊关系</a:t>
              </a:r>
              <a:r>
                <a:rPr lang="en-US" altLang="zh-CN" sz="2000" b="1" i="1" dirty="0">
                  <a:latin typeface="Times New Roman" panose="02020603050405020304" pitchFamily="18" charset="0"/>
                  <a:ea typeface="宋体" panose="02010600030101010101" pitchFamily="2" charset="-122"/>
                </a:rPr>
                <a:t>R</a:t>
              </a:r>
              <a:r>
                <a:rPr lang="zh-CN" altLang="en-US" sz="2000" b="1" dirty="0">
                  <a:latin typeface="Times New Roman" panose="02020603050405020304" pitchFamily="18" charset="0"/>
                  <a:ea typeface="宋体" panose="02010600030101010101" pitchFamily="2" charset="-122"/>
                </a:rPr>
                <a:t>，用模糊矩阵表示</a:t>
              </a:r>
              <a:r>
                <a:rPr lang="zh-CN" altLang="en-US" sz="2000" b="1" dirty="0">
                  <a:latin typeface="宋体" panose="02010600030101010101" pitchFamily="2" charset="-122"/>
                  <a:ea typeface="宋体" panose="02010600030101010101" pitchFamily="2" charset="-122"/>
                </a:rPr>
                <a:t>：</a:t>
              </a:r>
              <a:r>
                <a:rPr lang="zh-CN" altLang="en-US" sz="2000" b="1" dirty="0">
                  <a:latin typeface="Arial" panose="020B0604020202020204" pitchFamily="34" charset="0"/>
                  <a:ea typeface="宋体" panose="02010600030101010101" pitchFamily="2" charset="-122"/>
                </a:rPr>
                <a:t> </a:t>
              </a:r>
              <a:endParaRPr lang="zh-CN" altLang="en-US" sz="2000" b="1" dirty="0">
                <a:latin typeface="Arial" panose="020B0604020202020204" pitchFamily="34" charset="0"/>
                <a:ea typeface="宋体" panose="02010600030101010101" pitchFamily="2" charset="-122"/>
              </a:endParaRPr>
            </a:p>
          </p:txBody>
        </p:sp>
      </p:grpSp>
      <p:sp>
        <p:nvSpPr>
          <p:cNvPr id="67595" name="Text Box 128"/>
          <p:cNvSpPr txBox="1"/>
          <p:nvPr/>
        </p:nvSpPr>
        <p:spPr>
          <a:xfrm>
            <a:off x="250825" y="1524000"/>
            <a:ext cx="8713788" cy="1298575"/>
          </a:xfrm>
          <a:prstGeom prst="rect">
            <a:avLst/>
          </a:prstGeom>
          <a:noFill/>
          <a:ln w="9525">
            <a:noFill/>
          </a:ln>
        </p:spPr>
        <p:txBody>
          <a:bodyPr anchor="t" anchorCtr="0">
            <a:spAutoFit/>
          </a:bodyPr>
          <a:p>
            <a:pPr algn="just">
              <a:lnSpc>
                <a:spcPct val="120000"/>
              </a:lnSpc>
              <a:spcBef>
                <a:spcPct val="30000"/>
              </a:spcBef>
              <a:buClr>
                <a:schemeClr val="accent2"/>
              </a:buClr>
              <a:buFont typeface="Wingdings" panose="05000000000000000000" pitchFamily="2" charset="2"/>
              <a:buBlip>
                <a:blip r:embed="rId5"/>
              </a:buBlip>
            </a:pPr>
            <a:r>
              <a:rPr lang="en-US" altLang="zh-CN" sz="2600" b="1" dirty="0">
                <a:latin typeface="宋体" panose="02010600030101010101" pitchFamily="2" charset="-122"/>
                <a:ea typeface="宋体" panose="02010600030101010101" pitchFamily="2" charset="-122"/>
              </a:rPr>
              <a:t> </a:t>
            </a:r>
            <a:r>
              <a:rPr lang="zh-CN" altLang="en-US" sz="2600" b="1" dirty="0">
                <a:latin typeface="宋体" panose="02010600030101010101" pitchFamily="2" charset="-122"/>
                <a:ea typeface="宋体" panose="02010600030101010101" pitchFamily="2" charset="-122"/>
              </a:rPr>
              <a:t>普通关系</a:t>
            </a:r>
            <a:r>
              <a:rPr lang="en-US" altLang="zh-CN" sz="2600" b="1" dirty="0">
                <a:latin typeface="宋体" panose="02010600030101010101" pitchFamily="2" charset="-122"/>
                <a:ea typeface="宋体" panose="02010600030101010101" pitchFamily="2" charset="-122"/>
              </a:rPr>
              <a:t>:</a:t>
            </a:r>
            <a:r>
              <a:rPr lang="zh-CN" altLang="en-US" sz="2600" b="1" dirty="0">
                <a:latin typeface="宋体" panose="02010600030101010101" pitchFamily="2" charset="-122"/>
                <a:ea typeface="宋体" panose="02010600030101010101" pitchFamily="2" charset="-122"/>
              </a:rPr>
              <a:t>两个集合中的元素之间是否有关联，</a:t>
            </a:r>
            <a:endParaRPr lang="zh-CN" altLang="en-US" sz="2600" b="1" dirty="0">
              <a:latin typeface="宋体" panose="02010600030101010101" pitchFamily="2" charset="-122"/>
              <a:ea typeface="宋体" panose="02010600030101010101" pitchFamily="2" charset="-122"/>
            </a:endParaRPr>
          </a:p>
          <a:p>
            <a:pPr algn="just">
              <a:lnSpc>
                <a:spcPct val="120000"/>
              </a:lnSpc>
              <a:spcBef>
                <a:spcPct val="30000"/>
              </a:spcBef>
              <a:buClr>
                <a:schemeClr val="accent2"/>
              </a:buClr>
              <a:buFont typeface="Wingdings" panose="05000000000000000000" pitchFamily="2" charset="2"/>
              <a:buBlip>
                <a:blip r:embed="rId5"/>
              </a:buBlip>
            </a:pPr>
            <a:r>
              <a:rPr lang="zh-CN" altLang="en-US" sz="2600" b="1" dirty="0">
                <a:latin typeface="宋体" panose="02010600030101010101" pitchFamily="2" charset="-122"/>
                <a:ea typeface="宋体" panose="02010600030101010101" pitchFamily="2" charset="-122"/>
              </a:rPr>
              <a:t> 模糊关系</a:t>
            </a:r>
            <a:r>
              <a:rPr lang="en-US" altLang="zh-CN" sz="2600" b="1" dirty="0">
                <a:latin typeface="宋体" panose="02010600030101010101" pitchFamily="2" charset="-122"/>
                <a:ea typeface="宋体" panose="02010600030101010101" pitchFamily="2" charset="-122"/>
              </a:rPr>
              <a:t>:</a:t>
            </a:r>
            <a:r>
              <a:rPr lang="zh-CN" altLang="en-US" sz="2600" b="1" dirty="0">
                <a:latin typeface="宋体" panose="02010600030101010101" pitchFamily="2" charset="-122"/>
                <a:ea typeface="宋体" panose="02010600030101010101" pitchFamily="2" charset="-122"/>
              </a:rPr>
              <a:t>两个模糊集合中的元素之间关联程度的多少。</a:t>
            </a:r>
            <a:r>
              <a:rPr lang="zh-CN" altLang="en-US" sz="3200" b="1" dirty="0">
                <a:latin typeface="Times New Roman" panose="02020603050405020304" pitchFamily="18" charset="0"/>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p:txBody>
      </p:sp>
      <p:sp>
        <p:nvSpPr>
          <p:cNvPr id="374788" name="Text Box 4"/>
          <p:cNvSpPr txBox="1"/>
          <p:nvPr/>
        </p:nvSpPr>
        <p:spPr>
          <a:xfrm>
            <a:off x="285750" y="1676400"/>
            <a:ext cx="8572500" cy="1050925"/>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lnSpc>
                <a:spcPct val="130000"/>
              </a:lnSpc>
              <a:spcBef>
                <a:spcPct val="50000"/>
              </a:spcBef>
              <a:buClr>
                <a:schemeClr val="accent2"/>
              </a:buClr>
              <a:buFont typeface="Wingdings" panose="05000000000000000000" pitchFamily="2" charset="2"/>
              <a:buChar char="§"/>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例</a:t>
            </a:r>
            <a:r>
              <a:rPr lang="en-US" altLang="zh-CN" sz="2400" b="1" dirty="0">
                <a:latin typeface="Times New Roman" panose="02020603050405020304" pitchFamily="18" charset="0"/>
                <a:ea typeface="宋体" panose="02010600030101010101" pitchFamily="2" charset="-122"/>
              </a:rPr>
              <a:t>4.6   </a:t>
            </a:r>
            <a:r>
              <a:rPr lang="zh-CN" altLang="en-US" sz="2400" b="1" dirty="0">
                <a:latin typeface="Times New Roman" panose="02020603050405020304" pitchFamily="18" charset="0"/>
                <a:ea typeface="宋体" panose="02010600030101010101" pitchFamily="2" charset="-122"/>
              </a:rPr>
              <a:t>某地区人的身高论域</a:t>
            </a:r>
            <a:r>
              <a:rPr lang="en-US" altLang="zh-CN" sz="2400" b="1" i="1" dirty="0">
                <a:latin typeface="Times New Roman" panose="02020603050405020304" pitchFamily="18" charset="0"/>
                <a:ea typeface="宋体" panose="02010600030101010101" pitchFamily="2" charset="-122"/>
              </a:rPr>
              <a:t>X</a:t>
            </a:r>
            <a:r>
              <a:rPr lang="en-US" altLang="zh-CN" sz="2400" b="1" dirty="0">
                <a:latin typeface="Times New Roman" panose="02020603050405020304" pitchFamily="18" charset="0"/>
                <a:ea typeface="宋体" panose="02010600030101010101" pitchFamily="2" charset="-122"/>
              </a:rPr>
              <a:t>={140,150,160,170,180}</a:t>
            </a:r>
            <a:r>
              <a:rPr lang="zh-CN" altLang="en-US" sz="2400" b="1" dirty="0">
                <a:latin typeface="Times New Roman" panose="02020603050405020304" pitchFamily="18" charset="0"/>
                <a:ea typeface="宋体" panose="02010600030101010101" pitchFamily="2" charset="-122"/>
              </a:rPr>
              <a:t>（单位：</a:t>
            </a:r>
            <a:r>
              <a:rPr lang="en-US" altLang="zh-CN" sz="2400" b="1" dirty="0">
                <a:latin typeface="Times New Roman" panose="02020603050405020304" pitchFamily="18" charset="0"/>
                <a:ea typeface="宋体" panose="02010600030101010101" pitchFamily="2" charset="-122"/>
              </a:rPr>
              <a:t>cm</a:t>
            </a:r>
            <a:r>
              <a:rPr lang="zh-CN" altLang="en-US" sz="2400" b="1" dirty="0">
                <a:latin typeface="Times New Roman" panose="02020603050405020304" pitchFamily="18" charset="0"/>
                <a:ea typeface="宋体" panose="02010600030101010101" pitchFamily="2" charset="-122"/>
              </a:rPr>
              <a:t>），体重论域 </a:t>
            </a:r>
            <a:r>
              <a:rPr lang="en-US" altLang="zh-CN" sz="2400" b="1" i="1" dirty="0">
                <a:latin typeface="Times New Roman" panose="02020603050405020304" pitchFamily="18" charset="0"/>
                <a:ea typeface="宋体" panose="02010600030101010101" pitchFamily="2" charset="-122"/>
              </a:rPr>
              <a:t>Y</a:t>
            </a:r>
            <a:r>
              <a:rPr lang="en-US" altLang="zh-CN" sz="2400" b="1" dirty="0">
                <a:latin typeface="Times New Roman" panose="02020603050405020304" pitchFamily="18" charset="0"/>
                <a:ea typeface="宋体" panose="02010600030101010101" pitchFamily="2" charset="-122"/>
              </a:rPr>
              <a:t>={40,50,60,70,80}</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374788"/>
                                        </p:tgtEl>
                                        <p:attrNameLst>
                                          <p:attrName>style.visibility</p:attrName>
                                        </p:attrNameLst>
                                      </p:cBhvr>
                                      <p:to>
                                        <p:strVal val="visible"/>
                                      </p:to>
                                    </p:set>
                                    <p:animEffect transition="in" filter="slide(fromTop)">
                                      <p:cBhvr>
                                        <p:cTn id="7" dur="500"/>
                                        <p:tgtEl>
                                          <p:spTgt spid="37478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Bottom)">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2"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slide(fromRigh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78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8610" name="Rectangle 2"/>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4.4.4  </a:t>
            </a:r>
            <a:r>
              <a:rPr lang="zh-CN" altLang="en-US" b="0" dirty="0">
                <a:latin typeface="Times New Roman" panose="02020603050405020304" pitchFamily="18" charset="0"/>
              </a:rPr>
              <a:t>模糊关系与模糊关系的合成</a:t>
            </a:r>
            <a:endParaRPr lang="zh-CN" altLang="en-US" b="0" dirty="0">
              <a:latin typeface="Times New Roman" panose="02020603050405020304" pitchFamily="18" charset="0"/>
            </a:endParaRPr>
          </a:p>
        </p:txBody>
      </p:sp>
      <p:sp>
        <p:nvSpPr>
          <p:cNvPr id="68611" name="Rectangle 3"/>
          <p:cNvSpPr/>
          <p:nvPr/>
        </p:nvSpPr>
        <p:spPr>
          <a:xfrm>
            <a:off x="192088" y="836613"/>
            <a:ext cx="2147887" cy="519112"/>
          </a:xfrm>
          <a:prstGeom prst="rect">
            <a:avLst/>
          </a:prstGeom>
          <a:noFill/>
          <a:ln w="9525">
            <a:noFill/>
          </a:ln>
        </p:spPr>
        <p:txBody>
          <a:bodyPr wrap="none" anchor="t" anchorCtr="0">
            <a:spAutoFit/>
          </a:bodyPr>
          <a:p>
            <a:pPr>
              <a:buClrTx/>
              <a:buFontTx/>
            </a:pPr>
            <a:r>
              <a:rPr lang="en-US" altLang="zh-CN" sz="2800" b="1" dirty="0">
                <a:latin typeface="Times New Roman" panose="02020603050405020304" pitchFamily="18" charset="0"/>
                <a:ea typeface="宋体" panose="02010600030101010101" pitchFamily="2" charset="-122"/>
              </a:rPr>
              <a:t>1</a:t>
            </a:r>
            <a:r>
              <a:rPr lang="zh-CN" altLang="en-US" sz="2800" b="1" dirty="0">
                <a:latin typeface="Times New Roman" panose="02020603050405020304" pitchFamily="18" charset="0"/>
                <a:ea typeface="宋体" panose="02010600030101010101" pitchFamily="2" charset="-122"/>
              </a:rPr>
              <a:t>．模糊关系</a:t>
            </a:r>
            <a:endParaRPr lang="zh-CN" altLang="en-US" sz="2800" b="1" dirty="0">
              <a:latin typeface="Times New Roman" panose="02020603050405020304" pitchFamily="18" charset="0"/>
              <a:ea typeface="宋体" panose="02010600030101010101" pitchFamily="2" charset="-122"/>
            </a:endParaRPr>
          </a:p>
        </p:txBody>
      </p:sp>
      <p:sp>
        <p:nvSpPr>
          <p:cNvPr id="68612" name="Rectangle 4"/>
          <p:cNvSpPr/>
          <p:nvPr/>
        </p:nvSpPr>
        <p:spPr>
          <a:xfrm>
            <a:off x="3752850" y="2938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8613" name="Rectangle 14"/>
          <p:cNvSpPr/>
          <p:nvPr/>
        </p:nvSpPr>
        <p:spPr>
          <a:xfrm>
            <a:off x="4224338" y="33385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8614" name="Rectangle 16"/>
          <p:cNvSpPr/>
          <p:nvPr/>
        </p:nvSpPr>
        <p:spPr>
          <a:xfrm>
            <a:off x="3581400"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8615" name="Rectangle 19"/>
          <p:cNvSpPr/>
          <p:nvPr/>
        </p:nvSpPr>
        <p:spPr>
          <a:xfrm>
            <a:off x="3486150"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68616" name="Rectangle 21"/>
          <p:cNvSpPr/>
          <p:nvPr/>
        </p:nvSpPr>
        <p:spPr>
          <a:xfrm>
            <a:off x="3852863" y="329088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pSp>
        <p:nvGrpSpPr>
          <p:cNvPr id="2" name="Group 22"/>
          <p:cNvGrpSpPr/>
          <p:nvPr/>
        </p:nvGrpSpPr>
        <p:grpSpPr>
          <a:xfrm>
            <a:off x="266700" y="1639888"/>
            <a:ext cx="8697913" cy="4410075"/>
            <a:chOff x="168" y="1033"/>
            <a:chExt cx="5400" cy="2778"/>
          </a:xfrm>
        </p:grpSpPr>
        <p:sp>
          <p:nvSpPr>
            <p:cNvPr id="68618" name="Text Box 12"/>
            <p:cNvSpPr txBox="1"/>
            <p:nvPr/>
          </p:nvSpPr>
          <p:spPr>
            <a:xfrm>
              <a:off x="168" y="1033"/>
              <a:ext cx="5400" cy="2778"/>
            </a:xfrm>
            <a:prstGeom prst="rect">
              <a:avLst/>
            </a:prstGeom>
            <a:solidFill>
              <a:srgbClr val="FFFFFF"/>
            </a:solidFill>
            <a:ln w="9525" cap="flat" cmpd="sng">
              <a:solidFill>
                <a:srgbClr val="808080"/>
              </a:solidFill>
              <a:prstDash val="solid"/>
              <a:miter/>
              <a:headEnd type="none" w="med" len="med"/>
              <a:tailEnd type="none" w="med" len="med"/>
            </a:ln>
          </p:spPr>
          <p:txBody>
            <a:bodyPr anchor="ctr" anchorCtr="0">
              <a:spAutoFit/>
            </a:bodyPr>
            <a:p>
              <a:pPr algn="just">
                <a:lnSpc>
                  <a:spcPct val="130000"/>
                </a:lnSpc>
                <a:spcBef>
                  <a:spcPct val="20000"/>
                </a:spcBef>
                <a:buClr>
                  <a:schemeClr val="accent2"/>
                </a:buClr>
                <a:buFont typeface="Wingdings" panose="05000000000000000000" pitchFamily="2" charset="2"/>
                <a:buChar char="§"/>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模糊关系的定义</a:t>
              </a:r>
              <a:r>
                <a:rPr lang="zh-CN" altLang="en-US" sz="2400" dirty="0">
                  <a:latin typeface="Times New Roman" panose="02020603050405020304" pitchFamily="18" charset="0"/>
                  <a:ea typeface="宋体" panose="02010600030101010101" pitchFamily="2" charset="-122"/>
                </a:rPr>
                <a:t> ：</a:t>
              </a:r>
              <a:endParaRPr lang="zh-CN" altLang="en-US" sz="2400" b="1" dirty="0">
                <a:latin typeface="Times New Roman" panose="02020603050405020304" pitchFamily="18" charset="0"/>
                <a:ea typeface="宋体" panose="02010600030101010101" pitchFamily="2" charset="-122"/>
              </a:endParaRPr>
            </a:p>
            <a:p>
              <a:pPr algn="just">
                <a:lnSpc>
                  <a:spcPct val="130000"/>
                </a:lnSpc>
                <a:spcBef>
                  <a:spcPct val="20000"/>
                </a:spcBef>
                <a:buClr>
                  <a:srgbClr val="0000FF"/>
                </a:buClr>
                <a:buFont typeface="Wingdings" panose="05000000000000000000" pitchFamily="2" charset="2"/>
                <a:buChar char="§"/>
              </a:pPr>
              <a:r>
                <a:rPr lang="zh-CN" altLang="en-US" sz="2400" b="1" i="1" dirty="0">
                  <a:latin typeface="Times New Roman" panose="02020603050405020304" pitchFamily="18" charset="0"/>
                  <a:ea typeface="宋体" panose="02010600030101010101" pitchFamily="2" charset="-122"/>
                </a:rPr>
                <a:t> </a:t>
              </a:r>
              <a:r>
                <a:rPr lang="en-US" altLang="zh-CN" sz="2400" b="1" i="1" dirty="0">
                  <a:latin typeface="Times New Roman" panose="02020603050405020304" pitchFamily="18" charset="0"/>
                  <a:ea typeface="宋体" panose="02010600030101010101" pitchFamily="2" charset="-122"/>
                </a:rPr>
                <a:t>A</a:t>
              </a:r>
              <a:r>
                <a:rPr lang="zh-CN" altLang="en-US" sz="2400" b="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B</a:t>
              </a:r>
              <a:r>
                <a:rPr lang="zh-CN" altLang="en-US" sz="2400" b="1" dirty="0">
                  <a:latin typeface="Times New Roman" panose="02020603050405020304" pitchFamily="18" charset="0"/>
                  <a:ea typeface="宋体" panose="02010600030101010101" pitchFamily="2" charset="-122"/>
                </a:rPr>
                <a:t>：模糊集合，模糊关系用叉积</a:t>
              </a:r>
              <a:r>
                <a:rPr lang="en-US" altLang="zh-CN" sz="2400" b="1" dirty="0">
                  <a:latin typeface="Times New Roman" panose="02020603050405020304" pitchFamily="18" charset="0"/>
                  <a:ea typeface="宋体" panose="02010600030101010101" pitchFamily="2" charset="-122"/>
                </a:rPr>
                <a:t>(cartesian product)</a:t>
              </a:r>
              <a:r>
                <a:rPr lang="zh-CN" altLang="en-US" sz="2400" b="1" dirty="0">
                  <a:latin typeface="Times New Roman" panose="02020603050405020304" pitchFamily="18" charset="0"/>
                  <a:ea typeface="宋体" panose="02010600030101010101" pitchFamily="2" charset="-122"/>
                </a:rPr>
                <a:t>表示：</a:t>
              </a:r>
              <a:endParaRPr lang="zh-CN" altLang="en-US" sz="2400" b="1" dirty="0">
                <a:latin typeface="Times New Roman" panose="02020603050405020304" pitchFamily="18" charset="0"/>
                <a:ea typeface="宋体" panose="02010600030101010101" pitchFamily="2" charset="-122"/>
              </a:endParaRPr>
            </a:p>
            <a:p>
              <a:pPr algn="just">
                <a:lnSpc>
                  <a:spcPct val="130000"/>
                </a:lnSpc>
                <a:spcBef>
                  <a:spcPct val="20000"/>
                </a:spcBef>
                <a:buClr>
                  <a:srgbClr val="0000FF"/>
                </a:buClr>
                <a:buFont typeface="Wingdings" panose="05000000000000000000" pitchFamily="2" charset="2"/>
              </a:pPr>
              <a:endParaRPr lang="zh-CN" altLang="en-US" sz="2400" b="1" dirty="0">
                <a:latin typeface="Times New Roman" panose="02020603050405020304" pitchFamily="18" charset="0"/>
                <a:ea typeface="宋体" panose="02010600030101010101" pitchFamily="2" charset="-122"/>
              </a:endParaRPr>
            </a:p>
            <a:p>
              <a:pPr algn="just">
                <a:lnSpc>
                  <a:spcPct val="130000"/>
                </a:lnSpc>
                <a:spcBef>
                  <a:spcPct val="20000"/>
                </a:spcBef>
                <a:buClr>
                  <a:srgbClr val="0000FF"/>
                </a:buClr>
                <a:buFont typeface="Wingdings" panose="05000000000000000000" pitchFamily="2" charset="2"/>
                <a:buChar char="§"/>
              </a:pPr>
              <a:r>
                <a:rPr lang="zh-CN" altLang="en-US" sz="2400" b="1" dirty="0">
                  <a:latin typeface="Times New Roman" panose="02020603050405020304" pitchFamily="18" charset="0"/>
                  <a:ea typeface="宋体" panose="02010600030101010101" pitchFamily="2" charset="-122"/>
                </a:rPr>
                <a:t> 叉积常用最小算子运算： </a:t>
              </a:r>
              <a:endParaRPr lang="zh-CN" altLang="en-US" sz="2400" b="1" dirty="0">
                <a:latin typeface="Times New Roman" panose="02020603050405020304" pitchFamily="18" charset="0"/>
                <a:ea typeface="宋体" panose="02010600030101010101" pitchFamily="2" charset="-122"/>
              </a:endParaRPr>
            </a:p>
            <a:p>
              <a:pPr algn="just">
                <a:lnSpc>
                  <a:spcPct val="130000"/>
                </a:lnSpc>
                <a:spcBef>
                  <a:spcPct val="20000"/>
                </a:spcBef>
                <a:buClr>
                  <a:srgbClr val="0000FF"/>
                </a:buClr>
                <a:buFont typeface="Wingdings" panose="05000000000000000000" pitchFamily="2" charset="2"/>
                <a:buChar char="§"/>
              </a:pPr>
              <a:endParaRPr lang="zh-CN" altLang="en-US" sz="2400" b="1" dirty="0">
                <a:latin typeface="Times New Roman" panose="02020603050405020304" pitchFamily="18" charset="0"/>
                <a:ea typeface="宋体" panose="02010600030101010101" pitchFamily="2" charset="-122"/>
              </a:endParaRPr>
            </a:p>
            <a:p>
              <a:pPr algn="just">
                <a:lnSpc>
                  <a:spcPct val="130000"/>
                </a:lnSpc>
                <a:spcBef>
                  <a:spcPct val="20000"/>
                </a:spcBef>
                <a:buClr>
                  <a:srgbClr val="0000FF"/>
                </a:buClr>
                <a:buFont typeface="Wingdings" panose="05000000000000000000" pitchFamily="2" charset="2"/>
                <a:buChar char="§"/>
              </a:pPr>
              <a:r>
                <a:rPr lang="zh-CN" altLang="en-US" sz="2400" b="1" i="1" dirty="0">
                  <a:latin typeface="Times New Roman" panose="02020603050405020304" pitchFamily="18" charset="0"/>
                  <a:ea typeface="宋体" panose="02010600030101010101" pitchFamily="2" charset="-122"/>
                </a:rPr>
                <a:t> </a:t>
              </a:r>
              <a:r>
                <a:rPr lang="en-US" altLang="zh-CN" sz="2400" b="1" i="1" dirty="0">
                  <a:latin typeface="Times New Roman" panose="02020603050405020304" pitchFamily="18" charset="0"/>
                  <a:ea typeface="宋体" panose="02010600030101010101" pitchFamily="2" charset="-122"/>
                </a:rPr>
                <a:t>A</a:t>
              </a:r>
              <a:r>
                <a:rPr lang="zh-CN" altLang="en-US" sz="2400" b="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ea typeface="宋体" panose="02010600030101010101" pitchFamily="2" charset="-122"/>
                </a:rPr>
                <a:t>B</a:t>
              </a:r>
              <a:r>
                <a:rPr lang="zh-CN" altLang="en-US" sz="2400" b="1" dirty="0">
                  <a:latin typeface="Times New Roman" panose="02020603050405020304" pitchFamily="18" charset="0"/>
                  <a:ea typeface="宋体" panose="02010600030101010101" pitchFamily="2" charset="-122"/>
                </a:rPr>
                <a:t>：离散模糊集，其隶属函数分别为：</a:t>
              </a:r>
              <a:endParaRPr lang="zh-CN" altLang="en-US" sz="2400" b="1" dirty="0">
                <a:latin typeface="Times New Roman" panose="02020603050405020304" pitchFamily="18" charset="0"/>
                <a:ea typeface="宋体" panose="02010600030101010101" pitchFamily="2" charset="-122"/>
              </a:endParaRPr>
            </a:p>
            <a:p>
              <a:pPr algn="just">
                <a:lnSpc>
                  <a:spcPct val="130000"/>
                </a:lnSpc>
                <a:spcBef>
                  <a:spcPct val="20000"/>
                </a:spcBef>
                <a:buClr>
                  <a:srgbClr val="0000FF"/>
                </a:buClr>
                <a:buFont typeface="Wingdings" panose="05000000000000000000" pitchFamily="2" charset="2"/>
                <a:buChar char="§"/>
              </a:pPr>
              <a:endParaRPr lang="zh-CN" altLang="en-US" sz="2400" b="1" dirty="0">
                <a:latin typeface="Times New Roman" panose="02020603050405020304" pitchFamily="18" charset="0"/>
                <a:ea typeface="宋体" panose="02010600030101010101" pitchFamily="2" charset="-122"/>
              </a:endParaRPr>
            </a:p>
            <a:p>
              <a:pPr algn="just">
                <a:lnSpc>
                  <a:spcPct val="130000"/>
                </a:lnSpc>
                <a:spcBef>
                  <a:spcPct val="20000"/>
                </a:spcBef>
                <a:spcAft>
                  <a:spcPct val="40000"/>
                </a:spcAft>
                <a:buClr>
                  <a:srgbClr val="0000FF"/>
                </a:buClr>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则其叉积运算：   </a:t>
              </a:r>
              <a:endParaRPr lang="zh-CN" altLang="en-US" sz="2400" b="1" dirty="0">
                <a:latin typeface="Times New Roman" panose="02020603050405020304" pitchFamily="18" charset="0"/>
                <a:ea typeface="宋体" panose="02010600030101010101" pitchFamily="2" charset="-122"/>
              </a:endParaRPr>
            </a:p>
          </p:txBody>
        </p:sp>
        <p:graphicFrame>
          <p:nvGraphicFramePr>
            <p:cNvPr id="68619" name="Object 13"/>
            <p:cNvGraphicFramePr>
              <a:graphicFrameLocks noChangeAspect="1"/>
            </p:cNvGraphicFramePr>
            <p:nvPr/>
          </p:nvGraphicFramePr>
          <p:xfrm>
            <a:off x="1732" y="1776"/>
            <a:ext cx="1772" cy="288"/>
          </p:xfrm>
          <a:graphic>
            <a:graphicData uri="http://schemas.openxmlformats.org/presentationml/2006/ole">
              <mc:AlternateContent xmlns:mc="http://schemas.openxmlformats.org/markup-compatibility/2006">
                <mc:Choice xmlns:v="urn:schemas-microsoft-com:vml" Requires="v">
                  <p:oleObj spid="_x0000_s3271" name="" r:id="rId1" imgW="20850225" imgH="4610100" progId="Equation.DSMT4">
                    <p:embed/>
                  </p:oleObj>
                </mc:Choice>
                <mc:Fallback>
                  <p:oleObj name="" r:id="rId1" imgW="20850225" imgH="4610100" progId="Equation.DSMT4">
                    <p:embed/>
                    <p:pic>
                      <p:nvPicPr>
                        <p:cNvPr id="0" name="图片 3270"/>
                        <p:cNvPicPr/>
                        <p:nvPr/>
                      </p:nvPicPr>
                      <p:blipFill>
                        <a:blip r:embed="rId2"/>
                        <a:stretch>
                          <a:fillRect/>
                        </a:stretch>
                      </p:blipFill>
                      <p:spPr>
                        <a:xfrm>
                          <a:off x="1732" y="1776"/>
                          <a:ext cx="1772" cy="288"/>
                        </a:xfrm>
                        <a:prstGeom prst="rect">
                          <a:avLst/>
                        </a:prstGeom>
                        <a:noFill/>
                        <a:ln w="38100">
                          <a:noFill/>
                          <a:miter/>
                        </a:ln>
                      </p:spPr>
                    </p:pic>
                  </p:oleObj>
                </mc:Fallback>
              </mc:AlternateContent>
            </a:graphicData>
          </a:graphic>
        </p:graphicFrame>
        <p:graphicFrame>
          <p:nvGraphicFramePr>
            <p:cNvPr id="68620" name="Object 15"/>
            <p:cNvGraphicFramePr>
              <a:graphicFrameLocks noChangeAspect="1"/>
            </p:cNvGraphicFramePr>
            <p:nvPr/>
          </p:nvGraphicFramePr>
          <p:xfrm>
            <a:off x="1248" y="2445"/>
            <a:ext cx="3264" cy="291"/>
          </p:xfrm>
          <a:graphic>
            <a:graphicData uri="http://schemas.openxmlformats.org/presentationml/2006/ole">
              <mc:AlternateContent xmlns:mc="http://schemas.openxmlformats.org/markup-compatibility/2006">
                <mc:Choice xmlns:v="urn:schemas-microsoft-com:vml" Requires="v">
                  <p:oleObj spid="_x0000_s3265" name="" r:id="rId3" imgW="30060900" imgH="3295650" progId="Equation.DSMT4">
                    <p:embed/>
                  </p:oleObj>
                </mc:Choice>
                <mc:Fallback>
                  <p:oleObj name="" r:id="rId3" imgW="30060900" imgH="3295650" progId="Equation.DSMT4">
                    <p:embed/>
                    <p:pic>
                      <p:nvPicPr>
                        <p:cNvPr id="0" name="图片 3264"/>
                        <p:cNvPicPr/>
                        <p:nvPr/>
                      </p:nvPicPr>
                      <p:blipFill>
                        <a:blip r:embed="rId4"/>
                        <a:stretch>
                          <a:fillRect/>
                        </a:stretch>
                      </p:blipFill>
                      <p:spPr>
                        <a:xfrm>
                          <a:off x="1248" y="2445"/>
                          <a:ext cx="3264" cy="291"/>
                        </a:xfrm>
                        <a:prstGeom prst="rect">
                          <a:avLst/>
                        </a:prstGeom>
                        <a:noFill/>
                        <a:ln w="38100">
                          <a:noFill/>
                          <a:miter/>
                        </a:ln>
                      </p:spPr>
                    </p:pic>
                  </p:oleObj>
                </mc:Fallback>
              </mc:AlternateContent>
            </a:graphicData>
          </a:graphic>
        </p:graphicFrame>
        <p:graphicFrame>
          <p:nvGraphicFramePr>
            <p:cNvPr id="68621" name="Object 18"/>
            <p:cNvGraphicFramePr>
              <a:graphicFrameLocks noChangeAspect="1"/>
            </p:cNvGraphicFramePr>
            <p:nvPr/>
          </p:nvGraphicFramePr>
          <p:xfrm>
            <a:off x="290" y="3168"/>
            <a:ext cx="2734" cy="249"/>
          </p:xfrm>
          <a:graphic>
            <a:graphicData uri="http://schemas.openxmlformats.org/presentationml/2006/ole">
              <mc:AlternateContent xmlns:mc="http://schemas.openxmlformats.org/markup-compatibility/2006">
                <mc:Choice xmlns:v="urn:schemas-microsoft-com:vml" Requires="v">
                  <p:oleObj spid="_x0000_s3268" name="" r:id="rId5" imgW="40595550" imgH="4610100" progId="Equation.DSMT4">
                    <p:embed/>
                  </p:oleObj>
                </mc:Choice>
                <mc:Fallback>
                  <p:oleObj name="" r:id="rId5" imgW="40595550" imgH="4610100" progId="Equation.DSMT4">
                    <p:embed/>
                    <p:pic>
                      <p:nvPicPr>
                        <p:cNvPr id="0" name="图片 3267"/>
                        <p:cNvPicPr/>
                        <p:nvPr/>
                      </p:nvPicPr>
                      <p:blipFill>
                        <a:blip r:embed="rId6"/>
                        <a:stretch>
                          <a:fillRect/>
                        </a:stretch>
                      </p:blipFill>
                      <p:spPr>
                        <a:xfrm>
                          <a:off x="290" y="3168"/>
                          <a:ext cx="2734" cy="249"/>
                        </a:xfrm>
                        <a:prstGeom prst="rect">
                          <a:avLst/>
                        </a:prstGeom>
                        <a:noFill/>
                        <a:ln w="38100">
                          <a:noFill/>
                          <a:miter/>
                        </a:ln>
                      </p:spPr>
                    </p:pic>
                  </p:oleObj>
                </mc:Fallback>
              </mc:AlternateContent>
            </a:graphicData>
          </a:graphic>
        </p:graphicFrame>
        <p:graphicFrame>
          <p:nvGraphicFramePr>
            <p:cNvPr id="68622" name="Object 17"/>
            <p:cNvGraphicFramePr>
              <a:graphicFrameLocks noChangeAspect="1"/>
            </p:cNvGraphicFramePr>
            <p:nvPr/>
          </p:nvGraphicFramePr>
          <p:xfrm>
            <a:off x="3120" y="3168"/>
            <a:ext cx="2352" cy="255"/>
          </p:xfrm>
          <a:graphic>
            <a:graphicData uri="http://schemas.openxmlformats.org/presentationml/2006/ole">
              <mc:AlternateContent xmlns:mc="http://schemas.openxmlformats.org/markup-compatibility/2006">
                <mc:Choice xmlns:v="urn:schemas-microsoft-com:vml" Requires="v">
                  <p:oleObj spid="_x0000_s3266" name="" r:id="rId7" imgW="32251650" imgH="3295650" progId="Equation.3">
                    <p:embed/>
                  </p:oleObj>
                </mc:Choice>
                <mc:Fallback>
                  <p:oleObj name="" r:id="rId7" imgW="32251650" imgH="3295650" progId="Equation.3">
                    <p:embed/>
                    <p:pic>
                      <p:nvPicPr>
                        <p:cNvPr id="0" name="图片 3265"/>
                        <p:cNvPicPr/>
                        <p:nvPr/>
                      </p:nvPicPr>
                      <p:blipFill>
                        <a:blip r:embed="rId8"/>
                        <a:stretch>
                          <a:fillRect/>
                        </a:stretch>
                      </p:blipFill>
                      <p:spPr>
                        <a:xfrm>
                          <a:off x="3120" y="3168"/>
                          <a:ext cx="2352" cy="255"/>
                        </a:xfrm>
                        <a:prstGeom prst="rect">
                          <a:avLst/>
                        </a:prstGeom>
                        <a:noFill/>
                        <a:ln w="38100">
                          <a:noFill/>
                          <a:miter/>
                        </a:ln>
                      </p:spPr>
                    </p:pic>
                  </p:oleObj>
                </mc:Fallback>
              </mc:AlternateContent>
            </a:graphicData>
          </a:graphic>
        </p:graphicFrame>
        <p:graphicFrame>
          <p:nvGraphicFramePr>
            <p:cNvPr id="68623" name="Object 20"/>
            <p:cNvGraphicFramePr>
              <a:graphicFrameLocks noChangeAspect="1"/>
            </p:cNvGraphicFramePr>
            <p:nvPr/>
          </p:nvGraphicFramePr>
          <p:xfrm>
            <a:off x="1680" y="3456"/>
            <a:ext cx="1632" cy="314"/>
          </p:xfrm>
          <a:graphic>
            <a:graphicData uri="http://schemas.openxmlformats.org/presentationml/2006/ole">
              <mc:AlternateContent xmlns:mc="http://schemas.openxmlformats.org/markup-compatibility/2006">
                <mc:Choice xmlns:v="urn:schemas-microsoft-com:vml" Requires="v">
                  <p:oleObj spid="_x0000_s3270" name="" r:id="rId9" imgW="20402550" imgH="3952875" progId="Equation.DSMT4">
                    <p:embed/>
                  </p:oleObj>
                </mc:Choice>
                <mc:Fallback>
                  <p:oleObj name="" r:id="rId9" imgW="20402550" imgH="3952875" progId="Equation.DSMT4">
                    <p:embed/>
                    <p:pic>
                      <p:nvPicPr>
                        <p:cNvPr id="0" name="图片 3269"/>
                        <p:cNvPicPr/>
                        <p:nvPr/>
                      </p:nvPicPr>
                      <p:blipFill>
                        <a:blip r:embed="rId10"/>
                        <a:stretch>
                          <a:fillRect/>
                        </a:stretch>
                      </p:blipFill>
                      <p:spPr>
                        <a:xfrm>
                          <a:off x="1680" y="3456"/>
                          <a:ext cx="1632" cy="314"/>
                        </a:xfrm>
                        <a:prstGeom prst="rect">
                          <a:avLst/>
                        </a:prstGeom>
                        <a:noFill/>
                        <a:ln w="38100">
                          <a:noFill/>
                          <a:miter/>
                        </a:ln>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To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灯片编号占位符 1"/>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69634" name="Text Box 2"/>
          <p:cNvSpPr txBox="1"/>
          <p:nvPr/>
        </p:nvSpPr>
        <p:spPr>
          <a:xfrm>
            <a:off x="342900" y="1676400"/>
            <a:ext cx="8621713" cy="4546600"/>
          </a:xfrm>
          <a:prstGeom prst="rect">
            <a:avLst/>
          </a:prstGeom>
          <a:gradFill rotWithShape="0">
            <a:gsLst>
              <a:gs pos="0">
                <a:srgbClr val="FFFFFF"/>
              </a:gs>
              <a:gs pos="100000">
                <a:srgbClr val="FFFF99"/>
              </a:gs>
            </a:gsLst>
            <a:lin ang="5400000" scaled="1"/>
            <a:tileRect/>
          </a:gradFill>
          <a:ln w="9525" cap="flat" cmpd="sng">
            <a:solidFill>
              <a:srgbClr val="808080"/>
            </a:solidFill>
            <a:prstDash val="solid"/>
            <a:miter/>
            <a:headEnd type="none" w="med" len="med"/>
            <a:tailEnd type="none" w="med" len="med"/>
          </a:ln>
        </p:spPr>
        <p:txBody>
          <a:bodyPr anchor="t" anchorCtr="0">
            <a:spAutoFit/>
          </a:bodyPr>
          <a:p>
            <a:pPr algn="just">
              <a:lnSpc>
                <a:spcPct val="140000"/>
              </a:lnSpc>
              <a:buClr>
                <a:schemeClr val="accent2"/>
              </a:buClr>
              <a:buFont typeface="Wingdings" panose="05000000000000000000" pitchFamily="2" charset="2"/>
              <a:buChar char="§"/>
            </a:pPr>
            <a:r>
              <a:rPr lang="en-US" altLang="zh-CN" sz="2600" b="1" dirty="0">
                <a:latin typeface="Times New Roman" panose="02020603050405020304" pitchFamily="18" charset="0"/>
                <a:ea typeface="宋体" panose="02010600030101010101" pitchFamily="2" charset="-122"/>
              </a:rPr>
              <a:t> </a:t>
            </a:r>
            <a:r>
              <a:rPr lang="zh-CN" altLang="en-US" sz="2600" b="1" dirty="0">
                <a:latin typeface="Times New Roman" panose="02020603050405020304" pitchFamily="18" charset="0"/>
                <a:ea typeface="宋体" panose="02010600030101010101" pitchFamily="2" charset="-122"/>
              </a:rPr>
              <a:t>例</a:t>
            </a:r>
            <a:r>
              <a:rPr lang="en-US" altLang="zh-CN" sz="2600" b="1" dirty="0">
                <a:latin typeface="Times New Roman" panose="02020603050405020304" pitchFamily="18" charset="0"/>
                <a:ea typeface="宋体" panose="02010600030101010101" pitchFamily="2" charset="-122"/>
              </a:rPr>
              <a:t>4.7</a:t>
            </a:r>
            <a:r>
              <a:rPr lang="en-US" altLang="zh-CN" sz="2600" b="1" dirty="0">
                <a:latin typeface="宋体" panose="02010600030101010101" pitchFamily="2" charset="-122"/>
                <a:ea typeface="宋体" panose="02010600030101010101" pitchFamily="2" charset="-122"/>
              </a:rPr>
              <a:t> </a:t>
            </a:r>
            <a:r>
              <a:rPr lang="zh-CN" altLang="en-US" sz="2600" b="1" dirty="0">
                <a:latin typeface="宋体" panose="02010600030101010101" pitchFamily="2" charset="-122"/>
                <a:ea typeface="宋体" panose="02010600030101010101" pitchFamily="2" charset="-122"/>
              </a:rPr>
              <a:t>已知输入的模糊集合</a:t>
            </a:r>
            <a:r>
              <a:rPr lang="en-US" altLang="zh-CN" sz="2600" b="1" i="1" dirty="0">
                <a:latin typeface="Times New Roman" panose="02020603050405020304" pitchFamily="18" charset="0"/>
                <a:ea typeface="宋体" panose="02010600030101010101" pitchFamily="2" charset="-122"/>
              </a:rPr>
              <a:t>A</a:t>
            </a:r>
            <a:r>
              <a:rPr lang="zh-CN" altLang="en-US" sz="2600" b="1" dirty="0">
                <a:latin typeface="宋体" panose="02010600030101010101" pitchFamily="2" charset="-122"/>
                <a:ea typeface="宋体" panose="02010600030101010101" pitchFamily="2" charset="-122"/>
              </a:rPr>
              <a:t>和输出的模糊集合</a:t>
            </a:r>
            <a:r>
              <a:rPr lang="en-US" altLang="zh-CN" sz="2600" b="1" i="1" dirty="0">
                <a:latin typeface="Times New Roman" panose="02020603050405020304" pitchFamily="18" charset="0"/>
                <a:ea typeface="宋体" panose="02010600030101010101" pitchFamily="2" charset="-122"/>
              </a:rPr>
              <a:t>B</a:t>
            </a:r>
            <a:r>
              <a:rPr lang="zh-CN" altLang="en-US" sz="2600" b="1" dirty="0">
                <a:latin typeface="Times New Roman" panose="02020603050405020304" pitchFamily="18" charset="0"/>
                <a:ea typeface="宋体" panose="02010600030101010101" pitchFamily="2" charset="-122"/>
              </a:rPr>
              <a:t>：</a:t>
            </a:r>
            <a:endParaRPr lang="zh-CN" altLang="en-US"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zh-CN" altLang="en-US"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zh-CN" altLang="en-US"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zh-CN" altLang="en-US"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zh-CN" altLang="en-US"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zh-CN" altLang="en-US"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zh-CN" altLang="en-US"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en-US" altLang="zh-CN" sz="2600" b="1" dirty="0">
              <a:latin typeface="Times New Roman" panose="02020603050405020304" pitchFamily="18" charset="0"/>
              <a:ea typeface="宋体" panose="02010600030101010101" pitchFamily="2" charset="-122"/>
            </a:endParaRPr>
          </a:p>
        </p:txBody>
      </p:sp>
      <p:graphicFrame>
        <p:nvGraphicFramePr>
          <p:cNvPr id="69635" name="Object 3"/>
          <p:cNvGraphicFramePr>
            <a:graphicFrameLocks noChangeAspect="1"/>
          </p:cNvGraphicFramePr>
          <p:nvPr/>
        </p:nvGraphicFramePr>
        <p:xfrm>
          <a:off x="1447800" y="2438400"/>
          <a:ext cx="6611938" cy="457200"/>
        </p:xfrm>
        <a:graphic>
          <a:graphicData uri="http://schemas.openxmlformats.org/presentationml/2006/ole">
            <mc:AlternateContent xmlns:mc="http://schemas.openxmlformats.org/markup-compatibility/2006">
              <mc:Choice xmlns:v="urn:schemas-microsoft-com:vml" Requires="v">
                <p:oleObj spid="_x0000_s3269" name="" r:id="rId1" imgW="51568350" imgH="3514725" progId="Equation.DSMT4">
                  <p:embed/>
                </p:oleObj>
              </mc:Choice>
              <mc:Fallback>
                <p:oleObj name="" r:id="rId1" imgW="51568350" imgH="3514725" progId="Equation.DSMT4">
                  <p:embed/>
                  <p:pic>
                    <p:nvPicPr>
                      <p:cNvPr id="0" name="图片 3268"/>
                      <p:cNvPicPr/>
                      <p:nvPr/>
                    </p:nvPicPr>
                    <p:blipFill>
                      <a:blip r:embed="rId2"/>
                      <a:stretch>
                        <a:fillRect/>
                      </a:stretch>
                    </p:blipFill>
                    <p:spPr>
                      <a:xfrm>
                        <a:off x="1447800" y="2438400"/>
                        <a:ext cx="6611938" cy="457200"/>
                      </a:xfrm>
                      <a:prstGeom prst="rect">
                        <a:avLst/>
                      </a:prstGeom>
                      <a:noFill/>
                      <a:ln w="38100">
                        <a:noFill/>
                        <a:miter/>
                      </a:ln>
                    </p:spPr>
                  </p:pic>
                </p:oleObj>
              </mc:Fallback>
            </mc:AlternateContent>
          </a:graphicData>
        </a:graphic>
      </p:graphicFrame>
      <p:graphicFrame>
        <p:nvGraphicFramePr>
          <p:cNvPr id="69636" name="Object 4"/>
          <p:cNvGraphicFramePr>
            <a:graphicFrameLocks noChangeAspect="1"/>
          </p:cNvGraphicFramePr>
          <p:nvPr/>
        </p:nvGraphicFramePr>
        <p:xfrm>
          <a:off x="1457325" y="2971800"/>
          <a:ext cx="5237163" cy="457200"/>
        </p:xfrm>
        <a:graphic>
          <a:graphicData uri="http://schemas.openxmlformats.org/presentationml/2006/ole">
            <mc:AlternateContent xmlns:mc="http://schemas.openxmlformats.org/markup-compatibility/2006">
              <mc:Choice xmlns:v="urn:schemas-microsoft-com:vml" Requires="v">
                <p:oleObj spid="_x0000_s3267" name="" r:id="rId3" imgW="40814625" imgH="3514725" progId="Equation.DSMT4">
                  <p:embed/>
                </p:oleObj>
              </mc:Choice>
              <mc:Fallback>
                <p:oleObj name="" r:id="rId3" imgW="40814625" imgH="3514725" progId="Equation.DSMT4">
                  <p:embed/>
                  <p:pic>
                    <p:nvPicPr>
                      <p:cNvPr id="0" name="图片 3266"/>
                      <p:cNvPicPr/>
                      <p:nvPr/>
                    </p:nvPicPr>
                    <p:blipFill>
                      <a:blip r:embed="rId4"/>
                      <a:stretch>
                        <a:fillRect/>
                      </a:stretch>
                    </p:blipFill>
                    <p:spPr>
                      <a:xfrm>
                        <a:off x="1457325" y="2971800"/>
                        <a:ext cx="5237163" cy="457200"/>
                      </a:xfrm>
                      <a:prstGeom prst="rect">
                        <a:avLst/>
                      </a:prstGeom>
                      <a:noFill/>
                      <a:ln w="38100">
                        <a:noFill/>
                        <a:miter/>
                      </a:ln>
                    </p:spPr>
                  </p:pic>
                </p:oleObj>
              </mc:Fallback>
            </mc:AlternateContent>
          </a:graphicData>
        </a:graphic>
      </p:graphicFrame>
      <p:sp>
        <p:nvSpPr>
          <p:cNvPr id="69637" name="Rectangle 6"/>
          <p:cNvSpPr/>
          <p:nvPr/>
        </p:nvSpPr>
        <p:spPr>
          <a:xfrm>
            <a:off x="381000" y="3429000"/>
            <a:ext cx="3733800" cy="1084263"/>
          </a:xfrm>
          <a:prstGeom prst="rect">
            <a:avLst/>
          </a:prstGeom>
          <a:noFill/>
          <a:ln w="9525">
            <a:noFill/>
          </a:ln>
        </p:spPr>
        <p:txBody>
          <a:bodyPr wrap="none" anchor="t" anchorCtr="0">
            <a:spAutoFit/>
          </a:bodyPr>
          <a:p>
            <a:pPr>
              <a:spcAft>
                <a:spcPct val="50000"/>
              </a:spcAft>
              <a:buClr>
                <a:srgbClr val="0000FF"/>
              </a:buClr>
              <a:buFont typeface="Wingdings" panose="05000000000000000000" pitchFamily="2" charset="2"/>
              <a:buChar char="§"/>
            </a:pPr>
            <a:r>
              <a:rPr lang="en-US" altLang="zh-CN" sz="2600" b="1" dirty="0">
                <a:latin typeface="Times New Roman" panose="02020603050405020304" pitchFamily="18" charset="0"/>
                <a:ea typeface="宋体" panose="02010600030101010101" pitchFamily="2" charset="-122"/>
              </a:rPr>
              <a:t> </a:t>
            </a:r>
            <a:r>
              <a:rPr lang="zh-CN" altLang="en-US" sz="2600" b="1" dirty="0">
                <a:latin typeface="Times New Roman" panose="02020603050405020304" pitchFamily="18" charset="0"/>
                <a:ea typeface="宋体" panose="02010600030101010101" pitchFamily="2" charset="-122"/>
              </a:rPr>
              <a:t>求</a:t>
            </a:r>
            <a:r>
              <a:rPr lang="en-US" altLang="zh-CN" sz="2600" b="1" i="1" dirty="0">
                <a:latin typeface="Times New Roman" panose="02020603050405020304" pitchFamily="18" charset="0"/>
                <a:ea typeface="宋体" panose="02010600030101010101" pitchFamily="2" charset="-122"/>
              </a:rPr>
              <a:t>A</a:t>
            </a:r>
            <a:r>
              <a:rPr lang="zh-CN" altLang="en-US" sz="2600" b="1" dirty="0">
                <a:latin typeface="Times New Roman" panose="02020603050405020304" pitchFamily="18" charset="0"/>
                <a:ea typeface="宋体" panose="02010600030101010101" pitchFamily="2" charset="-122"/>
              </a:rPr>
              <a:t>到</a:t>
            </a:r>
            <a:r>
              <a:rPr lang="en-US" altLang="zh-CN" sz="2600" b="1" i="1" dirty="0">
                <a:latin typeface="Times New Roman" panose="02020603050405020304" pitchFamily="18" charset="0"/>
                <a:ea typeface="宋体" panose="02010600030101010101" pitchFamily="2" charset="-122"/>
              </a:rPr>
              <a:t>B</a:t>
            </a:r>
            <a:r>
              <a:rPr lang="zh-CN" altLang="en-US" sz="2600" b="1" dirty="0">
                <a:latin typeface="Times New Roman" panose="02020603050405020304" pitchFamily="18" charset="0"/>
                <a:ea typeface="宋体" panose="02010600030101010101" pitchFamily="2" charset="-122"/>
              </a:rPr>
              <a:t>的模糊关系</a:t>
            </a:r>
            <a:r>
              <a:rPr lang="en-US" altLang="zh-CN" sz="2600" b="1" i="1" dirty="0">
                <a:latin typeface="Times New Roman" panose="02020603050405020304" pitchFamily="18" charset="0"/>
                <a:ea typeface="宋体" panose="02010600030101010101" pitchFamily="2" charset="-122"/>
              </a:rPr>
              <a:t>R</a:t>
            </a:r>
            <a:r>
              <a:rPr lang="zh-CN" altLang="en-US" sz="2600" b="1" dirty="0">
                <a:latin typeface="Times New Roman" panose="02020603050405020304" pitchFamily="18" charset="0"/>
                <a:ea typeface="宋体" panose="02010600030101010101" pitchFamily="2" charset="-122"/>
              </a:rPr>
              <a:t>。</a:t>
            </a:r>
            <a:endParaRPr lang="zh-CN" altLang="en-US" sz="2600" b="1" dirty="0">
              <a:latin typeface="Times New Roman" panose="02020603050405020304" pitchFamily="18" charset="0"/>
              <a:ea typeface="宋体" panose="02010600030101010101" pitchFamily="2" charset="-122"/>
            </a:endParaRPr>
          </a:p>
          <a:p>
            <a:pPr>
              <a:buClr>
                <a:srgbClr val="0000FF"/>
              </a:buClr>
              <a:buFont typeface="Wingdings" panose="05000000000000000000" pitchFamily="2" charset="2"/>
              <a:buChar char="§"/>
            </a:pPr>
            <a:r>
              <a:rPr lang="zh-CN" altLang="en-US" sz="2600" b="1" dirty="0">
                <a:latin typeface="Times New Roman" panose="02020603050405020304" pitchFamily="18" charset="0"/>
                <a:ea typeface="宋体" panose="02010600030101010101" pitchFamily="2" charset="-122"/>
              </a:rPr>
              <a:t> 解：</a:t>
            </a:r>
            <a:endParaRPr lang="zh-CN" altLang="en-US" sz="2600" b="1" dirty="0">
              <a:latin typeface="Times New Roman" panose="02020603050405020304" pitchFamily="18" charset="0"/>
              <a:ea typeface="宋体" panose="02010600030101010101" pitchFamily="2" charset="-122"/>
            </a:endParaRPr>
          </a:p>
        </p:txBody>
      </p:sp>
      <p:sp>
        <p:nvSpPr>
          <p:cNvPr id="69638" name="Rectangle 7"/>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4.4.4  </a:t>
            </a:r>
            <a:r>
              <a:rPr lang="zh-CN" altLang="en-US" sz="3600" dirty="0">
                <a:solidFill>
                  <a:schemeClr val="bg1"/>
                </a:solidFill>
                <a:latin typeface="Times New Roman" panose="02020603050405020304" pitchFamily="18" charset="0"/>
                <a:ea typeface="黑体" panose="02010609060101010101" pitchFamily="2" charset="-122"/>
              </a:rPr>
              <a:t>模糊关系与模糊关系的合成</a:t>
            </a:r>
            <a:endParaRPr lang="zh-CN" altLang="en-US" sz="3600" dirty="0">
              <a:solidFill>
                <a:schemeClr val="bg1"/>
              </a:solidFill>
              <a:latin typeface="Times New Roman" panose="02020603050405020304" pitchFamily="18" charset="0"/>
              <a:ea typeface="黑体" panose="02010609060101010101" pitchFamily="2" charset="-122"/>
            </a:endParaRPr>
          </a:p>
        </p:txBody>
      </p:sp>
      <p:sp>
        <p:nvSpPr>
          <p:cNvPr id="69639" name="Rectangle 8"/>
          <p:cNvSpPr/>
          <p:nvPr/>
        </p:nvSpPr>
        <p:spPr>
          <a:xfrm>
            <a:off x="381000" y="990600"/>
            <a:ext cx="1968500" cy="519113"/>
          </a:xfrm>
          <a:prstGeom prst="rect">
            <a:avLst/>
          </a:prstGeom>
          <a:noFill/>
          <a:ln w="9525">
            <a:noFill/>
          </a:ln>
        </p:spPr>
        <p:txBody>
          <a:bodyPr wrap="none" anchor="t" anchorCtr="0">
            <a:spAutoFit/>
          </a:bodyPr>
          <a:p>
            <a:pPr>
              <a:buClrTx/>
              <a:buFontTx/>
            </a:pPr>
            <a:r>
              <a:rPr lang="en-US" altLang="zh-CN" sz="2800" b="1" dirty="0">
                <a:latin typeface="Times New Roman" panose="02020603050405020304" pitchFamily="18" charset="0"/>
                <a:ea typeface="宋体" panose="02010600030101010101" pitchFamily="2" charset="-122"/>
              </a:rPr>
              <a:t>1. </a:t>
            </a:r>
            <a:r>
              <a:rPr lang="zh-CN" altLang="en-US" sz="2800" b="1" dirty="0">
                <a:latin typeface="Times New Roman" panose="02020603050405020304" pitchFamily="18" charset="0"/>
                <a:ea typeface="宋体" panose="02010600030101010101" pitchFamily="2" charset="-122"/>
              </a:rPr>
              <a:t>模糊关系</a:t>
            </a:r>
            <a:endParaRPr lang="zh-CN" altLang="en-US" sz="2800" b="1" dirty="0">
              <a:latin typeface="Times New Roman" panose="02020603050405020304" pitchFamily="18" charset="0"/>
              <a:ea typeface="宋体" panose="02010600030101010101" pitchFamily="2" charset="-122"/>
            </a:endParaRPr>
          </a:p>
        </p:txBody>
      </p:sp>
      <p:grpSp>
        <p:nvGrpSpPr>
          <p:cNvPr id="2" name="Group 72"/>
          <p:cNvGrpSpPr/>
          <p:nvPr/>
        </p:nvGrpSpPr>
        <p:grpSpPr>
          <a:xfrm>
            <a:off x="1547813" y="3860800"/>
            <a:ext cx="6192837" cy="2286000"/>
            <a:chOff x="975" y="2432"/>
            <a:chExt cx="3901" cy="1440"/>
          </a:xfrm>
        </p:grpSpPr>
        <p:sp>
          <p:nvSpPr>
            <p:cNvPr id="69641" name="AutoShape 9"/>
            <p:cNvSpPr>
              <a:spLocks noChangeAspect="1" noTextEdit="1"/>
            </p:cNvSpPr>
            <p:nvPr/>
          </p:nvSpPr>
          <p:spPr>
            <a:xfrm>
              <a:off x="975" y="2432"/>
              <a:ext cx="3672" cy="1440"/>
            </a:xfrm>
            <a:prstGeom prst="rect">
              <a:avLst/>
            </a:prstGeom>
            <a:noFill/>
            <a:ln w="9525">
              <a:noFill/>
            </a:ln>
          </p:spPr>
          <p:txBody>
            <a:bodyPr anchor="t" anchorCtr="0"/>
            <a:p>
              <a:pPr eaLnBrk="0" hangingPunct="0"/>
              <a:endParaRPr lang="zh-CN" altLang="en-US">
                <a:latin typeface="Arial" panose="020B0604020202020204" pitchFamily="34" charset="0"/>
                <a:ea typeface="宋体" panose="02010600030101010101" pitchFamily="2" charset="-122"/>
              </a:endParaRPr>
            </a:p>
          </p:txBody>
        </p:sp>
        <p:sp>
          <p:nvSpPr>
            <p:cNvPr id="69642" name="Rectangle 25"/>
            <p:cNvSpPr/>
            <p:nvPr/>
          </p:nvSpPr>
          <p:spPr>
            <a:xfrm>
              <a:off x="2858" y="3608"/>
              <a:ext cx="96"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69643" name="Rectangle 26"/>
            <p:cNvSpPr/>
            <p:nvPr/>
          </p:nvSpPr>
          <p:spPr>
            <a:xfrm>
              <a:off x="2813" y="3608"/>
              <a:ext cx="48"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69644" name="Rectangle 27"/>
            <p:cNvSpPr/>
            <p:nvPr/>
          </p:nvSpPr>
          <p:spPr>
            <a:xfrm>
              <a:off x="2724" y="3608"/>
              <a:ext cx="96"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69645" name="Rectangle 28"/>
            <p:cNvSpPr/>
            <p:nvPr/>
          </p:nvSpPr>
          <p:spPr>
            <a:xfrm>
              <a:off x="2858" y="3320"/>
              <a:ext cx="96"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Times New Roman" panose="02020603050405020304" pitchFamily="18" charset="0"/>
                  <a:ea typeface="宋体" panose="02010600030101010101" pitchFamily="2" charset="-122"/>
                </a:rPr>
                <a:t>2</a:t>
              </a:r>
              <a:endParaRPr lang="en-US" altLang="zh-CN" dirty="0">
                <a:latin typeface="Arial" panose="020B0604020202020204" pitchFamily="34" charset="0"/>
                <a:ea typeface="宋体" panose="02010600030101010101" pitchFamily="2" charset="-122"/>
              </a:endParaRPr>
            </a:p>
          </p:txBody>
        </p:sp>
        <p:sp>
          <p:nvSpPr>
            <p:cNvPr id="69646" name="Rectangle 29"/>
            <p:cNvSpPr/>
            <p:nvPr/>
          </p:nvSpPr>
          <p:spPr>
            <a:xfrm>
              <a:off x="2813" y="3320"/>
              <a:ext cx="48"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69647" name="Rectangle 30"/>
            <p:cNvSpPr/>
            <p:nvPr/>
          </p:nvSpPr>
          <p:spPr>
            <a:xfrm>
              <a:off x="2724" y="3320"/>
              <a:ext cx="96"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69648" name="Rectangle 31"/>
            <p:cNvSpPr/>
            <p:nvPr/>
          </p:nvSpPr>
          <p:spPr>
            <a:xfrm>
              <a:off x="2859" y="3032"/>
              <a:ext cx="96"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Times New Roman" panose="02020603050405020304" pitchFamily="18" charset="0"/>
                  <a:ea typeface="宋体" panose="02010600030101010101" pitchFamily="2" charset="-122"/>
                </a:rPr>
                <a:t>5</a:t>
              </a:r>
              <a:endParaRPr lang="en-US" altLang="zh-CN" dirty="0">
                <a:latin typeface="Arial" panose="020B0604020202020204" pitchFamily="34" charset="0"/>
                <a:ea typeface="宋体" panose="02010600030101010101" pitchFamily="2" charset="-122"/>
              </a:endParaRPr>
            </a:p>
          </p:txBody>
        </p:sp>
        <p:sp>
          <p:nvSpPr>
            <p:cNvPr id="69649" name="Rectangle 32"/>
            <p:cNvSpPr/>
            <p:nvPr/>
          </p:nvSpPr>
          <p:spPr>
            <a:xfrm>
              <a:off x="2815" y="3032"/>
              <a:ext cx="48"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69650" name="Rectangle 33"/>
            <p:cNvSpPr/>
            <p:nvPr/>
          </p:nvSpPr>
          <p:spPr>
            <a:xfrm>
              <a:off x="2726" y="3032"/>
              <a:ext cx="96"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69651" name="Rectangle 34"/>
            <p:cNvSpPr/>
            <p:nvPr/>
          </p:nvSpPr>
          <p:spPr>
            <a:xfrm>
              <a:off x="2859" y="2744"/>
              <a:ext cx="96"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Times New Roman" panose="02020603050405020304" pitchFamily="18" charset="0"/>
                  <a:ea typeface="宋体" panose="02010600030101010101" pitchFamily="2" charset="-122"/>
                </a:rPr>
                <a:t>8</a:t>
              </a:r>
              <a:endParaRPr lang="en-US" altLang="zh-CN" dirty="0">
                <a:latin typeface="Arial" panose="020B0604020202020204" pitchFamily="34" charset="0"/>
                <a:ea typeface="宋体" panose="02010600030101010101" pitchFamily="2" charset="-122"/>
              </a:endParaRPr>
            </a:p>
          </p:txBody>
        </p:sp>
        <p:sp>
          <p:nvSpPr>
            <p:cNvPr id="69652" name="Rectangle 35"/>
            <p:cNvSpPr/>
            <p:nvPr/>
          </p:nvSpPr>
          <p:spPr>
            <a:xfrm>
              <a:off x="2815" y="2744"/>
              <a:ext cx="48"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69653" name="Rectangle 36"/>
            <p:cNvSpPr/>
            <p:nvPr/>
          </p:nvSpPr>
          <p:spPr>
            <a:xfrm>
              <a:off x="2726" y="2744"/>
              <a:ext cx="96"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69654" name="Rectangle 37"/>
            <p:cNvSpPr/>
            <p:nvPr/>
          </p:nvSpPr>
          <p:spPr>
            <a:xfrm>
              <a:off x="2850" y="2456"/>
              <a:ext cx="96"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69655" name="Rectangle 38"/>
            <p:cNvSpPr/>
            <p:nvPr/>
          </p:nvSpPr>
          <p:spPr>
            <a:xfrm>
              <a:off x="2805" y="2456"/>
              <a:ext cx="48"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69656" name="Rectangle 39"/>
            <p:cNvSpPr/>
            <p:nvPr/>
          </p:nvSpPr>
          <p:spPr>
            <a:xfrm>
              <a:off x="2716" y="2456"/>
              <a:ext cx="96"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Times New Roman" panose="02020603050405020304" pitchFamily="18" charset="0"/>
                  <a:ea typeface="宋体" panose="02010600030101010101" pitchFamily="2" charset="-122"/>
                </a:rPr>
                <a:t>1</a:t>
              </a:r>
              <a:endParaRPr lang="en-US" altLang="zh-CN" dirty="0">
                <a:latin typeface="Arial" panose="020B0604020202020204" pitchFamily="34" charset="0"/>
                <a:ea typeface="宋体" panose="02010600030101010101" pitchFamily="2" charset="-122"/>
              </a:endParaRPr>
            </a:p>
          </p:txBody>
        </p:sp>
        <p:sp>
          <p:nvSpPr>
            <p:cNvPr id="69657" name="Rectangle 40"/>
            <p:cNvSpPr/>
            <p:nvPr/>
          </p:nvSpPr>
          <p:spPr>
            <a:xfrm>
              <a:off x="3053" y="3047"/>
              <a:ext cx="77"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MT Extra" panose="05050102010205020202" pitchFamily="18" charset="2"/>
                  <a:ea typeface="宋体" panose="02010600030101010101" pitchFamily="2" charset="-122"/>
                </a:rPr>
                <a:t>o</a:t>
              </a:r>
              <a:endParaRPr lang="en-US" altLang="zh-CN" dirty="0">
                <a:latin typeface="Arial" panose="020B0604020202020204" pitchFamily="34" charset="0"/>
                <a:ea typeface="宋体" panose="02010600030101010101" pitchFamily="2" charset="-122"/>
              </a:endParaRPr>
            </a:p>
          </p:txBody>
        </p:sp>
        <p:sp>
          <p:nvSpPr>
            <p:cNvPr id="69658" name="Rectangle 41"/>
            <p:cNvSpPr/>
            <p:nvPr/>
          </p:nvSpPr>
          <p:spPr>
            <a:xfrm>
              <a:off x="2142" y="3047"/>
              <a:ext cx="77"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MT Extra" panose="05050102010205020202" pitchFamily="18" charset="2"/>
                  <a:ea typeface="宋体" panose="02010600030101010101" pitchFamily="2" charset="-122"/>
                </a:rPr>
                <a:t>o</a:t>
              </a:r>
              <a:endParaRPr lang="en-US" altLang="zh-CN" dirty="0">
                <a:latin typeface="Arial" panose="020B0604020202020204" pitchFamily="34" charset="0"/>
                <a:ea typeface="宋体" panose="02010600030101010101" pitchFamily="2" charset="-122"/>
              </a:endParaRPr>
            </a:p>
          </p:txBody>
        </p:sp>
        <p:sp>
          <p:nvSpPr>
            <p:cNvPr id="69659" name="Rectangle 42"/>
            <p:cNvSpPr/>
            <p:nvPr/>
          </p:nvSpPr>
          <p:spPr>
            <a:xfrm>
              <a:off x="2950" y="3552"/>
              <a:ext cx="74"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Symbol" panose="05050102010706020507" pitchFamily="18" charset="2"/>
                  <a:ea typeface="宋体" panose="02010600030101010101" pitchFamily="2" charset="-122"/>
                </a:rPr>
                <a:t>ú</a:t>
              </a:r>
              <a:endParaRPr lang="en-US" altLang="zh-CN" dirty="0">
                <a:latin typeface="Arial" panose="020B0604020202020204" pitchFamily="34" charset="0"/>
                <a:ea typeface="宋体" panose="02010600030101010101" pitchFamily="2" charset="-122"/>
              </a:endParaRPr>
            </a:p>
          </p:txBody>
        </p:sp>
        <p:sp>
          <p:nvSpPr>
            <p:cNvPr id="69660" name="Rectangle 43"/>
            <p:cNvSpPr/>
            <p:nvPr/>
          </p:nvSpPr>
          <p:spPr>
            <a:xfrm>
              <a:off x="2950" y="3368"/>
              <a:ext cx="74"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Symbol" panose="05050102010706020507" pitchFamily="18" charset="2"/>
                  <a:ea typeface="宋体" panose="02010600030101010101" pitchFamily="2" charset="-122"/>
                </a:rPr>
                <a:t>ú</a:t>
              </a:r>
              <a:endParaRPr lang="en-US" altLang="zh-CN" dirty="0">
                <a:latin typeface="Arial" panose="020B0604020202020204" pitchFamily="34" charset="0"/>
                <a:ea typeface="宋体" panose="02010600030101010101" pitchFamily="2" charset="-122"/>
              </a:endParaRPr>
            </a:p>
          </p:txBody>
        </p:sp>
        <p:sp>
          <p:nvSpPr>
            <p:cNvPr id="69661" name="Rectangle 44"/>
            <p:cNvSpPr/>
            <p:nvPr/>
          </p:nvSpPr>
          <p:spPr>
            <a:xfrm>
              <a:off x="2950" y="3184"/>
              <a:ext cx="74"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Symbol" panose="05050102010706020507" pitchFamily="18" charset="2"/>
                  <a:ea typeface="宋体" panose="02010600030101010101" pitchFamily="2" charset="-122"/>
                </a:rPr>
                <a:t>ú</a:t>
              </a:r>
              <a:endParaRPr lang="en-US" altLang="zh-CN" dirty="0">
                <a:latin typeface="Arial" panose="020B0604020202020204" pitchFamily="34" charset="0"/>
                <a:ea typeface="宋体" panose="02010600030101010101" pitchFamily="2" charset="-122"/>
              </a:endParaRPr>
            </a:p>
          </p:txBody>
        </p:sp>
        <p:sp>
          <p:nvSpPr>
            <p:cNvPr id="69662" name="Rectangle 45"/>
            <p:cNvSpPr/>
            <p:nvPr/>
          </p:nvSpPr>
          <p:spPr>
            <a:xfrm>
              <a:off x="2950" y="3000"/>
              <a:ext cx="74"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Symbol" panose="05050102010706020507" pitchFamily="18" charset="2"/>
                  <a:ea typeface="宋体" panose="02010600030101010101" pitchFamily="2" charset="-122"/>
                </a:rPr>
                <a:t>ú</a:t>
              </a:r>
              <a:endParaRPr lang="en-US" altLang="zh-CN" dirty="0">
                <a:latin typeface="Arial" panose="020B0604020202020204" pitchFamily="34" charset="0"/>
                <a:ea typeface="宋体" panose="02010600030101010101" pitchFamily="2" charset="-122"/>
              </a:endParaRPr>
            </a:p>
          </p:txBody>
        </p:sp>
        <p:sp>
          <p:nvSpPr>
            <p:cNvPr id="69663" name="Rectangle 46"/>
            <p:cNvSpPr/>
            <p:nvPr/>
          </p:nvSpPr>
          <p:spPr>
            <a:xfrm>
              <a:off x="2950" y="2816"/>
              <a:ext cx="74"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Symbol" panose="05050102010706020507" pitchFamily="18" charset="2"/>
                  <a:ea typeface="宋体" panose="02010600030101010101" pitchFamily="2" charset="-122"/>
                </a:rPr>
                <a:t>ú</a:t>
              </a:r>
              <a:endParaRPr lang="en-US" altLang="zh-CN" dirty="0">
                <a:latin typeface="Arial" panose="020B0604020202020204" pitchFamily="34" charset="0"/>
                <a:ea typeface="宋体" panose="02010600030101010101" pitchFamily="2" charset="-122"/>
              </a:endParaRPr>
            </a:p>
          </p:txBody>
        </p:sp>
        <p:sp>
          <p:nvSpPr>
            <p:cNvPr id="69664" name="Rectangle 47"/>
            <p:cNvSpPr/>
            <p:nvPr/>
          </p:nvSpPr>
          <p:spPr>
            <a:xfrm>
              <a:off x="2950" y="2632"/>
              <a:ext cx="74"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Symbol" panose="05050102010706020507" pitchFamily="18" charset="2"/>
                  <a:ea typeface="宋体" panose="02010600030101010101" pitchFamily="2" charset="-122"/>
                </a:rPr>
                <a:t>ú</a:t>
              </a:r>
              <a:endParaRPr lang="en-US" altLang="zh-CN" dirty="0">
                <a:latin typeface="Arial" panose="020B0604020202020204" pitchFamily="34" charset="0"/>
                <a:ea typeface="宋体" panose="02010600030101010101" pitchFamily="2" charset="-122"/>
              </a:endParaRPr>
            </a:p>
          </p:txBody>
        </p:sp>
        <p:sp>
          <p:nvSpPr>
            <p:cNvPr id="69665" name="Rectangle 48"/>
            <p:cNvSpPr/>
            <p:nvPr/>
          </p:nvSpPr>
          <p:spPr>
            <a:xfrm>
              <a:off x="2950" y="3632"/>
              <a:ext cx="74"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Symbol" panose="05050102010706020507" pitchFamily="18" charset="2"/>
                  <a:ea typeface="宋体" panose="02010600030101010101" pitchFamily="2" charset="-122"/>
                </a:rPr>
                <a:t>û</a:t>
              </a:r>
              <a:endParaRPr lang="en-US" altLang="zh-CN" dirty="0">
                <a:latin typeface="Arial" panose="020B0604020202020204" pitchFamily="34" charset="0"/>
                <a:ea typeface="宋体" panose="02010600030101010101" pitchFamily="2" charset="-122"/>
              </a:endParaRPr>
            </a:p>
          </p:txBody>
        </p:sp>
        <p:sp>
          <p:nvSpPr>
            <p:cNvPr id="69666" name="Rectangle 49"/>
            <p:cNvSpPr/>
            <p:nvPr/>
          </p:nvSpPr>
          <p:spPr>
            <a:xfrm>
              <a:off x="2950" y="2448"/>
              <a:ext cx="74"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Symbol" panose="05050102010706020507" pitchFamily="18" charset="2"/>
                  <a:ea typeface="宋体" panose="02010600030101010101" pitchFamily="2" charset="-122"/>
                </a:rPr>
                <a:t>ù</a:t>
              </a:r>
              <a:endParaRPr lang="en-US" altLang="zh-CN" dirty="0">
                <a:latin typeface="Arial" panose="020B0604020202020204" pitchFamily="34" charset="0"/>
                <a:ea typeface="宋体" panose="02010600030101010101" pitchFamily="2" charset="-122"/>
              </a:endParaRPr>
            </a:p>
          </p:txBody>
        </p:sp>
        <p:sp>
          <p:nvSpPr>
            <p:cNvPr id="69667" name="Rectangle 50"/>
            <p:cNvSpPr/>
            <p:nvPr/>
          </p:nvSpPr>
          <p:spPr>
            <a:xfrm>
              <a:off x="2654" y="3552"/>
              <a:ext cx="74"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Symbol" panose="05050102010706020507" pitchFamily="18" charset="2"/>
                  <a:ea typeface="宋体" panose="02010600030101010101" pitchFamily="2" charset="-122"/>
                </a:rPr>
                <a:t>ê</a:t>
              </a:r>
              <a:endParaRPr lang="en-US" altLang="zh-CN" dirty="0">
                <a:latin typeface="Arial" panose="020B0604020202020204" pitchFamily="34" charset="0"/>
                <a:ea typeface="宋体" panose="02010600030101010101" pitchFamily="2" charset="-122"/>
              </a:endParaRPr>
            </a:p>
          </p:txBody>
        </p:sp>
        <p:sp>
          <p:nvSpPr>
            <p:cNvPr id="69668" name="Rectangle 51"/>
            <p:cNvSpPr/>
            <p:nvPr/>
          </p:nvSpPr>
          <p:spPr>
            <a:xfrm>
              <a:off x="2654" y="3368"/>
              <a:ext cx="74"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Symbol" panose="05050102010706020507" pitchFamily="18" charset="2"/>
                  <a:ea typeface="宋体" panose="02010600030101010101" pitchFamily="2" charset="-122"/>
                </a:rPr>
                <a:t>ê</a:t>
              </a:r>
              <a:endParaRPr lang="en-US" altLang="zh-CN" dirty="0">
                <a:latin typeface="Arial" panose="020B0604020202020204" pitchFamily="34" charset="0"/>
                <a:ea typeface="宋体" panose="02010600030101010101" pitchFamily="2" charset="-122"/>
              </a:endParaRPr>
            </a:p>
          </p:txBody>
        </p:sp>
        <p:sp>
          <p:nvSpPr>
            <p:cNvPr id="69669" name="Rectangle 52"/>
            <p:cNvSpPr/>
            <p:nvPr/>
          </p:nvSpPr>
          <p:spPr>
            <a:xfrm>
              <a:off x="2654" y="3184"/>
              <a:ext cx="74"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Symbol" panose="05050102010706020507" pitchFamily="18" charset="2"/>
                  <a:ea typeface="宋体" panose="02010600030101010101" pitchFamily="2" charset="-122"/>
                </a:rPr>
                <a:t>ê</a:t>
              </a:r>
              <a:endParaRPr lang="en-US" altLang="zh-CN" dirty="0">
                <a:latin typeface="Arial" panose="020B0604020202020204" pitchFamily="34" charset="0"/>
                <a:ea typeface="宋体" panose="02010600030101010101" pitchFamily="2" charset="-122"/>
              </a:endParaRPr>
            </a:p>
          </p:txBody>
        </p:sp>
        <p:sp>
          <p:nvSpPr>
            <p:cNvPr id="69670" name="Rectangle 53"/>
            <p:cNvSpPr/>
            <p:nvPr/>
          </p:nvSpPr>
          <p:spPr>
            <a:xfrm>
              <a:off x="2654" y="3000"/>
              <a:ext cx="74"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Symbol" panose="05050102010706020507" pitchFamily="18" charset="2"/>
                  <a:ea typeface="宋体" panose="02010600030101010101" pitchFamily="2" charset="-122"/>
                </a:rPr>
                <a:t>ê</a:t>
              </a:r>
              <a:endParaRPr lang="en-US" altLang="zh-CN" dirty="0">
                <a:latin typeface="Arial" panose="020B0604020202020204" pitchFamily="34" charset="0"/>
                <a:ea typeface="宋体" panose="02010600030101010101" pitchFamily="2" charset="-122"/>
              </a:endParaRPr>
            </a:p>
          </p:txBody>
        </p:sp>
        <p:sp>
          <p:nvSpPr>
            <p:cNvPr id="69671" name="Rectangle 54"/>
            <p:cNvSpPr/>
            <p:nvPr/>
          </p:nvSpPr>
          <p:spPr>
            <a:xfrm>
              <a:off x="2654" y="2816"/>
              <a:ext cx="74"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Symbol" panose="05050102010706020507" pitchFamily="18" charset="2"/>
                  <a:ea typeface="宋体" panose="02010600030101010101" pitchFamily="2" charset="-122"/>
                </a:rPr>
                <a:t>ê</a:t>
              </a:r>
              <a:endParaRPr lang="en-US" altLang="zh-CN" dirty="0">
                <a:latin typeface="Arial" panose="020B0604020202020204" pitchFamily="34" charset="0"/>
                <a:ea typeface="宋体" panose="02010600030101010101" pitchFamily="2" charset="-122"/>
              </a:endParaRPr>
            </a:p>
          </p:txBody>
        </p:sp>
        <p:sp>
          <p:nvSpPr>
            <p:cNvPr id="69672" name="Rectangle 55"/>
            <p:cNvSpPr/>
            <p:nvPr/>
          </p:nvSpPr>
          <p:spPr>
            <a:xfrm>
              <a:off x="2654" y="2632"/>
              <a:ext cx="74"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Symbol" panose="05050102010706020507" pitchFamily="18" charset="2"/>
                  <a:ea typeface="宋体" panose="02010600030101010101" pitchFamily="2" charset="-122"/>
                </a:rPr>
                <a:t>ê</a:t>
              </a:r>
              <a:endParaRPr lang="en-US" altLang="zh-CN" dirty="0">
                <a:latin typeface="Arial" panose="020B0604020202020204" pitchFamily="34" charset="0"/>
                <a:ea typeface="宋体" panose="02010600030101010101" pitchFamily="2" charset="-122"/>
              </a:endParaRPr>
            </a:p>
          </p:txBody>
        </p:sp>
        <p:sp>
          <p:nvSpPr>
            <p:cNvPr id="69673" name="Rectangle 56"/>
            <p:cNvSpPr/>
            <p:nvPr/>
          </p:nvSpPr>
          <p:spPr>
            <a:xfrm>
              <a:off x="2654" y="3632"/>
              <a:ext cx="74"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Symbol" panose="05050102010706020507" pitchFamily="18" charset="2"/>
                  <a:ea typeface="宋体" panose="02010600030101010101" pitchFamily="2" charset="-122"/>
                </a:rPr>
                <a:t>ë</a:t>
              </a:r>
              <a:endParaRPr lang="en-US" altLang="zh-CN" dirty="0">
                <a:latin typeface="Arial" panose="020B0604020202020204" pitchFamily="34" charset="0"/>
                <a:ea typeface="宋体" panose="02010600030101010101" pitchFamily="2" charset="-122"/>
              </a:endParaRPr>
            </a:p>
          </p:txBody>
        </p:sp>
        <p:sp>
          <p:nvSpPr>
            <p:cNvPr id="69674" name="Rectangle 57"/>
            <p:cNvSpPr/>
            <p:nvPr/>
          </p:nvSpPr>
          <p:spPr>
            <a:xfrm>
              <a:off x="2654" y="2448"/>
              <a:ext cx="74"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Symbol" panose="05050102010706020507" pitchFamily="18" charset="2"/>
                  <a:ea typeface="宋体" panose="02010600030101010101" pitchFamily="2" charset="-122"/>
                </a:rPr>
                <a:t>é</a:t>
              </a:r>
              <a:endParaRPr lang="en-US" altLang="zh-CN" dirty="0">
                <a:latin typeface="Arial" panose="020B0604020202020204" pitchFamily="34" charset="0"/>
                <a:ea typeface="宋体" panose="02010600030101010101" pitchFamily="2" charset="-122"/>
              </a:endParaRPr>
            </a:p>
          </p:txBody>
        </p:sp>
        <p:sp>
          <p:nvSpPr>
            <p:cNvPr id="69675" name="Rectangle 58"/>
            <p:cNvSpPr/>
            <p:nvPr/>
          </p:nvSpPr>
          <p:spPr>
            <a:xfrm>
              <a:off x="2507" y="3007"/>
              <a:ext cx="105"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Symbol" panose="05050102010706020507" pitchFamily="18" charset="2"/>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69676" name="Rectangle 59"/>
            <p:cNvSpPr/>
            <p:nvPr/>
          </p:nvSpPr>
          <p:spPr>
            <a:xfrm>
              <a:off x="1746" y="3007"/>
              <a:ext cx="105"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Symbol" panose="05050102010706020507" pitchFamily="18" charset="2"/>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69677" name="Rectangle 60"/>
            <p:cNvSpPr/>
            <p:nvPr/>
          </p:nvSpPr>
          <p:spPr>
            <a:xfrm>
              <a:off x="1454" y="3007"/>
              <a:ext cx="96"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Symbol" panose="05050102010706020507" pitchFamily="18" charset="2"/>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69678" name="Rectangle 61"/>
            <p:cNvSpPr/>
            <p:nvPr/>
          </p:nvSpPr>
          <p:spPr>
            <a:xfrm>
              <a:off x="1166" y="3007"/>
              <a:ext cx="105" cy="230"/>
            </a:xfrm>
            <a:prstGeom prst="rect">
              <a:avLst/>
            </a:prstGeom>
            <a:noFill/>
            <a:ln w="9525">
              <a:noFill/>
            </a:ln>
          </p:spPr>
          <p:txBody>
            <a:bodyPr wrap="none" lIns="0" tIns="0" rIns="0" bIns="0" anchor="t" anchorCtr="0">
              <a:spAutoFit/>
            </a:bodyPr>
            <a:p>
              <a:pPr>
                <a:buClrTx/>
                <a:buFontTx/>
              </a:pPr>
              <a:r>
                <a:rPr lang="en-US" altLang="zh-CN" sz="2400" dirty="0">
                  <a:solidFill>
                    <a:srgbClr val="000000"/>
                  </a:solidFill>
                  <a:latin typeface="Symbol" panose="05050102010706020507" pitchFamily="18" charset="2"/>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69679" name="Rectangle 62"/>
            <p:cNvSpPr/>
            <p:nvPr/>
          </p:nvSpPr>
          <p:spPr>
            <a:xfrm>
              <a:off x="2370" y="3148"/>
              <a:ext cx="68" cy="134"/>
            </a:xfrm>
            <a:prstGeom prst="rect">
              <a:avLst/>
            </a:prstGeom>
            <a:noFill/>
            <a:ln w="9525">
              <a:noFill/>
            </a:ln>
          </p:spPr>
          <p:txBody>
            <a:bodyPr wrap="none" lIns="0" tIns="0" rIns="0" bIns="0" anchor="t" anchorCtr="0">
              <a:spAutoFit/>
            </a:bodyPr>
            <a:p>
              <a:pPr>
                <a:buClrTx/>
                <a:buFontTx/>
              </a:pPr>
              <a:r>
                <a:rPr lang="en-US" altLang="zh-CN" sz="1400" i="1" dirty="0">
                  <a:solidFill>
                    <a:srgbClr val="000000"/>
                  </a:solidFill>
                  <a:latin typeface="Times New Roman" panose="02020603050405020304" pitchFamily="18" charset="0"/>
                  <a:ea typeface="宋体" panose="02010600030101010101" pitchFamily="2" charset="-122"/>
                </a:rPr>
                <a:t>B</a:t>
              </a:r>
              <a:endParaRPr lang="en-US" altLang="zh-CN" dirty="0">
                <a:latin typeface="Arial" panose="020B0604020202020204" pitchFamily="34" charset="0"/>
                <a:ea typeface="宋体" panose="02010600030101010101" pitchFamily="2" charset="-122"/>
              </a:endParaRPr>
            </a:p>
          </p:txBody>
        </p:sp>
        <p:sp>
          <p:nvSpPr>
            <p:cNvPr id="69680" name="Rectangle 63"/>
            <p:cNvSpPr/>
            <p:nvPr/>
          </p:nvSpPr>
          <p:spPr>
            <a:xfrm>
              <a:off x="2017" y="3014"/>
              <a:ext cx="68" cy="134"/>
            </a:xfrm>
            <a:prstGeom prst="rect">
              <a:avLst/>
            </a:prstGeom>
            <a:noFill/>
            <a:ln w="9525">
              <a:noFill/>
            </a:ln>
          </p:spPr>
          <p:txBody>
            <a:bodyPr wrap="none" lIns="0" tIns="0" rIns="0" bIns="0" anchor="t" anchorCtr="0">
              <a:spAutoFit/>
            </a:bodyPr>
            <a:p>
              <a:pPr>
                <a:buClrTx/>
                <a:buFontTx/>
              </a:pPr>
              <a:r>
                <a:rPr lang="en-US" altLang="zh-CN" sz="1400" dirty="0">
                  <a:solidFill>
                    <a:srgbClr val="000000"/>
                  </a:solidFill>
                  <a:latin typeface="Times New Roman" panose="02020603050405020304" pitchFamily="18" charset="0"/>
                  <a:ea typeface="宋体" panose="02010600030101010101" pitchFamily="2" charset="-122"/>
                </a:rPr>
                <a:t>T</a:t>
              </a:r>
              <a:endParaRPr lang="en-US" altLang="zh-CN" dirty="0">
                <a:latin typeface="Arial" panose="020B0604020202020204" pitchFamily="34" charset="0"/>
                <a:ea typeface="宋体" panose="02010600030101010101" pitchFamily="2" charset="-122"/>
              </a:endParaRPr>
            </a:p>
          </p:txBody>
        </p:sp>
        <p:sp>
          <p:nvSpPr>
            <p:cNvPr id="69681" name="Rectangle 64"/>
            <p:cNvSpPr/>
            <p:nvPr/>
          </p:nvSpPr>
          <p:spPr>
            <a:xfrm>
              <a:off x="2018" y="3148"/>
              <a:ext cx="68" cy="134"/>
            </a:xfrm>
            <a:prstGeom prst="rect">
              <a:avLst/>
            </a:prstGeom>
            <a:noFill/>
            <a:ln w="9525">
              <a:noFill/>
            </a:ln>
          </p:spPr>
          <p:txBody>
            <a:bodyPr wrap="none" lIns="0" tIns="0" rIns="0" bIns="0" anchor="t" anchorCtr="0">
              <a:spAutoFit/>
            </a:bodyPr>
            <a:p>
              <a:pPr>
                <a:buClrTx/>
                <a:buFontTx/>
              </a:pPr>
              <a:r>
                <a:rPr lang="en-US" altLang="zh-CN" sz="1400" i="1" dirty="0">
                  <a:solidFill>
                    <a:srgbClr val="000000"/>
                  </a:solidFill>
                  <a:latin typeface="Times New Roman" panose="02020603050405020304" pitchFamily="18"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69682" name="Rectangle 65"/>
            <p:cNvSpPr/>
            <p:nvPr/>
          </p:nvSpPr>
          <p:spPr>
            <a:xfrm>
              <a:off x="1587" y="3029"/>
              <a:ext cx="117" cy="230"/>
            </a:xfrm>
            <a:prstGeom prst="rect">
              <a:avLst/>
            </a:prstGeom>
            <a:noFill/>
            <a:ln w="9525">
              <a:noFill/>
            </a:ln>
          </p:spPr>
          <p:txBody>
            <a:bodyPr wrap="none" lIns="0" tIns="0" rIns="0" bIns="0" anchor="t" anchorCtr="0">
              <a:spAutoFit/>
            </a:bodyPr>
            <a:p>
              <a:pPr>
                <a:buClrTx/>
                <a:buFontTx/>
              </a:pPr>
              <a:r>
                <a:rPr lang="en-US" altLang="zh-CN" sz="2400" i="1" dirty="0">
                  <a:solidFill>
                    <a:srgbClr val="000000"/>
                  </a:solidFill>
                  <a:latin typeface="Times New Roman" panose="02020603050405020304" pitchFamily="18" charset="0"/>
                  <a:ea typeface="宋体" panose="02010600030101010101" pitchFamily="2" charset="-122"/>
                </a:rPr>
                <a:t>B</a:t>
              </a:r>
              <a:endParaRPr lang="en-US" altLang="zh-CN" dirty="0">
                <a:latin typeface="Arial" panose="020B0604020202020204" pitchFamily="34" charset="0"/>
                <a:ea typeface="宋体" panose="02010600030101010101" pitchFamily="2" charset="-122"/>
              </a:endParaRPr>
            </a:p>
          </p:txBody>
        </p:sp>
        <p:sp>
          <p:nvSpPr>
            <p:cNvPr id="69683" name="Rectangle 66"/>
            <p:cNvSpPr/>
            <p:nvPr/>
          </p:nvSpPr>
          <p:spPr>
            <a:xfrm>
              <a:off x="1325" y="3029"/>
              <a:ext cx="117" cy="230"/>
            </a:xfrm>
            <a:prstGeom prst="rect">
              <a:avLst/>
            </a:prstGeom>
            <a:noFill/>
            <a:ln w="9525">
              <a:noFill/>
            </a:ln>
          </p:spPr>
          <p:txBody>
            <a:bodyPr wrap="none" lIns="0" tIns="0" rIns="0" bIns="0" anchor="t" anchorCtr="0">
              <a:spAutoFit/>
            </a:bodyPr>
            <a:p>
              <a:pPr>
                <a:buClrTx/>
                <a:buFontTx/>
              </a:pPr>
              <a:r>
                <a:rPr lang="en-US" altLang="zh-CN" sz="2400" i="1" dirty="0">
                  <a:solidFill>
                    <a:srgbClr val="000000"/>
                  </a:solidFill>
                  <a:latin typeface="Times New Roman" panose="02020603050405020304" pitchFamily="18"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69684" name="Rectangle 67"/>
            <p:cNvSpPr/>
            <p:nvPr/>
          </p:nvSpPr>
          <p:spPr>
            <a:xfrm>
              <a:off x="1008" y="3029"/>
              <a:ext cx="117" cy="230"/>
            </a:xfrm>
            <a:prstGeom prst="rect">
              <a:avLst/>
            </a:prstGeom>
            <a:noFill/>
            <a:ln w="9525">
              <a:noFill/>
            </a:ln>
          </p:spPr>
          <p:txBody>
            <a:bodyPr wrap="none" lIns="0" tIns="0" rIns="0" bIns="0" anchor="t" anchorCtr="0">
              <a:spAutoFit/>
            </a:bodyPr>
            <a:p>
              <a:pPr>
                <a:buClrTx/>
                <a:buFontTx/>
              </a:pPr>
              <a:r>
                <a:rPr lang="en-US" altLang="zh-CN" sz="2400" i="1" dirty="0">
                  <a:solidFill>
                    <a:srgbClr val="000000"/>
                  </a:solidFill>
                  <a:latin typeface="Times New Roman" panose="02020603050405020304" pitchFamily="18" charset="0"/>
                  <a:ea typeface="宋体" panose="02010600030101010101" pitchFamily="2" charset="-122"/>
                </a:rPr>
                <a:t>R</a:t>
              </a:r>
              <a:endParaRPr lang="en-US" altLang="zh-CN" dirty="0">
                <a:latin typeface="Arial" panose="020B0604020202020204" pitchFamily="34" charset="0"/>
                <a:ea typeface="宋体" panose="02010600030101010101" pitchFamily="2" charset="-122"/>
              </a:endParaRPr>
            </a:p>
          </p:txBody>
        </p:sp>
        <p:sp>
          <p:nvSpPr>
            <p:cNvPr id="69685" name="Rectangle 68"/>
            <p:cNvSpPr/>
            <p:nvPr/>
          </p:nvSpPr>
          <p:spPr>
            <a:xfrm>
              <a:off x="2251" y="3007"/>
              <a:ext cx="111" cy="230"/>
            </a:xfrm>
            <a:prstGeom prst="rect">
              <a:avLst/>
            </a:prstGeom>
            <a:noFill/>
            <a:ln w="9525">
              <a:noFill/>
            </a:ln>
          </p:spPr>
          <p:txBody>
            <a:bodyPr wrap="none" lIns="0" tIns="0" rIns="0" bIns="0" anchor="t" anchorCtr="0">
              <a:spAutoFit/>
            </a:bodyPr>
            <a:p>
              <a:pPr>
                <a:buClrTx/>
                <a:buFontTx/>
              </a:pPr>
              <a:r>
                <a:rPr lang="en-US" altLang="zh-CN" sz="2400" i="1" dirty="0">
                  <a:solidFill>
                    <a:srgbClr val="000000"/>
                  </a:solidFill>
                  <a:latin typeface="Symbol" panose="05050102010706020507" pitchFamily="18" charset="2"/>
                  <a:ea typeface="宋体" panose="02010600030101010101" pitchFamily="2" charset="-122"/>
                </a:rPr>
                <a:t>m</a:t>
              </a:r>
              <a:endParaRPr lang="en-US" altLang="zh-CN" dirty="0">
                <a:latin typeface="Arial" panose="020B0604020202020204" pitchFamily="34" charset="0"/>
                <a:ea typeface="宋体" panose="02010600030101010101" pitchFamily="2" charset="-122"/>
              </a:endParaRPr>
            </a:p>
          </p:txBody>
        </p:sp>
        <p:sp>
          <p:nvSpPr>
            <p:cNvPr id="69686" name="Rectangle 69"/>
            <p:cNvSpPr/>
            <p:nvPr/>
          </p:nvSpPr>
          <p:spPr>
            <a:xfrm>
              <a:off x="1894" y="3007"/>
              <a:ext cx="111" cy="230"/>
            </a:xfrm>
            <a:prstGeom prst="rect">
              <a:avLst/>
            </a:prstGeom>
            <a:noFill/>
            <a:ln w="9525">
              <a:noFill/>
            </a:ln>
          </p:spPr>
          <p:txBody>
            <a:bodyPr wrap="none" lIns="0" tIns="0" rIns="0" bIns="0" anchor="t" anchorCtr="0">
              <a:spAutoFit/>
            </a:bodyPr>
            <a:p>
              <a:pPr>
                <a:buClrTx/>
                <a:buFontTx/>
              </a:pPr>
              <a:r>
                <a:rPr lang="en-US" altLang="zh-CN" sz="2400" i="1" dirty="0">
                  <a:solidFill>
                    <a:srgbClr val="000000"/>
                  </a:solidFill>
                  <a:latin typeface="Symbol" panose="05050102010706020507" pitchFamily="18" charset="2"/>
                  <a:ea typeface="宋体" panose="02010600030101010101" pitchFamily="2" charset="-122"/>
                </a:rPr>
                <a:t>m</a:t>
              </a:r>
              <a:endParaRPr lang="en-US" altLang="zh-CN" dirty="0">
                <a:latin typeface="Arial" panose="020B0604020202020204" pitchFamily="34" charset="0"/>
                <a:ea typeface="宋体" panose="02010600030101010101" pitchFamily="2" charset="-122"/>
              </a:endParaRPr>
            </a:p>
          </p:txBody>
        </p:sp>
        <p:graphicFrame>
          <p:nvGraphicFramePr>
            <p:cNvPr id="69687" name="Object 70"/>
            <p:cNvGraphicFramePr>
              <a:graphicFrameLocks noChangeAspect="1"/>
            </p:cNvGraphicFramePr>
            <p:nvPr/>
          </p:nvGraphicFramePr>
          <p:xfrm>
            <a:off x="3107" y="3041"/>
            <a:ext cx="1769" cy="253"/>
          </p:xfrm>
          <a:graphic>
            <a:graphicData uri="http://schemas.openxmlformats.org/presentationml/2006/ole">
              <mc:AlternateContent xmlns:mc="http://schemas.openxmlformats.org/markup-compatibility/2006">
                <mc:Choice xmlns:v="urn:schemas-microsoft-com:vml" Requires="v">
                  <p:oleObj spid="_x0000_s3272" name="" r:id="rId5" imgW="24574500" imgH="3514725" progId="Equation.3">
                    <p:embed/>
                  </p:oleObj>
                </mc:Choice>
                <mc:Fallback>
                  <p:oleObj name="" r:id="rId5" imgW="24574500" imgH="3514725" progId="Equation.3">
                    <p:embed/>
                    <p:pic>
                      <p:nvPicPr>
                        <p:cNvPr id="0" name="图片 3271"/>
                        <p:cNvPicPr/>
                        <p:nvPr/>
                      </p:nvPicPr>
                      <p:blipFill>
                        <a:blip r:embed="rId6"/>
                        <a:stretch>
                          <a:fillRect/>
                        </a:stretch>
                      </p:blipFill>
                      <p:spPr>
                        <a:xfrm>
                          <a:off x="3107" y="3041"/>
                          <a:ext cx="1769" cy="253"/>
                        </a:xfrm>
                        <a:prstGeom prst="rect">
                          <a:avLst/>
                        </a:prstGeom>
                        <a:noFill/>
                        <a:ln w="38100">
                          <a:noFill/>
                          <a:miter/>
                        </a:ln>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灯片编号占位符 1"/>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448514" name="Text Box 2"/>
          <p:cNvSpPr txBox="1"/>
          <p:nvPr/>
        </p:nvSpPr>
        <p:spPr>
          <a:xfrm>
            <a:off x="266700" y="1676400"/>
            <a:ext cx="8458200" cy="3435350"/>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lgn="just">
              <a:lnSpc>
                <a:spcPct val="140000"/>
              </a:lnSpc>
              <a:buClr>
                <a:schemeClr val="accent2"/>
              </a:buClr>
              <a:buFont typeface="Wingdings" panose="05000000000000000000" pitchFamily="2" charset="2"/>
              <a:buChar char="§"/>
            </a:pPr>
            <a:endParaRPr lang="en-US" altLang="zh-CN"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en-US" altLang="zh-CN"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en-US" altLang="zh-CN"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en-US" altLang="zh-CN"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en-US" altLang="zh-CN"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en-US" altLang="zh-CN" sz="2600" b="1" dirty="0">
              <a:latin typeface="Times New Roman" panose="02020603050405020304" pitchFamily="18" charset="0"/>
              <a:ea typeface="宋体" panose="02010600030101010101" pitchFamily="2" charset="-122"/>
            </a:endParaRPr>
          </a:p>
        </p:txBody>
      </p:sp>
      <p:graphicFrame>
        <p:nvGraphicFramePr>
          <p:cNvPr id="448515" name="Object 3"/>
          <p:cNvGraphicFramePr>
            <a:graphicFrameLocks noChangeAspect="1"/>
          </p:cNvGraphicFramePr>
          <p:nvPr/>
        </p:nvGraphicFramePr>
        <p:xfrm>
          <a:off x="609600" y="2438400"/>
          <a:ext cx="5029200" cy="2308225"/>
        </p:xfrm>
        <a:graphic>
          <a:graphicData uri="http://schemas.openxmlformats.org/presentationml/2006/ole">
            <mc:AlternateContent xmlns:mc="http://schemas.openxmlformats.org/markup-compatibility/2006">
              <mc:Choice xmlns:v="urn:schemas-microsoft-com:vml" Requires="v">
                <p:oleObj spid="_x0000_s3276" name="" r:id="rId1" imgW="38842950" imgH="15144750" progId="Equation.DSMT4">
                  <p:embed/>
                </p:oleObj>
              </mc:Choice>
              <mc:Fallback>
                <p:oleObj name="" r:id="rId1" imgW="38842950" imgH="15144750" progId="Equation.DSMT4">
                  <p:embed/>
                  <p:pic>
                    <p:nvPicPr>
                      <p:cNvPr id="0" name="图片 3275"/>
                      <p:cNvPicPr/>
                      <p:nvPr/>
                    </p:nvPicPr>
                    <p:blipFill>
                      <a:blip r:embed="rId2"/>
                      <a:stretch>
                        <a:fillRect/>
                      </a:stretch>
                    </p:blipFill>
                    <p:spPr>
                      <a:xfrm>
                        <a:off x="609600" y="2438400"/>
                        <a:ext cx="5029200" cy="2308225"/>
                      </a:xfrm>
                      <a:prstGeom prst="rect">
                        <a:avLst/>
                      </a:prstGeom>
                      <a:noFill/>
                      <a:ln w="38100">
                        <a:noFill/>
                        <a:miter/>
                      </a:ln>
                    </p:spPr>
                  </p:pic>
                </p:oleObj>
              </mc:Fallback>
            </mc:AlternateContent>
          </a:graphicData>
        </a:graphic>
      </p:graphicFrame>
      <p:graphicFrame>
        <p:nvGraphicFramePr>
          <p:cNvPr id="448516" name="Object 4"/>
          <p:cNvGraphicFramePr>
            <a:graphicFrameLocks noChangeAspect="1"/>
          </p:cNvGraphicFramePr>
          <p:nvPr/>
        </p:nvGraphicFramePr>
        <p:xfrm>
          <a:off x="5715000" y="2438400"/>
          <a:ext cx="2362200" cy="2362200"/>
        </p:xfrm>
        <a:graphic>
          <a:graphicData uri="http://schemas.openxmlformats.org/presentationml/2006/ole">
            <mc:AlternateContent xmlns:mc="http://schemas.openxmlformats.org/markup-compatibility/2006">
              <mc:Choice xmlns:v="urn:schemas-microsoft-com:vml" Requires="v">
                <p:oleObj spid="_x0000_s3277" name="" r:id="rId3" imgW="24793575" imgH="19964400" progId="Equation.DSMT4">
                  <p:embed/>
                </p:oleObj>
              </mc:Choice>
              <mc:Fallback>
                <p:oleObj name="" r:id="rId3" imgW="24793575" imgH="19964400" progId="Equation.DSMT4">
                  <p:embed/>
                  <p:pic>
                    <p:nvPicPr>
                      <p:cNvPr id="0" name="图片 3276"/>
                      <p:cNvPicPr/>
                      <p:nvPr/>
                    </p:nvPicPr>
                    <p:blipFill>
                      <a:blip r:embed="rId4"/>
                      <a:stretch>
                        <a:fillRect/>
                      </a:stretch>
                    </p:blipFill>
                    <p:spPr>
                      <a:xfrm>
                        <a:off x="5715000" y="2438400"/>
                        <a:ext cx="2362200" cy="2362200"/>
                      </a:xfrm>
                      <a:prstGeom prst="rect">
                        <a:avLst/>
                      </a:prstGeom>
                      <a:noFill/>
                      <a:ln w="38100">
                        <a:noFill/>
                        <a:miter/>
                      </a:ln>
                    </p:spPr>
                  </p:pic>
                </p:oleObj>
              </mc:Fallback>
            </mc:AlternateContent>
          </a:graphicData>
        </a:graphic>
      </p:graphicFrame>
      <p:sp>
        <p:nvSpPr>
          <p:cNvPr id="70661" name="Rectangle 7"/>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4.4.4  </a:t>
            </a:r>
            <a:r>
              <a:rPr lang="zh-CN" altLang="en-US" sz="3600" dirty="0">
                <a:solidFill>
                  <a:schemeClr val="bg1"/>
                </a:solidFill>
                <a:latin typeface="Times New Roman" panose="02020603050405020304" pitchFamily="18" charset="0"/>
                <a:ea typeface="黑体" panose="02010609060101010101" pitchFamily="2" charset="-122"/>
              </a:rPr>
              <a:t>模糊关系与模糊关系的合成</a:t>
            </a:r>
            <a:endParaRPr lang="zh-CN" altLang="en-US" sz="3600" dirty="0">
              <a:solidFill>
                <a:schemeClr val="bg1"/>
              </a:solidFill>
              <a:latin typeface="Times New Roman" panose="02020603050405020304" pitchFamily="18" charset="0"/>
              <a:ea typeface="黑体" panose="02010609060101010101" pitchFamily="2" charset="-122"/>
            </a:endParaRPr>
          </a:p>
        </p:txBody>
      </p:sp>
      <p:sp>
        <p:nvSpPr>
          <p:cNvPr id="70662" name="Rectangle 8"/>
          <p:cNvSpPr/>
          <p:nvPr/>
        </p:nvSpPr>
        <p:spPr>
          <a:xfrm>
            <a:off x="381000" y="990600"/>
            <a:ext cx="1968500" cy="519113"/>
          </a:xfrm>
          <a:prstGeom prst="rect">
            <a:avLst/>
          </a:prstGeom>
          <a:noFill/>
          <a:ln w="9525">
            <a:noFill/>
          </a:ln>
        </p:spPr>
        <p:txBody>
          <a:bodyPr wrap="none" anchor="t" anchorCtr="0">
            <a:spAutoFit/>
          </a:bodyPr>
          <a:p>
            <a:pPr>
              <a:buClrTx/>
              <a:buFontTx/>
            </a:pPr>
            <a:r>
              <a:rPr lang="en-US" altLang="zh-CN" sz="2800" b="1" dirty="0">
                <a:latin typeface="Times New Roman" panose="02020603050405020304" pitchFamily="18" charset="0"/>
                <a:ea typeface="宋体" panose="02010600030101010101" pitchFamily="2" charset="-122"/>
              </a:rPr>
              <a:t>1. </a:t>
            </a:r>
            <a:r>
              <a:rPr lang="zh-CN" altLang="en-US" sz="2800" b="1" dirty="0">
                <a:latin typeface="Times New Roman" panose="02020603050405020304" pitchFamily="18" charset="0"/>
                <a:ea typeface="宋体" panose="02010600030101010101" pitchFamily="2" charset="-122"/>
              </a:rPr>
              <a:t>模糊关系</a:t>
            </a:r>
            <a:endParaRPr lang="zh-CN" altLang="en-US" sz="2800" b="1" dirty="0">
              <a:latin typeface="Times New Roman" panose="02020603050405020304" pitchFamily="18" charset="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48514"/>
                                        </p:tgtEl>
                                        <p:attrNameLst>
                                          <p:attrName>style.visibility</p:attrName>
                                        </p:attrNameLst>
                                      </p:cBhvr>
                                      <p:to>
                                        <p:strVal val="visible"/>
                                      </p:to>
                                    </p:set>
                                    <p:animEffect transition="in" filter="blinds(horizontal)">
                                      <p:cBhvr>
                                        <p:cTn id="7" dur="500"/>
                                        <p:tgtEl>
                                          <p:spTgt spid="44851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48515"/>
                                        </p:tgtEl>
                                        <p:attrNameLst>
                                          <p:attrName>style.visibility</p:attrName>
                                        </p:attrNameLst>
                                      </p:cBhvr>
                                      <p:to>
                                        <p:strVal val="visible"/>
                                      </p:to>
                                    </p:set>
                                    <p:anim calcmode="lin" valueType="num">
                                      <p:cBhvr additive="base">
                                        <p:cTn id="12" dur="500" fill="hold"/>
                                        <p:tgtEl>
                                          <p:spTgt spid="448515"/>
                                        </p:tgtEl>
                                        <p:attrNameLst>
                                          <p:attrName>ppt_x</p:attrName>
                                        </p:attrNameLst>
                                      </p:cBhvr>
                                      <p:tavLst>
                                        <p:tav tm="0">
                                          <p:val>
                                            <p:strVal val="0-#ppt_w/2"/>
                                          </p:val>
                                        </p:tav>
                                        <p:tav tm="100000">
                                          <p:val>
                                            <p:strVal val="#ppt_x"/>
                                          </p:val>
                                        </p:tav>
                                      </p:tavLst>
                                    </p:anim>
                                    <p:anim calcmode="lin" valueType="num">
                                      <p:cBhvr additive="base">
                                        <p:cTn id="13" dur="500" fill="hold"/>
                                        <p:tgtEl>
                                          <p:spTgt spid="448515"/>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2" presetClass="entr" presetSubtype="2" fill="hold" nodeType="afterEffect">
                                  <p:stCondLst>
                                    <p:cond delay="0"/>
                                  </p:stCondLst>
                                  <p:childTnLst>
                                    <p:set>
                                      <p:cBhvr>
                                        <p:cTn id="16" dur="1" fill="hold">
                                          <p:stCondLst>
                                            <p:cond delay="0"/>
                                          </p:stCondLst>
                                        </p:cTn>
                                        <p:tgtEl>
                                          <p:spTgt spid="448516"/>
                                        </p:tgtEl>
                                        <p:attrNameLst>
                                          <p:attrName>style.visibility</p:attrName>
                                        </p:attrNameLst>
                                      </p:cBhvr>
                                      <p:to>
                                        <p:strVal val="visible"/>
                                      </p:to>
                                    </p:set>
                                    <p:anim calcmode="lin" valueType="num">
                                      <p:cBhvr additive="base">
                                        <p:cTn id="17" dur="500" fill="hold"/>
                                        <p:tgtEl>
                                          <p:spTgt spid="448516"/>
                                        </p:tgtEl>
                                        <p:attrNameLst>
                                          <p:attrName>ppt_x</p:attrName>
                                        </p:attrNameLst>
                                      </p:cBhvr>
                                      <p:tavLst>
                                        <p:tav tm="0">
                                          <p:val>
                                            <p:strVal val="1+#ppt_w/2"/>
                                          </p:val>
                                        </p:tav>
                                        <p:tav tm="100000">
                                          <p:val>
                                            <p:strVal val="#ppt_x"/>
                                          </p:val>
                                        </p:tav>
                                      </p:tavLst>
                                    </p:anim>
                                    <p:anim calcmode="lin" valueType="num">
                                      <p:cBhvr additive="base">
                                        <p:cTn id="18" dur="500" fill="hold"/>
                                        <p:tgtEl>
                                          <p:spTgt spid="4485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1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1682" name="Rectangle 2"/>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4.4.4  </a:t>
            </a:r>
            <a:r>
              <a:rPr lang="zh-CN" altLang="en-US" b="0" dirty="0">
                <a:latin typeface="Times New Roman" panose="02020603050405020304" pitchFamily="18" charset="0"/>
              </a:rPr>
              <a:t>模糊关系与模糊关系的合成</a:t>
            </a:r>
            <a:endParaRPr lang="zh-CN" altLang="en-US" b="0" dirty="0">
              <a:latin typeface="Times New Roman" panose="02020603050405020304" pitchFamily="18" charset="0"/>
            </a:endParaRPr>
          </a:p>
        </p:txBody>
      </p:sp>
      <p:sp>
        <p:nvSpPr>
          <p:cNvPr id="71683" name="Rectangle 3"/>
          <p:cNvSpPr/>
          <p:nvPr/>
        </p:nvSpPr>
        <p:spPr>
          <a:xfrm>
            <a:off x="381000" y="990600"/>
            <a:ext cx="3219450" cy="519113"/>
          </a:xfrm>
          <a:prstGeom prst="rect">
            <a:avLst/>
          </a:prstGeom>
          <a:noFill/>
          <a:ln w="9525">
            <a:noFill/>
          </a:ln>
        </p:spPr>
        <p:txBody>
          <a:bodyPr wrap="none" anchor="t" anchorCtr="0">
            <a:spAutoFit/>
          </a:bodyPr>
          <a:p>
            <a:pPr>
              <a:buClrTx/>
              <a:buFontTx/>
            </a:pPr>
            <a:r>
              <a:rPr lang="en-US" altLang="zh-CN" sz="2800" b="1" dirty="0">
                <a:latin typeface="Times New Roman" panose="02020603050405020304" pitchFamily="18" charset="0"/>
                <a:ea typeface="宋体" panose="02010600030101010101" pitchFamily="2" charset="-122"/>
              </a:rPr>
              <a:t> 2</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模糊关系的合成</a:t>
            </a:r>
            <a:r>
              <a:rPr lang="zh-CN" altLang="en-US" sz="2800" b="1" dirty="0">
                <a:latin typeface="Times New Roman" panose="02020603050405020304" pitchFamily="18" charset="0"/>
                <a:ea typeface="宋体" panose="02010600030101010101" pitchFamily="2" charset="-122"/>
              </a:rPr>
              <a:t> </a:t>
            </a:r>
            <a:endParaRPr lang="zh-CN" altLang="en-US" sz="2800" b="1" dirty="0">
              <a:latin typeface="Times New Roman" panose="02020603050405020304" pitchFamily="18" charset="0"/>
              <a:ea typeface="宋体" panose="02010600030101010101" pitchFamily="2" charset="-122"/>
            </a:endParaRPr>
          </a:p>
        </p:txBody>
      </p:sp>
      <p:sp>
        <p:nvSpPr>
          <p:cNvPr id="71684" name="Rectangle 4"/>
          <p:cNvSpPr/>
          <p:nvPr/>
        </p:nvSpPr>
        <p:spPr>
          <a:xfrm>
            <a:off x="3752850" y="2938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1685" name="Rectangle 5"/>
          <p:cNvSpPr/>
          <p:nvPr/>
        </p:nvSpPr>
        <p:spPr>
          <a:xfrm>
            <a:off x="4224338" y="33385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1686" name="Rectangle 6"/>
          <p:cNvSpPr/>
          <p:nvPr/>
        </p:nvSpPr>
        <p:spPr>
          <a:xfrm>
            <a:off x="3581400"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1687" name="Rectangle 7"/>
          <p:cNvSpPr/>
          <p:nvPr/>
        </p:nvSpPr>
        <p:spPr>
          <a:xfrm>
            <a:off x="3486150"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1688" name="Rectangle 8"/>
          <p:cNvSpPr/>
          <p:nvPr/>
        </p:nvSpPr>
        <p:spPr>
          <a:xfrm>
            <a:off x="3852863" y="329088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1689" name="Rectangle 9"/>
          <p:cNvSpPr/>
          <p:nvPr/>
        </p:nvSpPr>
        <p:spPr>
          <a:xfrm>
            <a:off x="3486150" y="32623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1690" name="Rectangle 14"/>
          <p:cNvSpPr/>
          <p:nvPr/>
        </p:nvSpPr>
        <p:spPr>
          <a:xfrm>
            <a:off x="0" y="3300413"/>
            <a:ext cx="9144000" cy="228600"/>
          </a:xfrm>
          <a:prstGeom prst="rect">
            <a:avLst/>
          </a:prstGeom>
          <a:noFill/>
          <a:ln w="9525">
            <a:noFill/>
          </a:ln>
        </p:spPr>
        <p:txBody>
          <a:bodyPr anchor="t" anchorCtr="0">
            <a:spAutoFit/>
          </a:bodyPr>
          <a:p>
            <a:pPr>
              <a:buClrTx/>
              <a:buFontTx/>
            </a:pPr>
            <a:r>
              <a:rPr lang="en-US" altLang="zh-CN" sz="900" dirty="0">
                <a:latin typeface="Arial" panose="020B0604020202020204" pitchFamily="34" charset="0"/>
                <a:ea typeface="宋体" panose="02010600030101010101" pitchFamily="2" charset="-122"/>
              </a:rPr>
              <a:t> </a:t>
            </a:r>
            <a:endParaRPr lang="en-US" altLang="zh-CN" dirty="0">
              <a:latin typeface="Arial" panose="020B0604020202020204" pitchFamily="34" charset="0"/>
              <a:ea typeface="宋体" panose="02010600030101010101" pitchFamily="2" charset="-122"/>
            </a:endParaRPr>
          </a:p>
        </p:txBody>
      </p:sp>
      <p:sp>
        <p:nvSpPr>
          <p:cNvPr id="71691" name="Rectangle 15"/>
          <p:cNvSpPr/>
          <p:nvPr/>
        </p:nvSpPr>
        <p:spPr>
          <a:xfrm>
            <a:off x="4019550" y="3200400"/>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1692" name="Rectangle 24"/>
          <p:cNvSpPr/>
          <p:nvPr/>
        </p:nvSpPr>
        <p:spPr>
          <a:xfrm>
            <a:off x="4291013" y="33385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1693" name="Rectangle 27"/>
          <p:cNvSpPr/>
          <p:nvPr/>
        </p:nvSpPr>
        <p:spPr>
          <a:xfrm>
            <a:off x="0" y="3043238"/>
            <a:ext cx="9144000" cy="244475"/>
          </a:xfrm>
          <a:prstGeom prst="rect">
            <a:avLst/>
          </a:prstGeom>
          <a:noFill/>
          <a:ln w="9525">
            <a:noFill/>
          </a:ln>
        </p:spPr>
        <p:txBody>
          <a:bodyPr anchor="t" anchorCtr="0">
            <a:spAutoFit/>
          </a:bodyPr>
          <a:p>
            <a:pPr>
              <a:buClrTx/>
              <a:buFontTx/>
            </a:pPr>
            <a:r>
              <a:rPr lang="en-US" altLang="zh-CN" sz="1000" dirty="0">
                <a:latin typeface="Times New Roman" panose="02020603050405020304" pitchFamily="18" charset="0"/>
                <a:ea typeface="宋体" panose="02010600030101010101" pitchFamily="2" charset="-122"/>
              </a:rPr>
              <a:t>             </a:t>
            </a:r>
            <a:endParaRPr lang="en-US" altLang="zh-CN" dirty="0">
              <a:latin typeface="Arial" panose="020B0604020202020204" pitchFamily="34" charset="0"/>
              <a:ea typeface="宋体" panose="02010600030101010101" pitchFamily="2" charset="-122"/>
            </a:endParaRPr>
          </a:p>
        </p:txBody>
      </p:sp>
      <p:grpSp>
        <p:nvGrpSpPr>
          <p:cNvPr id="2" name="Group 28"/>
          <p:cNvGrpSpPr/>
          <p:nvPr/>
        </p:nvGrpSpPr>
        <p:grpSpPr>
          <a:xfrm>
            <a:off x="285750" y="1828800"/>
            <a:ext cx="8572500" cy="3314700"/>
            <a:chOff x="180" y="1248"/>
            <a:chExt cx="5400" cy="2088"/>
          </a:xfrm>
        </p:grpSpPr>
        <p:sp>
          <p:nvSpPr>
            <p:cNvPr id="71695" name="Text Box 11"/>
            <p:cNvSpPr txBox="1"/>
            <p:nvPr/>
          </p:nvSpPr>
          <p:spPr>
            <a:xfrm>
              <a:off x="180" y="1248"/>
              <a:ext cx="5400" cy="2088"/>
            </a:xfrm>
            <a:prstGeom prst="rect">
              <a:avLst/>
            </a:prstGeom>
            <a:solidFill>
              <a:srgbClr val="FFFFFF"/>
            </a:solidFill>
            <a:ln w="9525" cap="flat" cmpd="sng">
              <a:solidFill>
                <a:srgbClr val="808080"/>
              </a:solidFill>
              <a:prstDash val="solid"/>
              <a:miter/>
              <a:headEnd type="none" w="med" len="med"/>
              <a:tailEnd type="none" w="med" len="med"/>
            </a:ln>
          </p:spPr>
          <p:txBody>
            <a:bodyPr anchor="ctr" anchorCtr="0">
              <a:spAutoFit/>
            </a:bodyPr>
            <a:p>
              <a:pPr>
                <a:lnSpc>
                  <a:spcPct val="130000"/>
                </a:lnSpc>
                <a:spcBef>
                  <a:spcPct val="20000"/>
                </a:spcBef>
                <a:buClr>
                  <a:schemeClr val="accent2"/>
                </a:buClr>
                <a:buFont typeface="Wingdings" panose="05000000000000000000" pitchFamily="2" charset="2"/>
                <a:buChar char="§"/>
              </a:pPr>
              <a:r>
                <a:rPr lang="zh-CN" altLang="en-US" sz="2400" b="1" dirty="0">
                  <a:latin typeface="宋体" panose="02010600030101010101" pitchFamily="2" charset="-122"/>
                  <a:ea typeface="宋体" panose="02010600030101010101" pitchFamily="2" charset="-122"/>
                </a:rPr>
                <a:t>例</a:t>
              </a:r>
              <a:r>
                <a:rPr lang="en-US" altLang="zh-CN" sz="2400" b="1" dirty="0">
                  <a:latin typeface="宋体" panose="02010600030101010101" pitchFamily="2" charset="-122"/>
                  <a:ea typeface="宋体" panose="02010600030101010101" pitchFamily="2" charset="-122"/>
                </a:rPr>
                <a:t>8</a:t>
              </a:r>
              <a:r>
                <a:rPr lang="en-US" altLang="zh-CN" sz="2400" b="1" dirty="0">
                  <a:latin typeface="Times New Roman" panose="02020603050405020304" pitchFamily="18" charset="0"/>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设模糊集合</a:t>
              </a:r>
              <a:endParaRPr lang="zh-CN" altLang="en-US" sz="2400" b="1" dirty="0">
                <a:latin typeface="宋体" panose="02010600030101010101" pitchFamily="2" charset="-122"/>
                <a:ea typeface="宋体" panose="02010600030101010101" pitchFamily="2" charset="-122"/>
              </a:endParaRPr>
            </a:p>
            <a:p>
              <a:pPr>
                <a:lnSpc>
                  <a:spcPct val="130000"/>
                </a:lnSpc>
                <a:spcBef>
                  <a:spcPct val="20000"/>
                </a:spcBef>
                <a:buClr>
                  <a:schemeClr val="accent2"/>
                </a:buClr>
                <a:buFont typeface="Wingdings" panose="05000000000000000000" pitchFamily="2" charset="2"/>
                <a:buChar char="§"/>
              </a:pPr>
              <a:endParaRPr lang="zh-CN" altLang="en-US" sz="2400" b="1" dirty="0">
                <a:latin typeface="宋体" panose="02010600030101010101" pitchFamily="2" charset="-122"/>
                <a:ea typeface="宋体" panose="02010600030101010101" pitchFamily="2" charset="-122"/>
              </a:endParaRPr>
            </a:p>
            <a:p>
              <a:pPr>
                <a:lnSpc>
                  <a:spcPct val="130000"/>
                </a:lnSpc>
                <a:spcBef>
                  <a:spcPct val="20000"/>
                </a:spcBef>
                <a:buClr>
                  <a:schemeClr val="accent2"/>
                </a:buClr>
                <a:buFont typeface="Wingdings" panose="05000000000000000000" pitchFamily="2" charset="2"/>
                <a:buChar char="§"/>
              </a:pPr>
              <a:endParaRPr lang="zh-CN" altLang="en-US" sz="2400" b="1" dirty="0">
                <a:latin typeface="宋体" panose="02010600030101010101" pitchFamily="2" charset="-122"/>
                <a:ea typeface="宋体" panose="02010600030101010101" pitchFamily="2" charset="-122"/>
              </a:endParaRPr>
            </a:p>
            <a:p>
              <a:pPr>
                <a:lnSpc>
                  <a:spcPct val="130000"/>
                </a:lnSpc>
                <a:spcBef>
                  <a:spcPct val="20000"/>
                </a:spcBef>
                <a:buClr>
                  <a:schemeClr val="accent2"/>
                </a:buClr>
                <a:buFont typeface="Wingdings" panose="05000000000000000000" pitchFamily="2" charset="2"/>
                <a:buChar char="§"/>
              </a:pPr>
              <a:endParaRPr lang="zh-CN" altLang="en-US" sz="2400" dirty="0">
                <a:latin typeface="Times New Roman" panose="02020603050405020304" pitchFamily="18" charset="0"/>
                <a:ea typeface="宋体" panose="02010600030101010101" pitchFamily="2" charset="-122"/>
              </a:endParaRPr>
            </a:p>
            <a:p>
              <a:pPr>
                <a:lnSpc>
                  <a:spcPct val="130000"/>
                </a:lnSpc>
                <a:spcBef>
                  <a:spcPct val="20000"/>
                </a:spcBef>
                <a:buClr>
                  <a:schemeClr val="accent2"/>
                </a:buClr>
                <a:buFont typeface="Wingdings" panose="05000000000000000000" pitchFamily="2" charset="2"/>
              </a:pPr>
              <a:endParaRPr lang="zh-CN" altLang="en-US" sz="2400" dirty="0">
                <a:latin typeface="Times New Roman" panose="02020603050405020304" pitchFamily="18" charset="0"/>
                <a:ea typeface="宋体" panose="02010600030101010101" pitchFamily="2" charset="-122"/>
              </a:endParaRPr>
            </a:p>
            <a:p>
              <a:pPr>
                <a:lnSpc>
                  <a:spcPct val="130000"/>
                </a:lnSpc>
                <a:spcBef>
                  <a:spcPct val="20000"/>
                </a:spcBef>
                <a:buClr>
                  <a:schemeClr val="accent2"/>
                </a:buClr>
                <a:buFont typeface="Wingdings" panose="05000000000000000000" pitchFamily="2" charset="2"/>
              </a:pPr>
              <a:endParaRPr lang="en-US" altLang="zh-CN" sz="2400" dirty="0">
                <a:latin typeface="Times New Roman" panose="02020603050405020304" pitchFamily="18" charset="0"/>
                <a:ea typeface="宋体" panose="02010600030101010101" pitchFamily="2" charset="-122"/>
              </a:endParaRPr>
            </a:p>
          </p:txBody>
        </p:sp>
        <p:graphicFrame>
          <p:nvGraphicFramePr>
            <p:cNvPr id="71696" name="Object 22"/>
            <p:cNvGraphicFramePr>
              <a:graphicFrameLocks noChangeAspect="1"/>
            </p:cNvGraphicFramePr>
            <p:nvPr/>
          </p:nvGraphicFramePr>
          <p:xfrm>
            <a:off x="1815" y="1344"/>
            <a:ext cx="3753" cy="284"/>
          </p:xfrm>
          <a:graphic>
            <a:graphicData uri="http://schemas.openxmlformats.org/presentationml/2006/ole">
              <mc:AlternateContent xmlns:mc="http://schemas.openxmlformats.org/markup-compatibility/2006">
                <mc:Choice xmlns:v="urn:schemas-microsoft-com:vml" Requires="v">
                  <p:oleObj spid="_x0000_s3273" name="" r:id="rId1" imgW="47615475" imgH="3952875" progId="Equation.3">
                    <p:embed/>
                  </p:oleObj>
                </mc:Choice>
                <mc:Fallback>
                  <p:oleObj name="" r:id="rId1" imgW="47615475" imgH="3952875" progId="Equation.3">
                    <p:embed/>
                    <p:pic>
                      <p:nvPicPr>
                        <p:cNvPr id="0" name="图片 3272"/>
                        <p:cNvPicPr/>
                        <p:nvPr/>
                      </p:nvPicPr>
                      <p:blipFill>
                        <a:blip r:embed="rId2"/>
                        <a:stretch>
                          <a:fillRect/>
                        </a:stretch>
                      </p:blipFill>
                      <p:spPr>
                        <a:xfrm>
                          <a:off x="1815" y="1344"/>
                          <a:ext cx="3753" cy="284"/>
                        </a:xfrm>
                        <a:prstGeom prst="rect">
                          <a:avLst/>
                        </a:prstGeom>
                        <a:noFill/>
                        <a:ln w="38100">
                          <a:noFill/>
                          <a:miter/>
                        </a:ln>
                      </p:spPr>
                    </p:pic>
                  </p:oleObj>
                </mc:Fallback>
              </mc:AlternateContent>
            </a:graphicData>
          </a:graphic>
        </p:graphicFrame>
        <p:graphicFrame>
          <p:nvGraphicFramePr>
            <p:cNvPr id="71697" name="Object 23"/>
            <p:cNvGraphicFramePr>
              <a:graphicFrameLocks noChangeAspect="1"/>
            </p:cNvGraphicFramePr>
            <p:nvPr/>
          </p:nvGraphicFramePr>
          <p:xfrm>
            <a:off x="251" y="1680"/>
            <a:ext cx="3205" cy="279"/>
          </p:xfrm>
          <a:graphic>
            <a:graphicData uri="http://schemas.openxmlformats.org/presentationml/2006/ole">
              <mc:AlternateContent xmlns:mc="http://schemas.openxmlformats.org/markup-compatibility/2006">
                <mc:Choice xmlns:v="urn:schemas-microsoft-com:vml" Requires="v">
                  <p:oleObj spid="_x0000_s3278" name="" r:id="rId3" imgW="44986575" imgH="4391025" progId="Equation.DSMT4">
                    <p:embed/>
                  </p:oleObj>
                </mc:Choice>
                <mc:Fallback>
                  <p:oleObj name="" r:id="rId3" imgW="44986575" imgH="4391025" progId="Equation.DSMT4">
                    <p:embed/>
                    <p:pic>
                      <p:nvPicPr>
                        <p:cNvPr id="0" name="图片 3277"/>
                        <p:cNvPicPr/>
                        <p:nvPr/>
                      </p:nvPicPr>
                      <p:blipFill>
                        <a:blip r:embed="rId4"/>
                        <a:stretch>
                          <a:fillRect/>
                        </a:stretch>
                      </p:blipFill>
                      <p:spPr>
                        <a:xfrm>
                          <a:off x="251" y="1680"/>
                          <a:ext cx="3205" cy="279"/>
                        </a:xfrm>
                        <a:prstGeom prst="rect">
                          <a:avLst/>
                        </a:prstGeom>
                        <a:noFill/>
                        <a:ln w="38100">
                          <a:noFill/>
                          <a:miter/>
                        </a:ln>
                      </p:spPr>
                    </p:pic>
                  </p:oleObj>
                </mc:Fallback>
              </mc:AlternateContent>
            </a:graphicData>
          </a:graphic>
        </p:graphicFrame>
        <p:graphicFrame>
          <p:nvGraphicFramePr>
            <p:cNvPr id="71698" name="Object 26"/>
            <p:cNvGraphicFramePr>
              <a:graphicFrameLocks noChangeAspect="1"/>
            </p:cNvGraphicFramePr>
            <p:nvPr/>
          </p:nvGraphicFramePr>
          <p:xfrm>
            <a:off x="960" y="2064"/>
            <a:ext cx="1536" cy="1152"/>
          </p:xfrm>
          <a:graphic>
            <a:graphicData uri="http://schemas.openxmlformats.org/presentationml/2006/ole">
              <mc:AlternateContent xmlns:mc="http://schemas.openxmlformats.org/markup-compatibility/2006">
                <mc:Choice xmlns:v="urn:schemas-microsoft-com:vml" Requires="v">
                  <p:oleObj spid="_x0000_s3274" name="" r:id="rId5" imgW="18869025" imgH="13382625" progId="Equation.3">
                    <p:embed/>
                  </p:oleObj>
                </mc:Choice>
                <mc:Fallback>
                  <p:oleObj name="" r:id="rId5" imgW="18869025" imgH="13382625" progId="Equation.3">
                    <p:embed/>
                    <p:pic>
                      <p:nvPicPr>
                        <p:cNvPr id="0" name="图片 3273"/>
                        <p:cNvPicPr/>
                        <p:nvPr/>
                      </p:nvPicPr>
                      <p:blipFill>
                        <a:blip r:embed="rId6"/>
                        <a:stretch>
                          <a:fillRect/>
                        </a:stretch>
                      </p:blipFill>
                      <p:spPr>
                        <a:xfrm>
                          <a:off x="960" y="2064"/>
                          <a:ext cx="1536" cy="1152"/>
                        </a:xfrm>
                        <a:prstGeom prst="rect">
                          <a:avLst/>
                        </a:prstGeom>
                        <a:noFill/>
                        <a:ln w="38100">
                          <a:noFill/>
                          <a:miter/>
                        </a:ln>
                      </p:spPr>
                    </p:pic>
                  </p:oleObj>
                </mc:Fallback>
              </mc:AlternateContent>
            </a:graphicData>
          </a:graphic>
        </p:graphicFrame>
        <p:graphicFrame>
          <p:nvGraphicFramePr>
            <p:cNvPr id="71699" name="Object 25"/>
            <p:cNvGraphicFramePr>
              <a:graphicFrameLocks noChangeAspect="1"/>
            </p:cNvGraphicFramePr>
            <p:nvPr/>
          </p:nvGraphicFramePr>
          <p:xfrm>
            <a:off x="3456" y="2160"/>
            <a:ext cx="1152" cy="864"/>
          </p:xfrm>
          <a:graphic>
            <a:graphicData uri="http://schemas.openxmlformats.org/presentationml/2006/ole">
              <mc:AlternateContent xmlns:mc="http://schemas.openxmlformats.org/markup-compatibility/2006">
                <mc:Choice xmlns:v="urn:schemas-microsoft-com:vml" Requires="v">
                  <p:oleObj spid="_x0000_s3275" name="" r:id="rId7" imgW="14039850" imgH="10315575" progId="Equation.3">
                    <p:embed/>
                  </p:oleObj>
                </mc:Choice>
                <mc:Fallback>
                  <p:oleObj name="" r:id="rId7" imgW="14039850" imgH="10315575" progId="Equation.3">
                    <p:embed/>
                    <p:pic>
                      <p:nvPicPr>
                        <p:cNvPr id="0" name="图片 3274"/>
                        <p:cNvPicPr/>
                        <p:nvPr/>
                      </p:nvPicPr>
                      <p:blipFill>
                        <a:blip r:embed="rId8"/>
                        <a:stretch>
                          <a:fillRect/>
                        </a:stretch>
                      </p:blipFill>
                      <p:spPr>
                        <a:xfrm>
                          <a:off x="3456" y="2160"/>
                          <a:ext cx="1152" cy="864"/>
                        </a:xfrm>
                        <a:prstGeom prst="rect">
                          <a:avLst/>
                        </a:prstGeom>
                        <a:noFill/>
                        <a:ln w="38100">
                          <a:noFill/>
                          <a:miter/>
                        </a:ln>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2706" name="Rectangle 2"/>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4.4.4  </a:t>
            </a:r>
            <a:r>
              <a:rPr lang="zh-CN" altLang="en-US" b="0" dirty="0">
                <a:latin typeface="Times New Roman" panose="02020603050405020304" pitchFamily="18" charset="0"/>
              </a:rPr>
              <a:t>模糊关系与模糊关系的合成</a:t>
            </a:r>
            <a:endParaRPr lang="zh-CN" altLang="en-US" b="0" dirty="0">
              <a:latin typeface="Times New Roman" panose="02020603050405020304" pitchFamily="18" charset="0"/>
            </a:endParaRPr>
          </a:p>
        </p:txBody>
      </p:sp>
      <p:sp>
        <p:nvSpPr>
          <p:cNvPr id="72707" name="Rectangle 3"/>
          <p:cNvSpPr/>
          <p:nvPr/>
        </p:nvSpPr>
        <p:spPr>
          <a:xfrm>
            <a:off x="179388" y="908050"/>
            <a:ext cx="3398837" cy="519113"/>
          </a:xfrm>
          <a:prstGeom prst="rect">
            <a:avLst/>
          </a:prstGeom>
          <a:noFill/>
          <a:ln w="9525">
            <a:noFill/>
          </a:ln>
        </p:spPr>
        <p:txBody>
          <a:bodyPr wrap="none" anchor="t" anchorCtr="0">
            <a:spAutoFit/>
          </a:bodyPr>
          <a:p>
            <a:pPr>
              <a:buClrTx/>
              <a:buFontTx/>
            </a:pPr>
            <a:r>
              <a:rPr lang="en-US" altLang="zh-CN" sz="2800" b="1" dirty="0">
                <a:latin typeface="Times New Roman" panose="02020603050405020304" pitchFamily="18" charset="0"/>
                <a:ea typeface="宋体" panose="02010600030101010101" pitchFamily="2" charset="-122"/>
              </a:rPr>
              <a:t> 2</a:t>
            </a:r>
            <a:r>
              <a:rPr lang="en-US" altLang="zh-CN" sz="2800" b="1"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模糊关系的合成</a:t>
            </a:r>
            <a:r>
              <a:rPr lang="zh-CN" altLang="en-US" sz="2800" b="1" dirty="0">
                <a:latin typeface="Times New Roman" panose="02020603050405020304" pitchFamily="18" charset="0"/>
                <a:ea typeface="宋体" panose="02010600030101010101" pitchFamily="2" charset="-122"/>
              </a:rPr>
              <a:t> </a:t>
            </a:r>
            <a:endParaRPr lang="zh-CN" altLang="en-US" sz="2800" b="1" dirty="0">
              <a:latin typeface="Times New Roman" panose="02020603050405020304" pitchFamily="18" charset="0"/>
              <a:ea typeface="宋体" panose="02010600030101010101" pitchFamily="2" charset="-122"/>
            </a:endParaRPr>
          </a:p>
        </p:txBody>
      </p:sp>
      <p:sp>
        <p:nvSpPr>
          <p:cNvPr id="72708" name="Rectangle 4"/>
          <p:cNvSpPr/>
          <p:nvPr/>
        </p:nvSpPr>
        <p:spPr>
          <a:xfrm>
            <a:off x="3752850" y="2938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2709" name="Rectangle 5"/>
          <p:cNvSpPr/>
          <p:nvPr/>
        </p:nvSpPr>
        <p:spPr>
          <a:xfrm>
            <a:off x="4224338" y="33385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2710" name="Rectangle 6"/>
          <p:cNvSpPr/>
          <p:nvPr/>
        </p:nvSpPr>
        <p:spPr>
          <a:xfrm>
            <a:off x="3581400"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2711" name="Rectangle 7"/>
          <p:cNvSpPr/>
          <p:nvPr/>
        </p:nvSpPr>
        <p:spPr>
          <a:xfrm>
            <a:off x="3486150"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2712" name="Rectangle 8"/>
          <p:cNvSpPr/>
          <p:nvPr/>
        </p:nvSpPr>
        <p:spPr>
          <a:xfrm>
            <a:off x="3852863" y="329088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2713" name="Rectangle 9"/>
          <p:cNvSpPr/>
          <p:nvPr/>
        </p:nvSpPr>
        <p:spPr>
          <a:xfrm>
            <a:off x="3486150" y="32623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2714" name="Rectangle 10"/>
          <p:cNvSpPr/>
          <p:nvPr/>
        </p:nvSpPr>
        <p:spPr>
          <a:xfrm>
            <a:off x="0" y="3300413"/>
            <a:ext cx="9144000" cy="228600"/>
          </a:xfrm>
          <a:prstGeom prst="rect">
            <a:avLst/>
          </a:prstGeom>
          <a:noFill/>
          <a:ln w="9525">
            <a:noFill/>
          </a:ln>
        </p:spPr>
        <p:txBody>
          <a:bodyPr anchor="t" anchorCtr="0">
            <a:spAutoFit/>
          </a:bodyPr>
          <a:p>
            <a:pPr>
              <a:buClrTx/>
              <a:buFontTx/>
            </a:pPr>
            <a:r>
              <a:rPr lang="en-US" altLang="zh-CN" sz="900" dirty="0">
                <a:latin typeface="Arial" panose="020B0604020202020204" pitchFamily="34" charset="0"/>
                <a:ea typeface="宋体" panose="02010600030101010101" pitchFamily="2" charset="-122"/>
              </a:rPr>
              <a:t> </a:t>
            </a:r>
            <a:endParaRPr lang="en-US" altLang="zh-CN" dirty="0">
              <a:latin typeface="Arial" panose="020B0604020202020204" pitchFamily="34" charset="0"/>
              <a:ea typeface="宋体" panose="02010600030101010101" pitchFamily="2" charset="-122"/>
            </a:endParaRPr>
          </a:p>
        </p:txBody>
      </p:sp>
      <p:sp>
        <p:nvSpPr>
          <p:cNvPr id="72715" name="Rectangle 11"/>
          <p:cNvSpPr/>
          <p:nvPr/>
        </p:nvSpPr>
        <p:spPr>
          <a:xfrm>
            <a:off x="4019550" y="3200400"/>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2716" name="Rectangle 12"/>
          <p:cNvSpPr/>
          <p:nvPr/>
        </p:nvSpPr>
        <p:spPr>
          <a:xfrm>
            <a:off x="4291013" y="33385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2717" name="Rectangle 13"/>
          <p:cNvSpPr/>
          <p:nvPr/>
        </p:nvSpPr>
        <p:spPr>
          <a:xfrm>
            <a:off x="0" y="3043238"/>
            <a:ext cx="9144000" cy="244475"/>
          </a:xfrm>
          <a:prstGeom prst="rect">
            <a:avLst/>
          </a:prstGeom>
          <a:noFill/>
          <a:ln w="9525">
            <a:noFill/>
          </a:ln>
        </p:spPr>
        <p:txBody>
          <a:bodyPr anchor="t" anchorCtr="0">
            <a:spAutoFit/>
          </a:bodyPr>
          <a:p>
            <a:pPr>
              <a:buClrTx/>
              <a:buFontTx/>
            </a:pPr>
            <a:r>
              <a:rPr lang="en-US" altLang="zh-CN" sz="1000" dirty="0">
                <a:latin typeface="Times New Roman" panose="02020603050405020304" pitchFamily="18" charset="0"/>
                <a:ea typeface="宋体" panose="02010600030101010101" pitchFamily="2" charset="-122"/>
              </a:rPr>
              <a:t>             </a:t>
            </a:r>
            <a:endParaRPr lang="en-US" altLang="zh-CN" dirty="0">
              <a:latin typeface="Arial" panose="020B0604020202020204" pitchFamily="34" charset="0"/>
              <a:ea typeface="宋体" panose="02010600030101010101" pitchFamily="2" charset="-122"/>
            </a:endParaRPr>
          </a:p>
        </p:txBody>
      </p:sp>
      <p:sp>
        <p:nvSpPr>
          <p:cNvPr id="378895" name="Text Box 15"/>
          <p:cNvSpPr txBox="1"/>
          <p:nvPr/>
        </p:nvSpPr>
        <p:spPr>
          <a:xfrm>
            <a:off x="285750" y="1519238"/>
            <a:ext cx="8572500" cy="4957762"/>
          </a:xfrm>
          <a:prstGeom prst="rect">
            <a:avLst/>
          </a:prstGeom>
          <a:solidFill>
            <a:srgbClr val="FFFFFF"/>
          </a:solidFill>
          <a:ln w="9525" cap="flat" cmpd="sng">
            <a:solidFill>
              <a:srgbClr val="808080"/>
            </a:solidFill>
            <a:prstDash val="solid"/>
            <a:miter/>
            <a:headEnd type="none" w="med" len="med"/>
            <a:tailEnd type="none" w="med" len="med"/>
          </a:ln>
        </p:spPr>
        <p:txBody>
          <a:bodyPr anchor="ctr" anchorCtr="0">
            <a:spAutoFit/>
          </a:bodyPr>
          <a:p>
            <a:pPr>
              <a:lnSpc>
                <a:spcPct val="130000"/>
              </a:lnSpc>
              <a:spcBef>
                <a:spcPct val="20000"/>
              </a:spcBef>
              <a:buClr>
                <a:schemeClr val="accent2"/>
              </a:buClr>
              <a:buFont typeface="Wingdings" panose="05000000000000000000" pitchFamily="2" charset="2"/>
              <a:buChar char="§"/>
            </a:pP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解：</a:t>
            </a:r>
            <a:endParaRPr lang="zh-CN" altLang="en-US" sz="2400" dirty="0">
              <a:latin typeface="宋体" panose="02010600030101010101" pitchFamily="2" charset="-122"/>
              <a:ea typeface="宋体" panose="02010600030101010101" pitchFamily="2" charset="-122"/>
            </a:endParaRPr>
          </a:p>
          <a:p>
            <a:pPr>
              <a:lnSpc>
                <a:spcPct val="130000"/>
              </a:lnSpc>
              <a:spcBef>
                <a:spcPct val="20000"/>
              </a:spcBef>
              <a:buClr>
                <a:schemeClr val="accent2"/>
              </a:buClr>
              <a:buFont typeface="Wingdings" panose="05000000000000000000" pitchFamily="2" charset="2"/>
              <a:buChar char="§"/>
            </a:pPr>
            <a:endParaRPr lang="zh-CN" altLang="en-US" sz="2400" dirty="0">
              <a:latin typeface="宋体" panose="02010600030101010101" pitchFamily="2" charset="-122"/>
              <a:ea typeface="宋体" panose="02010600030101010101" pitchFamily="2" charset="-122"/>
            </a:endParaRPr>
          </a:p>
          <a:p>
            <a:pPr>
              <a:lnSpc>
                <a:spcPct val="130000"/>
              </a:lnSpc>
              <a:spcBef>
                <a:spcPct val="20000"/>
              </a:spcBef>
              <a:buClr>
                <a:schemeClr val="accent2"/>
              </a:buClr>
              <a:buFont typeface="Wingdings" panose="05000000000000000000" pitchFamily="2" charset="2"/>
              <a:buChar char="§"/>
            </a:pPr>
            <a:endParaRPr lang="zh-CN" altLang="en-US" sz="2400" dirty="0">
              <a:latin typeface="宋体" panose="02010600030101010101" pitchFamily="2" charset="-122"/>
              <a:ea typeface="宋体" panose="02010600030101010101" pitchFamily="2" charset="-122"/>
            </a:endParaRPr>
          </a:p>
          <a:p>
            <a:pPr>
              <a:lnSpc>
                <a:spcPct val="130000"/>
              </a:lnSpc>
              <a:spcBef>
                <a:spcPct val="20000"/>
              </a:spcBef>
              <a:buClr>
                <a:schemeClr val="accent2"/>
              </a:buClr>
              <a:buFont typeface="Wingdings" panose="05000000000000000000" pitchFamily="2" charset="2"/>
              <a:buChar char="§"/>
            </a:pPr>
            <a:endParaRPr lang="zh-CN" altLang="en-US" sz="2400" dirty="0">
              <a:latin typeface="Times New Roman" panose="02020603050405020304" pitchFamily="18" charset="0"/>
              <a:ea typeface="宋体" panose="02010600030101010101" pitchFamily="2" charset="-122"/>
            </a:endParaRPr>
          </a:p>
          <a:p>
            <a:pPr>
              <a:lnSpc>
                <a:spcPct val="130000"/>
              </a:lnSpc>
              <a:spcBef>
                <a:spcPct val="20000"/>
              </a:spcBef>
              <a:buClr>
                <a:schemeClr val="accent2"/>
              </a:buClr>
              <a:buFont typeface="Wingdings" panose="05000000000000000000" pitchFamily="2" charset="2"/>
            </a:pPr>
            <a:endParaRPr lang="zh-CN" altLang="en-US" sz="2400" dirty="0">
              <a:latin typeface="Times New Roman" panose="02020603050405020304" pitchFamily="18" charset="0"/>
              <a:ea typeface="宋体" panose="02010600030101010101" pitchFamily="2" charset="-122"/>
            </a:endParaRPr>
          </a:p>
          <a:p>
            <a:pPr>
              <a:lnSpc>
                <a:spcPct val="130000"/>
              </a:lnSpc>
              <a:spcBef>
                <a:spcPct val="20000"/>
              </a:spcBef>
              <a:buClr>
                <a:schemeClr val="accent2"/>
              </a:buClr>
              <a:buFont typeface="Wingdings" panose="05000000000000000000" pitchFamily="2" charset="2"/>
            </a:pPr>
            <a:endParaRPr lang="zh-CN" altLang="en-US" sz="2400" dirty="0">
              <a:latin typeface="Times New Roman" panose="02020603050405020304" pitchFamily="18" charset="0"/>
              <a:ea typeface="宋体" panose="02010600030101010101" pitchFamily="2" charset="-122"/>
            </a:endParaRPr>
          </a:p>
          <a:p>
            <a:pPr>
              <a:lnSpc>
                <a:spcPct val="130000"/>
              </a:lnSpc>
              <a:spcBef>
                <a:spcPct val="20000"/>
              </a:spcBef>
              <a:buClr>
                <a:schemeClr val="accent2"/>
              </a:buClr>
              <a:buFont typeface="Wingdings" panose="05000000000000000000" pitchFamily="2" charset="2"/>
            </a:pPr>
            <a:endParaRPr lang="zh-CN" altLang="en-US" sz="2400" dirty="0">
              <a:latin typeface="Times New Roman" panose="02020603050405020304" pitchFamily="18" charset="0"/>
              <a:ea typeface="宋体" panose="02010600030101010101" pitchFamily="2" charset="-122"/>
            </a:endParaRPr>
          </a:p>
          <a:p>
            <a:pPr>
              <a:lnSpc>
                <a:spcPct val="130000"/>
              </a:lnSpc>
              <a:spcBef>
                <a:spcPct val="20000"/>
              </a:spcBef>
              <a:buClr>
                <a:schemeClr val="accent2"/>
              </a:buClr>
              <a:buFont typeface="Wingdings" panose="05000000000000000000" pitchFamily="2" charset="2"/>
            </a:pPr>
            <a:endParaRPr lang="zh-CN" altLang="en-US" sz="2400" dirty="0">
              <a:latin typeface="Times New Roman" panose="02020603050405020304" pitchFamily="18" charset="0"/>
              <a:ea typeface="宋体" panose="02010600030101010101" pitchFamily="2" charset="-122"/>
            </a:endParaRPr>
          </a:p>
          <a:p>
            <a:pPr>
              <a:lnSpc>
                <a:spcPct val="130000"/>
              </a:lnSpc>
              <a:spcBef>
                <a:spcPct val="20000"/>
              </a:spcBef>
              <a:buClr>
                <a:schemeClr val="accent2"/>
              </a:buClr>
              <a:buFont typeface="Wingdings" panose="05000000000000000000" pitchFamily="2" charset="2"/>
            </a:pPr>
            <a:endParaRPr lang="en-US" altLang="zh-CN" sz="2400" dirty="0">
              <a:latin typeface="Times New Roman" panose="02020603050405020304" pitchFamily="18" charset="0"/>
              <a:ea typeface="宋体" panose="02010600030101010101" pitchFamily="2" charset="-122"/>
            </a:endParaRPr>
          </a:p>
        </p:txBody>
      </p:sp>
      <p:sp>
        <p:nvSpPr>
          <p:cNvPr id="72719" name="Rectangle 21"/>
          <p:cNvSpPr/>
          <p:nvPr/>
        </p:nvSpPr>
        <p:spPr>
          <a:xfrm>
            <a:off x="2400300" y="22526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378900" name="Object 20"/>
          <p:cNvGraphicFramePr>
            <a:graphicFrameLocks noChangeAspect="1"/>
          </p:cNvGraphicFramePr>
          <p:nvPr/>
        </p:nvGraphicFramePr>
        <p:xfrm>
          <a:off x="914400" y="1752600"/>
          <a:ext cx="7696200" cy="4572000"/>
        </p:xfrm>
        <a:graphic>
          <a:graphicData uri="http://schemas.openxmlformats.org/presentationml/2006/ole">
            <mc:AlternateContent xmlns:mc="http://schemas.openxmlformats.org/markup-compatibility/2006">
              <mc:Choice xmlns:v="urn:schemas-microsoft-com:vml" Requires="v">
                <p:oleObj spid="_x0000_s3279" name="" r:id="rId1" imgW="75047475" imgH="40595550" progId="Equation.DSMT4">
                  <p:embed/>
                </p:oleObj>
              </mc:Choice>
              <mc:Fallback>
                <p:oleObj name="" r:id="rId1" imgW="75047475" imgH="40595550" progId="Equation.DSMT4">
                  <p:embed/>
                  <p:pic>
                    <p:nvPicPr>
                      <p:cNvPr id="0" name="图片 3278"/>
                      <p:cNvPicPr/>
                      <p:nvPr/>
                    </p:nvPicPr>
                    <p:blipFill>
                      <a:blip r:embed="rId2"/>
                      <a:stretch>
                        <a:fillRect/>
                      </a:stretch>
                    </p:blipFill>
                    <p:spPr>
                      <a:xfrm>
                        <a:off x="914400" y="1752600"/>
                        <a:ext cx="7696200" cy="4572000"/>
                      </a:xfrm>
                      <a:prstGeom prst="rect">
                        <a:avLst/>
                      </a:prstGeom>
                      <a:no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78895"/>
                                        </p:tgtEl>
                                        <p:attrNameLst>
                                          <p:attrName>style.visibility</p:attrName>
                                        </p:attrNameLst>
                                      </p:cBhvr>
                                      <p:to>
                                        <p:strVal val="visible"/>
                                      </p:to>
                                    </p:set>
                                    <p:animEffect transition="in" filter="wipe(up)">
                                      <p:cBhvr>
                                        <p:cTn id="7" dur="500"/>
                                        <p:tgtEl>
                                          <p:spTgt spid="37889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78900"/>
                                        </p:tgtEl>
                                        <p:attrNameLst>
                                          <p:attrName>style.visibility</p:attrName>
                                        </p:attrNameLst>
                                      </p:cBhvr>
                                      <p:to>
                                        <p:strVal val="visible"/>
                                      </p:to>
                                    </p:set>
                                    <p:anim calcmode="lin" valueType="num">
                                      <p:cBhvr additive="base">
                                        <p:cTn id="12" dur="500" fill="hold"/>
                                        <p:tgtEl>
                                          <p:spTgt spid="378900"/>
                                        </p:tgtEl>
                                        <p:attrNameLst>
                                          <p:attrName>ppt_x</p:attrName>
                                        </p:attrNameLst>
                                      </p:cBhvr>
                                      <p:tavLst>
                                        <p:tav tm="0">
                                          <p:val>
                                            <p:strVal val="0-#ppt_w/2"/>
                                          </p:val>
                                        </p:tav>
                                        <p:tav tm="100000">
                                          <p:val>
                                            <p:strVal val="#ppt_x"/>
                                          </p:val>
                                        </p:tav>
                                      </p:tavLst>
                                    </p:anim>
                                    <p:anim calcmode="lin" valueType="num">
                                      <p:cBhvr additive="base">
                                        <p:cTn id="13" dur="500" fill="hold"/>
                                        <p:tgtEl>
                                          <p:spTgt spid="3789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95"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3730" name="Rectangle 17"/>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4.4.5 </a:t>
            </a:r>
            <a:r>
              <a:rPr lang="zh-CN" altLang="en-US" b="0" dirty="0">
                <a:latin typeface="Times New Roman" panose="02020603050405020304" pitchFamily="18" charset="0"/>
              </a:rPr>
              <a:t>模糊推理</a:t>
            </a:r>
            <a:endParaRPr lang="zh-CN" altLang="en-US" b="0" dirty="0">
              <a:latin typeface="Times New Roman" panose="02020603050405020304" pitchFamily="18" charset="0"/>
            </a:endParaRPr>
          </a:p>
        </p:txBody>
      </p:sp>
      <p:sp>
        <p:nvSpPr>
          <p:cNvPr id="379922" name="Rectangle 18"/>
          <p:cNvSpPr>
            <a:spLocks noGrp="1"/>
          </p:cNvSpPr>
          <p:nvPr>
            <p:ph idx="1"/>
          </p:nvPr>
        </p:nvSpPr>
        <p:spPr>
          <a:xfrm>
            <a:off x="250825" y="908050"/>
            <a:ext cx="8664575" cy="2520950"/>
          </a:xfrm>
        </p:spPr>
        <p:txBody>
          <a:bodyPr vert="horz" wrap="square" lIns="91440" tIns="45720" rIns="91440" bIns="45720" anchor="t" anchorCtr="0"/>
          <a:p>
            <a:pPr marL="196850" indent="-196850" eaLnBrk="1" hangingPunct="1">
              <a:buNone/>
            </a:pPr>
            <a:r>
              <a:rPr lang="en-US" altLang="zh-CN" sz="2800" b="1" dirty="0">
                <a:latin typeface="Times New Roman" panose="02020603050405020304" pitchFamily="18" charset="0"/>
              </a:rPr>
              <a:t>1. </a:t>
            </a:r>
            <a:r>
              <a:rPr lang="zh-CN" altLang="en-US" sz="2800" b="1" dirty="0">
                <a:latin typeface="宋体" panose="02010600030101010101" pitchFamily="2" charset="-122"/>
              </a:rPr>
              <a:t>模糊知识表示</a:t>
            </a:r>
            <a:endParaRPr lang="zh-CN" altLang="en-US" sz="2800" b="1" dirty="0">
              <a:latin typeface="宋体" panose="02010600030101010101" pitchFamily="2" charset="-122"/>
            </a:endParaRPr>
          </a:p>
          <a:p>
            <a:pPr marL="196850" indent="-196850" eaLnBrk="1" hangingPunct="1">
              <a:buFont typeface="Wingdings" panose="05000000000000000000" pitchFamily="2" charset="2"/>
              <a:buChar char="§"/>
            </a:pPr>
            <a:r>
              <a:rPr lang="zh-CN" altLang="en-US" sz="2600" b="1" dirty="0">
                <a:latin typeface="Times New Roman" panose="02020603050405020304" pitchFamily="18" charset="0"/>
              </a:rPr>
              <a:t> 人类思维判断的基本形式：</a:t>
            </a:r>
            <a:endParaRPr lang="zh-CN" altLang="en-US" sz="2600" b="1" dirty="0">
              <a:latin typeface="Times New Roman" panose="02020603050405020304" pitchFamily="18" charset="0"/>
            </a:endParaRPr>
          </a:p>
          <a:p>
            <a:pPr marL="196850" indent="-196850" eaLnBrk="1" hangingPunct="1">
              <a:buNone/>
            </a:pPr>
            <a:r>
              <a:rPr lang="zh-CN" altLang="en-US" sz="2600" b="1" dirty="0">
                <a:latin typeface="Times New Roman" panose="02020603050405020304" pitchFamily="18" charset="0"/>
              </a:rPr>
              <a:t>                如果 （条件） →  则 （结论）</a:t>
            </a:r>
            <a:endParaRPr lang="zh-CN" altLang="en-US" sz="2600" b="1" dirty="0">
              <a:latin typeface="Times New Roman" panose="02020603050405020304" pitchFamily="18" charset="0"/>
            </a:endParaRPr>
          </a:p>
          <a:p>
            <a:pPr marL="196850" indent="-196850" eaLnBrk="1" hangingPunct="1">
              <a:buFont typeface="Wingdings" panose="05000000000000000000" pitchFamily="2" charset="2"/>
              <a:buChar char="§"/>
            </a:pPr>
            <a:r>
              <a:rPr lang="zh-CN" altLang="en-US" sz="2600" b="1" dirty="0">
                <a:latin typeface="Times New Roman" panose="02020603050405020304" pitchFamily="18" charset="0"/>
              </a:rPr>
              <a:t> 例如：如果  压力较高且温度在慢慢上升    则  阀门略开</a:t>
            </a:r>
            <a:endParaRPr lang="zh-CN" altLang="en-US" sz="2600" b="1" dirty="0">
              <a:latin typeface="Times New Roman" panose="02020603050405020304" pitchFamily="18" charset="0"/>
            </a:endParaRPr>
          </a:p>
        </p:txBody>
      </p:sp>
      <p:sp>
        <p:nvSpPr>
          <p:cNvPr id="73732" name="Rectangle 4"/>
          <p:cNvSpPr/>
          <p:nvPr/>
        </p:nvSpPr>
        <p:spPr>
          <a:xfrm>
            <a:off x="3752850" y="2938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3733" name="Rectangle 5"/>
          <p:cNvSpPr/>
          <p:nvPr/>
        </p:nvSpPr>
        <p:spPr>
          <a:xfrm>
            <a:off x="4224338" y="33385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3734" name="Rectangle 6"/>
          <p:cNvSpPr/>
          <p:nvPr/>
        </p:nvSpPr>
        <p:spPr>
          <a:xfrm>
            <a:off x="3581400"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3735" name="Rectangle 7"/>
          <p:cNvSpPr/>
          <p:nvPr/>
        </p:nvSpPr>
        <p:spPr>
          <a:xfrm>
            <a:off x="3486150"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3736" name="Rectangle 8"/>
          <p:cNvSpPr/>
          <p:nvPr/>
        </p:nvSpPr>
        <p:spPr>
          <a:xfrm>
            <a:off x="3852863" y="329088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3737" name="Rectangle 9"/>
          <p:cNvSpPr/>
          <p:nvPr/>
        </p:nvSpPr>
        <p:spPr>
          <a:xfrm>
            <a:off x="3486150" y="32623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3738" name="Rectangle 11"/>
          <p:cNvSpPr/>
          <p:nvPr/>
        </p:nvSpPr>
        <p:spPr>
          <a:xfrm>
            <a:off x="4019550" y="3200400"/>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3739" name="Rectangle 12"/>
          <p:cNvSpPr/>
          <p:nvPr/>
        </p:nvSpPr>
        <p:spPr>
          <a:xfrm>
            <a:off x="4291013" y="33385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3740" name="Rectangle 15"/>
          <p:cNvSpPr/>
          <p:nvPr/>
        </p:nvSpPr>
        <p:spPr>
          <a:xfrm>
            <a:off x="2400300" y="22526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379923" name="Text Box 19"/>
          <p:cNvSpPr txBox="1"/>
          <p:nvPr/>
        </p:nvSpPr>
        <p:spPr>
          <a:xfrm>
            <a:off x="304800" y="3632200"/>
            <a:ext cx="8610600" cy="2006600"/>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lgn="just">
              <a:lnSpc>
                <a:spcPct val="120000"/>
              </a:lnSpc>
              <a:spcBef>
                <a:spcPct val="50000"/>
              </a:spcBef>
              <a:buClr>
                <a:schemeClr val="accent2"/>
              </a:buClr>
              <a:buFont typeface="Wingdings" panose="05000000000000000000" pitchFamily="2" charset="2"/>
              <a:buChar char="§"/>
            </a:pPr>
            <a:r>
              <a:rPr lang="en-US" altLang="zh-CN" sz="2600" b="1" dirty="0">
                <a:latin typeface="Times New Roman" panose="02020603050405020304" pitchFamily="18" charset="0"/>
                <a:ea typeface="宋体" panose="02010600030101010101" pitchFamily="2" charset="-122"/>
              </a:rPr>
              <a:t> </a:t>
            </a:r>
            <a:r>
              <a:rPr lang="zh-CN" altLang="en-US" sz="2600" b="1" dirty="0">
                <a:latin typeface="Times New Roman" panose="02020603050405020304" pitchFamily="18" charset="0"/>
                <a:ea typeface="宋体" panose="02010600030101010101" pitchFamily="2" charset="-122"/>
              </a:rPr>
              <a:t>模糊规则：从条件论域到结论论域的模糊关系矩阵 </a:t>
            </a:r>
            <a:r>
              <a:rPr lang="en-US" altLang="zh-CN" sz="2600" b="1" i="1" dirty="0">
                <a:latin typeface="Times New Roman" panose="02020603050405020304" pitchFamily="18" charset="0"/>
                <a:ea typeface="宋体" panose="02010600030101010101" pitchFamily="2" charset="-122"/>
              </a:rPr>
              <a:t>R</a:t>
            </a:r>
            <a:r>
              <a:rPr lang="zh-CN" altLang="en-US" sz="2600" b="1" dirty="0">
                <a:latin typeface="Times New Roman" panose="02020603050405020304" pitchFamily="18" charset="0"/>
                <a:ea typeface="宋体" panose="02010600030101010101" pitchFamily="2" charset="-122"/>
              </a:rPr>
              <a:t>。通过条件模糊向量与模糊关系 </a:t>
            </a:r>
            <a:r>
              <a:rPr lang="en-US" altLang="zh-CN" sz="2600" b="1" i="1" dirty="0">
                <a:latin typeface="Times New Roman" panose="02020603050405020304" pitchFamily="18" charset="0"/>
                <a:ea typeface="宋体" panose="02010600030101010101" pitchFamily="2" charset="-122"/>
              </a:rPr>
              <a:t>R </a:t>
            </a:r>
            <a:r>
              <a:rPr lang="zh-CN" altLang="en-US" sz="2600" b="1" dirty="0">
                <a:latin typeface="Times New Roman" panose="02020603050405020304" pitchFamily="18" charset="0"/>
                <a:ea typeface="宋体" panose="02010600030101010101" pitchFamily="2" charset="-122"/>
              </a:rPr>
              <a:t>的合成进行模糊推理，得到结论的模糊向量，然后采用“清晰化”方法将模糊结论转换为精确量。</a:t>
            </a:r>
            <a:endParaRPr lang="zh-CN" altLang="en-US" dirty="0">
              <a:latin typeface="Arial" panose="020B0604020202020204" pitchFamily="34" charset="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79922">
                                            <p:txEl>
                                              <p:charRg st="0" end="10"/>
                                            </p:txEl>
                                          </p:spTgt>
                                        </p:tgtEl>
                                        <p:attrNameLst>
                                          <p:attrName>style.visibility</p:attrName>
                                        </p:attrNameLst>
                                      </p:cBhvr>
                                      <p:to>
                                        <p:strVal val="visible"/>
                                      </p:to>
                                    </p:set>
                                    <p:animEffect transition="in" filter="box(in)">
                                      <p:cBhvr>
                                        <p:cTn id="7" dur="500"/>
                                        <p:tgtEl>
                                          <p:spTgt spid="379922">
                                            <p:txEl>
                                              <p:charRg st="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79922">
                                            <p:txEl>
                                              <p:charRg st="10" end="24"/>
                                            </p:txEl>
                                          </p:spTgt>
                                        </p:tgtEl>
                                        <p:attrNameLst>
                                          <p:attrName>style.visibility</p:attrName>
                                        </p:attrNameLst>
                                      </p:cBhvr>
                                      <p:to>
                                        <p:strVal val="visible"/>
                                      </p:to>
                                    </p:set>
                                    <p:animEffect transition="in" filter="box(in)">
                                      <p:cBhvr>
                                        <p:cTn id="12" dur="500"/>
                                        <p:tgtEl>
                                          <p:spTgt spid="379922">
                                            <p:txEl>
                                              <p:charRg st="10" end="2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79922">
                                            <p:txEl>
                                              <p:charRg st="24" end="58"/>
                                            </p:txEl>
                                          </p:spTgt>
                                        </p:tgtEl>
                                        <p:attrNameLst>
                                          <p:attrName>style.visibility</p:attrName>
                                        </p:attrNameLst>
                                      </p:cBhvr>
                                      <p:to>
                                        <p:strVal val="visible"/>
                                      </p:to>
                                    </p:set>
                                    <p:animEffect transition="in" filter="box(in)">
                                      <p:cBhvr>
                                        <p:cTn id="17" dur="500"/>
                                        <p:tgtEl>
                                          <p:spTgt spid="379922">
                                            <p:txEl>
                                              <p:charRg st="24" end="5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79922">
                                            <p:txEl>
                                              <p:charRg st="58" end="90"/>
                                            </p:txEl>
                                          </p:spTgt>
                                        </p:tgtEl>
                                        <p:attrNameLst>
                                          <p:attrName>style.visibility</p:attrName>
                                        </p:attrNameLst>
                                      </p:cBhvr>
                                      <p:to>
                                        <p:strVal val="visible"/>
                                      </p:to>
                                    </p:set>
                                    <p:animEffect transition="in" filter="box(in)">
                                      <p:cBhvr>
                                        <p:cTn id="22" dur="500"/>
                                        <p:tgtEl>
                                          <p:spTgt spid="379922">
                                            <p:txEl>
                                              <p:charRg st="58" end="9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79923"/>
                                        </p:tgtEl>
                                        <p:attrNameLst>
                                          <p:attrName>style.visibility</p:attrName>
                                        </p:attrNameLst>
                                      </p:cBhvr>
                                      <p:to>
                                        <p:strVal val="visible"/>
                                      </p:to>
                                    </p:set>
                                    <p:animEffect transition="in" filter="blinds(horizontal)">
                                      <p:cBhvr>
                                        <p:cTn id="27" dur="500"/>
                                        <p:tgtEl>
                                          <p:spTgt spid="3799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22" grpId="0" build="p"/>
      <p:bldP spid="379923"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4754" name="Rectangle 2"/>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4.4.5 </a:t>
            </a:r>
            <a:r>
              <a:rPr lang="zh-CN" altLang="en-US" b="0" dirty="0">
                <a:latin typeface="Times New Roman" panose="02020603050405020304" pitchFamily="18" charset="0"/>
              </a:rPr>
              <a:t>模糊推理</a:t>
            </a:r>
            <a:endParaRPr lang="zh-CN" altLang="en-US" b="0" dirty="0">
              <a:latin typeface="Times New Roman" panose="02020603050405020304" pitchFamily="18" charset="0"/>
            </a:endParaRPr>
          </a:p>
        </p:txBody>
      </p:sp>
      <p:sp>
        <p:nvSpPr>
          <p:cNvPr id="74755" name="Rectangle 3"/>
          <p:cNvSpPr>
            <a:spLocks noGrp="1"/>
          </p:cNvSpPr>
          <p:nvPr>
            <p:ph idx="1"/>
          </p:nvPr>
        </p:nvSpPr>
        <p:spPr>
          <a:xfrm>
            <a:off x="250825" y="908050"/>
            <a:ext cx="8435975" cy="692150"/>
          </a:xfrm>
        </p:spPr>
        <p:txBody>
          <a:bodyPr vert="horz" wrap="square" lIns="91440" tIns="45720" rIns="91440" bIns="45720" anchor="t" anchorCtr="0"/>
          <a:p>
            <a:pPr marL="196850" indent="-196850" eaLnBrk="1" hangingPunct="1">
              <a:buNone/>
            </a:pPr>
            <a:r>
              <a:rPr lang="en-US" altLang="zh-CN" sz="2800" b="1" dirty="0">
                <a:latin typeface="Times New Roman" panose="02020603050405020304" pitchFamily="18" charset="0"/>
              </a:rPr>
              <a:t>2.  </a:t>
            </a:r>
            <a:r>
              <a:rPr lang="zh-CN" altLang="en-US" sz="2800" b="1" dirty="0">
                <a:latin typeface="Times New Roman" panose="02020603050405020304" pitchFamily="18" charset="0"/>
              </a:rPr>
              <a:t>对 </a:t>
            </a:r>
            <a:r>
              <a:rPr lang="en-US" altLang="zh-CN" sz="2800" b="1" dirty="0">
                <a:latin typeface="Times New Roman" panose="02020603050405020304" pitchFamily="18" charset="0"/>
              </a:rPr>
              <a:t>IF  </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  THEN  </a:t>
            </a:r>
            <a:r>
              <a:rPr lang="en-US" altLang="zh-CN" sz="2800" b="1" i="1" dirty="0">
                <a:latin typeface="Times New Roman" panose="02020603050405020304" pitchFamily="18" charset="0"/>
              </a:rPr>
              <a:t>B</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类型的模糊规则的推理 </a:t>
            </a:r>
            <a:r>
              <a:rPr lang="zh-CN" altLang="en-US" sz="2600" b="1" dirty="0">
                <a:latin typeface="Times New Roman" panose="02020603050405020304" pitchFamily="18" charset="0"/>
              </a:rPr>
              <a:t> </a:t>
            </a:r>
            <a:endParaRPr lang="zh-CN" altLang="en-US" sz="2600" b="1" dirty="0">
              <a:latin typeface="Times New Roman" panose="02020603050405020304" pitchFamily="18" charset="0"/>
            </a:endParaRPr>
          </a:p>
        </p:txBody>
      </p:sp>
      <p:sp>
        <p:nvSpPr>
          <p:cNvPr id="74756" name="Rectangle 5"/>
          <p:cNvSpPr/>
          <p:nvPr/>
        </p:nvSpPr>
        <p:spPr>
          <a:xfrm>
            <a:off x="4224338" y="33385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4757" name="Rectangle 6"/>
          <p:cNvSpPr/>
          <p:nvPr/>
        </p:nvSpPr>
        <p:spPr>
          <a:xfrm>
            <a:off x="3581400"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4758" name="Rectangle 7"/>
          <p:cNvSpPr/>
          <p:nvPr/>
        </p:nvSpPr>
        <p:spPr>
          <a:xfrm>
            <a:off x="3486150"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4759" name="Rectangle 8"/>
          <p:cNvSpPr/>
          <p:nvPr/>
        </p:nvSpPr>
        <p:spPr>
          <a:xfrm>
            <a:off x="3852863" y="329088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4760" name="Rectangle 9"/>
          <p:cNvSpPr/>
          <p:nvPr/>
        </p:nvSpPr>
        <p:spPr>
          <a:xfrm>
            <a:off x="3486150" y="32623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4761" name="Rectangle 11"/>
          <p:cNvSpPr/>
          <p:nvPr/>
        </p:nvSpPr>
        <p:spPr>
          <a:xfrm>
            <a:off x="4019550" y="3200400"/>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4762" name="Rectangle 12"/>
          <p:cNvSpPr/>
          <p:nvPr/>
        </p:nvSpPr>
        <p:spPr>
          <a:xfrm>
            <a:off x="4291013" y="33385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4763" name="Rectangle 14"/>
          <p:cNvSpPr/>
          <p:nvPr/>
        </p:nvSpPr>
        <p:spPr>
          <a:xfrm>
            <a:off x="2400300" y="22526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4764" name="Rectangle 20"/>
          <p:cNvSpPr/>
          <p:nvPr/>
        </p:nvSpPr>
        <p:spPr>
          <a:xfrm>
            <a:off x="3643313" y="332898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4765" name="Text Box 15"/>
          <p:cNvSpPr txBox="1"/>
          <p:nvPr/>
        </p:nvSpPr>
        <p:spPr>
          <a:xfrm>
            <a:off x="250825" y="1700213"/>
            <a:ext cx="8621713" cy="1768475"/>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lgn="just">
              <a:lnSpc>
                <a:spcPct val="140000"/>
              </a:lnSpc>
              <a:buClr>
                <a:schemeClr val="accent2"/>
              </a:buClr>
              <a:buFont typeface="Wingdings" panose="05000000000000000000" pitchFamily="2" charset="2"/>
              <a:buChar char="§"/>
            </a:pPr>
            <a:r>
              <a:rPr lang="en-US" altLang="zh-CN" sz="2600" b="1" dirty="0">
                <a:latin typeface="宋体" panose="02010600030101010101" pitchFamily="2" charset="-122"/>
                <a:ea typeface="宋体" panose="02010600030101010101" pitchFamily="2" charset="-122"/>
              </a:rPr>
              <a:t> </a:t>
            </a:r>
            <a:r>
              <a:rPr lang="zh-CN" altLang="en-US" sz="2600" b="1" dirty="0">
                <a:latin typeface="宋体" panose="02010600030101010101" pitchFamily="2" charset="-122"/>
                <a:ea typeface="宋体" panose="02010600030101010101" pitchFamily="2" charset="-122"/>
              </a:rPr>
              <a:t>若已知输入为</a:t>
            </a:r>
            <a:r>
              <a:rPr lang="zh-CN" altLang="en-US" sz="2600" b="1" dirty="0">
                <a:latin typeface="Times New Roman" panose="02020603050405020304" pitchFamily="18" charset="0"/>
                <a:ea typeface="宋体" panose="02010600030101010101" pitchFamily="2" charset="-122"/>
              </a:rPr>
              <a:t> </a:t>
            </a:r>
            <a:r>
              <a:rPr lang="en-US" altLang="zh-CN" sz="2600" b="1" i="1" dirty="0">
                <a:latin typeface="Times New Roman" panose="02020603050405020304" pitchFamily="18" charset="0"/>
                <a:ea typeface="宋体" panose="02010600030101010101" pitchFamily="2" charset="-122"/>
              </a:rPr>
              <a:t>A</a:t>
            </a:r>
            <a:r>
              <a:rPr lang="zh-CN" altLang="en-US" sz="2600" b="1" dirty="0">
                <a:latin typeface="宋体" panose="02010600030101010101" pitchFamily="2" charset="-122"/>
                <a:ea typeface="宋体" panose="02010600030101010101" pitchFamily="2" charset="-122"/>
              </a:rPr>
              <a:t>，则输出为</a:t>
            </a:r>
            <a:r>
              <a:rPr lang="zh-CN" altLang="en-US" sz="2600" b="1" dirty="0">
                <a:latin typeface="Times New Roman" panose="02020603050405020304" pitchFamily="18" charset="0"/>
                <a:ea typeface="宋体" panose="02010600030101010101" pitchFamily="2" charset="-122"/>
              </a:rPr>
              <a:t> </a:t>
            </a:r>
            <a:r>
              <a:rPr lang="en-US" altLang="zh-CN" sz="2600" b="1" i="1" dirty="0">
                <a:latin typeface="Times New Roman" panose="02020603050405020304" pitchFamily="18" charset="0"/>
                <a:ea typeface="宋体" panose="02010600030101010101" pitchFamily="2" charset="-122"/>
              </a:rPr>
              <a:t>B</a:t>
            </a:r>
            <a:r>
              <a:rPr lang="en-US" altLang="zh-CN" sz="2600" b="1" dirty="0">
                <a:latin typeface="Times New Roman" panose="02020603050405020304" pitchFamily="18" charset="0"/>
                <a:ea typeface="宋体" panose="02010600030101010101" pitchFamily="2" charset="-122"/>
              </a:rPr>
              <a:t> </a:t>
            </a:r>
            <a:r>
              <a:rPr lang="zh-CN" altLang="en-US" sz="2600" b="1" dirty="0">
                <a:latin typeface="宋体" panose="02010600030101010101" pitchFamily="2" charset="-122"/>
                <a:ea typeface="宋体" panose="02010600030101010101" pitchFamily="2" charset="-122"/>
              </a:rPr>
              <a:t>；若现在已知输入为  ，则输出   用合成规则求取</a:t>
            </a:r>
            <a:r>
              <a:rPr lang="zh-CN" altLang="en-US" sz="2600" b="1" dirty="0">
                <a:latin typeface="Times New Roman" panose="02020603050405020304" pitchFamily="18" charset="0"/>
                <a:ea typeface="宋体" panose="02010600030101010101" pitchFamily="2" charset="-122"/>
              </a:rPr>
              <a:t> </a:t>
            </a:r>
            <a:endParaRPr lang="zh-CN" altLang="en-US"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pPr>
            <a:r>
              <a:rPr lang="zh-CN" altLang="en-US" sz="2600" b="1" dirty="0">
                <a:latin typeface="宋体" panose="02010600030101010101" pitchFamily="2" charset="-122"/>
                <a:ea typeface="宋体" panose="02010600030101010101" pitchFamily="2" charset="-122"/>
              </a:rPr>
              <a:t>其中模糊关系</a:t>
            </a:r>
            <a:r>
              <a:rPr lang="en-US" altLang="zh-CN" sz="2600" b="1" i="1" dirty="0">
                <a:latin typeface="Times New Roman" panose="02020603050405020304" pitchFamily="18" charset="0"/>
                <a:ea typeface="宋体" panose="02010600030101010101" pitchFamily="2" charset="-122"/>
              </a:rPr>
              <a:t>R</a:t>
            </a:r>
            <a:r>
              <a:rPr lang="en-US" altLang="zh-CN" sz="2600" b="1" dirty="0">
                <a:latin typeface="宋体" panose="02010600030101010101" pitchFamily="2" charset="-122"/>
                <a:ea typeface="宋体" panose="02010600030101010101" pitchFamily="2" charset="-122"/>
              </a:rPr>
              <a:t>:</a:t>
            </a:r>
            <a:r>
              <a:rPr lang="en-US" altLang="zh-CN" sz="2600" b="1" dirty="0">
                <a:latin typeface="Times New Roman" panose="02020603050405020304" pitchFamily="18" charset="0"/>
                <a:ea typeface="宋体" panose="02010600030101010101" pitchFamily="2" charset="-122"/>
              </a:rPr>
              <a:t> </a:t>
            </a:r>
            <a:endParaRPr lang="en-US" altLang="zh-CN" sz="2600" b="1" dirty="0">
              <a:latin typeface="Times New Roman" panose="02020603050405020304" pitchFamily="18" charset="0"/>
              <a:ea typeface="宋体" panose="02010600030101010101" pitchFamily="2" charset="-122"/>
            </a:endParaRPr>
          </a:p>
        </p:txBody>
      </p:sp>
      <p:grpSp>
        <p:nvGrpSpPr>
          <p:cNvPr id="74766" name="Group 28"/>
          <p:cNvGrpSpPr/>
          <p:nvPr/>
        </p:nvGrpSpPr>
        <p:grpSpPr>
          <a:xfrm>
            <a:off x="1389063" y="1873250"/>
            <a:ext cx="7113587" cy="1504950"/>
            <a:chOff x="875" y="1180"/>
            <a:chExt cx="4481" cy="948"/>
          </a:xfrm>
        </p:grpSpPr>
        <p:graphicFrame>
          <p:nvGraphicFramePr>
            <p:cNvPr id="74767" name="Object 16"/>
            <p:cNvGraphicFramePr>
              <a:graphicFrameLocks noChangeAspect="1"/>
            </p:cNvGraphicFramePr>
            <p:nvPr/>
          </p:nvGraphicFramePr>
          <p:xfrm>
            <a:off x="5103" y="1180"/>
            <a:ext cx="253" cy="230"/>
          </p:xfrm>
          <a:graphic>
            <a:graphicData uri="http://schemas.openxmlformats.org/presentationml/2006/ole">
              <mc:AlternateContent xmlns:mc="http://schemas.openxmlformats.org/markup-compatibility/2006">
                <mc:Choice xmlns:v="urn:schemas-microsoft-com:vml" Requires="v">
                  <p:oleObj spid="_x0000_s3252" name="" r:id="rId1" imgW="3076575" imgH="2847975" progId="Equation.3">
                    <p:embed/>
                  </p:oleObj>
                </mc:Choice>
                <mc:Fallback>
                  <p:oleObj name="" r:id="rId1" imgW="3076575" imgH="2847975" progId="Equation.3">
                    <p:embed/>
                    <p:pic>
                      <p:nvPicPr>
                        <p:cNvPr id="0" name="图片 3251"/>
                        <p:cNvPicPr/>
                        <p:nvPr/>
                      </p:nvPicPr>
                      <p:blipFill>
                        <a:blip r:embed="rId2"/>
                        <a:stretch>
                          <a:fillRect/>
                        </a:stretch>
                      </p:blipFill>
                      <p:spPr>
                        <a:xfrm>
                          <a:off x="5103" y="1180"/>
                          <a:ext cx="253" cy="230"/>
                        </a:xfrm>
                        <a:prstGeom prst="rect">
                          <a:avLst/>
                        </a:prstGeom>
                        <a:noFill/>
                        <a:ln w="38100">
                          <a:noFill/>
                          <a:miter/>
                        </a:ln>
                      </p:spPr>
                    </p:pic>
                  </p:oleObj>
                </mc:Fallback>
              </mc:AlternateContent>
            </a:graphicData>
          </a:graphic>
        </p:graphicFrame>
        <p:graphicFrame>
          <p:nvGraphicFramePr>
            <p:cNvPr id="74768" name="Object 17"/>
            <p:cNvGraphicFramePr>
              <a:graphicFrameLocks noChangeAspect="1"/>
            </p:cNvGraphicFramePr>
            <p:nvPr/>
          </p:nvGraphicFramePr>
          <p:xfrm>
            <a:off x="875" y="1534"/>
            <a:ext cx="263" cy="225"/>
          </p:xfrm>
          <a:graphic>
            <a:graphicData uri="http://schemas.openxmlformats.org/presentationml/2006/ole">
              <mc:AlternateContent xmlns:mc="http://schemas.openxmlformats.org/markup-compatibility/2006">
                <mc:Choice xmlns:v="urn:schemas-microsoft-com:vml" Requires="v">
                  <p:oleObj spid="_x0000_s3253" name="" r:id="rId3" imgW="3514725" imgH="3076575" progId="Equation.DSMT4">
                    <p:embed/>
                  </p:oleObj>
                </mc:Choice>
                <mc:Fallback>
                  <p:oleObj name="" r:id="rId3" imgW="3514725" imgH="3076575" progId="Equation.DSMT4">
                    <p:embed/>
                    <p:pic>
                      <p:nvPicPr>
                        <p:cNvPr id="0" name="图片 3252"/>
                        <p:cNvPicPr/>
                        <p:nvPr/>
                      </p:nvPicPr>
                      <p:blipFill>
                        <a:blip r:embed="rId4"/>
                        <a:stretch>
                          <a:fillRect/>
                        </a:stretch>
                      </p:blipFill>
                      <p:spPr>
                        <a:xfrm>
                          <a:off x="875" y="1534"/>
                          <a:ext cx="263" cy="225"/>
                        </a:xfrm>
                        <a:prstGeom prst="rect">
                          <a:avLst/>
                        </a:prstGeom>
                        <a:noFill/>
                        <a:ln w="38100">
                          <a:noFill/>
                          <a:miter/>
                        </a:ln>
                      </p:spPr>
                    </p:pic>
                  </p:oleObj>
                </mc:Fallback>
              </mc:AlternateContent>
            </a:graphicData>
          </a:graphic>
        </p:graphicFrame>
        <p:graphicFrame>
          <p:nvGraphicFramePr>
            <p:cNvPr id="74769" name="Object 18"/>
            <p:cNvGraphicFramePr>
              <a:graphicFrameLocks noChangeAspect="1"/>
            </p:cNvGraphicFramePr>
            <p:nvPr/>
          </p:nvGraphicFramePr>
          <p:xfrm>
            <a:off x="2720" y="1551"/>
            <a:ext cx="985" cy="213"/>
          </p:xfrm>
          <a:graphic>
            <a:graphicData uri="http://schemas.openxmlformats.org/presentationml/2006/ole">
              <mc:AlternateContent xmlns:mc="http://schemas.openxmlformats.org/markup-compatibility/2006">
                <mc:Choice xmlns:v="urn:schemas-microsoft-com:vml" Requires="v">
                  <p:oleObj spid="_x0000_s3254" name="" r:id="rId5" imgW="13163550" imgH="3076575" progId="Equation.DSMT4">
                    <p:embed/>
                  </p:oleObj>
                </mc:Choice>
                <mc:Fallback>
                  <p:oleObj name="" r:id="rId5" imgW="13163550" imgH="3076575" progId="Equation.DSMT4">
                    <p:embed/>
                    <p:pic>
                      <p:nvPicPr>
                        <p:cNvPr id="0" name="图片 3253"/>
                        <p:cNvPicPr/>
                        <p:nvPr/>
                      </p:nvPicPr>
                      <p:blipFill>
                        <a:blip r:embed="rId6"/>
                        <a:stretch>
                          <a:fillRect/>
                        </a:stretch>
                      </p:blipFill>
                      <p:spPr>
                        <a:xfrm>
                          <a:off x="2720" y="1551"/>
                          <a:ext cx="985" cy="213"/>
                        </a:xfrm>
                        <a:prstGeom prst="rect">
                          <a:avLst/>
                        </a:prstGeom>
                        <a:noFill/>
                        <a:ln w="38100">
                          <a:noFill/>
                          <a:miter/>
                        </a:ln>
                      </p:spPr>
                    </p:pic>
                  </p:oleObj>
                </mc:Fallback>
              </mc:AlternateContent>
            </a:graphicData>
          </a:graphic>
        </p:graphicFrame>
        <p:graphicFrame>
          <p:nvGraphicFramePr>
            <p:cNvPr id="74770" name="Object 19"/>
            <p:cNvGraphicFramePr>
              <a:graphicFrameLocks noChangeAspect="1"/>
            </p:cNvGraphicFramePr>
            <p:nvPr/>
          </p:nvGraphicFramePr>
          <p:xfrm>
            <a:off x="1797" y="1839"/>
            <a:ext cx="2740" cy="289"/>
          </p:xfrm>
          <a:graphic>
            <a:graphicData uri="http://schemas.openxmlformats.org/presentationml/2006/ole">
              <mc:AlternateContent xmlns:mc="http://schemas.openxmlformats.org/markup-compatibility/2006">
                <mc:Choice xmlns:v="urn:schemas-microsoft-com:vml" Requires="v">
                  <p:oleObj spid="_x0000_s3255" name="" r:id="rId7" imgW="32032575" imgH="3514725" progId="Equation.3">
                    <p:embed/>
                  </p:oleObj>
                </mc:Choice>
                <mc:Fallback>
                  <p:oleObj name="" r:id="rId7" imgW="32032575" imgH="3514725" progId="Equation.3">
                    <p:embed/>
                    <p:pic>
                      <p:nvPicPr>
                        <p:cNvPr id="0" name="图片 3254"/>
                        <p:cNvPicPr/>
                        <p:nvPr/>
                      </p:nvPicPr>
                      <p:blipFill>
                        <a:blip r:embed="rId8"/>
                        <a:stretch>
                          <a:fillRect/>
                        </a:stretch>
                      </p:blipFill>
                      <p:spPr>
                        <a:xfrm>
                          <a:off x="1797" y="1839"/>
                          <a:ext cx="2740" cy="289"/>
                        </a:xfrm>
                        <a:prstGeom prst="rect">
                          <a:avLst/>
                        </a:prstGeom>
                        <a:noFill/>
                        <a:ln w="38100">
                          <a:noFill/>
                          <a:miter/>
                        </a:ln>
                      </p:spPr>
                    </p:pic>
                  </p:oleObj>
                </mc:Fallback>
              </mc:AlternateContent>
            </a:graphicData>
          </a:graphic>
        </p:graphicFrame>
      </p:grpSp>
      <p:sp>
        <p:nvSpPr>
          <p:cNvPr id="74771" name="Rectangle 24"/>
          <p:cNvSpPr/>
          <p:nvPr/>
        </p:nvSpPr>
        <p:spPr>
          <a:xfrm>
            <a:off x="3733800" y="32051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pSp>
        <p:nvGrpSpPr>
          <p:cNvPr id="74772" name="Group 27"/>
          <p:cNvGrpSpPr/>
          <p:nvPr/>
        </p:nvGrpSpPr>
        <p:grpSpPr>
          <a:xfrm>
            <a:off x="304800" y="3886200"/>
            <a:ext cx="8534400" cy="2284413"/>
            <a:chOff x="192" y="2448"/>
            <a:chExt cx="5376" cy="1439"/>
          </a:xfrm>
        </p:grpSpPr>
        <p:sp>
          <p:nvSpPr>
            <p:cNvPr id="74773" name="Text Box 21"/>
            <p:cNvSpPr txBox="1"/>
            <p:nvPr/>
          </p:nvSpPr>
          <p:spPr>
            <a:xfrm>
              <a:off x="192" y="2448"/>
              <a:ext cx="5376" cy="1439"/>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lgn="just" fontAlgn="b">
                <a:spcBef>
                  <a:spcPct val="50000"/>
                </a:spcBef>
                <a:buClr>
                  <a:schemeClr val="accent2"/>
                </a:buClr>
                <a:buFont typeface="Wingdings" panose="05000000000000000000" pitchFamily="2" charset="2"/>
                <a:buChar char="§"/>
              </a:pPr>
              <a:r>
                <a:rPr lang="en-US" altLang="zh-CN" sz="2600" dirty="0">
                  <a:latin typeface="宋体" panose="02010600030101010101" pitchFamily="2" charset="-122"/>
                  <a:ea typeface="宋体" panose="02010600030101010101" pitchFamily="2" charset="-122"/>
                </a:rPr>
                <a:t> </a:t>
              </a:r>
              <a:r>
                <a:rPr lang="zh-CN" altLang="en-US" sz="2600" b="1" dirty="0">
                  <a:latin typeface="宋体" panose="02010600030101010101" pitchFamily="2" charset="-122"/>
                  <a:ea typeface="宋体" panose="02010600030101010101" pitchFamily="2" charset="-122"/>
                </a:rPr>
                <a:t>控制规则库的</a:t>
              </a:r>
              <a:r>
                <a:rPr lang="en-US" altLang="zh-CN" sz="2600" b="1" i="1" dirty="0">
                  <a:latin typeface="Times New Roman" panose="02020603050405020304" pitchFamily="18" charset="0"/>
                  <a:ea typeface="宋体" panose="02010600030101010101" pitchFamily="2" charset="-122"/>
                </a:rPr>
                <a:t>N </a:t>
              </a:r>
              <a:r>
                <a:rPr lang="zh-CN" altLang="en-US" sz="2600" b="1" dirty="0">
                  <a:latin typeface="宋体" panose="02010600030101010101" pitchFamily="2" charset="-122"/>
                  <a:ea typeface="宋体" panose="02010600030101010101" pitchFamily="2" charset="-122"/>
                </a:rPr>
                <a:t>条规则有</a:t>
              </a:r>
              <a:r>
                <a:rPr lang="en-US" altLang="zh-CN" sz="2600" b="1" i="1" dirty="0">
                  <a:latin typeface="Times New Roman" panose="02020603050405020304" pitchFamily="18" charset="0"/>
                  <a:ea typeface="宋体" panose="02010600030101010101" pitchFamily="2" charset="-122"/>
                </a:rPr>
                <a:t>N </a:t>
              </a:r>
              <a:r>
                <a:rPr lang="zh-CN" altLang="en-US" sz="2600" b="1" dirty="0">
                  <a:latin typeface="宋体" panose="02010600030101010101" pitchFamily="2" charset="-122"/>
                  <a:ea typeface="宋体" panose="02010600030101010101" pitchFamily="2" charset="-122"/>
                </a:rPr>
                <a:t>个模糊关系：</a:t>
              </a:r>
              <a:endParaRPr lang="zh-CN" altLang="en-US" sz="2600" b="1" dirty="0">
                <a:latin typeface="宋体" panose="02010600030101010101" pitchFamily="2" charset="-122"/>
                <a:ea typeface="宋体" panose="02010600030101010101" pitchFamily="2" charset="-122"/>
              </a:endParaRPr>
            </a:p>
            <a:p>
              <a:pPr algn="just" fontAlgn="b">
                <a:spcBef>
                  <a:spcPct val="50000"/>
                </a:spcBef>
                <a:buClr>
                  <a:schemeClr val="accent2"/>
                </a:buClr>
                <a:buFont typeface="Wingdings" panose="05000000000000000000" pitchFamily="2" charset="2"/>
              </a:pPr>
              <a:r>
                <a:rPr lang="zh-CN" altLang="en-US" sz="2600" b="1" dirty="0">
                  <a:latin typeface="宋体" panose="02010600030101010101" pitchFamily="2" charset="-122"/>
                  <a:ea typeface="宋体" panose="02010600030101010101" pitchFamily="2" charset="-122"/>
                </a:rPr>
                <a:t>对于整个系统的全部控制规则所对应的模糊关系</a:t>
              </a:r>
              <a:r>
                <a:rPr lang="en-US" altLang="zh-CN" sz="2600" b="1" i="1" dirty="0">
                  <a:latin typeface="Times New Roman" panose="02020603050405020304" pitchFamily="18" charset="0"/>
                  <a:ea typeface="宋体" panose="02010600030101010101" pitchFamily="2" charset="-122"/>
                </a:rPr>
                <a:t>R</a:t>
              </a:r>
              <a:r>
                <a:rPr lang="zh-CN" altLang="en-US" sz="2600" b="1" dirty="0">
                  <a:latin typeface="宋体" panose="02010600030101010101" pitchFamily="2" charset="-122"/>
                  <a:ea typeface="宋体" panose="02010600030101010101" pitchFamily="2" charset="-122"/>
                </a:rPr>
                <a:t>：</a:t>
              </a:r>
              <a:endParaRPr lang="zh-CN" altLang="en-US" sz="2600" b="1" dirty="0">
                <a:latin typeface="宋体" panose="02010600030101010101" pitchFamily="2" charset="-122"/>
                <a:ea typeface="宋体" panose="02010600030101010101" pitchFamily="2" charset="-122"/>
              </a:endParaRPr>
            </a:p>
            <a:p>
              <a:pPr algn="just" fontAlgn="b">
                <a:spcBef>
                  <a:spcPct val="50000"/>
                </a:spcBef>
                <a:buClr>
                  <a:schemeClr val="accent2"/>
                </a:buClr>
                <a:buFont typeface="Wingdings" panose="05000000000000000000" pitchFamily="2" charset="2"/>
              </a:pPr>
              <a:endParaRPr lang="zh-CN" altLang="en-US" sz="2600" dirty="0">
                <a:latin typeface="Times New Roman" panose="02020603050405020304" pitchFamily="18" charset="0"/>
                <a:ea typeface="宋体" panose="02010600030101010101" pitchFamily="2" charset="-122"/>
              </a:endParaRPr>
            </a:p>
            <a:p>
              <a:pPr>
                <a:spcBef>
                  <a:spcPct val="50000"/>
                </a:spcBef>
                <a:buClrTx/>
                <a:buFontTx/>
              </a:pPr>
              <a:endParaRPr lang="en-US" altLang="zh-CN" sz="2600" dirty="0">
                <a:latin typeface="Arial" panose="020B0604020202020204" pitchFamily="34" charset="0"/>
                <a:ea typeface="宋体" panose="02010600030101010101" pitchFamily="2" charset="-122"/>
              </a:endParaRPr>
            </a:p>
          </p:txBody>
        </p:sp>
        <p:graphicFrame>
          <p:nvGraphicFramePr>
            <p:cNvPr id="74774" name="Object 22"/>
            <p:cNvGraphicFramePr>
              <a:graphicFrameLocks noChangeAspect="1"/>
            </p:cNvGraphicFramePr>
            <p:nvPr/>
          </p:nvGraphicFramePr>
          <p:xfrm>
            <a:off x="4240" y="2496"/>
            <a:ext cx="1273" cy="288"/>
          </p:xfrm>
          <a:graphic>
            <a:graphicData uri="http://schemas.openxmlformats.org/presentationml/2006/ole">
              <mc:AlternateContent xmlns:mc="http://schemas.openxmlformats.org/markup-compatibility/2006">
                <mc:Choice xmlns:v="urn:schemas-microsoft-com:vml" Requires="v">
                  <p:oleObj spid="_x0000_s3257" name="" r:id="rId9" imgW="13820775" imgH="3952875" progId="Equation.3">
                    <p:embed/>
                  </p:oleObj>
                </mc:Choice>
                <mc:Fallback>
                  <p:oleObj name="" r:id="rId9" imgW="13820775" imgH="3952875" progId="Equation.3">
                    <p:embed/>
                    <p:pic>
                      <p:nvPicPr>
                        <p:cNvPr id="0" name="图片 3256"/>
                        <p:cNvPicPr/>
                        <p:nvPr/>
                      </p:nvPicPr>
                      <p:blipFill>
                        <a:blip r:embed="rId10"/>
                        <a:stretch>
                          <a:fillRect/>
                        </a:stretch>
                      </p:blipFill>
                      <p:spPr>
                        <a:xfrm>
                          <a:off x="4240" y="2496"/>
                          <a:ext cx="1273" cy="288"/>
                        </a:xfrm>
                        <a:prstGeom prst="rect">
                          <a:avLst/>
                        </a:prstGeom>
                        <a:noFill/>
                        <a:ln w="38100">
                          <a:noFill/>
                          <a:miter/>
                        </a:ln>
                      </p:spPr>
                    </p:pic>
                  </p:oleObj>
                </mc:Fallback>
              </mc:AlternateContent>
            </a:graphicData>
          </a:graphic>
        </p:graphicFrame>
        <p:graphicFrame>
          <p:nvGraphicFramePr>
            <p:cNvPr id="74775" name="Object 23"/>
            <p:cNvGraphicFramePr>
              <a:graphicFrameLocks noChangeAspect="1"/>
            </p:cNvGraphicFramePr>
            <p:nvPr/>
          </p:nvGraphicFramePr>
          <p:xfrm>
            <a:off x="1728" y="3168"/>
            <a:ext cx="2616" cy="672"/>
          </p:xfrm>
          <a:graphic>
            <a:graphicData uri="http://schemas.openxmlformats.org/presentationml/2006/ole">
              <mc:AlternateContent xmlns:mc="http://schemas.openxmlformats.org/markup-compatibility/2006">
                <mc:Choice xmlns:v="urn:schemas-microsoft-com:vml" Requires="v">
                  <p:oleObj spid="_x0000_s3258" name="" r:id="rId11" imgW="28965525" imgH="7677150" progId="Equation.DSMT4">
                    <p:embed/>
                  </p:oleObj>
                </mc:Choice>
                <mc:Fallback>
                  <p:oleObj name="" r:id="rId11" imgW="28965525" imgH="7677150" progId="Equation.DSMT4">
                    <p:embed/>
                    <p:pic>
                      <p:nvPicPr>
                        <p:cNvPr id="0" name="图片 3257"/>
                        <p:cNvPicPr/>
                        <p:nvPr/>
                      </p:nvPicPr>
                      <p:blipFill>
                        <a:blip r:embed="rId12"/>
                        <a:stretch>
                          <a:fillRect/>
                        </a:stretch>
                      </p:blipFill>
                      <p:spPr>
                        <a:xfrm>
                          <a:off x="1728" y="3168"/>
                          <a:ext cx="2616" cy="672"/>
                        </a:xfrm>
                        <a:prstGeom prst="rect">
                          <a:avLst/>
                        </a:prstGeom>
                        <a:noFill/>
                        <a:ln w="38100">
                          <a:noFill/>
                          <a:miter/>
                        </a:ln>
                      </p:spPr>
                    </p:pic>
                  </p:oleObj>
                </mc:Fallback>
              </mc:AlternateContent>
            </a:graphicData>
          </a:graphic>
        </p:graphicFrame>
      </p:grpSp>
    </p:spTree>
  </p:cSld>
  <p:clrMapOvr>
    <a:masterClrMapping/>
  </p:clrMapOvr>
  <p:transition>
    <p:rand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5778" name="Rectangle 2"/>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4.4.5 </a:t>
            </a:r>
            <a:r>
              <a:rPr lang="zh-CN" altLang="en-US" b="0" dirty="0">
                <a:latin typeface="Times New Roman" panose="02020603050405020304" pitchFamily="18" charset="0"/>
              </a:rPr>
              <a:t>模糊推理</a:t>
            </a:r>
            <a:endParaRPr lang="zh-CN" altLang="en-US" b="0" dirty="0">
              <a:latin typeface="Times New Roman" panose="02020603050405020304" pitchFamily="18" charset="0"/>
            </a:endParaRPr>
          </a:p>
        </p:txBody>
      </p:sp>
      <p:sp>
        <p:nvSpPr>
          <p:cNvPr id="75779" name="Rectangle 3"/>
          <p:cNvSpPr>
            <a:spLocks noGrp="1"/>
          </p:cNvSpPr>
          <p:nvPr>
            <p:ph idx="1"/>
          </p:nvPr>
        </p:nvSpPr>
        <p:spPr>
          <a:xfrm>
            <a:off x="250825" y="908050"/>
            <a:ext cx="8435975" cy="692150"/>
          </a:xfrm>
        </p:spPr>
        <p:txBody>
          <a:bodyPr vert="horz" wrap="square" lIns="91440" tIns="45720" rIns="91440" bIns="45720" anchor="t" anchorCtr="0"/>
          <a:p>
            <a:pPr marL="196850" indent="-196850" eaLnBrk="1" hangingPunct="1">
              <a:buNone/>
            </a:pPr>
            <a:r>
              <a:rPr lang="en-US" altLang="zh-CN" sz="2800" b="1" dirty="0">
                <a:latin typeface="Times New Roman" panose="02020603050405020304" pitchFamily="18" charset="0"/>
              </a:rPr>
              <a:t>2.  </a:t>
            </a:r>
            <a:r>
              <a:rPr lang="zh-CN" altLang="en-US" sz="2800" b="1" dirty="0">
                <a:latin typeface="Times New Roman" panose="02020603050405020304" pitchFamily="18" charset="0"/>
              </a:rPr>
              <a:t>对 </a:t>
            </a:r>
            <a:r>
              <a:rPr lang="en-US" altLang="zh-CN" sz="2800" b="1" dirty="0">
                <a:latin typeface="Times New Roman" panose="02020603050405020304" pitchFamily="18" charset="0"/>
              </a:rPr>
              <a:t>IF  </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  THEN  </a:t>
            </a:r>
            <a:r>
              <a:rPr lang="en-US" altLang="zh-CN" sz="2800" b="1" i="1" dirty="0">
                <a:latin typeface="Times New Roman" panose="02020603050405020304" pitchFamily="18" charset="0"/>
              </a:rPr>
              <a:t>B </a:t>
            </a:r>
            <a:r>
              <a:rPr lang="zh-CN" altLang="en-US" sz="2800" b="1" dirty="0">
                <a:latin typeface="Times New Roman" panose="02020603050405020304" pitchFamily="18" charset="0"/>
              </a:rPr>
              <a:t>类型的模糊规则的推理 </a:t>
            </a:r>
            <a:r>
              <a:rPr lang="zh-CN" altLang="en-US" sz="2600" b="1" dirty="0">
                <a:latin typeface="Times New Roman" panose="02020603050405020304" pitchFamily="18" charset="0"/>
              </a:rPr>
              <a:t> </a:t>
            </a:r>
            <a:endParaRPr lang="zh-CN" altLang="en-US" sz="2600" b="1" dirty="0">
              <a:latin typeface="Times New Roman" panose="02020603050405020304" pitchFamily="18" charset="0"/>
            </a:endParaRPr>
          </a:p>
        </p:txBody>
      </p:sp>
      <p:sp>
        <p:nvSpPr>
          <p:cNvPr id="75780" name="Rectangle 4"/>
          <p:cNvSpPr/>
          <p:nvPr/>
        </p:nvSpPr>
        <p:spPr>
          <a:xfrm>
            <a:off x="4224338" y="33385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5781" name="Rectangle 5"/>
          <p:cNvSpPr/>
          <p:nvPr/>
        </p:nvSpPr>
        <p:spPr>
          <a:xfrm>
            <a:off x="3581400"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5782" name="Rectangle 6"/>
          <p:cNvSpPr/>
          <p:nvPr/>
        </p:nvSpPr>
        <p:spPr>
          <a:xfrm>
            <a:off x="3486150"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5783" name="Rectangle 7"/>
          <p:cNvSpPr/>
          <p:nvPr/>
        </p:nvSpPr>
        <p:spPr>
          <a:xfrm>
            <a:off x="3852863" y="329088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5784" name="Rectangle 8"/>
          <p:cNvSpPr/>
          <p:nvPr/>
        </p:nvSpPr>
        <p:spPr>
          <a:xfrm>
            <a:off x="3486150" y="32623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5785" name="Rectangle 10"/>
          <p:cNvSpPr/>
          <p:nvPr/>
        </p:nvSpPr>
        <p:spPr>
          <a:xfrm>
            <a:off x="4019550" y="3200400"/>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5786" name="Rectangle 11"/>
          <p:cNvSpPr/>
          <p:nvPr/>
        </p:nvSpPr>
        <p:spPr>
          <a:xfrm>
            <a:off x="4291013" y="33385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5787" name="Rectangle 12"/>
          <p:cNvSpPr/>
          <p:nvPr/>
        </p:nvSpPr>
        <p:spPr>
          <a:xfrm>
            <a:off x="2400300" y="22526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5788" name="Rectangle 13"/>
          <p:cNvSpPr/>
          <p:nvPr/>
        </p:nvSpPr>
        <p:spPr>
          <a:xfrm>
            <a:off x="3643313" y="332898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428047" name="Text Box 15"/>
          <p:cNvSpPr txBox="1"/>
          <p:nvPr/>
        </p:nvSpPr>
        <p:spPr>
          <a:xfrm>
            <a:off x="342900" y="1676400"/>
            <a:ext cx="8458200" cy="5102225"/>
          </a:xfrm>
          <a:prstGeom prst="rect">
            <a:avLst/>
          </a:prstGeom>
          <a:gradFill rotWithShape="0">
            <a:gsLst>
              <a:gs pos="0">
                <a:srgbClr val="FFFFFF"/>
              </a:gs>
              <a:gs pos="100000">
                <a:srgbClr val="FFFF99"/>
              </a:gs>
            </a:gsLst>
            <a:lin ang="5400000" scaled="1"/>
            <a:tileRect/>
          </a:gradFill>
          <a:ln w="9525" cap="flat" cmpd="sng">
            <a:solidFill>
              <a:srgbClr val="808080"/>
            </a:solidFill>
            <a:prstDash val="solid"/>
            <a:miter/>
            <a:headEnd type="none" w="med" len="med"/>
            <a:tailEnd type="none" w="med" len="med"/>
          </a:ln>
        </p:spPr>
        <p:txBody>
          <a:bodyPr anchor="t" anchorCtr="0">
            <a:spAutoFit/>
          </a:bodyPr>
          <a:p>
            <a:pPr algn="just">
              <a:lnSpc>
                <a:spcPct val="140000"/>
              </a:lnSpc>
              <a:buClr>
                <a:schemeClr val="accent2"/>
              </a:buClr>
              <a:buFont typeface="Wingdings" panose="05000000000000000000" pitchFamily="2" charset="2"/>
              <a:buChar char="§"/>
            </a:pPr>
            <a:r>
              <a:rPr lang="en-US" altLang="zh-CN" sz="2600" b="1" dirty="0">
                <a:latin typeface="Times New Roman" panose="02020603050405020304" pitchFamily="18" charset="0"/>
                <a:ea typeface="宋体" panose="02010600030101010101" pitchFamily="2" charset="-122"/>
              </a:rPr>
              <a:t> </a:t>
            </a:r>
            <a:r>
              <a:rPr lang="zh-CN" altLang="en-US" sz="2600" b="1" dirty="0">
                <a:latin typeface="Times New Roman" panose="02020603050405020304" pitchFamily="18" charset="0"/>
                <a:ea typeface="宋体" panose="02010600030101010101" pitchFamily="2" charset="-122"/>
              </a:rPr>
              <a:t>例</a:t>
            </a:r>
            <a:r>
              <a:rPr lang="en-US" altLang="zh-CN" sz="2600" b="1" dirty="0">
                <a:latin typeface="Times New Roman" panose="02020603050405020304" pitchFamily="18" charset="0"/>
                <a:ea typeface="宋体" panose="02010600030101010101" pitchFamily="2" charset="-122"/>
              </a:rPr>
              <a:t>9  </a:t>
            </a:r>
            <a:r>
              <a:rPr lang="zh-CN" altLang="en-US" sz="2600" b="1" dirty="0">
                <a:latin typeface="Times New Roman" panose="02020603050405020304" pitchFamily="18" charset="0"/>
                <a:ea typeface="宋体" panose="02010600030101010101" pitchFamily="2" charset="-122"/>
              </a:rPr>
              <a:t>已知输入</a:t>
            </a:r>
            <a:r>
              <a:rPr lang="zh-CN" altLang="en-US" sz="2600" b="1" dirty="0">
                <a:latin typeface="宋体" panose="02010600030101010101" pitchFamily="2" charset="-122"/>
                <a:ea typeface="宋体" panose="02010600030101010101" pitchFamily="2" charset="-122"/>
              </a:rPr>
              <a:t>的模糊集合</a:t>
            </a:r>
            <a:r>
              <a:rPr lang="en-US" altLang="zh-CN" sz="2600" b="1" i="1" dirty="0">
                <a:latin typeface="Times New Roman" panose="02020603050405020304" pitchFamily="18" charset="0"/>
                <a:ea typeface="宋体" panose="02010600030101010101" pitchFamily="2" charset="-122"/>
              </a:rPr>
              <a:t>A</a:t>
            </a:r>
            <a:r>
              <a:rPr lang="zh-CN" altLang="en-US" sz="2600" b="1" dirty="0">
                <a:latin typeface="宋体" panose="02010600030101010101" pitchFamily="2" charset="-122"/>
                <a:ea typeface="宋体" panose="02010600030101010101" pitchFamily="2" charset="-122"/>
              </a:rPr>
              <a:t>和输出的模糊集合</a:t>
            </a:r>
            <a:r>
              <a:rPr lang="en-US" altLang="zh-CN" sz="2600" b="1" i="1" dirty="0">
                <a:latin typeface="Times New Roman" panose="02020603050405020304" pitchFamily="18" charset="0"/>
                <a:ea typeface="宋体" panose="02010600030101010101" pitchFamily="2" charset="-122"/>
              </a:rPr>
              <a:t>B</a:t>
            </a:r>
            <a:r>
              <a:rPr lang="zh-CN" altLang="en-US" sz="2600" b="1" dirty="0">
                <a:latin typeface="Times New Roman" panose="02020603050405020304" pitchFamily="18" charset="0"/>
                <a:ea typeface="宋体" panose="02010600030101010101" pitchFamily="2" charset="-122"/>
              </a:rPr>
              <a:t>：</a:t>
            </a:r>
            <a:endParaRPr lang="zh-CN" altLang="en-US"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zh-CN" altLang="en-US"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zh-CN" altLang="en-US"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zh-CN" altLang="en-US"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zh-CN" altLang="en-US"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zh-CN" altLang="en-US"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zh-CN" altLang="en-US"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zh-CN" altLang="en-US"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en-US" altLang="zh-CN" sz="2600" b="1" dirty="0">
              <a:latin typeface="Times New Roman" panose="02020603050405020304" pitchFamily="18" charset="0"/>
              <a:ea typeface="宋体" panose="02010600030101010101" pitchFamily="2" charset="-122"/>
            </a:endParaRPr>
          </a:p>
        </p:txBody>
      </p:sp>
      <p:sp>
        <p:nvSpPr>
          <p:cNvPr id="75790" name="Rectangle 20"/>
          <p:cNvSpPr/>
          <p:nvPr/>
        </p:nvSpPr>
        <p:spPr>
          <a:xfrm>
            <a:off x="3733800" y="32051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428058" name="Object 26"/>
          <p:cNvGraphicFramePr>
            <a:graphicFrameLocks noChangeAspect="1"/>
          </p:cNvGraphicFramePr>
          <p:nvPr/>
        </p:nvGraphicFramePr>
        <p:xfrm>
          <a:off x="1447800" y="2438400"/>
          <a:ext cx="6611938" cy="457200"/>
        </p:xfrm>
        <a:graphic>
          <a:graphicData uri="http://schemas.openxmlformats.org/presentationml/2006/ole">
            <mc:AlternateContent xmlns:mc="http://schemas.openxmlformats.org/markup-compatibility/2006">
              <mc:Choice xmlns:v="urn:schemas-microsoft-com:vml" Requires="v">
                <p:oleObj spid="_x0000_s3260" name="" r:id="rId1" imgW="51568350" imgH="3514725" progId="Equation.DSMT4">
                  <p:embed/>
                </p:oleObj>
              </mc:Choice>
              <mc:Fallback>
                <p:oleObj name="" r:id="rId1" imgW="51568350" imgH="3514725" progId="Equation.DSMT4">
                  <p:embed/>
                  <p:pic>
                    <p:nvPicPr>
                      <p:cNvPr id="0" name="图片 3259"/>
                      <p:cNvPicPr/>
                      <p:nvPr/>
                    </p:nvPicPr>
                    <p:blipFill>
                      <a:blip r:embed="rId2"/>
                      <a:stretch>
                        <a:fillRect/>
                      </a:stretch>
                    </p:blipFill>
                    <p:spPr>
                      <a:xfrm>
                        <a:off x="1447800" y="2438400"/>
                        <a:ext cx="6611938" cy="457200"/>
                      </a:xfrm>
                      <a:prstGeom prst="rect">
                        <a:avLst/>
                      </a:prstGeom>
                      <a:noFill/>
                      <a:ln w="38100">
                        <a:noFill/>
                        <a:miter/>
                      </a:ln>
                    </p:spPr>
                  </p:pic>
                </p:oleObj>
              </mc:Fallback>
            </mc:AlternateContent>
          </a:graphicData>
        </a:graphic>
      </p:graphicFrame>
      <p:graphicFrame>
        <p:nvGraphicFramePr>
          <p:cNvPr id="428057" name="Object 25"/>
          <p:cNvGraphicFramePr>
            <a:graphicFrameLocks noChangeAspect="1"/>
          </p:cNvGraphicFramePr>
          <p:nvPr/>
        </p:nvGraphicFramePr>
        <p:xfrm>
          <a:off x="1457325" y="2971800"/>
          <a:ext cx="5237163" cy="457200"/>
        </p:xfrm>
        <a:graphic>
          <a:graphicData uri="http://schemas.openxmlformats.org/presentationml/2006/ole">
            <mc:AlternateContent xmlns:mc="http://schemas.openxmlformats.org/markup-compatibility/2006">
              <mc:Choice xmlns:v="urn:schemas-microsoft-com:vml" Requires="v">
                <p:oleObj spid="_x0000_s3256" name="" r:id="rId3" imgW="40814625" imgH="3514725" progId="Equation.DSMT4">
                  <p:embed/>
                </p:oleObj>
              </mc:Choice>
              <mc:Fallback>
                <p:oleObj name="" r:id="rId3" imgW="40814625" imgH="3514725" progId="Equation.DSMT4">
                  <p:embed/>
                  <p:pic>
                    <p:nvPicPr>
                      <p:cNvPr id="0" name="图片 3255"/>
                      <p:cNvPicPr/>
                      <p:nvPr/>
                    </p:nvPicPr>
                    <p:blipFill>
                      <a:blip r:embed="rId4"/>
                      <a:stretch>
                        <a:fillRect/>
                      </a:stretch>
                    </p:blipFill>
                    <p:spPr>
                      <a:xfrm>
                        <a:off x="1457325" y="2971800"/>
                        <a:ext cx="5237163" cy="457200"/>
                      </a:xfrm>
                      <a:prstGeom prst="rect">
                        <a:avLst/>
                      </a:prstGeom>
                      <a:noFill/>
                      <a:ln w="38100">
                        <a:noFill/>
                        <a:miter/>
                      </a:ln>
                    </p:spPr>
                  </p:pic>
                </p:oleObj>
              </mc:Fallback>
            </mc:AlternateContent>
          </a:graphicData>
        </a:graphic>
      </p:graphicFrame>
      <p:sp>
        <p:nvSpPr>
          <p:cNvPr id="75793" name="Rectangle 29"/>
          <p:cNvSpPr/>
          <p:nvPr/>
        </p:nvSpPr>
        <p:spPr>
          <a:xfrm>
            <a:off x="3005138" y="2857500"/>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428062" name="Rectangle 30"/>
          <p:cNvSpPr/>
          <p:nvPr/>
        </p:nvSpPr>
        <p:spPr>
          <a:xfrm>
            <a:off x="381000" y="3702050"/>
            <a:ext cx="4316413" cy="488950"/>
          </a:xfrm>
          <a:prstGeom prst="rect">
            <a:avLst/>
          </a:prstGeom>
          <a:noFill/>
          <a:ln w="9525">
            <a:noFill/>
          </a:ln>
        </p:spPr>
        <p:txBody>
          <a:bodyPr wrap="none" anchor="t" anchorCtr="0">
            <a:spAutoFit/>
          </a:bodyPr>
          <a:p>
            <a:pPr>
              <a:buClr>
                <a:srgbClr val="0000FF"/>
              </a:buClr>
              <a:buFont typeface="Wingdings" panose="05000000000000000000" pitchFamily="2" charset="2"/>
              <a:buChar char="§"/>
            </a:pPr>
            <a:r>
              <a:rPr lang="zh-CN" altLang="en-US" sz="2600" b="1" dirty="0">
                <a:latin typeface="Times New Roman" panose="02020603050405020304" pitchFamily="18" charset="0"/>
                <a:ea typeface="宋体" panose="02010600030101010101" pitchFamily="2" charset="-122"/>
              </a:rPr>
              <a:t>前面已经求得模糊关系为：</a:t>
            </a:r>
            <a:endParaRPr lang="zh-CN" altLang="en-US" sz="2600" b="1" dirty="0">
              <a:latin typeface="Times New Roman" panose="02020603050405020304" pitchFamily="18" charset="0"/>
              <a:ea typeface="宋体" panose="02010600030101010101" pitchFamily="2" charset="-122"/>
            </a:endParaRPr>
          </a:p>
        </p:txBody>
      </p:sp>
      <p:graphicFrame>
        <p:nvGraphicFramePr>
          <p:cNvPr id="428064" name="Object 32"/>
          <p:cNvGraphicFramePr>
            <a:graphicFrameLocks noChangeAspect="1"/>
          </p:cNvGraphicFramePr>
          <p:nvPr/>
        </p:nvGraphicFramePr>
        <p:xfrm>
          <a:off x="1600200" y="4267200"/>
          <a:ext cx="2655888" cy="2335213"/>
        </p:xfrm>
        <a:graphic>
          <a:graphicData uri="http://schemas.openxmlformats.org/presentationml/2006/ole">
            <mc:AlternateContent xmlns:mc="http://schemas.openxmlformats.org/markup-compatibility/2006">
              <mc:Choice xmlns:v="urn:schemas-microsoft-com:vml" Requires="v">
                <p:oleObj spid="_x0000_s3259" name="" r:id="rId5" imgW="27870150" imgH="19745325" progId="Equation.3">
                  <p:embed/>
                </p:oleObj>
              </mc:Choice>
              <mc:Fallback>
                <p:oleObj name="" r:id="rId5" imgW="27870150" imgH="19745325" progId="Equation.3">
                  <p:embed/>
                  <p:pic>
                    <p:nvPicPr>
                      <p:cNvPr id="0" name="图片 3258"/>
                      <p:cNvPicPr/>
                      <p:nvPr/>
                    </p:nvPicPr>
                    <p:blipFill>
                      <a:blip r:embed="rId6"/>
                      <a:stretch>
                        <a:fillRect/>
                      </a:stretch>
                    </p:blipFill>
                    <p:spPr>
                      <a:xfrm>
                        <a:off x="1600200" y="4267200"/>
                        <a:ext cx="2655888" cy="2335213"/>
                      </a:xfrm>
                      <a:prstGeom prst="rect">
                        <a:avLst/>
                      </a:prstGeom>
                      <a:no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28047"/>
                                        </p:tgtEl>
                                        <p:attrNameLst>
                                          <p:attrName>style.visibility</p:attrName>
                                        </p:attrNameLst>
                                      </p:cBhvr>
                                      <p:to>
                                        <p:strVal val="visible"/>
                                      </p:to>
                                    </p:set>
                                    <p:animEffect transition="in" filter="blinds(horizontal)">
                                      <p:cBhvr>
                                        <p:cTn id="7" dur="500"/>
                                        <p:tgtEl>
                                          <p:spTgt spid="428047"/>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428058"/>
                                        </p:tgtEl>
                                        <p:attrNameLst>
                                          <p:attrName>style.visibility</p:attrName>
                                        </p:attrNameLst>
                                      </p:cBhvr>
                                      <p:to>
                                        <p:strVal val="visible"/>
                                      </p:to>
                                    </p:set>
                                    <p:anim calcmode="lin" valueType="num">
                                      <p:cBhvr additive="base">
                                        <p:cTn id="11" dur="500" fill="hold"/>
                                        <p:tgtEl>
                                          <p:spTgt spid="428058"/>
                                        </p:tgtEl>
                                        <p:attrNameLst>
                                          <p:attrName>ppt_x</p:attrName>
                                        </p:attrNameLst>
                                      </p:cBhvr>
                                      <p:tavLst>
                                        <p:tav tm="0">
                                          <p:val>
                                            <p:strVal val="0-#ppt_w/2"/>
                                          </p:val>
                                        </p:tav>
                                        <p:tav tm="100000">
                                          <p:val>
                                            <p:strVal val="#ppt_x"/>
                                          </p:val>
                                        </p:tav>
                                      </p:tavLst>
                                    </p:anim>
                                    <p:anim calcmode="lin" valueType="num">
                                      <p:cBhvr additive="base">
                                        <p:cTn id="12" dur="500" fill="hold"/>
                                        <p:tgtEl>
                                          <p:spTgt spid="428058"/>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8" fill="hold" nodeType="afterEffect">
                                  <p:stCondLst>
                                    <p:cond delay="0"/>
                                  </p:stCondLst>
                                  <p:childTnLst>
                                    <p:set>
                                      <p:cBhvr>
                                        <p:cTn id="15" dur="1" fill="hold">
                                          <p:stCondLst>
                                            <p:cond delay="0"/>
                                          </p:stCondLst>
                                        </p:cTn>
                                        <p:tgtEl>
                                          <p:spTgt spid="428057"/>
                                        </p:tgtEl>
                                        <p:attrNameLst>
                                          <p:attrName>style.visibility</p:attrName>
                                        </p:attrNameLst>
                                      </p:cBhvr>
                                      <p:to>
                                        <p:strVal val="visible"/>
                                      </p:to>
                                    </p:set>
                                    <p:anim calcmode="lin" valueType="num">
                                      <p:cBhvr additive="base">
                                        <p:cTn id="16" dur="500" fill="hold"/>
                                        <p:tgtEl>
                                          <p:spTgt spid="428057"/>
                                        </p:tgtEl>
                                        <p:attrNameLst>
                                          <p:attrName>ppt_x</p:attrName>
                                        </p:attrNameLst>
                                      </p:cBhvr>
                                      <p:tavLst>
                                        <p:tav tm="0">
                                          <p:val>
                                            <p:strVal val="0-#ppt_w/2"/>
                                          </p:val>
                                        </p:tav>
                                        <p:tav tm="100000">
                                          <p:val>
                                            <p:strVal val="#ppt_x"/>
                                          </p:val>
                                        </p:tav>
                                      </p:tavLst>
                                    </p:anim>
                                    <p:anim calcmode="lin" valueType="num">
                                      <p:cBhvr additive="base">
                                        <p:cTn id="17" dur="500" fill="hold"/>
                                        <p:tgtEl>
                                          <p:spTgt spid="428057"/>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428062"/>
                                        </p:tgtEl>
                                        <p:attrNameLst>
                                          <p:attrName>style.visibility</p:attrName>
                                        </p:attrNameLst>
                                      </p:cBhvr>
                                      <p:to>
                                        <p:strVal val="visible"/>
                                      </p:to>
                                    </p:set>
                                    <p:anim calcmode="lin" valueType="num">
                                      <p:cBhvr additive="base">
                                        <p:cTn id="22" dur="500" fill="hold"/>
                                        <p:tgtEl>
                                          <p:spTgt spid="428062"/>
                                        </p:tgtEl>
                                        <p:attrNameLst>
                                          <p:attrName>ppt_x</p:attrName>
                                        </p:attrNameLst>
                                      </p:cBhvr>
                                      <p:tavLst>
                                        <p:tav tm="0">
                                          <p:val>
                                            <p:strVal val="#ppt_x"/>
                                          </p:val>
                                        </p:tav>
                                        <p:tav tm="100000">
                                          <p:val>
                                            <p:strVal val="#ppt_x"/>
                                          </p:val>
                                        </p:tav>
                                      </p:tavLst>
                                    </p:anim>
                                    <p:anim calcmode="lin" valueType="num">
                                      <p:cBhvr additive="base">
                                        <p:cTn id="23" dur="500" fill="hold"/>
                                        <p:tgtEl>
                                          <p:spTgt spid="428062"/>
                                        </p:tgtEl>
                                        <p:attrNameLst>
                                          <p:attrName>ppt_y</p:attrName>
                                        </p:attrNameLst>
                                      </p:cBhvr>
                                      <p:tavLst>
                                        <p:tav tm="0">
                                          <p:val>
                                            <p:strVal val="1+#ppt_h/2"/>
                                          </p:val>
                                        </p:tav>
                                        <p:tav tm="100000">
                                          <p:val>
                                            <p:strVal val="#ppt_y"/>
                                          </p:val>
                                        </p:tav>
                                      </p:tavLst>
                                    </p:anim>
                                  </p:childTnLst>
                                </p:cTn>
                              </p:par>
                            </p:childTnLst>
                          </p:cTn>
                        </p:par>
                        <p:par>
                          <p:cTn id="24" fill="hold">
                            <p:stCondLst>
                              <p:cond delay="500"/>
                            </p:stCondLst>
                            <p:childTnLst>
                              <p:par>
                                <p:cTn id="25" presetID="2" presetClass="entr" presetSubtype="2" fill="hold" nodeType="afterEffect">
                                  <p:stCondLst>
                                    <p:cond delay="0"/>
                                  </p:stCondLst>
                                  <p:childTnLst>
                                    <p:set>
                                      <p:cBhvr>
                                        <p:cTn id="26" dur="1" fill="hold">
                                          <p:stCondLst>
                                            <p:cond delay="0"/>
                                          </p:stCondLst>
                                        </p:cTn>
                                        <p:tgtEl>
                                          <p:spTgt spid="428064"/>
                                        </p:tgtEl>
                                        <p:attrNameLst>
                                          <p:attrName>style.visibility</p:attrName>
                                        </p:attrNameLst>
                                      </p:cBhvr>
                                      <p:to>
                                        <p:strVal val="visible"/>
                                      </p:to>
                                    </p:set>
                                    <p:anim calcmode="lin" valueType="num">
                                      <p:cBhvr additive="base">
                                        <p:cTn id="27" dur="500" fill="hold"/>
                                        <p:tgtEl>
                                          <p:spTgt spid="428064"/>
                                        </p:tgtEl>
                                        <p:attrNameLst>
                                          <p:attrName>ppt_x</p:attrName>
                                        </p:attrNameLst>
                                      </p:cBhvr>
                                      <p:tavLst>
                                        <p:tav tm="0">
                                          <p:val>
                                            <p:strVal val="1+#ppt_w/2"/>
                                          </p:val>
                                        </p:tav>
                                        <p:tav tm="100000">
                                          <p:val>
                                            <p:strVal val="#ppt_x"/>
                                          </p:val>
                                        </p:tav>
                                      </p:tavLst>
                                    </p:anim>
                                    <p:anim calcmode="lin" valueType="num">
                                      <p:cBhvr additive="base">
                                        <p:cTn id="28" dur="500" fill="hold"/>
                                        <p:tgtEl>
                                          <p:spTgt spid="4280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047" grpId="0" animBg="1"/>
      <p:bldP spid="42806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6802" name="Rectangle 2"/>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4.4.5 </a:t>
            </a:r>
            <a:r>
              <a:rPr lang="zh-CN" altLang="en-US" b="0" dirty="0">
                <a:latin typeface="Times New Roman" panose="02020603050405020304" pitchFamily="18" charset="0"/>
              </a:rPr>
              <a:t>模糊推理</a:t>
            </a:r>
            <a:endParaRPr lang="zh-CN" altLang="en-US" b="0" dirty="0">
              <a:latin typeface="Times New Roman" panose="02020603050405020304" pitchFamily="18" charset="0"/>
            </a:endParaRPr>
          </a:p>
        </p:txBody>
      </p:sp>
      <p:sp>
        <p:nvSpPr>
          <p:cNvPr id="76803" name="Rectangle 3"/>
          <p:cNvSpPr>
            <a:spLocks noGrp="1"/>
          </p:cNvSpPr>
          <p:nvPr>
            <p:ph idx="1"/>
          </p:nvPr>
        </p:nvSpPr>
        <p:spPr>
          <a:xfrm>
            <a:off x="250825" y="908050"/>
            <a:ext cx="8435975" cy="692150"/>
          </a:xfrm>
        </p:spPr>
        <p:txBody>
          <a:bodyPr vert="horz" wrap="square" lIns="91440" tIns="45720" rIns="91440" bIns="45720" anchor="t" anchorCtr="0"/>
          <a:p>
            <a:pPr marL="196850" indent="-196850" eaLnBrk="1" hangingPunct="1">
              <a:buNone/>
            </a:pPr>
            <a:r>
              <a:rPr lang="en-US" altLang="zh-CN" sz="2800" b="1" dirty="0">
                <a:latin typeface="Times New Roman" panose="02020603050405020304" pitchFamily="18" charset="0"/>
              </a:rPr>
              <a:t>2.  </a:t>
            </a:r>
            <a:r>
              <a:rPr lang="zh-CN" altLang="en-US" sz="2800" b="1" dirty="0">
                <a:latin typeface="Times New Roman" panose="02020603050405020304" pitchFamily="18" charset="0"/>
              </a:rPr>
              <a:t>对 </a:t>
            </a:r>
            <a:r>
              <a:rPr lang="en-US" altLang="zh-CN" sz="2800" b="1" dirty="0">
                <a:latin typeface="Times New Roman" panose="02020603050405020304" pitchFamily="18" charset="0"/>
              </a:rPr>
              <a:t>IF  </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  THEN  </a:t>
            </a:r>
            <a:r>
              <a:rPr lang="en-US" altLang="zh-CN" sz="2800" b="1" i="1" dirty="0">
                <a:latin typeface="Times New Roman" panose="02020603050405020304" pitchFamily="18" charset="0"/>
              </a:rPr>
              <a:t>B </a:t>
            </a:r>
            <a:r>
              <a:rPr lang="zh-CN" altLang="en-US" sz="2800" b="1" dirty="0">
                <a:latin typeface="Times New Roman" panose="02020603050405020304" pitchFamily="18" charset="0"/>
              </a:rPr>
              <a:t>类型的模糊规则的推理 </a:t>
            </a:r>
            <a:r>
              <a:rPr lang="zh-CN" altLang="en-US" sz="2600" b="1" dirty="0">
                <a:latin typeface="Times New Roman" panose="02020603050405020304" pitchFamily="18" charset="0"/>
              </a:rPr>
              <a:t> </a:t>
            </a:r>
            <a:endParaRPr lang="zh-CN" altLang="en-US" sz="2600" b="1" dirty="0">
              <a:latin typeface="Times New Roman" panose="02020603050405020304" pitchFamily="18" charset="0"/>
            </a:endParaRPr>
          </a:p>
        </p:txBody>
      </p:sp>
      <p:sp>
        <p:nvSpPr>
          <p:cNvPr id="76804" name="Rectangle 4"/>
          <p:cNvSpPr/>
          <p:nvPr/>
        </p:nvSpPr>
        <p:spPr>
          <a:xfrm>
            <a:off x="4224338" y="33385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6805" name="Rectangle 5"/>
          <p:cNvSpPr/>
          <p:nvPr/>
        </p:nvSpPr>
        <p:spPr>
          <a:xfrm>
            <a:off x="3581400"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6806" name="Rectangle 6"/>
          <p:cNvSpPr/>
          <p:nvPr/>
        </p:nvSpPr>
        <p:spPr>
          <a:xfrm>
            <a:off x="3486150" y="33194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6807" name="Rectangle 7"/>
          <p:cNvSpPr/>
          <p:nvPr/>
        </p:nvSpPr>
        <p:spPr>
          <a:xfrm>
            <a:off x="3852863" y="329088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6808" name="Rectangle 8"/>
          <p:cNvSpPr/>
          <p:nvPr/>
        </p:nvSpPr>
        <p:spPr>
          <a:xfrm>
            <a:off x="3486150" y="32623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6809" name="Rectangle 10"/>
          <p:cNvSpPr/>
          <p:nvPr/>
        </p:nvSpPr>
        <p:spPr>
          <a:xfrm>
            <a:off x="4019550" y="3200400"/>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6810" name="Rectangle 11"/>
          <p:cNvSpPr/>
          <p:nvPr/>
        </p:nvSpPr>
        <p:spPr>
          <a:xfrm>
            <a:off x="4291013" y="33385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6811" name="Rectangle 12"/>
          <p:cNvSpPr/>
          <p:nvPr/>
        </p:nvSpPr>
        <p:spPr>
          <a:xfrm>
            <a:off x="2400300" y="22526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6812" name="Rectangle 13"/>
          <p:cNvSpPr/>
          <p:nvPr/>
        </p:nvSpPr>
        <p:spPr>
          <a:xfrm>
            <a:off x="3643313" y="332898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6813" name="Text Box 14"/>
          <p:cNvSpPr txBox="1"/>
          <p:nvPr/>
        </p:nvSpPr>
        <p:spPr>
          <a:xfrm>
            <a:off x="342900" y="1676400"/>
            <a:ext cx="8458200" cy="3990975"/>
          </a:xfrm>
          <a:prstGeom prst="rect">
            <a:avLst/>
          </a:prstGeom>
          <a:gradFill rotWithShape="0">
            <a:gsLst>
              <a:gs pos="0">
                <a:srgbClr val="FFFFFF"/>
              </a:gs>
              <a:gs pos="100000">
                <a:srgbClr val="FFFF99"/>
              </a:gs>
            </a:gsLst>
            <a:lin ang="0" scaled="1"/>
            <a:tileRect/>
          </a:gradFill>
          <a:ln w="9525" cap="flat" cmpd="sng">
            <a:solidFill>
              <a:srgbClr val="808080"/>
            </a:solidFill>
            <a:prstDash val="solid"/>
            <a:miter/>
            <a:headEnd type="none" w="med" len="med"/>
            <a:tailEnd type="none" w="med" len="med"/>
          </a:ln>
        </p:spPr>
        <p:txBody>
          <a:bodyPr anchor="t" anchorCtr="0">
            <a:spAutoFit/>
          </a:bodyPr>
          <a:p>
            <a:pPr algn="just">
              <a:lnSpc>
                <a:spcPct val="140000"/>
              </a:lnSpc>
              <a:buClr>
                <a:schemeClr val="accent2"/>
              </a:buClr>
              <a:buFont typeface="Wingdings" panose="05000000000000000000" pitchFamily="2" charset="2"/>
              <a:buChar char="§"/>
            </a:pPr>
            <a:endParaRPr lang="en-US" altLang="zh-CN"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en-US" altLang="zh-CN"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en-US" altLang="zh-CN"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en-US" altLang="zh-CN"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en-US" altLang="zh-CN"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en-US" altLang="zh-CN" sz="2600" b="1" dirty="0">
              <a:latin typeface="Times New Roman" panose="02020603050405020304" pitchFamily="18" charset="0"/>
              <a:ea typeface="宋体" panose="02010600030101010101" pitchFamily="2" charset="-122"/>
            </a:endParaRPr>
          </a:p>
          <a:p>
            <a:pPr algn="just">
              <a:lnSpc>
                <a:spcPct val="140000"/>
              </a:lnSpc>
              <a:buClr>
                <a:schemeClr val="accent2"/>
              </a:buClr>
              <a:buFont typeface="Wingdings" panose="05000000000000000000" pitchFamily="2" charset="2"/>
              <a:buChar char="§"/>
            </a:pPr>
            <a:endParaRPr lang="en-US" altLang="zh-CN" sz="2600" b="1" dirty="0">
              <a:latin typeface="Times New Roman" panose="02020603050405020304" pitchFamily="18" charset="0"/>
              <a:ea typeface="宋体" panose="02010600030101010101" pitchFamily="2" charset="-122"/>
            </a:endParaRPr>
          </a:p>
        </p:txBody>
      </p:sp>
      <p:sp>
        <p:nvSpPr>
          <p:cNvPr id="76814" name="Rectangle 15"/>
          <p:cNvSpPr/>
          <p:nvPr/>
        </p:nvSpPr>
        <p:spPr>
          <a:xfrm>
            <a:off x="3733800" y="320516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6815" name="Rectangle 16"/>
          <p:cNvSpPr/>
          <p:nvPr/>
        </p:nvSpPr>
        <p:spPr>
          <a:xfrm>
            <a:off x="0" y="3306763"/>
            <a:ext cx="9144000" cy="244475"/>
          </a:xfrm>
          <a:prstGeom prst="rect">
            <a:avLst/>
          </a:prstGeom>
          <a:noFill/>
          <a:ln w="9525">
            <a:noFill/>
          </a:ln>
        </p:spPr>
        <p:txBody>
          <a:bodyPr anchor="t" anchorCtr="0">
            <a:spAutoFit/>
          </a:bodyPr>
          <a:p>
            <a:pPr>
              <a:buClrTx/>
              <a:buFontTx/>
            </a:pPr>
            <a:r>
              <a:rPr lang="en-US" altLang="zh-CN" sz="1000" dirty="0">
                <a:latin typeface="Times New Roman" panose="02020603050405020304" pitchFamily="18" charset="0"/>
                <a:ea typeface="宋体" panose="02010600030101010101" pitchFamily="2" charset="-122"/>
              </a:rPr>
              <a:t> </a:t>
            </a:r>
            <a:endParaRPr lang="en-US" altLang="zh-CN" dirty="0">
              <a:latin typeface="Arial" panose="020B0604020202020204" pitchFamily="34" charset="0"/>
              <a:ea typeface="宋体" panose="02010600030101010101" pitchFamily="2" charset="-122"/>
            </a:endParaRPr>
          </a:p>
        </p:txBody>
      </p:sp>
      <p:sp>
        <p:nvSpPr>
          <p:cNvPr id="76816" name="Rectangle 17"/>
          <p:cNvSpPr/>
          <p:nvPr/>
        </p:nvSpPr>
        <p:spPr>
          <a:xfrm>
            <a:off x="3005138" y="2857500"/>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6817" name="Rectangle 18"/>
          <p:cNvSpPr/>
          <p:nvPr/>
        </p:nvSpPr>
        <p:spPr>
          <a:xfrm>
            <a:off x="0" y="2852738"/>
            <a:ext cx="9144000" cy="244475"/>
          </a:xfrm>
          <a:prstGeom prst="rect">
            <a:avLst/>
          </a:prstGeom>
          <a:noFill/>
          <a:ln w="9525">
            <a:noFill/>
          </a:ln>
        </p:spPr>
        <p:txBody>
          <a:bodyPr anchor="t" anchorCtr="0">
            <a:spAutoFit/>
          </a:bodyPr>
          <a:p>
            <a:pPr>
              <a:buClrTx/>
              <a:buFontTx/>
            </a:pPr>
            <a:r>
              <a:rPr lang="en-US" altLang="zh-CN" sz="1000" dirty="0">
                <a:latin typeface="Times New Roman" panose="02020603050405020304" pitchFamily="18" charset="0"/>
                <a:ea typeface="宋体" panose="02010600030101010101" pitchFamily="2" charset="-122"/>
              </a:rPr>
              <a:t>                  </a:t>
            </a:r>
            <a:endParaRPr lang="en-US" altLang="zh-CN" dirty="0">
              <a:latin typeface="Arial" panose="020B0604020202020204" pitchFamily="34" charset="0"/>
              <a:ea typeface="宋体" panose="02010600030101010101" pitchFamily="2" charset="-122"/>
            </a:endParaRPr>
          </a:p>
        </p:txBody>
      </p:sp>
      <p:sp>
        <p:nvSpPr>
          <p:cNvPr id="76818" name="Rectangle 21"/>
          <p:cNvSpPr/>
          <p:nvPr/>
        </p:nvSpPr>
        <p:spPr>
          <a:xfrm>
            <a:off x="3048000" y="332898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431127" name="Object 23"/>
          <p:cNvGraphicFramePr>
            <a:graphicFrameLocks noChangeAspect="1"/>
          </p:cNvGraphicFramePr>
          <p:nvPr/>
        </p:nvGraphicFramePr>
        <p:xfrm>
          <a:off x="457200" y="2438400"/>
          <a:ext cx="8153400" cy="2540000"/>
        </p:xfrm>
        <a:graphic>
          <a:graphicData uri="http://schemas.openxmlformats.org/presentationml/2006/ole">
            <mc:AlternateContent xmlns:mc="http://schemas.openxmlformats.org/markup-compatibility/2006">
              <mc:Choice xmlns:v="urn:schemas-microsoft-com:vml" Requires="v">
                <p:oleObj spid="_x0000_s3261" name="" r:id="rId1" imgW="50025300" imgH="15363825" progId="Equation.DSMT4">
                  <p:embed/>
                </p:oleObj>
              </mc:Choice>
              <mc:Fallback>
                <p:oleObj name="" r:id="rId1" imgW="50025300" imgH="15363825" progId="Equation.DSMT4">
                  <p:embed/>
                  <p:pic>
                    <p:nvPicPr>
                      <p:cNvPr id="0" name="图片 3260"/>
                      <p:cNvPicPr/>
                      <p:nvPr/>
                    </p:nvPicPr>
                    <p:blipFill>
                      <a:blip r:embed="rId2"/>
                      <a:stretch>
                        <a:fillRect/>
                      </a:stretch>
                    </p:blipFill>
                    <p:spPr>
                      <a:xfrm>
                        <a:off x="457200" y="2438400"/>
                        <a:ext cx="8153400" cy="2540000"/>
                      </a:xfrm>
                      <a:prstGeom prst="rect">
                        <a:avLst/>
                      </a:prstGeom>
                      <a:noFill/>
                      <a:ln w="38100">
                        <a:noFill/>
                        <a:miter/>
                      </a:ln>
                    </p:spPr>
                  </p:pic>
                </p:oleObj>
              </mc:Fallback>
            </mc:AlternateContent>
          </a:graphicData>
        </a:graphic>
      </p:graphicFrame>
      <p:sp>
        <p:nvSpPr>
          <p:cNvPr id="76820" name="Rectangle 47"/>
          <p:cNvSpPr/>
          <p:nvPr/>
        </p:nvSpPr>
        <p:spPr>
          <a:xfrm>
            <a:off x="3352800" y="332898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431150" name="Object 46"/>
          <p:cNvGraphicFramePr>
            <a:graphicFrameLocks noChangeAspect="1"/>
          </p:cNvGraphicFramePr>
          <p:nvPr/>
        </p:nvGraphicFramePr>
        <p:xfrm>
          <a:off x="1295400" y="5181600"/>
          <a:ext cx="5486400" cy="449263"/>
        </p:xfrm>
        <a:graphic>
          <a:graphicData uri="http://schemas.openxmlformats.org/presentationml/2006/ole">
            <mc:AlternateContent xmlns:mc="http://schemas.openxmlformats.org/markup-compatibility/2006">
              <mc:Choice xmlns:v="urn:schemas-microsoft-com:vml" Requires="v">
                <p:oleObj spid="_x0000_s3263" name="" r:id="rId3" imgW="42129075" imgH="3514725" progId="Equation.DSMT4">
                  <p:embed/>
                </p:oleObj>
              </mc:Choice>
              <mc:Fallback>
                <p:oleObj name="" r:id="rId3" imgW="42129075" imgH="3514725" progId="Equation.DSMT4">
                  <p:embed/>
                  <p:pic>
                    <p:nvPicPr>
                      <p:cNvPr id="0" name="图片 3262"/>
                      <p:cNvPicPr/>
                      <p:nvPr/>
                    </p:nvPicPr>
                    <p:blipFill>
                      <a:blip r:embed="rId4"/>
                      <a:stretch>
                        <a:fillRect/>
                      </a:stretch>
                    </p:blipFill>
                    <p:spPr>
                      <a:xfrm>
                        <a:off x="1295400" y="5181600"/>
                        <a:ext cx="5486400" cy="449263"/>
                      </a:xfrm>
                      <a:prstGeom prst="rect">
                        <a:avLst/>
                      </a:prstGeom>
                      <a:noFill/>
                      <a:ln w="38100">
                        <a:noFill/>
                        <a:miter/>
                      </a:ln>
                    </p:spPr>
                  </p:pic>
                </p:oleObj>
              </mc:Fallback>
            </mc:AlternateContent>
          </a:graphicData>
        </a:graphic>
      </p:graphicFrame>
      <p:sp>
        <p:nvSpPr>
          <p:cNvPr id="431152" name="Text Box 48"/>
          <p:cNvSpPr txBox="1"/>
          <p:nvPr/>
        </p:nvSpPr>
        <p:spPr>
          <a:xfrm>
            <a:off x="457200" y="5105400"/>
            <a:ext cx="990600" cy="488950"/>
          </a:xfrm>
          <a:prstGeom prst="rect">
            <a:avLst/>
          </a:prstGeom>
          <a:noFill/>
          <a:ln w="9525">
            <a:noFill/>
          </a:ln>
        </p:spPr>
        <p:txBody>
          <a:bodyPr anchor="t" anchorCtr="0">
            <a:spAutoFit/>
          </a:bodyPr>
          <a:p>
            <a:pPr>
              <a:spcBef>
                <a:spcPct val="50000"/>
              </a:spcBef>
              <a:buClrTx/>
              <a:buFontTx/>
            </a:pPr>
            <a:r>
              <a:rPr lang="zh-CN" altLang="en-US" sz="2600" b="1" dirty="0">
                <a:latin typeface="Arial" panose="020B0604020202020204" pitchFamily="34" charset="0"/>
                <a:ea typeface="宋体" panose="02010600030101010101" pitchFamily="2" charset="-122"/>
              </a:rPr>
              <a:t>则：</a:t>
            </a:r>
            <a:endParaRPr lang="zh-CN" altLang="en-US" sz="2600" b="1" dirty="0">
              <a:latin typeface="Arial" panose="020B0604020202020204" pitchFamily="34" charset="0"/>
              <a:ea typeface="宋体" panose="02010600030101010101" pitchFamily="2" charset="-122"/>
            </a:endParaRPr>
          </a:p>
        </p:txBody>
      </p:sp>
      <p:sp>
        <p:nvSpPr>
          <p:cNvPr id="431153" name="Rectangle 49"/>
          <p:cNvSpPr/>
          <p:nvPr/>
        </p:nvSpPr>
        <p:spPr>
          <a:xfrm>
            <a:off x="381000" y="1752600"/>
            <a:ext cx="1744663" cy="488950"/>
          </a:xfrm>
          <a:prstGeom prst="rect">
            <a:avLst/>
          </a:prstGeom>
          <a:noFill/>
          <a:ln w="9525">
            <a:noFill/>
          </a:ln>
        </p:spPr>
        <p:txBody>
          <a:bodyPr wrap="none" anchor="t" anchorCtr="0">
            <a:spAutoFit/>
          </a:bodyPr>
          <a:p>
            <a:pPr>
              <a:buClr>
                <a:schemeClr val="accent2"/>
              </a:buClr>
              <a:buFont typeface="Wingdings" panose="05000000000000000000" pitchFamily="2" charset="2"/>
              <a:buChar char="§"/>
            </a:pPr>
            <a:r>
              <a:rPr lang="en-US" altLang="zh-CN" sz="2600" b="1" dirty="0">
                <a:latin typeface="Times New Roman" panose="02020603050405020304" pitchFamily="18" charset="0"/>
                <a:ea typeface="宋体" panose="02010600030101010101" pitchFamily="2" charset="-122"/>
              </a:rPr>
              <a:t> </a:t>
            </a:r>
            <a:r>
              <a:rPr lang="zh-CN" altLang="en-US" sz="2600" b="1" dirty="0">
                <a:latin typeface="Times New Roman" panose="02020603050405020304" pitchFamily="18" charset="0"/>
                <a:ea typeface="宋体" panose="02010600030101010101" pitchFamily="2" charset="-122"/>
              </a:rPr>
              <a:t>当输入：</a:t>
            </a:r>
            <a:endParaRPr lang="zh-CN" altLang="en-US" sz="2600" b="1" dirty="0">
              <a:latin typeface="Times New Roman" panose="02020603050405020304" pitchFamily="18" charset="0"/>
              <a:ea typeface="宋体" panose="02010600030101010101" pitchFamily="2" charset="-122"/>
            </a:endParaRPr>
          </a:p>
        </p:txBody>
      </p:sp>
      <p:graphicFrame>
        <p:nvGraphicFramePr>
          <p:cNvPr id="431154" name="Object 50"/>
          <p:cNvGraphicFramePr>
            <a:graphicFrameLocks noChangeAspect="1"/>
          </p:cNvGraphicFramePr>
          <p:nvPr/>
        </p:nvGraphicFramePr>
        <p:xfrm>
          <a:off x="2133600" y="1828800"/>
          <a:ext cx="5943600" cy="461963"/>
        </p:xfrm>
        <a:graphic>
          <a:graphicData uri="http://schemas.openxmlformats.org/presentationml/2006/ole">
            <mc:AlternateContent xmlns:mc="http://schemas.openxmlformats.org/markup-compatibility/2006">
              <mc:Choice xmlns:v="urn:schemas-microsoft-com:vml" Requires="v">
                <p:oleObj spid="_x0000_s3262" name="" r:id="rId5" imgW="52663725" imgH="3514725" progId="Equation.DSMT4">
                  <p:embed/>
                </p:oleObj>
              </mc:Choice>
              <mc:Fallback>
                <p:oleObj name="" r:id="rId5" imgW="52663725" imgH="3514725" progId="Equation.DSMT4">
                  <p:embed/>
                  <p:pic>
                    <p:nvPicPr>
                      <p:cNvPr id="0" name="图片 3261"/>
                      <p:cNvPicPr/>
                      <p:nvPr/>
                    </p:nvPicPr>
                    <p:blipFill>
                      <a:blip r:embed="rId6"/>
                      <a:stretch>
                        <a:fillRect/>
                      </a:stretch>
                    </p:blipFill>
                    <p:spPr>
                      <a:xfrm>
                        <a:off x="2133600" y="1828800"/>
                        <a:ext cx="5943600" cy="461963"/>
                      </a:xfrm>
                      <a:prstGeom prst="rect">
                        <a:avLst/>
                      </a:prstGeom>
                      <a:no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31153"/>
                                        </p:tgtEl>
                                        <p:attrNameLst>
                                          <p:attrName>style.visibility</p:attrName>
                                        </p:attrNameLst>
                                      </p:cBhvr>
                                      <p:to>
                                        <p:strVal val="visible"/>
                                      </p:to>
                                    </p:set>
                                    <p:anim calcmode="lin" valueType="num">
                                      <p:cBhvr additive="base">
                                        <p:cTn id="7" dur="500" fill="hold"/>
                                        <p:tgtEl>
                                          <p:spTgt spid="431153"/>
                                        </p:tgtEl>
                                        <p:attrNameLst>
                                          <p:attrName>ppt_x</p:attrName>
                                        </p:attrNameLst>
                                      </p:cBhvr>
                                      <p:tavLst>
                                        <p:tav tm="0">
                                          <p:val>
                                            <p:strVal val="0-#ppt_w/2"/>
                                          </p:val>
                                        </p:tav>
                                        <p:tav tm="100000">
                                          <p:val>
                                            <p:strVal val="#ppt_x"/>
                                          </p:val>
                                        </p:tav>
                                      </p:tavLst>
                                    </p:anim>
                                    <p:anim calcmode="lin" valueType="num">
                                      <p:cBhvr additive="base">
                                        <p:cTn id="8" dur="500" fill="hold"/>
                                        <p:tgtEl>
                                          <p:spTgt spid="43115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431154"/>
                                        </p:tgtEl>
                                        <p:attrNameLst>
                                          <p:attrName>style.visibility</p:attrName>
                                        </p:attrNameLst>
                                      </p:cBhvr>
                                      <p:to>
                                        <p:strVal val="visible"/>
                                      </p:to>
                                    </p:set>
                                    <p:anim calcmode="lin" valueType="num">
                                      <p:cBhvr additive="base">
                                        <p:cTn id="12" dur="500" fill="hold"/>
                                        <p:tgtEl>
                                          <p:spTgt spid="431154"/>
                                        </p:tgtEl>
                                        <p:attrNameLst>
                                          <p:attrName>ppt_x</p:attrName>
                                        </p:attrNameLst>
                                      </p:cBhvr>
                                      <p:tavLst>
                                        <p:tav tm="0">
                                          <p:val>
                                            <p:strVal val="1+#ppt_w/2"/>
                                          </p:val>
                                        </p:tav>
                                        <p:tav tm="100000">
                                          <p:val>
                                            <p:strVal val="#ppt_x"/>
                                          </p:val>
                                        </p:tav>
                                      </p:tavLst>
                                    </p:anim>
                                    <p:anim calcmode="lin" valueType="num">
                                      <p:cBhvr additive="base">
                                        <p:cTn id="13" dur="500" fill="hold"/>
                                        <p:tgtEl>
                                          <p:spTgt spid="43115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431127"/>
                                        </p:tgtEl>
                                        <p:attrNameLst>
                                          <p:attrName>style.visibility</p:attrName>
                                        </p:attrNameLst>
                                      </p:cBhvr>
                                      <p:to>
                                        <p:strVal val="visible"/>
                                      </p:to>
                                    </p:set>
                                    <p:anim calcmode="lin" valueType="num">
                                      <p:cBhvr additive="base">
                                        <p:cTn id="18" dur="500" fill="hold"/>
                                        <p:tgtEl>
                                          <p:spTgt spid="431127"/>
                                        </p:tgtEl>
                                        <p:attrNameLst>
                                          <p:attrName>ppt_x</p:attrName>
                                        </p:attrNameLst>
                                      </p:cBhvr>
                                      <p:tavLst>
                                        <p:tav tm="0">
                                          <p:val>
                                            <p:strVal val="0-#ppt_w/2"/>
                                          </p:val>
                                        </p:tav>
                                        <p:tav tm="100000">
                                          <p:val>
                                            <p:strVal val="#ppt_x"/>
                                          </p:val>
                                        </p:tav>
                                      </p:tavLst>
                                    </p:anim>
                                    <p:anim calcmode="lin" valueType="num">
                                      <p:cBhvr additive="base">
                                        <p:cTn id="19" dur="500" fill="hold"/>
                                        <p:tgtEl>
                                          <p:spTgt spid="43112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431152"/>
                                        </p:tgtEl>
                                        <p:attrNameLst>
                                          <p:attrName>style.visibility</p:attrName>
                                        </p:attrNameLst>
                                      </p:cBhvr>
                                      <p:to>
                                        <p:strVal val="visible"/>
                                      </p:to>
                                    </p:set>
                                    <p:anim calcmode="lin" valueType="num">
                                      <p:cBhvr additive="base">
                                        <p:cTn id="24" dur="500" fill="hold"/>
                                        <p:tgtEl>
                                          <p:spTgt spid="431152"/>
                                        </p:tgtEl>
                                        <p:attrNameLst>
                                          <p:attrName>ppt_x</p:attrName>
                                        </p:attrNameLst>
                                      </p:cBhvr>
                                      <p:tavLst>
                                        <p:tav tm="0">
                                          <p:val>
                                            <p:strVal val="0-#ppt_w/2"/>
                                          </p:val>
                                        </p:tav>
                                        <p:tav tm="100000">
                                          <p:val>
                                            <p:strVal val="#ppt_x"/>
                                          </p:val>
                                        </p:tav>
                                      </p:tavLst>
                                    </p:anim>
                                    <p:anim calcmode="lin" valueType="num">
                                      <p:cBhvr additive="base">
                                        <p:cTn id="25" dur="500" fill="hold"/>
                                        <p:tgtEl>
                                          <p:spTgt spid="431152"/>
                                        </p:tgtEl>
                                        <p:attrNameLst>
                                          <p:attrName>ppt_y</p:attrName>
                                        </p:attrNameLst>
                                      </p:cBhvr>
                                      <p:tavLst>
                                        <p:tav tm="0">
                                          <p:val>
                                            <p:strVal val="#ppt_y"/>
                                          </p:val>
                                        </p:tav>
                                        <p:tav tm="100000">
                                          <p:val>
                                            <p:strVal val="#ppt_y"/>
                                          </p:val>
                                        </p:tav>
                                      </p:tavLst>
                                    </p:anim>
                                  </p:childTnLst>
                                </p:cTn>
                              </p:par>
                            </p:childTnLst>
                          </p:cTn>
                        </p:par>
                        <p:par>
                          <p:cTn id="26" fill="hold">
                            <p:stCondLst>
                              <p:cond delay="500"/>
                            </p:stCondLst>
                            <p:childTnLst>
                              <p:par>
                                <p:cTn id="27" presetID="2" presetClass="entr" presetSubtype="2" fill="hold" nodeType="afterEffect">
                                  <p:stCondLst>
                                    <p:cond delay="0"/>
                                  </p:stCondLst>
                                  <p:childTnLst>
                                    <p:set>
                                      <p:cBhvr>
                                        <p:cTn id="28" dur="1" fill="hold">
                                          <p:stCondLst>
                                            <p:cond delay="0"/>
                                          </p:stCondLst>
                                        </p:cTn>
                                        <p:tgtEl>
                                          <p:spTgt spid="431150"/>
                                        </p:tgtEl>
                                        <p:attrNameLst>
                                          <p:attrName>style.visibility</p:attrName>
                                        </p:attrNameLst>
                                      </p:cBhvr>
                                      <p:to>
                                        <p:strVal val="visible"/>
                                      </p:to>
                                    </p:set>
                                    <p:anim calcmode="lin" valueType="num">
                                      <p:cBhvr additive="base">
                                        <p:cTn id="29" dur="500" fill="hold"/>
                                        <p:tgtEl>
                                          <p:spTgt spid="431150"/>
                                        </p:tgtEl>
                                        <p:attrNameLst>
                                          <p:attrName>ppt_x</p:attrName>
                                        </p:attrNameLst>
                                      </p:cBhvr>
                                      <p:tavLst>
                                        <p:tav tm="0">
                                          <p:val>
                                            <p:strVal val="1+#ppt_w/2"/>
                                          </p:val>
                                        </p:tav>
                                        <p:tav tm="100000">
                                          <p:val>
                                            <p:strVal val="#ppt_x"/>
                                          </p:val>
                                        </p:tav>
                                      </p:tavLst>
                                    </p:anim>
                                    <p:anim calcmode="lin" valueType="num">
                                      <p:cBhvr additive="base">
                                        <p:cTn id="30" dur="500" fill="hold"/>
                                        <p:tgtEl>
                                          <p:spTgt spid="4311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52" grpId="0"/>
      <p:bldP spid="43115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grpSp>
        <p:nvGrpSpPr>
          <p:cNvPr id="2" name="Group 20"/>
          <p:cNvGrpSpPr/>
          <p:nvPr/>
        </p:nvGrpSpPr>
        <p:grpSpPr>
          <a:xfrm>
            <a:off x="304800" y="3429000"/>
            <a:ext cx="8458200" cy="1689100"/>
            <a:chOff x="192" y="2160"/>
            <a:chExt cx="5328" cy="1064"/>
          </a:xfrm>
        </p:grpSpPr>
        <p:sp>
          <p:nvSpPr>
            <p:cNvPr id="77827" name="Text Box 5"/>
            <p:cNvSpPr txBox="1"/>
            <p:nvPr/>
          </p:nvSpPr>
          <p:spPr>
            <a:xfrm>
              <a:off x="192" y="2160"/>
              <a:ext cx="5328" cy="1064"/>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spcBef>
                  <a:spcPct val="50000"/>
                </a:spcBef>
                <a:buClr>
                  <a:schemeClr val="accent2"/>
                </a:buClr>
                <a:buFont typeface="Wingdings" panose="05000000000000000000" pitchFamily="2" charset="2"/>
                <a:buChar char="§"/>
              </a:pPr>
              <a:r>
                <a:rPr lang="en-US" altLang="zh-CN" sz="2600" dirty="0">
                  <a:latin typeface="宋体" panose="02010600030101010101" pitchFamily="2" charset="-122"/>
                  <a:ea typeface="宋体" panose="02010600030101010101" pitchFamily="2" charset="-122"/>
                </a:rPr>
                <a:t> </a:t>
              </a:r>
              <a:r>
                <a:rPr lang="zh-CN" altLang="en-US" sz="2600" dirty="0">
                  <a:latin typeface="Times New Roman" panose="02020603050405020304" pitchFamily="18" charset="0"/>
                  <a:ea typeface="宋体" panose="02010600030101010101" pitchFamily="2" charset="-122"/>
                </a:rPr>
                <a:t>例如，得到模糊向量：</a:t>
              </a:r>
              <a:endParaRPr lang="zh-CN" altLang="en-US" sz="2600" dirty="0">
                <a:latin typeface="Times New Roman" panose="02020603050405020304" pitchFamily="18" charset="0"/>
                <a:ea typeface="宋体" panose="02010600030101010101" pitchFamily="2" charset="-122"/>
              </a:endParaRPr>
            </a:p>
            <a:p>
              <a:pPr>
                <a:spcBef>
                  <a:spcPct val="50000"/>
                </a:spcBef>
                <a:buClr>
                  <a:schemeClr val="accent2"/>
                </a:buClr>
                <a:buFont typeface="Wingdings" panose="05000000000000000000" pitchFamily="2" charset="2"/>
                <a:buChar char="§"/>
              </a:pPr>
              <a:endParaRPr lang="zh-CN" altLang="en-US" sz="2600" dirty="0">
                <a:latin typeface="Times New Roman" panose="02020603050405020304" pitchFamily="18" charset="0"/>
                <a:ea typeface="宋体" panose="02010600030101010101" pitchFamily="2" charset="-122"/>
              </a:endParaRPr>
            </a:p>
            <a:p>
              <a:pPr>
                <a:spcBef>
                  <a:spcPct val="50000"/>
                </a:spcBef>
                <a:buClr>
                  <a:schemeClr val="accent2"/>
                </a:buClr>
                <a:buFont typeface="Wingdings" panose="05000000000000000000" pitchFamily="2" charset="2"/>
              </a:pPr>
              <a:r>
                <a:rPr lang="zh-CN" altLang="en-US" sz="2600" dirty="0">
                  <a:latin typeface="Times New Roman" panose="02020603050405020304" pitchFamily="18" charset="0"/>
                  <a:ea typeface="宋体" panose="02010600030101010101" pitchFamily="2" charset="-122"/>
                </a:rPr>
                <a:t>取结论：  </a:t>
              </a:r>
              <a:r>
                <a:rPr lang="en-US" altLang="zh-CN" sz="2600" i="1" dirty="0">
                  <a:latin typeface="Times New Roman" panose="02020603050405020304" pitchFamily="18" charset="0"/>
                  <a:ea typeface="宋体" panose="02010600030101010101" pitchFamily="2" charset="-122"/>
                </a:rPr>
                <a:t>U</a:t>
              </a:r>
              <a:r>
                <a:rPr lang="zh-CN" altLang="en-US" sz="2600" dirty="0">
                  <a:latin typeface="Times New Roman" panose="02020603050405020304" pitchFamily="18" charset="0"/>
                  <a:ea typeface="宋体" panose="02010600030101010101" pitchFamily="2" charset="-122"/>
                </a:rPr>
                <a:t>＝</a:t>
              </a:r>
              <a:r>
                <a:rPr lang="en-US" altLang="zh-CN" sz="2600" dirty="0">
                  <a:latin typeface="Times New Roman" panose="02020603050405020304" pitchFamily="18" charset="0"/>
                  <a:ea typeface="宋体" panose="02010600030101010101" pitchFamily="2" charset="-122"/>
                </a:rPr>
                <a:t>5</a:t>
              </a:r>
              <a:r>
                <a:rPr lang="zh-CN" altLang="en-US" sz="2600" dirty="0">
                  <a:latin typeface="Times New Roman" panose="02020603050405020304" pitchFamily="18" charset="0"/>
                  <a:ea typeface="宋体" panose="02010600030101010101" pitchFamily="2" charset="-122"/>
                </a:rPr>
                <a:t>。</a:t>
              </a:r>
              <a:endParaRPr lang="zh-CN" altLang="en-US" sz="2600" dirty="0">
                <a:latin typeface="Times New Roman" panose="02020603050405020304" pitchFamily="18" charset="0"/>
                <a:ea typeface="宋体" panose="02010600030101010101" pitchFamily="2" charset="-122"/>
              </a:endParaRPr>
            </a:p>
          </p:txBody>
        </p:sp>
        <p:graphicFrame>
          <p:nvGraphicFramePr>
            <p:cNvPr id="77828" name="Object 6"/>
            <p:cNvGraphicFramePr>
              <a:graphicFrameLocks noChangeAspect="1"/>
            </p:cNvGraphicFramePr>
            <p:nvPr/>
          </p:nvGraphicFramePr>
          <p:xfrm>
            <a:off x="624" y="2592"/>
            <a:ext cx="4128" cy="240"/>
          </p:xfrm>
          <a:graphic>
            <a:graphicData uri="http://schemas.openxmlformats.org/presentationml/2006/ole">
              <mc:AlternateContent xmlns:mc="http://schemas.openxmlformats.org/markup-compatibility/2006">
                <mc:Choice xmlns:v="urn:schemas-microsoft-com:vml" Requires="v">
                  <p:oleObj spid="_x0000_s3264" name="" r:id="rId1" imgW="54854475" imgH="3076575" progId="Equation.DSMT4">
                    <p:embed/>
                  </p:oleObj>
                </mc:Choice>
                <mc:Fallback>
                  <p:oleObj name="" r:id="rId1" imgW="54854475" imgH="3076575" progId="Equation.DSMT4">
                    <p:embed/>
                    <p:pic>
                      <p:nvPicPr>
                        <p:cNvPr id="0" name="图片 3263"/>
                        <p:cNvPicPr/>
                        <p:nvPr/>
                      </p:nvPicPr>
                      <p:blipFill>
                        <a:blip r:embed="rId2"/>
                        <a:stretch>
                          <a:fillRect/>
                        </a:stretch>
                      </p:blipFill>
                      <p:spPr>
                        <a:xfrm>
                          <a:off x="624" y="2592"/>
                          <a:ext cx="4128" cy="240"/>
                        </a:xfrm>
                        <a:prstGeom prst="rect">
                          <a:avLst/>
                        </a:prstGeom>
                        <a:noFill/>
                        <a:ln w="38100">
                          <a:noFill/>
                          <a:miter/>
                        </a:ln>
                      </p:spPr>
                    </p:pic>
                  </p:oleObj>
                </mc:Fallback>
              </mc:AlternateContent>
            </a:graphicData>
          </a:graphic>
        </p:graphicFrame>
        <p:sp>
          <p:nvSpPr>
            <p:cNvPr id="77829" name="Oval 8"/>
            <p:cNvSpPr/>
            <p:nvPr/>
          </p:nvSpPr>
          <p:spPr>
            <a:xfrm>
              <a:off x="2958" y="2496"/>
              <a:ext cx="480" cy="384"/>
            </a:xfrm>
            <a:prstGeom prst="ellipse">
              <a:avLst/>
            </a:prstGeom>
            <a:noFill/>
            <a:ln w="12700" cap="flat" cmpd="sng">
              <a:solidFill>
                <a:schemeClr val="accent2"/>
              </a:solidFill>
              <a:prstDash val="solid"/>
              <a:round/>
              <a:headEnd type="none" w="med" len="med"/>
              <a:tailEnd type="none" w="med" len="med"/>
            </a:ln>
          </p:spPr>
          <p:txBody>
            <a:bodyPr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pSp>
      <p:sp>
        <p:nvSpPr>
          <p:cNvPr id="77830" name="Rectangle 2"/>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4.4.6  </a:t>
            </a:r>
            <a:r>
              <a:rPr lang="zh-CN" altLang="en-US" b="0" dirty="0">
                <a:latin typeface="Times New Roman" panose="02020603050405020304" pitchFamily="18" charset="0"/>
              </a:rPr>
              <a:t>模糊决策</a:t>
            </a:r>
            <a:endParaRPr lang="zh-CN" altLang="en-US" b="0" dirty="0">
              <a:latin typeface="Times New Roman" panose="02020603050405020304" pitchFamily="18" charset="0"/>
            </a:endParaRPr>
          </a:p>
        </p:txBody>
      </p:sp>
      <p:sp>
        <p:nvSpPr>
          <p:cNvPr id="385027" name="Rectangle 3"/>
          <p:cNvSpPr>
            <a:spLocks noGrp="1"/>
          </p:cNvSpPr>
          <p:nvPr>
            <p:ph idx="1"/>
          </p:nvPr>
        </p:nvSpPr>
        <p:spPr>
          <a:xfrm>
            <a:off x="250825" y="908050"/>
            <a:ext cx="8642350" cy="1835150"/>
          </a:xfrm>
        </p:spPr>
        <p:txBody>
          <a:bodyPr vert="horz" wrap="square" lIns="91440" tIns="45720" rIns="91440" bIns="45720" anchor="t" anchorCtr="0"/>
          <a:p>
            <a:pPr marL="0" indent="0" eaLnBrk="1" hangingPunct="1"/>
            <a:r>
              <a:rPr lang="en-US" altLang="zh-CN" dirty="0"/>
              <a:t> </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模糊决策”</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模糊判决”、“解模糊”或“清晰化”）：由模糊推理得到的结论或者操作是一个模糊向量，转化为确定值的过程。</a:t>
            </a:r>
            <a:endParaRPr lang="zh-CN" altLang="en-US" b="1" dirty="0"/>
          </a:p>
        </p:txBody>
      </p:sp>
      <p:sp>
        <p:nvSpPr>
          <p:cNvPr id="385028" name="Text Box 4"/>
          <p:cNvSpPr txBox="1"/>
          <p:nvPr/>
        </p:nvSpPr>
        <p:spPr>
          <a:xfrm>
            <a:off x="228600" y="2743200"/>
            <a:ext cx="5867400" cy="519113"/>
          </a:xfrm>
          <a:prstGeom prst="rect">
            <a:avLst/>
          </a:prstGeom>
          <a:noFill/>
          <a:ln w="9525">
            <a:noFill/>
          </a:ln>
        </p:spPr>
        <p:txBody>
          <a:bodyPr anchor="t" anchorCtr="0">
            <a:spAutoFit/>
          </a:bodyPr>
          <a:p>
            <a:pPr>
              <a:spcBef>
                <a:spcPct val="50000"/>
              </a:spcBef>
              <a:buClrTx/>
              <a:buFontTx/>
            </a:pPr>
            <a:r>
              <a:rPr lang="en-US" altLang="zh-CN" sz="2800" b="1" dirty="0">
                <a:latin typeface="Times New Roman" panose="02020603050405020304" pitchFamily="18" charset="0"/>
                <a:ea typeface="宋体" panose="02010600030101010101" pitchFamily="2" charset="-122"/>
              </a:rPr>
              <a:t> 1. </a:t>
            </a:r>
            <a:r>
              <a:rPr lang="zh-CN" altLang="en-US" sz="2800" b="1" dirty="0">
                <a:latin typeface="宋体" panose="02010600030101010101" pitchFamily="2" charset="-122"/>
                <a:ea typeface="宋体" panose="02010600030101010101" pitchFamily="2" charset="-122"/>
              </a:rPr>
              <a:t>最大隶属度法</a:t>
            </a:r>
            <a:r>
              <a:rPr lang="zh-CN" altLang="en-US" sz="2800" b="1" dirty="0">
                <a:latin typeface="Arial" panose="020B0604020202020204" pitchFamily="34" charset="0"/>
                <a:ea typeface="宋体" panose="02010600030101010101" pitchFamily="2" charset="-122"/>
              </a:rPr>
              <a:t> </a:t>
            </a:r>
            <a:endParaRPr lang="zh-CN" altLang="en-US" sz="2800" b="1" dirty="0">
              <a:latin typeface="Arial" panose="020B0604020202020204" pitchFamily="34" charset="0"/>
              <a:ea typeface="宋体" panose="02010600030101010101" pitchFamily="2" charset="-122"/>
            </a:endParaRPr>
          </a:p>
        </p:txBody>
      </p:sp>
      <p:grpSp>
        <p:nvGrpSpPr>
          <p:cNvPr id="3" name="Group 22"/>
          <p:cNvGrpSpPr/>
          <p:nvPr/>
        </p:nvGrpSpPr>
        <p:grpSpPr>
          <a:xfrm>
            <a:off x="304800" y="3352800"/>
            <a:ext cx="8458200" cy="2284413"/>
            <a:chOff x="192" y="2112"/>
            <a:chExt cx="5328" cy="1439"/>
          </a:xfrm>
        </p:grpSpPr>
        <p:sp>
          <p:nvSpPr>
            <p:cNvPr id="77834" name="Text Box 9"/>
            <p:cNvSpPr txBox="1"/>
            <p:nvPr/>
          </p:nvSpPr>
          <p:spPr>
            <a:xfrm>
              <a:off x="192" y="2112"/>
              <a:ext cx="5328" cy="1439"/>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spcBef>
                  <a:spcPct val="50000"/>
                </a:spcBef>
                <a:buClr>
                  <a:schemeClr val="accent2"/>
                </a:buClr>
                <a:buFont typeface="Wingdings" panose="05000000000000000000" pitchFamily="2" charset="2"/>
                <a:buChar char="§"/>
              </a:pPr>
              <a:r>
                <a:rPr lang="en-US" altLang="zh-CN" sz="2600" dirty="0">
                  <a:latin typeface="宋体" panose="02010600030101010101" pitchFamily="2" charset="-122"/>
                  <a:ea typeface="宋体" panose="02010600030101010101" pitchFamily="2" charset="-122"/>
                </a:rPr>
                <a:t> </a:t>
              </a:r>
              <a:r>
                <a:rPr lang="zh-CN" altLang="en-US" sz="2600" b="1" dirty="0">
                  <a:latin typeface="Times New Roman" panose="02020603050405020304" pitchFamily="18" charset="0"/>
                  <a:ea typeface="宋体" panose="02010600030101010101" pitchFamily="2" charset="-122"/>
                </a:rPr>
                <a:t>例如，得到模糊向量：</a:t>
              </a:r>
              <a:endParaRPr lang="zh-CN" altLang="en-US" sz="2600" b="1" dirty="0">
                <a:latin typeface="Times New Roman" panose="02020603050405020304" pitchFamily="18" charset="0"/>
                <a:ea typeface="宋体" panose="02010600030101010101" pitchFamily="2" charset="-122"/>
              </a:endParaRPr>
            </a:p>
            <a:p>
              <a:pPr>
                <a:spcBef>
                  <a:spcPct val="50000"/>
                </a:spcBef>
                <a:buClr>
                  <a:schemeClr val="accent2"/>
                </a:buClr>
                <a:buFont typeface="Wingdings" panose="05000000000000000000" pitchFamily="2" charset="2"/>
                <a:buChar char="§"/>
              </a:pPr>
              <a:endParaRPr lang="zh-CN" altLang="en-US" sz="2600" b="1" dirty="0">
                <a:latin typeface="Times New Roman" panose="02020603050405020304" pitchFamily="18" charset="0"/>
                <a:ea typeface="宋体" panose="02010600030101010101" pitchFamily="2" charset="-122"/>
              </a:endParaRPr>
            </a:p>
            <a:p>
              <a:pPr>
                <a:spcBef>
                  <a:spcPct val="50000"/>
                </a:spcBef>
                <a:buClr>
                  <a:schemeClr val="accent2"/>
                </a:buClr>
                <a:buFont typeface="Wingdings" panose="05000000000000000000" pitchFamily="2" charset="2"/>
              </a:pPr>
              <a:r>
                <a:rPr lang="zh-CN" altLang="en-US" sz="2600" b="1" dirty="0">
                  <a:latin typeface="Times New Roman" panose="02020603050405020304" pitchFamily="18" charset="0"/>
                  <a:ea typeface="宋体" panose="02010600030101010101" pitchFamily="2" charset="-122"/>
                </a:rPr>
                <a:t>取结论：</a:t>
              </a:r>
              <a:endParaRPr lang="zh-CN" altLang="en-US" sz="2600" b="1" dirty="0">
                <a:latin typeface="Times New Roman" panose="02020603050405020304" pitchFamily="18" charset="0"/>
                <a:ea typeface="宋体" panose="02010600030101010101" pitchFamily="2" charset="-122"/>
              </a:endParaRPr>
            </a:p>
            <a:p>
              <a:pPr>
                <a:spcBef>
                  <a:spcPct val="50000"/>
                </a:spcBef>
                <a:buClr>
                  <a:schemeClr val="accent2"/>
                </a:buClr>
                <a:buFont typeface="Wingdings" panose="05000000000000000000" pitchFamily="2" charset="2"/>
              </a:pPr>
              <a:endParaRPr lang="en-US" altLang="zh-CN" sz="2600" dirty="0">
                <a:latin typeface="Times New Roman" panose="02020603050405020304" pitchFamily="18" charset="0"/>
                <a:ea typeface="宋体" panose="02010600030101010101" pitchFamily="2" charset="-122"/>
              </a:endParaRPr>
            </a:p>
          </p:txBody>
        </p:sp>
        <p:graphicFrame>
          <p:nvGraphicFramePr>
            <p:cNvPr id="77835" name="Object 10"/>
            <p:cNvGraphicFramePr>
              <a:graphicFrameLocks noChangeAspect="1"/>
            </p:cNvGraphicFramePr>
            <p:nvPr/>
          </p:nvGraphicFramePr>
          <p:xfrm>
            <a:off x="792" y="2496"/>
            <a:ext cx="4512" cy="240"/>
          </p:xfrm>
          <a:graphic>
            <a:graphicData uri="http://schemas.openxmlformats.org/presentationml/2006/ole">
              <mc:AlternateContent xmlns:mc="http://schemas.openxmlformats.org/markup-compatibility/2006">
                <mc:Choice xmlns:v="urn:schemas-microsoft-com:vml" Requires="v">
                  <p:oleObj spid="_x0000_s3280" name="" r:id="rId3" imgW="67798950" imgH="3076575" progId="Equation.DSMT4">
                    <p:embed/>
                  </p:oleObj>
                </mc:Choice>
                <mc:Fallback>
                  <p:oleObj name="" r:id="rId3" imgW="67798950" imgH="3076575" progId="Equation.DSMT4">
                    <p:embed/>
                    <p:pic>
                      <p:nvPicPr>
                        <p:cNvPr id="0" name="图片 3279"/>
                        <p:cNvPicPr/>
                        <p:nvPr/>
                      </p:nvPicPr>
                      <p:blipFill>
                        <a:blip r:embed="rId4"/>
                        <a:stretch>
                          <a:fillRect/>
                        </a:stretch>
                      </p:blipFill>
                      <p:spPr>
                        <a:xfrm>
                          <a:off x="792" y="2496"/>
                          <a:ext cx="4512" cy="240"/>
                        </a:xfrm>
                        <a:prstGeom prst="rect">
                          <a:avLst/>
                        </a:prstGeom>
                        <a:noFill/>
                        <a:ln w="38100">
                          <a:noFill/>
                          <a:miter/>
                        </a:ln>
                      </p:spPr>
                    </p:pic>
                  </p:oleObj>
                </mc:Fallback>
              </mc:AlternateContent>
            </a:graphicData>
          </a:graphic>
        </p:graphicFrame>
        <p:graphicFrame>
          <p:nvGraphicFramePr>
            <p:cNvPr id="77836" name="Object 17"/>
            <p:cNvGraphicFramePr>
              <a:graphicFrameLocks noChangeAspect="1"/>
            </p:cNvGraphicFramePr>
            <p:nvPr/>
          </p:nvGraphicFramePr>
          <p:xfrm>
            <a:off x="1080" y="2928"/>
            <a:ext cx="1392" cy="528"/>
          </p:xfrm>
          <a:graphic>
            <a:graphicData uri="http://schemas.openxmlformats.org/presentationml/2006/ole">
              <mc:AlternateContent xmlns:mc="http://schemas.openxmlformats.org/markup-compatibility/2006">
                <mc:Choice xmlns:v="urn:schemas-microsoft-com:vml" Requires="v">
                  <p:oleObj spid="_x0000_s3281" name="" r:id="rId5" imgW="21726525" imgH="6800850" progId="Equation.DSMT4">
                    <p:embed/>
                  </p:oleObj>
                </mc:Choice>
                <mc:Fallback>
                  <p:oleObj name="" r:id="rId5" imgW="21726525" imgH="6800850" progId="Equation.DSMT4">
                    <p:embed/>
                    <p:pic>
                      <p:nvPicPr>
                        <p:cNvPr id="0" name="图片 3280"/>
                        <p:cNvPicPr/>
                        <p:nvPr/>
                      </p:nvPicPr>
                      <p:blipFill>
                        <a:blip r:embed="rId6"/>
                        <a:stretch>
                          <a:fillRect/>
                        </a:stretch>
                      </p:blipFill>
                      <p:spPr>
                        <a:xfrm>
                          <a:off x="1080" y="2928"/>
                          <a:ext cx="1392" cy="528"/>
                        </a:xfrm>
                        <a:prstGeom prst="rect">
                          <a:avLst/>
                        </a:prstGeom>
                        <a:noFill/>
                        <a:ln w="38100">
                          <a:noFill/>
                          <a:miter/>
                        </a:ln>
                      </p:spPr>
                    </p:pic>
                  </p:oleObj>
                </mc:Fallback>
              </mc:AlternateContent>
            </a:graphicData>
          </a:graphic>
        </p:graphicFrame>
      </p:grpSp>
      <p:sp>
        <p:nvSpPr>
          <p:cNvPr id="77837" name="Oval 12"/>
          <p:cNvSpPr/>
          <p:nvPr/>
        </p:nvSpPr>
        <p:spPr>
          <a:xfrm>
            <a:off x="3657600" y="4267200"/>
            <a:ext cx="914400" cy="914400"/>
          </a:xfrm>
          <a:prstGeom prst="ellipse">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7838" name="Rectangle 18"/>
          <p:cNvSpPr/>
          <p:nvPr/>
        </p:nvSpPr>
        <p:spPr>
          <a:xfrm>
            <a:off x="3943350" y="323373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pSp>
        <p:nvGrpSpPr>
          <p:cNvPr id="4" name="Group 23"/>
          <p:cNvGrpSpPr/>
          <p:nvPr/>
        </p:nvGrpSpPr>
        <p:grpSpPr>
          <a:xfrm>
            <a:off x="1828800" y="3810000"/>
            <a:ext cx="3009900" cy="609600"/>
            <a:chOff x="1152" y="2400"/>
            <a:chExt cx="1896" cy="384"/>
          </a:xfrm>
        </p:grpSpPr>
        <p:sp>
          <p:nvSpPr>
            <p:cNvPr id="77840" name="Oval 13"/>
            <p:cNvSpPr/>
            <p:nvPr/>
          </p:nvSpPr>
          <p:spPr>
            <a:xfrm>
              <a:off x="1152" y="2400"/>
              <a:ext cx="576" cy="384"/>
            </a:xfrm>
            <a:prstGeom prst="ellipse">
              <a:avLst/>
            </a:prstGeom>
            <a:noFill/>
            <a:ln w="9525" cap="flat" cmpd="sng">
              <a:solidFill>
                <a:schemeClr val="accent2"/>
              </a:solidFill>
              <a:prstDash val="solid"/>
              <a:round/>
              <a:headEnd type="none" w="med" len="med"/>
              <a:tailEnd type="none" w="med" len="med"/>
            </a:ln>
          </p:spPr>
          <p:txBody>
            <a:bodyPr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7841" name="Oval 14"/>
            <p:cNvSpPr/>
            <p:nvPr/>
          </p:nvSpPr>
          <p:spPr>
            <a:xfrm>
              <a:off x="1824" y="2448"/>
              <a:ext cx="600" cy="336"/>
            </a:xfrm>
            <a:prstGeom prst="ellipse">
              <a:avLst/>
            </a:prstGeom>
            <a:noFill/>
            <a:ln w="9525" cap="flat" cmpd="sng">
              <a:solidFill>
                <a:schemeClr val="accent2"/>
              </a:solidFill>
              <a:prstDash val="solid"/>
              <a:round/>
              <a:headEnd type="none" w="med" len="med"/>
              <a:tailEnd type="none" w="med" len="med"/>
            </a:ln>
          </p:spPr>
          <p:txBody>
            <a:bodyPr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7842" name="Oval 16"/>
            <p:cNvSpPr/>
            <p:nvPr/>
          </p:nvSpPr>
          <p:spPr>
            <a:xfrm>
              <a:off x="2496" y="2448"/>
              <a:ext cx="552" cy="336"/>
            </a:xfrm>
            <a:prstGeom prst="ellipse">
              <a:avLst/>
            </a:prstGeom>
            <a:noFill/>
            <a:ln w="9525" cap="flat" cmpd="sng">
              <a:solidFill>
                <a:schemeClr val="accent2"/>
              </a:solidFill>
              <a:prstDash val="solid"/>
              <a:round/>
              <a:headEnd type="none" w="med" len="med"/>
              <a:tailEnd type="none" w="med" len="med"/>
            </a:ln>
          </p:spPr>
          <p:txBody>
            <a:bodyPr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85027">
                                            <p:txEl>
                                              <p:charRg st="0" end="61"/>
                                            </p:txEl>
                                          </p:spTgt>
                                        </p:tgtEl>
                                        <p:attrNameLst>
                                          <p:attrName>style.visibility</p:attrName>
                                        </p:attrNameLst>
                                      </p:cBhvr>
                                      <p:to>
                                        <p:strVal val="visible"/>
                                      </p:to>
                                    </p:set>
                                    <p:animEffect transition="in" filter="box(in)">
                                      <p:cBhvr>
                                        <p:cTn id="7" dur="500"/>
                                        <p:tgtEl>
                                          <p:spTgt spid="385027">
                                            <p:txEl>
                                              <p:charRg st="0" end="6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385028"/>
                                        </p:tgtEl>
                                        <p:attrNameLst>
                                          <p:attrName>style.visibility</p:attrName>
                                        </p:attrNameLst>
                                      </p:cBhvr>
                                      <p:to>
                                        <p:strVal val="visible"/>
                                      </p:to>
                                    </p:set>
                                    <p:anim calcmode="lin" valueType="num">
                                      <p:cBhvr additive="base">
                                        <p:cTn id="12" dur="500" fill="hold"/>
                                        <p:tgtEl>
                                          <p:spTgt spid="385028"/>
                                        </p:tgtEl>
                                        <p:attrNameLst>
                                          <p:attrName>ppt_x</p:attrName>
                                        </p:attrNameLst>
                                      </p:cBhvr>
                                      <p:tavLst>
                                        <p:tav tm="0">
                                          <p:val>
                                            <p:strVal val="0-#ppt_w/2"/>
                                          </p:val>
                                        </p:tav>
                                        <p:tav tm="100000">
                                          <p:val>
                                            <p:strVal val="#ppt_x"/>
                                          </p:val>
                                        </p:tav>
                                      </p:tavLst>
                                    </p:anim>
                                    <p:anim calcmode="lin" valueType="num">
                                      <p:cBhvr additive="base">
                                        <p:cTn id="13" dur="500" fill="hold"/>
                                        <p:tgtEl>
                                          <p:spTgt spid="38502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6"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arn(inHorizontal)">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0-#ppt_w/2"/>
                                          </p:val>
                                        </p:tav>
                                        <p:tav tm="100000">
                                          <p:val>
                                            <p:strVal val="#ppt_x"/>
                                          </p:val>
                                        </p:tav>
                                      </p:tavLst>
                                    </p:anim>
                                    <p:anim calcmode="lin" valueType="num">
                                      <p:cBhvr additive="base">
                                        <p:cTn id="24" dur="500" fill="hold"/>
                                        <p:tgtEl>
                                          <p:spTgt spid="3"/>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11" presetClass="entr" presetSubtype="0" fill="hold" nodeType="afterEffect">
                                  <p:stCondLst>
                                    <p:cond delay="0"/>
                                  </p:stCondLst>
                                  <p:childTnLst>
                                    <p:set>
                                      <p:cBhvr>
                                        <p:cTn id="27" dur="1000">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27" grpId="0" build="p"/>
      <p:bldP spid="385028"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8850" name="Rectangle 3"/>
          <p:cNvSpPr>
            <a:spLocks noGrp="1"/>
          </p:cNvSpPr>
          <p:nvPr>
            <p:ph idx="1"/>
          </p:nvPr>
        </p:nvSpPr>
        <p:spPr>
          <a:xfrm>
            <a:off x="250825" y="908050"/>
            <a:ext cx="8540750" cy="5549900"/>
          </a:xfrm>
        </p:spPr>
        <p:txBody>
          <a:bodyPr vert="horz" wrap="square" lIns="91440" tIns="45720" rIns="91440" bIns="45720" anchor="t" anchorCtr="0"/>
          <a:p>
            <a:pPr eaLnBrk="1" hangingPunct="1">
              <a:buNone/>
            </a:pPr>
            <a:r>
              <a:rPr lang="en-US" altLang="zh-CN" sz="2800" b="1" dirty="0">
                <a:latin typeface="Times New Roman" panose="02020603050405020304" pitchFamily="18" charset="0"/>
              </a:rPr>
              <a:t>2. </a:t>
            </a:r>
            <a:r>
              <a:rPr lang="zh-CN" altLang="en-US" sz="2800" b="1" dirty="0">
                <a:latin typeface="Times New Roman" panose="02020603050405020304" pitchFamily="18" charset="0"/>
              </a:rPr>
              <a:t>加权平均判决法</a:t>
            </a:r>
            <a:endParaRPr lang="zh-CN" altLang="en-US" sz="2800" b="1" dirty="0">
              <a:latin typeface="Times New Roman" panose="02020603050405020304" pitchFamily="18" charset="0"/>
            </a:endParaRPr>
          </a:p>
        </p:txBody>
      </p:sp>
      <p:sp>
        <p:nvSpPr>
          <p:cNvPr id="78851" name="Rectangle 7"/>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4.4.6  </a:t>
            </a:r>
            <a:r>
              <a:rPr lang="zh-CN" altLang="en-US" b="0" dirty="0">
                <a:latin typeface="Times New Roman" panose="02020603050405020304" pitchFamily="18" charset="0"/>
              </a:rPr>
              <a:t>模糊决策</a:t>
            </a:r>
            <a:endParaRPr lang="zh-CN" altLang="en-US" b="0" dirty="0">
              <a:latin typeface="Times New Roman" panose="02020603050405020304" pitchFamily="18" charset="0"/>
            </a:endParaRPr>
          </a:p>
        </p:txBody>
      </p:sp>
      <p:sp>
        <p:nvSpPr>
          <p:cNvPr id="78852" name="Rectangle 9"/>
          <p:cNvSpPr/>
          <p:nvPr/>
        </p:nvSpPr>
        <p:spPr>
          <a:xfrm>
            <a:off x="4095750" y="29956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78853" name="Object 8"/>
          <p:cNvGraphicFramePr>
            <a:graphicFrameLocks noChangeAspect="1"/>
          </p:cNvGraphicFramePr>
          <p:nvPr/>
        </p:nvGraphicFramePr>
        <p:xfrm>
          <a:off x="2971800" y="1600200"/>
          <a:ext cx="2438400" cy="1981200"/>
        </p:xfrm>
        <a:graphic>
          <a:graphicData uri="http://schemas.openxmlformats.org/presentationml/2006/ole">
            <mc:AlternateContent xmlns:mc="http://schemas.openxmlformats.org/markup-compatibility/2006">
              <mc:Choice xmlns:v="urn:schemas-microsoft-com:vml" Requires="v">
                <p:oleObj spid="_x0000_s3284" name="" r:id="rId1" imgW="16459200" imgH="14925675" progId="Equation.3">
                  <p:embed/>
                </p:oleObj>
              </mc:Choice>
              <mc:Fallback>
                <p:oleObj name="" r:id="rId1" imgW="16459200" imgH="14925675" progId="Equation.3">
                  <p:embed/>
                  <p:pic>
                    <p:nvPicPr>
                      <p:cNvPr id="0" name="图片 3283"/>
                      <p:cNvPicPr/>
                      <p:nvPr/>
                    </p:nvPicPr>
                    <p:blipFill>
                      <a:blip r:embed="rId2"/>
                      <a:stretch>
                        <a:fillRect/>
                      </a:stretch>
                    </p:blipFill>
                    <p:spPr>
                      <a:xfrm>
                        <a:off x="2971800" y="1600200"/>
                        <a:ext cx="2438400" cy="1981200"/>
                      </a:xfrm>
                      <a:prstGeom prst="rect">
                        <a:avLst/>
                      </a:prstGeom>
                      <a:noFill/>
                      <a:ln w="38100">
                        <a:noFill/>
                        <a:miter/>
                      </a:ln>
                    </p:spPr>
                  </p:pic>
                </p:oleObj>
              </mc:Fallback>
            </mc:AlternateContent>
          </a:graphicData>
        </a:graphic>
      </p:graphicFrame>
      <p:sp>
        <p:nvSpPr>
          <p:cNvPr id="78854" name="Rectangle 12"/>
          <p:cNvSpPr/>
          <p:nvPr/>
        </p:nvSpPr>
        <p:spPr>
          <a:xfrm>
            <a:off x="3243263" y="334803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8855" name="Rectangle 14"/>
          <p:cNvSpPr/>
          <p:nvPr/>
        </p:nvSpPr>
        <p:spPr>
          <a:xfrm>
            <a:off x="3033713" y="323373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8856" name="Text Box 10"/>
          <p:cNvSpPr txBox="1"/>
          <p:nvPr/>
        </p:nvSpPr>
        <p:spPr>
          <a:xfrm>
            <a:off x="304800" y="3943350"/>
            <a:ext cx="8610600" cy="1847850"/>
          </a:xfrm>
          <a:prstGeom prst="rect">
            <a:avLst/>
          </a:prstGeom>
          <a:solidFill>
            <a:srgbClr val="FFFFFF"/>
          </a:solidFill>
          <a:ln w="9525" cap="flat" cmpd="sng">
            <a:solidFill>
              <a:srgbClr val="333333"/>
            </a:solidFill>
            <a:prstDash val="solid"/>
            <a:miter/>
            <a:headEnd type="none" w="med" len="med"/>
            <a:tailEnd type="none" w="med" len="med"/>
          </a:ln>
        </p:spPr>
        <p:txBody>
          <a:bodyPr anchor="t" anchorCtr="0">
            <a:spAutoFit/>
          </a:bodyPr>
          <a:p>
            <a:pPr algn="just" fontAlgn="b">
              <a:lnSpc>
                <a:spcPct val="120000"/>
              </a:lnSpc>
              <a:spcBef>
                <a:spcPct val="50000"/>
              </a:spcBef>
              <a:buClr>
                <a:schemeClr val="accent2"/>
              </a:buClr>
              <a:buFont typeface="Wingdings" panose="05000000000000000000" pitchFamily="2" charset="2"/>
              <a:buChar char="§"/>
            </a:pPr>
            <a:r>
              <a:rPr lang="en-US" altLang="zh-CN" sz="2600" dirty="0">
                <a:latin typeface="宋体" panose="02010600030101010101" pitchFamily="2" charset="-122"/>
                <a:ea typeface="宋体" panose="02010600030101010101" pitchFamily="2" charset="-122"/>
              </a:rPr>
              <a:t> </a:t>
            </a:r>
            <a:r>
              <a:rPr lang="zh-CN" altLang="en-US" sz="2600" b="1" dirty="0">
                <a:latin typeface="宋体" panose="02010600030101010101" pitchFamily="2" charset="-122"/>
                <a:ea typeface="宋体" panose="02010600030101010101" pitchFamily="2" charset="-122"/>
              </a:rPr>
              <a:t>例如</a:t>
            </a:r>
            <a:endParaRPr lang="zh-CN" altLang="en-US" sz="2600" b="1" dirty="0">
              <a:latin typeface="Times New Roman" panose="02020603050405020304" pitchFamily="18" charset="0"/>
              <a:ea typeface="宋体" panose="02010600030101010101" pitchFamily="2" charset="-122"/>
            </a:endParaRPr>
          </a:p>
          <a:p>
            <a:pPr algn="just" fontAlgn="b">
              <a:lnSpc>
                <a:spcPct val="120000"/>
              </a:lnSpc>
              <a:spcBef>
                <a:spcPct val="50000"/>
              </a:spcBef>
              <a:buClrTx/>
              <a:buFontTx/>
            </a:pPr>
            <a:r>
              <a:rPr lang="zh-CN" altLang="en-US" sz="2600" b="1" dirty="0">
                <a:latin typeface="宋体" panose="02010600030101010101" pitchFamily="2" charset="-122"/>
                <a:ea typeface="宋体" panose="02010600030101010101" pitchFamily="2" charset="-122"/>
              </a:rPr>
              <a:t>则</a:t>
            </a:r>
            <a:endParaRPr lang="zh-CN" altLang="en-US" sz="2600" b="1" dirty="0">
              <a:latin typeface="Times New Roman" panose="02020603050405020304" pitchFamily="18" charset="0"/>
              <a:ea typeface="宋体" panose="02010600030101010101" pitchFamily="2" charset="-122"/>
            </a:endParaRPr>
          </a:p>
          <a:p>
            <a:pPr>
              <a:spcBef>
                <a:spcPct val="50000"/>
              </a:spcBef>
              <a:buClrTx/>
              <a:buFontTx/>
            </a:pPr>
            <a:endParaRPr lang="en-US" altLang="zh-CN" sz="2600" dirty="0">
              <a:latin typeface="Arial" panose="020B0604020202020204" pitchFamily="34" charset="0"/>
              <a:ea typeface="宋体" panose="02010600030101010101" pitchFamily="2" charset="-122"/>
            </a:endParaRPr>
          </a:p>
        </p:txBody>
      </p:sp>
      <p:grpSp>
        <p:nvGrpSpPr>
          <p:cNvPr id="78857" name="Group 17"/>
          <p:cNvGrpSpPr/>
          <p:nvPr/>
        </p:nvGrpSpPr>
        <p:grpSpPr>
          <a:xfrm>
            <a:off x="838200" y="4081463"/>
            <a:ext cx="7927975" cy="1554162"/>
            <a:chOff x="528" y="2571"/>
            <a:chExt cx="4994" cy="979"/>
          </a:xfrm>
        </p:grpSpPr>
        <p:sp>
          <p:nvSpPr>
            <p:cNvPr id="78858" name="Rectangle 6"/>
            <p:cNvSpPr/>
            <p:nvPr/>
          </p:nvSpPr>
          <p:spPr>
            <a:xfrm>
              <a:off x="1702" y="2848"/>
              <a:ext cx="160" cy="164"/>
            </a:xfrm>
            <a:prstGeom prst="rect">
              <a:avLst/>
            </a:prstGeom>
            <a:noFill/>
            <a:ln w="9525">
              <a:noFill/>
            </a:ln>
          </p:spPr>
          <p:txBody>
            <a:bodyPr wrap="none" anchor="ctr" anchorCtr="0">
              <a:spAutoFit/>
            </a:bodyPr>
            <a:p>
              <a:pPr>
                <a:buClrTx/>
                <a:buFontTx/>
              </a:pPr>
              <a:r>
                <a:rPr lang="en-US" altLang="zh-CN" sz="1000" dirty="0">
                  <a:latin typeface="Times New Roman" panose="02020603050405020304" pitchFamily="18" charset="0"/>
                  <a:ea typeface="宋体" panose="02010600030101010101" pitchFamily="2" charset="-122"/>
                </a:rPr>
                <a:t> </a:t>
              </a:r>
              <a:r>
                <a:rPr lang="en-US" altLang="zh-CN" sz="1100" dirty="0">
                  <a:latin typeface="Arial" panose="020B0604020202020204" pitchFamily="34" charset="0"/>
                  <a:ea typeface="宋体" panose="02010600030101010101" pitchFamily="2" charset="-122"/>
                </a:rPr>
                <a:t> </a:t>
              </a:r>
              <a:endParaRPr lang="en-US" altLang="zh-CN" dirty="0">
                <a:latin typeface="Arial" panose="020B0604020202020204" pitchFamily="34" charset="0"/>
                <a:ea typeface="宋体" panose="02010600030101010101" pitchFamily="2" charset="-122"/>
              </a:endParaRPr>
            </a:p>
          </p:txBody>
        </p:sp>
        <p:graphicFrame>
          <p:nvGraphicFramePr>
            <p:cNvPr id="78859" name="Object 11"/>
            <p:cNvGraphicFramePr>
              <a:graphicFrameLocks noChangeAspect="1"/>
            </p:cNvGraphicFramePr>
            <p:nvPr/>
          </p:nvGraphicFramePr>
          <p:xfrm>
            <a:off x="1077" y="2571"/>
            <a:ext cx="4326" cy="259"/>
          </p:xfrm>
          <a:graphic>
            <a:graphicData uri="http://schemas.openxmlformats.org/presentationml/2006/ole">
              <mc:AlternateContent xmlns:mc="http://schemas.openxmlformats.org/markup-compatibility/2006">
                <mc:Choice xmlns:v="urn:schemas-microsoft-com:vml" Requires="v">
                  <p:oleObj spid="_x0000_s3283" name="" r:id="rId3" imgW="45424725" imgH="3076575" progId="Equation.3">
                    <p:embed/>
                  </p:oleObj>
                </mc:Choice>
                <mc:Fallback>
                  <p:oleObj name="" r:id="rId3" imgW="45424725" imgH="3076575" progId="Equation.3">
                    <p:embed/>
                    <p:pic>
                      <p:nvPicPr>
                        <p:cNvPr id="0" name="图片 3282"/>
                        <p:cNvPicPr/>
                        <p:nvPr/>
                      </p:nvPicPr>
                      <p:blipFill>
                        <a:blip r:embed="rId4"/>
                        <a:stretch>
                          <a:fillRect/>
                        </a:stretch>
                      </p:blipFill>
                      <p:spPr>
                        <a:xfrm>
                          <a:off x="1077" y="2571"/>
                          <a:ext cx="4326" cy="259"/>
                        </a:xfrm>
                        <a:prstGeom prst="rect">
                          <a:avLst/>
                        </a:prstGeom>
                        <a:noFill/>
                        <a:ln w="38100">
                          <a:noFill/>
                          <a:miter/>
                        </a:ln>
                      </p:spPr>
                    </p:pic>
                  </p:oleObj>
                </mc:Fallback>
              </mc:AlternateContent>
            </a:graphicData>
          </a:graphic>
        </p:graphicFrame>
        <p:graphicFrame>
          <p:nvGraphicFramePr>
            <p:cNvPr id="78860" name="Object 16"/>
            <p:cNvGraphicFramePr>
              <a:graphicFrameLocks noChangeAspect="1"/>
            </p:cNvGraphicFramePr>
            <p:nvPr/>
          </p:nvGraphicFramePr>
          <p:xfrm>
            <a:off x="528" y="2976"/>
            <a:ext cx="4994" cy="574"/>
          </p:xfrm>
          <a:graphic>
            <a:graphicData uri="http://schemas.openxmlformats.org/presentationml/2006/ole">
              <mc:AlternateContent xmlns:mc="http://schemas.openxmlformats.org/markup-compatibility/2006">
                <mc:Choice xmlns:v="urn:schemas-microsoft-com:vml" Requires="v">
                  <p:oleObj spid="_x0000_s3282" name="" r:id="rId5" imgW="52444650" imgH="6800850" progId="Equation.3">
                    <p:embed/>
                  </p:oleObj>
                </mc:Choice>
                <mc:Fallback>
                  <p:oleObj name="" r:id="rId5" imgW="52444650" imgH="6800850" progId="Equation.3">
                    <p:embed/>
                    <p:pic>
                      <p:nvPicPr>
                        <p:cNvPr id="0" name="图片 3281"/>
                        <p:cNvPicPr/>
                        <p:nvPr/>
                      </p:nvPicPr>
                      <p:blipFill>
                        <a:blip r:embed="rId6"/>
                        <a:stretch>
                          <a:fillRect/>
                        </a:stretch>
                      </p:blipFill>
                      <p:spPr>
                        <a:xfrm>
                          <a:off x="528" y="2976"/>
                          <a:ext cx="4994" cy="574"/>
                        </a:xfrm>
                        <a:prstGeom prst="rect">
                          <a:avLst/>
                        </a:prstGeom>
                        <a:noFill/>
                        <a:ln w="38100">
                          <a:noFill/>
                          <a:miter/>
                        </a:ln>
                      </p:spPr>
                    </p:pic>
                  </p:oleObj>
                </mc:Fallback>
              </mc:AlternateContent>
            </a:graphicData>
          </a:graphic>
        </p:graphicFrame>
      </p:grpSp>
    </p:spTree>
  </p:cSld>
  <p:clrMapOvr>
    <a:masterClrMapping/>
  </p:clrMapOvr>
  <p:transition>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79874" name="Rectangle 15"/>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4.4.6  </a:t>
            </a:r>
            <a:r>
              <a:rPr lang="zh-CN" altLang="en-US" b="0" dirty="0">
                <a:latin typeface="Times New Roman" panose="02020603050405020304" pitchFamily="18" charset="0"/>
              </a:rPr>
              <a:t>模糊决策</a:t>
            </a:r>
            <a:endParaRPr lang="zh-CN" altLang="en-US" b="0" dirty="0">
              <a:latin typeface="Times New Roman" panose="02020603050405020304" pitchFamily="18" charset="0"/>
            </a:endParaRPr>
          </a:p>
        </p:txBody>
      </p:sp>
      <p:sp>
        <p:nvSpPr>
          <p:cNvPr id="79875" name="Rectangle 16"/>
          <p:cNvSpPr>
            <a:spLocks noGrp="1"/>
          </p:cNvSpPr>
          <p:nvPr>
            <p:ph idx="1"/>
          </p:nvPr>
        </p:nvSpPr>
        <p:spPr/>
        <p:txBody>
          <a:bodyPr vert="horz" wrap="square" lIns="91440" tIns="45720" rIns="91440" bIns="45720" anchor="t" anchorCtr="0"/>
          <a:p>
            <a:pPr eaLnBrk="1" hangingPunct="1">
              <a:buNone/>
            </a:pPr>
            <a:r>
              <a:rPr lang="en-US" altLang="zh-CN" sz="2800" b="1" dirty="0">
                <a:latin typeface="Times New Roman" panose="02020603050405020304" pitchFamily="18" charset="0"/>
              </a:rPr>
              <a:t> 3. </a:t>
            </a:r>
            <a:r>
              <a:rPr lang="zh-CN" altLang="en-US" sz="2800" b="1" dirty="0">
                <a:latin typeface="Times New Roman" panose="02020603050405020304" pitchFamily="18" charset="0"/>
              </a:rPr>
              <a:t>中位数法</a:t>
            </a:r>
            <a:r>
              <a:rPr lang="zh-CN" altLang="en-US" sz="2800" dirty="0">
                <a:latin typeface="Times New Roman" panose="02020603050405020304" pitchFamily="18" charset="0"/>
              </a:rPr>
              <a:t> </a:t>
            </a:r>
            <a:endParaRPr lang="zh-CN" altLang="en-US" sz="2800" dirty="0">
              <a:latin typeface="Times New Roman" panose="02020603050405020304" pitchFamily="18" charset="0"/>
            </a:endParaRPr>
          </a:p>
        </p:txBody>
      </p:sp>
      <p:sp>
        <p:nvSpPr>
          <p:cNvPr id="79876" name="Rectangle 7"/>
          <p:cNvSpPr/>
          <p:nvPr/>
        </p:nvSpPr>
        <p:spPr>
          <a:xfrm>
            <a:off x="0" y="3233738"/>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9877" name="Rectangle 14"/>
          <p:cNvSpPr/>
          <p:nvPr/>
        </p:nvSpPr>
        <p:spPr>
          <a:xfrm>
            <a:off x="3905250" y="31861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9878" name="Text Box 19"/>
          <p:cNvSpPr txBox="1"/>
          <p:nvPr/>
        </p:nvSpPr>
        <p:spPr>
          <a:xfrm>
            <a:off x="381000" y="1676400"/>
            <a:ext cx="8458200" cy="3735388"/>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spcBef>
                <a:spcPct val="50000"/>
              </a:spcBef>
              <a:buClr>
                <a:schemeClr val="accent2"/>
              </a:buClr>
              <a:buFont typeface="Wingdings" panose="05000000000000000000" pitchFamily="2" charset="2"/>
              <a:buChar char="§"/>
            </a:pPr>
            <a:r>
              <a:rPr lang="en-US" altLang="zh-CN" sz="2600"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例如</a:t>
            </a:r>
            <a:endParaRPr lang="zh-CN" altLang="en-US" sz="2800" b="1" dirty="0">
              <a:latin typeface="宋体" panose="02010600030101010101" pitchFamily="2" charset="-122"/>
              <a:ea typeface="宋体" panose="02010600030101010101" pitchFamily="2" charset="-122"/>
            </a:endParaRPr>
          </a:p>
          <a:p>
            <a:pPr>
              <a:spcBef>
                <a:spcPct val="50000"/>
              </a:spcBef>
              <a:buClr>
                <a:schemeClr val="accent2"/>
              </a:buClr>
              <a:buFont typeface="Wingdings" panose="05000000000000000000" pitchFamily="2" charset="2"/>
              <a:buChar char="§"/>
            </a:pPr>
            <a:endParaRPr lang="zh-CN" altLang="en-US" sz="2800" b="1" dirty="0">
              <a:latin typeface="宋体" panose="02010600030101010101" pitchFamily="2" charset="-122"/>
              <a:ea typeface="宋体" panose="02010600030101010101" pitchFamily="2" charset="-122"/>
            </a:endParaRPr>
          </a:p>
          <a:p>
            <a:pPr>
              <a:spcBef>
                <a:spcPct val="50000"/>
              </a:spcBef>
              <a:buClr>
                <a:schemeClr val="accent2"/>
              </a:buClr>
              <a:buFont typeface="Wingdings" panose="05000000000000000000" pitchFamily="2" charset="2"/>
              <a:buChar char="§"/>
            </a:pPr>
            <a:endParaRPr lang="zh-CN" altLang="en-US" sz="2800" b="1" dirty="0">
              <a:latin typeface="宋体" panose="02010600030101010101" pitchFamily="2" charset="-122"/>
              <a:ea typeface="宋体" panose="02010600030101010101" pitchFamily="2" charset="-122"/>
            </a:endParaRPr>
          </a:p>
          <a:p>
            <a:pPr>
              <a:spcBef>
                <a:spcPct val="50000"/>
              </a:spcBef>
              <a:buClr>
                <a:schemeClr val="accent2"/>
              </a:buClr>
              <a:buFont typeface="Wingdings" panose="05000000000000000000" pitchFamily="2" charset="2"/>
              <a:buChar char="§"/>
            </a:pPr>
            <a:endParaRPr lang="zh-CN" altLang="en-US" sz="2800" dirty="0">
              <a:latin typeface="宋体" panose="02010600030101010101" pitchFamily="2" charset="-122"/>
              <a:ea typeface="宋体" panose="02010600030101010101" pitchFamily="2" charset="-122"/>
            </a:endParaRPr>
          </a:p>
          <a:p>
            <a:pPr>
              <a:spcBef>
                <a:spcPct val="50000"/>
              </a:spcBef>
              <a:buClr>
                <a:schemeClr val="accent2"/>
              </a:buClr>
              <a:buFont typeface="Wingdings" panose="05000000000000000000" pitchFamily="2" charset="2"/>
              <a:buChar char="§"/>
            </a:pPr>
            <a:endParaRPr lang="zh-CN" altLang="en-US" sz="2800" dirty="0">
              <a:latin typeface="宋体" panose="02010600030101010101" pitchFamily="2" charset="-122"/>
              <a:ea typeface="宋体" panose="02010600030101010101" pitchFamily="2" charset="-122"/>
            </a:endParaRPr>
          </a:p>
          <a:p>
            <a:pPr>
              <a:spcBef>
                <a:spcPct val="50000"/>
              </a:spcBef>
              <a:buClr>
                <a:schemeClr val="accent2"/>
              </a:buClr>
              <a:buFont typeface="Wingdings" panose="05000000000000000000" pitchFamily="2" charset="2"/>
              <a:buChar char="§"/>
            </a:pPr>
            <a:endParaRPr lang="en-US" altLang="zh-CN" sz="2800" dirty="0">
              <a:latin typeface="Arial" panose="020B0604020202020204" pitchFamily="34" charset="0"/>
              <a:ea typeface="宋体" panose="02010600030101010101" pitchFamily="2" charset="-122"/>
            </a:endParaRPr>
          </a:p>
        </p:txBody>
      </p:sp>
      <p:sp>
        <p:nvSpPr>
          <p:cNvPr id="79879" name="Rectangle 21"/>
          <p:cNvSpPr/>
          <p:nvPr/>
        </p:nvSpPr>
        <p:spPr>
          <a:xfrm>
            <a:off x="2571750" y="33385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79880" name="Object 20"/>
          <p:cNvGraphicFramePr>
            <a:graphicFrameLocks noChangeAspect="1"/>
          </p:cNvGraphicFramePr>
          <p:nvPr/>
        </p:nvGraphicFramePr>
        <p:xfrm>
          <a:off x="457200" y="2444750"/>
          <a:ext cx="8335963" cy="984250"/>
        </p:xfrm>
        <a:graphic>
          <a:graphicData uri="http://schemas.openxmlformats.org/presentationml/2006/ole">
            <mc:AlternateContent xmlns:mc="http://schemas.openxmlformats.org/markup-compatibility/2006">
              <mc:Choice xmlns:v="urn:schemas-microsoft-com:vml" Requires="v">
                <p:oleObj spid="_x0000_s3287" name="" r:id="rId1" imgW="78771750" imgH="8553450" progId="Equation.DSMT4">
                  <p:embed/>
                </p:oleObj>
              </mc:Choice>
              <mc:Fallback>
                <p:oleObj name="" r:id="rId1" imgW="78771750" imgH="8553450" progId="Equation.DSMT4">
                  <p:embed/>
                  <p:pic>
                    <p:nvPicPr>
                      <p:cNvPr id="0" name="图片 3286"/>
                      <p:cNvPicPr/>
                      <p:nvPr/>
                    </p:nvPicPr>
                    <p:blipFill>
                      <a:blip r:embed="rId2"/>
                      <a:stretch>
                        <a:fillRect/>
                      </a:stretch>
                    </p:blipFill>
                    <p:spPr>
                      <a:xfrm>
                        <a:off x="457200" y="2444750"/>
                        <a:ext cx="8335963" cy="984250"/>
                      </a:xfrm>
                      <a:prstGeom prst="rect">
                        <a:avLst/>
                      </a:prstGeom>
                      <a:noFill/>
                      <a:ln w="38100">
                        <a:noFill/>
                        <a:miter/>
                      </a:ln>
                    </p:spPr>
                  </p:pic>
                </p:oleObj>
              </mc:Fallback>
            </mc:AlternateContent>
          </a:graphicData>
        </a:graphic>
      </p:graphicFrame>
      <p:sp>
        <p:nvSpPr>
          <p:cNvPr id="79881" name="Oval 22"/>
          <p:cNvSpPr/>
          <p:nvPr/>
        </p:nvSpPr>
        <p:spPr>
          <a:xfrm>
            <a:off x="1020763" y="2209800"/>
            <a:ext cx="1066800" cy="533400"/>
          </a:xfrm>
          <a:prstGeom prst="ellipse">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pSp>
        <p:nvGrpSpPr>
          <p:cNvPr id="2" name="Group 31"/>
          <p:cNvGrpSpPr/>
          <p:nvPr/>
        </p:nvGrpSpPr>
        <p:grpSpPr>
          <a:xfrm>
            <a:off x="1020763" y="2286000"/>
            <a:ext cx="2057400" cy="1219200"/>
            <a:chOff x="643" y="1440"/>
            <a:chExt cx="1296" cy="768"/>
          </a:xfrm>
        </p:grpSpPr>
        <p:sp>
          <p:nvSpPr>
            <p:cNvPr id="79883" name="Oval 23"/>
            <p:cNvSpPr/>
            <p:nvPr/>
          </p:nvSpPr>
          <p:spPr>
            <a:xfrm>
              <a:off x="643" y="1440"/>
              <a:ext cx="720" cy="432"/>
            </a:xfrm>
            <a:prstGeom prst="ellipse">
              <a:avLst/>
            </a:prstGeom>
            <a:noFill/>
            <a:ln w="25400" cap="flat" cmpd="sng">
              <a:solidFill>
                <a:schemeClr val="accent2"/>
              </a:solidFill>
              <a:prstDash val="solid"/>
              <a:round/>
              <a:headEnd type="none" w="med" len="med"/>
              <a:tailEnd type="none" w="med" len="med"/>
            </a:ln>
          </p:spPr>
          <p:txBody>
            <a:bodyPr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9884" name="Oval 24"/>
            <p:cNvSpPr/>
            <p:nvPr/>
          </p:nvSpPr>
          <p:spPr>
            <a:xfrm>
              <a:off x="1315" y="1776"/>
              <a:ext cx="624" cy="432"/>
            </a:xfrm>
            <a:prstGeom prst="ellipse">
              <a:avLst/>
            </a:prstGeom>
            <a:noFill/>
            <a:ln w="25400" cap="flat" cmpd="sng">
              <a:solidFill>
                <a:schemeClr val="accent2"/>
              </a:solidFill>
              <a:prstDash val="solid"/>
              <a:round/>
              <a:headEnd type="none" w="med" len="med"/>
              <a:tailEnd type="none" w="med" len="med"/>
            </a:ln>
          </p:spPr>
          <p:txBody>
            <a:bodyPr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pSp>
      <p:sp>
        <p:nvSpPr>
          <p:cNvPr id="79885" name="Oval 25"/>
          <p:cNvSpPr/>
          <p:nvPr/>
        </p:nvSpPr>
        <p:spPr>
          <a:xfrm>
            <a:off x="6888163" y="2362200"/>
            <a:ext cx="685800" cy="457200"/>
          </a:xfrm>
          <a:prstGeom prst="ellipse">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217114" name="Oval 26"/>
          <p:cNvSpPr/>
          <p:nvPr/>
        </p:nvSpPr>
        <p:spPr>
          <a:xfrm>
            <a:off x="6964363" y="2286000"/>
            <a:ext cx="838200" cy="685800"/>
          </a:xfrm>
          <a:prstGeom prst="ellipse">
            <a:avLst/>
          </a:prstGeom>
          <a:noFill/>
          <a:ln w="25400" cap="flat" cmpd="sng">
            <a:solidFill>
              <a:srgbClr val="000080"/>
            </a:solidFill>
            <a:prstDash val="solid"/>
            <a:round/>
            <a:headEnd type="none" w="med" len="med"/>
            <a:tailEnd type="none" w="med" len="med"/>
          </a:ln>
        </p:spPr>
        <p:txBody>
          <a:bodyPr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79887" name="Rectangle 28"/>
          <p:cNvSpPr/>
          <p:nvPr/>
        </p:nvSpPr>
        <p:spPr>
          <a:xfrm>
            <a:off x="3948113" y="319563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217115" name="Object 27"/>
          <p:cNvGraphicFramePr>
            <a:graphicFrameLocks noChangeAspect="1"/>
          </p:cNvGraphicFramePr>
          <p:nvPr/>
        </p:nvGraphicFramePr>
        <p:xfrm>
          <a:off x="531813" y="3581400"/>
          <a:ext cx="5119687" cy="1014413"/>
        </p:xfrm>
        <a:graphic>
          <a:graphicData uri="http://schemas.openxmlformats.org/presentationml/2006/ole">
            <mc:AlternateContent xmlns:mc="http://schemas.openxmlformats.org/markup-compatibility/2006">
              <mc:Choice xmlns:v="urn:schemas-microsoft-com:vml" Requires="v">
                <p:oleObj spid="_x0000_s3285" name="" r:id="rId3" imgW="46081950" imgH="9220200" progId="Equation.DSMT4">
                  <p:embed/>
                </p:oleObj>
              </mc:Choice>
              <mc:Fallback>
                <p:oleObj name="" r:id="rId3" imgW="46081950" imgH="9220200" progId="Equation.DSMT4">
                  <p:embed/>
                  <p:pic>
                    <p:nvPicPr>
                      <p:cNvPr id="0" name="图片 3284"/>
                      <p:cNvPicPr/>
                      <p:nvPr/>
                    </p:nvPicPr>
                    <p:blipFill>
                      <a:blip r:embed="rId4"/>
                      <a:stretch>
                        <a:fillRect/>
                      </a:stretch>
                    </p:blipFill>
                    <p:spPr>
                      <a:xfrm>
                        <a:off x="531813" y="3581400"/>
                        <a:ext cx="5119687" cy="1014413"/>
                      </a:xfrm>
                      <a:prstGeom prst="rect">
                        <a:avLst/>
                      </a:prstGeom>
                      <a:noFill/>
                      <a:ln w="38100">
                        <a:noFill/>
                        <a:miter/>
                      </a:ln>
                    </p:spPr>
                  </p:pic>
                </p:oleObj>
              </mc:Fallback>
            </mc:AlternateContent>
          </a:graphicData>
        </a:graphic>
      </p:graphicFrame>
      <p:graphicFrame>
        <p:nvGraphicFramePr>
          <p:cNvPr id="217118" name="Object 30"/>
          <p:cNvGraphicFramePr>
            <a:graphicFrameLocks noChangeAspect="1"/>
          </p:cNvGraphicFramePr>
          <p:nvPr/>
        </p:nvGraphicFramePr>
        <p:xfrm>
          <a:off x="457200" y="4572000"/>
          <a:ext cx="4114800" cy="512763"/>
        </p:xfrm>
        <a:graphic>
          <a:graphicData uri="http://schemas.openxmlformats.org/presentationml/2006/ole">
            <mc:AlternateContent xmlns:mc="http://schemas.openxmlformats.org/markup-compatibility/2006">
              <mc:Choice xmlns:v="urn:schemas-microsoft-com:vml" Requires="v">
                <p:oleObj spid="_x0000_s3290" name="" r:id="rId5" imgW="36642675" imgH="4610100" progId="Equation.DSMT4">
                  <p:embed/>
                </p:oleObj>
              </mc:Choice>
              <mc:Fallback>
                <p:oleObj name="" r:id="rId5" imgW="36642675" imgH="4610100" progId="Equation.DSMT4">
                  <p:embed/>
                  <p:pic>
                    <p:nvPicPr>
                      <p:cNvPr id="0" name="图片 3289"/>
                      <p:cNvPicPr/>
                      <p:nvPr/>
                    </p:nvPicPr>
                    <p:blipFill>
                      <a:blip r:embed="rId6"/>
                      <a:stretch>
                        <a:fillRect/>
                      </a:stretch>
                    </p:blipFill>
                    <p:spPr>
                      <a:xfrm>
                        <a:off x="457200" y="4572000"/>
                        <a:ext cx="4114800" cy="512763"/>
                      </a:xfrm>
                      <a:prstGeom prst="rect">
                        <a:avLst/>
                      </a:prstGeom>
                      <a:no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171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nodeType="clickEffect">
                                  <p:stCondLst>
                                    <p:cond delay="0"/>
                                  </p:stCondLst>
                                  <p:childTnLst>
                                    <p:set>
                                      <p:cBhvr>
                                        <p:cTn id="14" dur="1" fill="hold">
                                          <p:stCondLst>
                                            <p:cond delay="0"/>
                                          </p:stCondLst>
                                        </p:cTn>
                                        <p:tgtEl>
                                          <p:spTgt spid="217115"/>
                                        </p:tgtEl>
                                        <p:attrNameLst>
                                          <p:attrName>style.visibility</p:attrName>
                                        </p:attrNameLst>
                                      </p:cBhvr>
                                      <p:to>
                                        <p:strVal val="visible"/>
                                      </p:to>
                                    </p:set>
                                    <p:anim calcmode="lin" valueType="num">
                                      <p:cBhvr additive="base">
                                        <p:cTn id="15" dur="500" fill="hold"/>
                                        <p:tgtEl>
                                          <p:spTgt spid="217115"/>
                                        </p:tgtEl>
                                        <p:attrNameLst>
                                          <p:attrName>ppt_x</p:attrName>
                                        </p:attrNameLst>
                                      </p:cBhvr>
                                      <p:tavLst>
                                        <p:tav tm="0">
                                          <p:val>
                                            <p:strVal val="0-#ppt_w/2"/>
                                          </p:val>
                                        </p:tav>
                                        <p:tav tm="100000">
                                          <p:val>
                                            <p:strVal val="#ppt_x"/>
                                          </p:val>
                                        </p:tav>
                                      </p:tavLst>
                                    </p:anim>
                                    <p:anim calcmode="lin" valueType="num">
                                      <p:cBhvr additive="base">
                                        <p:cTn id="16" dur="500" fill="hold"/>
                                        <p:tgtEl>
                                          <p:spTgt spid="217115"/>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217118"/>
                                        </p:tgtEl>
                                        <p:attrNameLst>
                                          <p:attrName>style.visibility</p:attrName>
                                        </p:attrNameLst>
                                      </p:cBhvr>
                                      <p:to>
                                        <p:strVal val="visible"/>
                                      </p:to>
                                    </p:set>
                                    <p:anim calcmode="lin" valueType="num">
                                      <p:cBhvr additive="base">
                                        <p:cTn id="21" dur="500" fill="hold"/>
                                        <p:tgtEl>
                                          <p:spTgt spid="217118"/>
                                        </p:tgtEl>
                                        <p:attrNameLst>
                                          <p:attrName>ppt_x</p:attrName>
                                        </p:attrNameLst>
                                      </p:cBhvr>
                                      <p:tavLst>
                                        <p:tav tm="0">
                                          <p:val>
                                            <p:strVal val="0-#ppt_w/2"/>
                                          </p:val>
                                        </p:tav>
                                        <p:tav tm="100000">
                                          <p:val>
                                            <p:strVal val="#ppt_x"/>
                                          </p:val>
                                        </p:tav>
                                      </p:tavLst>
                                    </p:anim>
                                    <p:anim calcmode="lin" valueType="num">
                                      <p:cBhvr additive="base">
                                        <p:cTn id="22" dur="500" fill="hold"/>
                                        <p:tgtEl>
                                          <p:spTgt spid="2171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114"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80898" name="Rectangle 2"/>
          <p:cNvSpPr>
            <a:spLocks noGrp="1"/>
          </p:cNvSpPr>
          <p:nvPr>
            <p:ph type="title"/>
          </p:nvPr>
        </p:nvSpPr>
        <p:spPr/>
        <p:txBody>
          <a:bodyPr vert="horz" wrap="square" lIns="91440" tIns="45720" rIns="91440" bIns="45720" anchor="b" anchorCtr="0"/>
          <a:p>
            <a:pPr eaLnBrk="1" hangingPunct="1"/>
            <a:r>
              <a:rPr lang="en-US" altLang="zh-CN" b="0" dirty="0">
                <a:latin typeface="Times New Roman" panose="02020603050405020304" pitchFamily="18" charset="0"/>
              </a:rPr>
              <a:t>4.4.6  </a:t>
            </a:r>
            <a:r>
              <a:rPr lang="zh-CN" altLang="en-US" b="0" dirty="0">
                <a:latin typeface="Times New Roman" panose="02020603050405020304" pitchFamily="18" charset="0"/>
              </a:rPr>
              <a:t>模糊决策</a:t>
            </a:r>
            <a:endParaRPr lang="zh-CN" altLang="en-US" b="0" dirty="0">
              <a:latin typeface="Times New Roman" panose="02020603050405020304" pitchFamily="18" charset="0"/>
            </a:endParaRPr>
          </a:p>
        </p:txBody>
      </p:sp>
      <p:sp>
        <p:nvSpPr>
          <p:cNvPr id="80899" name="Rectangle 3"/>
          <p:cNvSpPr>
            <a:spLocks noGrp="1"/>
          </p:cNvSpPr>
          <p:nvPr>
            <p:ph idx="1"/>
          </p:nvPr>
        </p:nvSpPr>
        <p:spPr/>
        <p:txBody>
          <a:bodyPr vert="horz" wrap="square" lIns="91440" tIns="45720" rIns="91440" bIns="45720" anchor="t" anchorCtr="0"/>
          <a:p>
            <a:pPr eaLnBrk="1" hangingPunct="1">
              <a:buNone/>
            </a:pPr>
            <a:r>
              <a:rPr lang="en-US" altLang="zh-CN" sz="2800" b="1" dirty="0">
                <a:latin typeface="Times New Roman" panose="02020603050405020304" pitchFamily="18" charset="0"/>
              </a:rPr>
              <a:t> 3. </a:t>
            </a:r>
            <a:r>
              <a:rPr lang="zh-CN" altLang="en-US" sz="2800" b="1" dirty="0">
                <a:latin typeface="Times New Roman" panose="02020603050405020304" pitchFamily="18" charset="0"/>
              </a:rPr>
              <a:t>中位数法</a:t>
            </a:r>
            <a:r>
              <a:rPr lang="zh-CN" altLang="en-US" sz="2800" dirty="0">
                <a:latin typeface="Times New Roman" panose="02020603050405020304" pitchFamily="18" charset="0"/>
              </a:rPr>
              <a:t> </a:t>
            </a:r>
            <a:endParaRPr lang="zh-CN" altLang="en-US" sz="2800" dirty="0">
              <a:latin typeface="Times New Roman" panose="02020603050405020304" pitchFamily="18" charset="0"/>
            </a:endParaRPr>
          </a:p>
        </p:txBody>
      </p:sp>
      <p:sp>
        <p:nvSpPr>
          <p:cNvPr id="80900" name="Rectangle 4"/>
          <p:cNvSpPr/>
          <p:nvPr/>
        </p:nvSpPr>
        <p:spPr>
          <a:xfrm>
            <a:off x="0" y="3233738"/>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80901" name="Rectangle 5"/>
          <p:cNvSpPr/>
          <p:nvPr/>
        </p:nvSpPr>
        <p:spPr>
          <a:xfrm>
            <a:off x="3905250" y="31861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80902" name="Rectangle 7"/>
          <p:cNvSpPr/>
          <p:nvPr/>
        </p:nvSpPr>
        <p:spPr>
          <a:xfrm>
            <a:off x="2571750" y="33385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80903" name="Oval 9"/>
          <p:cNvSpPr/>
          <p:nvPr/>
        </p:nvSpPr>
        <p:spPr>
          <a:xfrm>
            <a:off x="1020763" y="2320925"/>
            <a:ext cx="1066800" cy="533400"/>
          </a:xfrm>
          <a:prstGeom prst="ellipse">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80904" name="Rectangle 15"/>
          <p:cNvSpPr/>
          <p:nvPr/>
        </p:nvSpPr>
        <p:spPr>
          <a:xfrm>
            <a:off x="3948113" y="3195638"/>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80905" name="Rectangle 19"/>
          <p:cNvSpPr/>
          <p:nvPr/>
        </p:nvSpPr>
        <p:spPr>
          <a:xfrm>
            <a:off x="2008188" y="3400425"/>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80906" name="Rectangle 21"/>
          <p:cNvSpPr/>
          <p:nvPr/>
        </p:nvSpPr>
        <p:spPr>
          <a:xfrm>
            <a:off x="4457700" y="3338513"/>
            <a:ext cx="9144000" cy="0"/>
          </a:xfrm>
          <a:prstGeom prst="rect">
            <a:avLst/>
          </a:prstGeom>
          <a:noFill/>
          <a:ln w="9525">
            <a:noFill/>
          </a:ln>
        </p:spPr>
        <p:txBody>
          <a:bodyPr anchor="t" anchorCtr="0">
            <a:spAutoFit/>
          </a:bodyPr>
          <a:p>
            <a:pPr>
              <a:buClrTx/>
              <a:buFontTx/>
            </a:pPr>
            <a:endParaRPr lang="zh-CN" altLang="en-US" dirty="0">
              <a:latin typeface="Arial" panose="020B0604020202020204" pitchFamily="34" charset="0"/>
              <a:ea typeface="宋体" panose="02010600030101010101" pitchFamily="2" charset="-122"/>
            </a:endParaRPr>
          </a:p>
        </p:txBody>
      </p:sp>
      <p:grpSp>
        <p:nvGrpSpPr>
          <p:cNvPr id="2" name="Group 23"/>
          <p:cNvGrpSpPr/>
          <p:nvPr/>
        </p:nvGrpSpPr>
        <p:grpSpPr>
          <a:xfrm>
            <a:off x="381000" y="1787525"/>
            <a:ext cx="8458200" cy="2327275"/>
            <a:chOff x="240" y="1056"/>
            <a:chExt cx="5328" cy="1466"/>
          </a:xfrm>
        </p:grpSpPr>
        <p:sp>
          <p:nvSpPr>
            <p:cNvPr id="80908" name="Text Box 6"/>
            <p:cNvSpPr txBox="1"/>
            <p:nvPr/>
          </p:nvSpPr>
          <p:spPr>
            <a:xfrm>
              <a:off x="240" y="1056"/>
              <a:ext cx="5328" cy="1439"/>
            </a:xfrm>
            <a:prstGeom prst="rect">
              <a:avLst/>
            </a:prstGeom>
            <a:solidFill>
              <a:srgbClr val="FFFFFF"/>
            </a:solidFill>
            <a:ln w="9525" cap="flat" cmpd="sng">
              <a:solidFill>
                <a:srgbClr val="808080"/>
              </a:solidFill>
              <a:prstDash val="solid"/>
              <a:miter/>
              <a:headEnd type="none" w="med" len="med"/>
              <a:tailEnd type="none" w="med" len="med"/>
            </a:ln>
          </p:spPr>
          <p:txBody>
            <a:bodyPr anchor="t" anchorCtr="0">
              <a:spAutoFit/>
            </a:bodyPr>
            <a:p>
              <a:pPr>
                <a:spcBef>
                  <a:spcPct val="50000"/>
                </a:spcBef>
                <a:buClr>
                  <a:schemeClr val="accent2"/>
                </a:buClr>
                <a:buFont typeface="Wingdings" panose="05000000000000000000" pitchFamily="2" charset="2"/>
                <a:buChar char="§"/>
              </a:pPr>
              <a:r>
                <a:rPr lang="en-US" altLang="zh-CN" sz="2600" dirty="0">
                  <a:latin typeface="宋体" panose="02010600030101010101" pitchFamily="2" charset="-122"/>
                  <a:ea typeface="宋体" panose="02010600030101010101" pitchFamily="2" charset="-122"/>
                </a:rPr>
                <a:t> </a:t>
              </a:r>
              <a:r>
                <a:rPr lang="zh-CN" altLang="en-US" sz="2600" b="1" dirty="0">
                  <a:latin typeface="宋体" panose="02010600030101010101" pitchFamily="2" charset="-122"/>
                  <a:ea typeface="宋体" panose="02010600030101010101" pitchFamily="2" charset="-122"/>
                </a:rPr>
                <a:t>例如</a:t>
              </a:r>
              <a:endParaRPr lang="zh-CN" altLang="en-US" sz="2600" b="1" dirty="0">
                <a:latin typeface="宋体" panose="02010600030101010101" pitchFamily="2" charset="-122"/>
                <a:ea typeface="宋体" panose="02010600030101010101" pitchFamily="2" charset="-122"/>
              </a:endParaRPr>
            </a:p>
            <a:p>
              <a:pPr>
                <a:spcBef>
                  <a:spcPct val="50000"/>
                </a:spcBef>
                <a:buClr>
                  <a:schemeClr val="accent2"/>
                </a:buClr>
                <a:buFont typeface="Wingdings" panose="05000000000000000000" pitchFamily="2" charset="2"/>
                <a:buChar char="§"/>
              </a:pPr>
              <a:endParaRPr lang="zh-CN" altLang="en-US" sz="2600" b="1" dirty="0">
                <a:latin typeface="宋体" panose="02010600030101010101" pitchFamily="2" charset="-122"/>
                <a:ea typeface="宋体" panose="02010600030101010101" pitchFamily="2" charset="-122"/>
              </a:endParaRPr>
            </a:p>
            <a:p>
              <a:pPr>
                <a:spcBef>
                  <a:spcPct val="50000"/>
                </a:spcBef>
                <a:buClr>
                  <a:schemeClr val="accent2"/>
                </a:buClr>
                <a:buFont typeface="Wingdings" panose="05000000000000000000" pitchFamily="2" charset="2"/>
              </a:pPr>
              <a:r>
                <a:rPr lang="zh-CN" altLang="en-US" sz="2600" b="1" dirty="0">
                  <a:latin typeface="Arial" panose="020B0604020202020204" pitchFamily="34" charset="0"/>
                  <a:ea typeface="宋体" panose="02010600030101010101" pitchFamily="2" charset="-122"/>
                </a:rPr>
                <a:t>用线性插值处理，即</a:t>
              </a:r>
              <a:endParaRPr lang="zh-CN" altLang="en-US" sz="2600" b="1" dirty="0">
                <a:latin typeface="Arial" panose="020B0604020202020204" pitchFamily="34" charset="0"/>
                <a:ea typeface="宋体" panose="02010600030101010101" pitchFamily="2" charset="-122"/>
              </a:endParaRPr>
            </a:p>
            <a:p>
              <a:pPr>
                <a:spcBef>
                  <a:spcPct val="50000"/>
                </a:spcBef>
                <a:buClr>
                  <a:schemeClr val="accent2"/>
                </a:buClr>
                <a:buFont typeface="Wingdings" panose="05000000000000000000" pitchFamily="2" charset="2"/>
              </a:pPr>
              <a:r>
                <a:rPr lang="zh-CN" altLang="en-US" sz="2600" b="1" dirty="0">
                  <a:latin typeface="Arial" panose="020B0604020202020204" pitchFamily="34" charset="0"/>
                  <a:ea typeface="宋体" panose="02010600030101010101" pitchFamily="2" charset="-122"/>
                </a:rPr>
                <a:t>所以</a:t>
              </a:r>
              <a:endParaRPr lang="zh-CN" altLang="en-US" sz="2600" b="1" dirty="0">
                <a:latin typeface="Arial" panose="020B0604020202020204" pitchFamily="34" charset="0"/>
                <a:ea typeface="宋体" panose="02010600030101010101" pitchFamily="2" charset="-122"/>
              </a:endParaRPr>
            </a:p>
          </p:txBody>
        </p:sp>
        <p:graphicFrame>
          <p:nvGraphicFramePr>
            <p:cNvPr id="80909" name="Object 18"/>
            <p:cNvGraphicFramePr>
              <a:graphicFrameLocks noChangeAspect="1"/>
            </p:cNvGraphicFramePr>
            <p:nvPr/>
          </p:nvGraphicFramePr>
          <p:xfrm>
            <a:off x="288" y="1440"/>
            <a:ext cx="5280" cy="240"/>
          </p:xfrm>
          <a:graphic>
            <a:graphicData uri="http://schemas.openxmlformats.org/presentationml/2006/ole">
              <mc:AlternateContent xmlns:mc="http://schemas.openxmlformats.org/markup-compatibility/2006">
                <mc:Choice xmlns:v="urn:schemas-microsoft-com:vml" Requires="v">
                  <p:oleObj spid="_x0000_s3288" name="" r:id="rId1" imgW="86020275" imgH="3076575" progId="Equation.DSMT4">
                    <p:embed/>
                  </p:oleObj>
                </mc:Choice>
                <mc:Fallback>
                  <p:oleObj name="" r:id="rId1" imgW="86020275" imgH="3076575" progId="Equation.DSMT4">
                    <p:embed/>
                    <p:pic>
                      <p:nvPicPr>
                        <p:cNvPr id="0" name="图片 3287"/>
                        <p:cNvPicPr/>
                        <p:nvPr/>
                      </p:nvPicPr>
                      <p:blipFill>
                        <a:blip r:embed="rId2"/>
                        <a:stretch>
                          <a:fillRect/>
                        </a:stretch>
                      </p:blipFill>
                      <p:spPr>
                        <a:xfrm>
                          <a:off x="288" y="1440"/>
                          <a:ext cx="5280" cy="240"/>
                        </a:xfrm>
                        <a:prstGeom prst="rect">
                          <a:avLst/>
                        </a:prstGeom>
                        <a:noFill/>
                        <a:ln w="38100">
                          <a:noFill/>
                          <a:miter/>
                        </a:ln>
                      </p:spPr>
                    </p:pic>
                  </p:oleObj>
                </mc:Fallback>
              </mc:AlternateContent>
            </a:graphicData>
          </a:graphic>
        </p:graphicFrame>
        <p:graphicFrame>
          <p:nvGraphicFramePr>
            <p:cNvPr id="80910" name="Object 20"/>
            <p:cNvGraphicFramePr>
              <a:graphicFrameLocks noChangeAspect="1"/>
            </p:cNvGraphicFramePr>
            <p:nvPr/>
          </p:nvGraphicFramePr>
          <p:xfrm>
            <a:off x="2352" y="1824"/>
            <a:ext cx="2464" cy="288"/>
          </p:xfrm>
          <a:graphic>
            <a:graphicData uri="http://schemas.openxmlformats.org/presentationml/2006/ole">
              <mc:AlternateContent xmlns:mc="http://schemas.openxmlformats.org/markup-compatibility/2006">
                <mc:Choice xmlns:v="urn:schemas-microsoft-com:vml" Requires="v">
                  <p:oleObj spid="_x0000_s3289" name="" r:id="rId3" imgW="33794700" imgH="3952875" progId="Equation.DSMT4">
                    <p:embed/>
                  </p:oleObj>
                </mc:Choice>
                <mc:Fallback>
                  <p:oleObj name="" r:id="rId3" imgW="33794700" imgH="3952875" progId="Equation.DSMT4">
                    <p:embed/>
                    <p:pic>
                      <p:nvPicPr>
                        <p:cNvPr id="0" name="图片 3288"/>
                        <p:cNvPicPr/>
                        <p:nvPr/>
                      </p:nvPicPr>
                      <p:blipFill>
                        <a:blip r:embed="rId4"/>
                        <a:stretch>
                          <a:fillRect/>
                        </a:stretch>
                      </p:blipFill>
                      <p:spPr>
                        <a:xfrm>
                          <a:off x="2352" y="1824"/>
                          <a:ext cx="2464" cy="288"/>
                        </a:xfrm>
                        <a:prstGeom prst="rect">
                          <a:avLst/>
                        </a:prstGeom>
                        <a:noFill/>
                        <a:ln w="38100">
                          <a:noFill/>
                          <a:miter/>
                        </a:ln>
                      </p:spPr>
                    </p:pic>
                  </p:oleObj>
                </mc:Fallback>
              </mc:AlternateContent>
            </a:graphicData>
          </a:graphic>
        </p:graphicFrame>
        <p:graphicFrame>
          <p:nvGraphicFramePr>
            <p:cNvPr id="80911" name="Object 22"/>
            <p:cNvGraphicFramePr>
              <a:graphicFrameLocks noChangeAspect="1"/>
            </p:cNvGraphicFramePr>
            <p:nvPr/>
          </p:nvGraphicFramePr>
          <p:xfrm>
            <a:off x="768" y="2160"/>
            <a:ext cx="1904" cy="362"/>
          </p:xfrm>
          <a:graphic>
            <a:graphicData uri="http://schemas.openxmlformats.org/presentationml/2006/ole">
              <mc:AlternateContent xmlns:mc="http://schemas.openxmlformats.org/markup-compatibility/2006">
                <mc:Choice xmlns:v="urn:schemas-microsoft-com:vml" Requires="v">
                  <p:oleObj spid="_x0000_s3286" name="" r:id="rId5" imgW="21945600" imgH="4171950" progId="Equation.3">
                    <p:embed/>
                  </p:oleObj>
                </mc:Choice>
                <mc:Fallback>
                  <p:oleObj name="" r:id="rId5" imgW="21945600" imgH="4171950" progId="Equation.3">
                    <p:embed/>
                    <p:pic>
                      <p:nvPicPr>
                        <p:cNvPr id="0" name="图片 3285"/>
                        <p:cNvPicPr/>
                        <p:nvPr/>
                      </p:nvPicPr>
                      <p:blipFill>
                        <a:blip r:embed="rId6"/>
                        <a:stretch>
                          <a:fillRect/>
                        </a:stretch>
                      </p:blipFill>
                      <p:spPr>
                        <a:xfrm>
                          <a:off x="768" y="2160"/>
                          <a:ext cx="1904" cy="362"/>
                        </a:xfrm>
                        <a:prstGeom prst="rect">
                          <a:avLst/>
                        </a:prstGeom>
                        <a:noFill/>
                        <a:ln w="38100">
                          <a:noFill/>
                          <a:miter/>
                        </a:ln>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灯片编号占位符 1"/>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81922" name="Rectangle 4"/>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4.4.7  </a:t>
            </a:r>
            <a:r>
              <a:rPr lang="zh-CN" altLang="en-US" sz="3600" dirty="0">
                <a:solidFill>
                  <a:schemeClr val="bg1"/>
                </a:solidFill>
                <a:latin typeface="Times New Roman" panose="02020603050405020304" pitchFamily="18" charset="0"/>
                <a:ea typeface="黑体" panose="02010609060101010101" pitchFamily="2" charset="-122"/>
              </a:rPr>
              <a:t>模糊推理的应用</a:t>
            </a:r>
            <a:endParaRPr lang="zh-CN" altLang="en-US" sz="3600" dirty="0">
              <a:solidFill>
                <a:schemeClr val="bg1"/>
              </a:solidFill>
              <a:latin typeface="Times New Roman" panose="02020603050405020304" pitchFamily="18" charset="0"/>
              <a:ea typeface="黑体" panose="02010609060101010101" pitchFamily="2" charset="-122"/>
            </a:endParaRPr>
          </a:p>
        </p:txBody>
      </p:sp>
      <p:sp>
        <p:nvSpPr>
          <p:cNvPr id="81923" name="Rectangle 5"/>
          <p:cNvSpPr/>
          <p:nvPr/>
        </p:nvSpPr>
        <p:spPr>
          <a:xfrm>
            <a:off x="323850" y="981075"/>
            <a:ext cx="8497888" cy="5400675"/>
          </a:xfrm>
          <a:prstGeom prst="rect">
            <a:avLst/>
          </a:prstGeom>
          <a:noFill/>
          <a:ln w="9525">
            <a:noFill/>
          </a:ln>
        </p:spPr>
        <p:txBody>
          <a:bodyPr anchor="t" anchorCtr="0"/>
          <a:p>
            <a:pPr marL="469900" indent="-469900" algn="just">
              <a:lnSpc>
                <a:spcPct val="120000"/>
              </a:lnSpc>
              <a:spcBef>
                <a:spcPct val="30000"/>
              </a:spcBef>
              <a:buClr>
                <a:schemeClr val="accent2"/>
              </a:buClr>
              <a:buFont typeface="Wingdings" panose="05000000000000000000" pitchFamily="2" charset="2"/>
            </a:pPr>
            <a:r>
              <a:rPr lang="zh-CN" altLang="zh-CN" sz="2600" b="1" dirty="0">
                <a:latin typeface="Times New Roman" panose="02020603050405020304" pitchFamily="18" charset="0"/>
                <a:ea typeface="宋体" panose="02010600030101010101" pitchFamily="2" charset="-122"/>
              </a:rPr>
              <a:t>例</a:t>
            </a:r>
            <a:r>
              <a:rPr lang="en-US" altLang="zh-CN" sz="2600" b="1" dirty="0">
                <a:latin typeface="Times New Roman" panose="02020603050405020304" pitchFamily="18" charset="0"/>
                <a:ea typeface="宋体" panose="02010600030101010101" pitchFamily="2" charset="-122"/>
              </a:rPr>
              <a:t>4.10  </a:t>
            </a:r>
            <a:r>
              <a:rPr lang="zh-CN" altLang="en-US" sz="2600" b="1" dirty="0">
                <a:latin typeface="Times New Roman" panose="02020603050405020304" pitchFamily="18" charset="0"/>
                <a:ea typeface="宋体" panose="02010600030101010101" pitchFamily="2" charset="-122"/>
              </a:rPr>
              <a:t>设有模糊控制规则：</a:t>
            </a:r>
            <a:endParaRPr lang="zh-CN" altLang="en-US" sz="2600" b="1" dirty="0">
              <a:latin typeface="Times New Roman" panose="02020603050405020304" pitchFamily="18" charset="0"/>
              <a:ea typeface="宋体" panose="02010600030101010101" pitchFamily="2" charset="-122"/>
            </a:endParaRPr>
          </a:p>
          <a:p>
            <a:pPr marL="469900" indent="-469900" algn="just">
              <a:lnSpc>
                <a:spcPct val="120000"/>
              </a:lnSpc>
              <a:spcBef>
                <a:spcPct val="30000"/>
              </a:spcBef>
              <a:buClr>
                <a:schemeClr val="accent2"/>
              </a:buClr>
              <a:buFont typeface="Wingdings" panose="05000000000000000000" pitchFamily="2" charset="2"/>
            </a:pPr>
            <a:r>
              <a:rPr lang="zh-CN" altLang="en-US" sz="2600" b="1" dirty="0">
                <a:latin typeface="Times New Roman" panose="02020603050405020304" pitchFamily="18" charset="0"/>
                <a:ea typeface="宋体" panose="02010600030101010101" pitchFamily="2" charset="-122"/>
              </a:rPr>
              <a:t>“如果温度低，则将风门开大”。设温度和风门开度的论域为</a:t>
            </a:r>
            <a:r>
              <a:rPr lang="en-US" altLang="zh-CN" sz="2600" b="1" dirty="0">
                <a:latin typeface="Times New Roman" panose="02020603050405020304" pitchFamily="18" charset="0"/>
                <a:ea typeface="宋体" panose="02010600030101010101" pitchFamily="2" charset="-122"/>
              </a:rPr>
              <a:t>{1</a:t>
            </a:r>
            <a:r>
              <a:rPr lang="zh-CN" altLang="en-US" sz="2600" b="1" dirty="0">
                <a:latin typeface="Times New Roman" panose="02020603050405020304" pitchFamily="18" charset="0"/>
                <a:ea typeface="宋体" panose="02010600030101010101" pitchFamily="2" charset="-122"/>
              </a:rPr>
              <a:t>，</a:t>
            </a:r>
            <a:r>
              <a:rPr lang="en-US" altLang="zh-CN" sz="2600" b="1" dirty="0">
                <a:latin typeface="Times New Roman" panose="02020603050405020304" pitchFamily="18" charset="0"/>
                <a:ea typeface="宋体" panose="02010600030101010101" pitchFamily="2" charset="-122"/>
              </a:rPr>
              <a:t>2</a:t>
            </a:r>
            <a:r>
              <a:rPr lang="zh-CN" altLang="en-US" sz="2600" b="1" dirty="0">
                <a:latin typeface="Times New Roman" panose="02020603050405020304" pitchFamily="18" charset="0"/>
                <a:ea typeface="宋体" panose="02010600030101010101" pitchFamily="2" charset="-122"/>
              </a:rPr>
              <a:t>，</a:t>
            </a:r>
            <a:r>
              <a:rPr lang="en-US" altLang="zh-CN" sz="2600" b="1" dirty="0">
                <a:latin typeface="Times New Roman" panose="02020603050405020304" pitchFamily="18" charset="0"/>
                <a:ea typeface="宋体" panose="02010600030101010101" pitchFamily="2" charset="-122"/>
              </a:rPr>
              <a:t>3</a:t>
            </a:r>
            <a:r>
              <a:rPr lang="zh-CN" altLang="en-US" sz="2600" b="1" dirty="0">
                <a:latin typeface="Times New Roman" panose="02020603050405020304" pitchFamily="18" charset="0"/>
                <a:ea typeface="宋体" panose="02010600030101010101" pitchFamily="2" charset="-122"/>
              </a:rPr>
              <a:t>，</a:t>
            </a:r>
            <a:r>
              <a:rPr lang="en-US" altLang="zh-CN" sz="2600" b="1" dirty="0">
                <a:latin typeface="Times New Roman" panose="02020603050405020304" pitchFamily="18" charset="0"/>
                <a:ea typeface="宋体" panose="02010600030101010101" pitchFamily="2" charset="-122"/>
              </a:rPr>
              <a:t>4</a:t>
            </a:r>
            <a:r>
              <a:rPr lang="zh-CN" altLang="en-US" sz="2600" b="1" dirty="0">
                <a:latin typeface="Times New Roman" panose="02020603050405020304" pitchFamily="18" charset="0"/>
                <a:ea typeface="宋体" panose="02010600030101010101" pitchFamily="2" charset="-122"/>
              </a:rPr>
              <a:t>，</a:t>
            </a:r>
            <a:r>
              <a:rPr lang="en-US" altLang="zh-CN" sz="2600" b="1" dirty="0">
                <a:latin typeface="Times New Roman" panose="02020603050405020304" pitchFamily="18" charset="0"/>
                <a:ea typeface="宋体" panose="02010600030101010101" pitchFamily="2" charset="-122"/>
              </a:rPr>
              <a:t>5}</a:t>
            </a:r>
            <a:r>
              <a:rPr lang="zh-CN" altLang="en-US" sz="2600" b="1" dirty="0">
                <a:latin typeface="Times New Roman" panose="02020603050405020304" pitchFamily="18" charset="0"/>
                <a:ea typeface="宋体" panose="02010600030101010101" pitchFamily="2" charset="-122"/>
              </a:rPr>
              <a:t>。</a:t>
            </a:r>
            <a:endParaRPr lang="zh-CN" altLang="en-US" sz="2600" b="1" dirty="0">
              <a:latin typeface="Times New Roman" panose="02020603050405020304" pitchFamily="18" charset="0"/>
              <a:ea typeface="宋体" panose="02010600030101010101" pitchFamily="2" charset="-122"/>
            </a:endParaRPr>
          </a:p>
          <a:p>
            <a:pPr marL="469900" indent="-469900" algn="just">
              <a:lnSpc>
                <a:spcPct val="120000"/>
              </a:lnSpc>
              <a:spcBef>
                <a:spcPct val="30000"/>
              </a:spcBef>
              <a:buClr>
                <a:schemeClr val="accent2"/>
              </a:buClr>
              <a:buFont typeface="Wingdings" panose="05000000000000000000" pitchFamily="2" charset="2"/>
            </a:pPr>
            <a:r>
              <a:rPr lang="zh-CN" altLang="en-US" sz="2600" b="1" dirty="0">
                <a:latin typeface="Times New Roman" panose="02020603050405020304" pitchFamily="18" charset="0"/>
                <a:ea typeface="宋体" panose="02010600030101010101" pitchFamily="2" charset="-122"/>
              </a:rPr>
              <a:t>“温度低”和“风门大”的模糊量：</a:t>
            </a:r>
            <a:endParaRPr lang="zh-CN" altLang="en-US" sz="2600" b="1" dirty="0">
              <a:latin typeface="Times New Roman" panose="02020603050405020304" pitchFamily="18" charset="0"/>
              <a:ea typeface="宋体" panose="02010600030101010101" pitchFamily="2" charset="-122"/>
            </a:endParaRPr>
          </a:p>
          <a:p>
            <a:pPr marL="469900" indent="-469900" algn="just">
              <a:lnSpc>
                <a:spcPct val="120000"/>
              </a:lnSpc>
              <a:spcBef>
                <a:spcPct val="30000"/>
              </a:spcBef>
              <a:buClr>
                <a:schemeClr val="accent2"/>
              </a:buClr>
              <a:buFont typeface="Wingdings" panose="05000000000000000000" pitchFamily="2" charset="2"/>
            </a:pPr>
            <a:r>
              <a:rPr lang="zh-CN" altLang="en-US" sz="2600" b="1" dirty="0">
                <a:latin typeface="Times New Roman" panose="02020603050405020304" pitchFamily="18" charset="0"/>
                <a:ea typeface="宋体" panose="02010600030101010101" pitchFamily="2" charset="-122"/>
              </a:rPr>
              <a:t>      </a:t>
            </a:r>
            <a:r>
              <a:rPr lang="zh-CN" altLang="en-US" sz="2600" b="1" dirty="0">
                <a:solidFill>
                  <a:srgbClr val="0000FF"/>
                </a:solidFill>
                <a:latin typeface="Times New Roman" panose="02020603050405020304" pitchFamily="18" charset="0"/>
                <a:ea typeface="宋体" panose="02010600030101010101" pitchFamily="2" charset="-122"/>
              </a:rPr>
              <a:t>“温度低”</a:t>
            </a:r>
            <a:r>
              <a:rPr lang="en-US" altLang="zh-CN" sz="2600" b="1" dirty="0">
                <a:solidFill>
                  <a:srgbClr val="0000FF"/>
                </a:solidFill>
                <a:latin typeface="Times New Roman" panose="02020603050405020304" pitchFamily="18" charset="0"/>
                <a:ea typeface="宋体" panose="02010600030101010101" pitchFamily="2" charset="-122"/>
              </a:rPr>
              <a:t>=1/1+0.6/2+0.3/3+0.0/4+0/5</a:t>
            </a:r>
            <a:endParaRPr lang="en-US" altLang="zh-CN" sz="2600" b="1" dirty="0">
              <a:solidFill>
                <a:srgbClr val="0000FF"/>
              </a:solidFill>
              <a:latin typeface="Times New Roman" panose="02020603050405020304" pitchFamily="18" charset="0"/>
              <a:ea typeface="宋体" panose="02010600030101010101" pitchFamily="2" charset="-122"/>
            </a:endParaRPr>
          </a:p>
          <a:p>
            <a:pPr marL="469900" indent="-469900" algn="just">
              <a:lnSpc>
                <a:spcPct val="120000"/>
              </a:lnSpc>
              <a:spcBef>
                <a:spcPct val="30000"/>
              </a:spcBef>
              <a:buClr>
                <a:schemeClr val="accent2"/>
              </a:buClr>
              <a:buFont typeface="Wingdings" panose="05000000000000000000" pitchFamily="2" charset="2"/>
            </a:pPr>
            <a:r>
              <a:rPr lang="en-US" altLang="zh-CN" sz="2600" b="1" dirty="0">
                <a:latin typeface="Times New Roman" panose="02020603050405020304" pitchFamily="18" charset="0"/>
                <a:ea typeface="宋体" panose="02010600030101010101" pitchFamily="2" charset="-122"/>
              </a:rPr>
              <a:t>      </a:t>
            </a:r>
            <a:r>
              <a:rPr lang="en-US" altLang="zh-CN" sz="2600" b="1" dirty="0">
                <a:solidFill>
                  <a:srgbClr val="0000FF"/>
                </a:solidFill>
                <a:latin typeface="Times New Roman" panose="02020603050405020304" pitchFamily="18" charset="0"/>
                <a:ea typeface="宋体" panose="02010600030101010101" pitchFamily="2" charset="-122"/>
              </a:rPr>
              <a:t>“</a:t>
            </a:r>
            <a:r>
              <a:rPr lang="zh-CN" altLang="en-US" sz="2600" b="1" dirty="0">
                <a:solidFill>
                  <a:srgbClr val="0000FF"/>
                </a:solidFill>
                <a:latin typeface="Times New Roman" panose="02020603050405020304" pitchFamily="18" charset="0"/>
                <a:ea typeface="宋体" panose="02010600030101010101" pitchFamily="2" charset="-122"/>
              </a:rPr>
              <a:t>风门大” </a:t>
            </a:r>
            <a:r>
              <a:rPr lang="en-US" altLang="zh-CN" sz="2600" b="1" dirty="0">
                <a:solidFill>
                  <a:srgbClr val="0000FF"/>
                </a:solidFill>
                <a:latin typeface="Times New Roman" panose="02020603050405020304" pitchFamily="18" charset="0"/>
                <a:ea typeface="宋体" panose="02010600030101010101" pitchFamily="2" charset="-122"/>
              </a:rPr>
              <a:t>=0/1+0.0/2+0.3/3+0.6/4+1/5</a:t>
            </a:r>
            <a:endParaRPr lang="en-US" altLang="zh-CN" sz="2600" b="1" dirty="0">
              <a:solidFill>
                <a:srgbClr val="0000FF"/>
              </a:solidFill>
              <a:latin typeface="Times New Roman" panose="02020603050405020304" pitchFamily="18" charset="0"/>
              <a:ea typeface="宋体" panose="02010600030101010101" pitchFamily="2" charset="-122"/>
            </a:endParaRPr>
          </a:p>
          <a:p>
            <a:pPr marL="469900" indent="-469900" algn="just">
              <a:lnSpc>
                <a:spcPct val="120000"/>
              </a:lnSpc>
              <a:spcBef>
                <a:spcPct val="30000"/>
              </a:spcBef>
              <a:buClr>
                <a:schemeClr val="accent2"/>
              </a:buClr>
              <a:buFont typeface="Wingdings" panose="05000000000000000000" pitchFamily="2" charset="2"/>
            </a:pPr>
            <a:r>
              <a:rPr lang="zh-CN" altLang="en-US" sz="2600" b="1" dirty="0">
                <a:latin typeface="Times New Roman" panose="02020603050405020304" pitchFamily="18" charset="0"/>
                <a:ea typeface="宋体" panose="02010600030101010101" pitchFamily="2" charset="-122"/>
              </a:rPr>
              <a:t>已知事实“温度较低”，可以表示为</a:t>
            </a:r>
            <a:endParaRPr lang="zh-CN" altLang="en-US" sz="2600" b="1" dirty="0">
              <a:latin typeface="Times New Roman" panose="02020603050405020304" pitchFamily="18" charset="0"/>
              <a:ea typeface="宋体" panose="02010600030101010101" pitchFamily="2" charset="-122"/>
            </a:endParaRPr>
          </a:p>
          <a:p>
            <a:pPr marL="469900" indent="-469900" algn="just">
              <a:lnSpc>
                <a:spcPct val="120000"/>
              </a:lnSpc>
              <a:spcBef>
                <a:spcPct val="30000"/>
              </a:spcBef>
              <a:buClr>
                <a:schemeClr val="accent2"/>
              </a:buClr>
              <a:buFont typeface="Wingdings" panose="05000000000000000000" pitchFamily="2" charset="2"/>
            </a:pPr>
            <a:r>
              <a:rPr lang="zh-CN" altLang="en-US" sz="2600" b="1" dirty="0">
                <a:latin typeface="Times New Roman" panose="02020603050405020304" pitchFamily="18" charset="0"/>
                <a:ea typeface="宋体" panose="02010600030101010101" pitchFamily="2" charset="-122"/>
              </a:rPr>
              <a:t>      </a:t>
            </a:r>
            <a:r>
              <a:rPr lang="zh-CN" altLang="en-US" sz="2600" b="1" dirty="0">
                <a:solidFill>
                  <a:srgbClr val="0000FF"/>
                </a:solidFill>
                <a:latin typeface="Times New Roman" panose="02020603050405020304" pitchFamily="18" charset="0"/>
                <a:ea typeface="宋体" panose="02010600030101010101" pitchFamily="2" charset="-122"/>
              </a:rPr>
              <a:t>“温度较低”</a:t>
            </a:r>
            <a:r>
              <a:rPr lang="en-US" altLang="zh-CN" sz="2600" b="1" dirty="0">
                <a:solidFill>
                  <a:srgbClr val="0000FF"/>
                </a:solidFill>
                <a:latin typeface="Times New Roman" panose="02020603050405020304" pitchFamily="18" charset="0"/>
                <a:ea typeface="宋体" panose="02010600030101010101" pitchFamily="2" charset="-122"/>
              </a:rPr>
              <a:t>=0.8/1+1/2+0.6/3+0.3/4+0/5</a:t>
            </a:r>
            <a:endParaRPr lang="en-US" altLang="zh-CN" sz="2600" b="1" dirty="0">
              <a:solidFill>
                <a:srgbClr val="0000FF"/>
              </a:solidFill>
              <a:latin typeface="Times New Roman" panose="02020603050405020304" pitchFamily="18" charset="0"/>
              <a:ea typeface="宋体" panose="02010600030101010101" pitchFamily="2" charset="-122"/>
            </a:endParaRPr>
          </a:p>
          <a:p>
            <a:pPr marL="469900" indent="-469900" algn="just">
              <a:lnSpc>
                <a:spcPct val="120000"/>
              </a:lnSpc>
              <a:spcBef>
                <a:spcPct val="30000"/>
              </a:spcBef>
              <a:buClr>
                <a:schemeClr val="accent2"/>
              </a:buClr>
              <a:buFont typeface="Wingdings" panose="05000000000000000000" pitchFamily="2" charset="2"/>
            </a:pPr>
            <a:r>
              <a:rPr lang="zh-CN" altLang="en-US" sz="2600" b="1" dirty="0">
                <a:latin typeface="Times New Roman" panose="02020603050405020304" pitchFamily="18" charset="0"/>
                <a:ea typeface="宋体" panose="02010600030101010101" pitchFamily="2" charset="-122"/>
              </a:rPr>
              <a:t>试用模糊推理确定风门开度。</a:t>
            </a:r>
            <a:endParaRPr lang="zh-CN" altLang="en-US" sz="2600" b="1" dirty="0">
              <a:latin typeface="Times New Roman" panose="02020603050405020304" pitchFamily="18" charset="0"/>
              <a:ea typeface="宋体" panose="02010600030101010101" pitchFamily="2" charset="-122"/>
            </a:endParaRPr>
          </a:p>
        </p:txBody>
      </p:sp>
      <p:sp>
        <p:nvSpPr>
          <p:cNvPr id="81924" name="Rectangle 6"/>
          <p:cNvSpPr/>
          <p:nvPr/>
        </p:nvSpPr>
        <p:spPr>
          <a:xfrm>
            <a:off x="0" y="3233738"/>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81925" name="Oval 7"/>
          <p:cNvSpPr/>
          <p:nvPr/>
        </p:nvSpPr>
        <p:spPr>
          <a:xfrm>
            <a:off x="1020763" y="2320925"/>
            <a:ext cx="1066800" cy="533400"/>
          </a:xfrm>
          <a:prstGeom prst="ellipse">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Tree>
  </p:cSld>
  <p:clrMapOvr>
    <a:masterClrMapping/>
  </p:clrMapOvr>
  <p:transition>
    <p:rand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灯片编号占位符 1"/>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82946" name="Rectangle 4"/>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4.4.7  </a:t>
            </a:r>
            <a:r>
              <a:rPr lang="zh-CN" altLang="en-US" sz="3600" dirty="0">
                <a:solidFill>
                  <a:schemeClr val="bg1"/>
                </a:solidFill>
                <a:latin typeface="Times New Roman" panose="02020603050405020304" pitchFamily="18" charset="0"/>
                <a:ea typeface="黑体" panose="02010609060101010101" pitchFamily="2" charset="-122"/>
              </a:rPr>
              <a:t>模糊推理的应用</a:t>
            </a:r>
            <a:endParaRPr lang="zh-CN" altLang="en-US" sz="3600" dirty="0">
              <a:solidFill>
                <a:schemeClr val="bg1"/>
              </a:solidFill>
              <a:latin typeface="Times New Roman" panose="02020603050405020304" pitchFamily="18" charset="0"/>
              <a:ea typeface="黑体" panose="02010609060101010101" pitchFamily="2" charset="-122"/>
            </a:endParaRPr>
          </a:p>
        </p:txBody>
      </p:sp>
      <p:sp>
        <p:nvSpPr>
          <p:cNvPr id="82947" name="Rectangle 5"/>
          <p:cNvSpPr/>
          <p:nvPr/>
        </p:nvSpPr>
        <p:spPr>
          <a:xfrm>
            <a:off x="250825" y="908050"/>
            <a:ext cx="8642350" cy="5400675"/>
          </a:xfrm>
          <a:prstGeom prst="rect">
            <a:avLst/>
          </a:prstGeom>
          <a:noFill/>
          <a:ln w="9525">
            <a:noFill/>
          </a:ln>
        </p:spPr>
        <p:txBody>
          <a:bodyPr anchor="t" anchorCtr="0"/>
          <a:p>
            <a:pPr marL="469900" indent="-469900" algn="just">
              <a:lnSpc>
                <a:spcPct val="120000"/>
              </a:lnSpc>
              <a:spcBef>
                <a:spcPct val="30000"/>
              </a:spcBef>
              <a:buClr>
                <a:schemeClr val="accent2"/>
              </a:buClr>
              <a:buFont typeface="Wingdings" panose="05000000000000000000" pitchFamily="2" charset="2"/>
              <a:buChar char="o"/>
            </a:pPr>
            <a:r>
              <a:rPr lang="zh-CN" altLang="en-US" sz="2800" b="1" dirty="0">
                <a:latin typeface="Times New Roman" panose="02020603050405020304" pitchFamily="18" charset="0"/>
                <a:ea typeface="宋体" panose="02010600030101010101" pitchFamily="2" charset="-122"/>
              </a:rPr>
              <a:t>解：（</a:t>
            </a:r>
            <a:r>
              <a:rPr lang="en-US" altLang="zh-CN" sz="2800" b="1" dirty="0">
                <a:latin typeface="Times New Roman" panose="02020603050405020304" pitchFamily="18" charset="0"/>
                <a:ea typeface="宋体" panose="02010600030101010101" pitchFamily="2" charset="-122"/>
              </a:rPr>
              <a:t>1</a:t>
            </a:r>
            <a:r>
              <a:rPr lang="zh-CN" altLang="en-US" sz="2800" b="1" dirty="0">
                <a:latin typeface="Times New Roman" panose="02020603050405020304" pitchFamily="18" charset="0"/>
                <a:ea typeface="宋体" panose="02010600030101010101" pitchFamily="2" charset="-122"/>
              </a:rPr>
              <a:t>）确定模糊关系 </a:t>
            </a:r>
            <a:r>
              <a:rPr lang="en-US" altLang="zh-CN" sz="2800" b="1" i="1" dirty="0">
                <a:latin typeface="Times New Roman" panose="02020603050405020304" pitchFamily="18" charset="0"/>
                <a:ea typeface="宋体" panose="02010600030101010101" pitchFamily="2" charset="-122"/>
              </a:rPr>
              <a:t>R</a:t>
            </a:r>
            <a:r>
              <a:rPr lang="en-US" altLang="zh-CN" sz="2800" dirty="0">
                <a:latin typeface="Times New Roman" panose="02020603050405020304" pitchFamily="18" charset="0"/>
                <a:ea typeface="宋体" panose="02010600030101010101" pitchFamily="2" charset="-122"/>
              </a:rPr>
              <a:t> </a:t>
            </a:r>
            <a:endParaRPr lang="en-US" altLang="zh-CN" sz="2800" dirty="0">
              <a:latin typeface="Times New Roman" panose="02020603050405020304" pitchFamily="18" charset="0"/>
              <a:ea typeface="宋体" panose="02010600030101010101" pitchFamily="2" charset="-122"/>
            </a:endParaRPr>
          </a:p>
        </p:txBody>
      </p:sp>
      <p:sp>
        <p:nvSpPr>
          <p:cNvPr id="82948" name="Rectangle 6"/>
          <p:cNvSpPr/>
          <p:nvPr/>
        </p:nvSpPr>
        <p:spPr>
          <a:xfrm>
            <a:off x="0" y="3233738"/>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82949" name="Oval 7"/>
          <p:cNvSpPr/>
          <p:nvPr/>
        </p:nvSpPr>
        <p:spPr>
          <a:xfrm>
            <a:off x="1020763" y="2320925"/>
            <a:ext cx="1066800" cy="533400"/>
          </a:xfrm>
          <a:prstGeom prst="ellipse">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82950" name="Rectangle 14"/>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graphicFrame>
        <p:nvGraphicFramePr>
          <p:cNvPr id="82951" name="Object 13"/>
          <p:cNvGraphicFramePr>
            <a:graphicFrameLocks noChangeAspect="1"/>
          </p:cNvGraphicFramePr>
          <p:nvPr/>
        </p:nvGraphicFramePr>
        <p:xfrm>
          <a:off x="1762125" y="1557338"/>
          <a:ext cx="4897438" cy="2419350"/>
        </p:xfrm>
        <a:graphic>
          <a:graphicData uri="http://schemas.openxmlformats.org/presentationml/2006/ole">
            <mc:AlternateContent xmlns:mc="http://schemas.openxmlformats.org/markup-compatibility/2006">
              <mc:Choice xmlns:v="urn:schemas-microsoft-com:vml" Requires="v">
                <p:oleObj spid="_x0000_s3291" name="" r:id="rId1" imgW="39938325" imgH="19745325" progId="Equation.DSMT4">
                  <p:embed/>
                </p:oleObj>
              </mc:Choice>
              <mc:Fallback>
                <p:oleObj name="" r:id="rId1" imgW="39938325" imgH="19745325" progId="Equation.DSMT4">
                  <p:embed/>
                  <p:pic>
                    <p:nvPicPr>
                      <p:cNvPr id="0" name="图片 3290"/>
                      <p:cNvPicPr/>
                      <p:nvPr/>
                    </p:nvPicPr>
                    <p:blipFill>
                      <a:blip r:embed="rId2"/>
                      <a:stretch>
                        <a:fillRect/>
                      </a:stretch>
                    </p:blipFill>
                    <p:spPr>
                      <a:xfrm>
                        <a:off x="1762125" y="1557338"/>
                        <a:ext cx="4897438" cy="2419350"/>
                      </a:xfrm>
                      <a:prstGeom prst="rect">
                        <a:avLst/>
                      </a:prstGeom>
                      <a:noFill/>
                      <a:ln w="38100">
                        <a:noFill/>
                        <a:miter/>
                      </a:ln>
                    </p:spPr>
                  </p:pic>
                </p:oleObj>
              </mc:Fallback>
            </mc:AlternateContent>
          </a:graphicData>
        </a:graphic>
      </p:graphicFrame>
      <p:graphicFrame>
        <p:nvGraphicFramePr>
          <p:cNvPr id="82952" name="Object 15"/>
          <p:cNvGraphicFramePr>
            <a:graphicFrameLocks noChangeAspect="1"/>
          </p:cNvGraphicFramePr>
          <p:nvPr/>
        </p:nvGraphicFramePr>
        <p:xfrm>
          <a:off x="2089150" y="4076700"/>
          <a:ext cx="3995738" cy="2511425"/>
        </p:xfrm>
        <a:graphic>
          <a:graphicData uri="http://schemas.openxmlformats.org/presentationml/2006/ole">
            <mc:AlternateContent xmlns:mc="http://schemas.openxmlformats.org/markup-compatibility/2006">
              <mc:Choice xmlns:v="urn:schemas-microsoft-com:vml" Requires="v">
                <p:oleObj spid="_x0000_s3292" name="" r:id="rId3" imgW="31375350" imgH="19745325" progId="Equation.DSMT4">
                  <p:embed/>
                </p:oleObj>
              </mc:Choice>
              <mc:Fallback>
                <p:oleObj name="" r:id="rId3" imgW="31375350" imgH="19745325" progId="Equation.DSMT4">
                  <p:embed/>
                  <p:pic>
                    <p:nvPicPr>
                      <p:cNvPr id="0" name="图片 3291"/>
                      <p:cNvPicPr/>
                      <p:nvPr/>
                    </p:nvPicPr>
                    <p:blipFill>
                      <a:blip r:embed="rId4"/>
                      <a:stretch>
                        <a:fillRect/>
                      </a:stretch>
                    </p:blipFill>
                    <p:spPr>
                      <a:xfrm>
                        <a:off x="2089150" y="4076700"/>
                        <a:ext cx="3995738" cy="2511425"/>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sp>
        <p:nvSpPr>
          <p:cNvPr id="83970" name="Rectangle 4"/>
          <p:cNvSpPr/>
          <p:nvPr/>
        </p:nvSpPr>
        <p:spPr>
          <a:xfrm>
            <a:off x="0" y="0"/>
            <a:ext cx="9144000" cy="765175"/>
          </a:xfrm>
          <a:prstGeom prst="rect">
            <a:avLst/>
          </a:prstGeom>
          <a:solidFill>
            <a:srgbClr val="A50021"/>
          </a:solidFill>
          <a:ln w="9525">
            <a:noFill/>
          </a:ln>
        </p:spPr>
        <p:txBody>
          <a:bodyPr anchor="b" anchorCtr="0"/>
          <a:p>
            <a:pPr indent="176530">
              <a:buClrTx/>
              <a:buFontTx/>
            </a:pPr>
            <a:r>
              <a:rPr lang="en-US" altLang="zh-CN" sz="3600" dirty="0">
                <a:solidFill>
                  <a:schemeClr val="bg1"/>
                </a:solidFill>
                <a:latin typeface="Times New Roman" panose="02020603050405020304" pitchFamily="18" charset="0"/>
                <a:ea typeface="黑体" panose="02010609060101010101" pitchFamily="2" charset="-122"/>
              </a:rPr>
              <a:t>4.4.7  </a:t>
            </a:r>
            <a:r>
              <a:rPr lang="zh-CN" altLang="en-US" sz="3600" dirty="0">
                <a:solidFill>
                  <a:schemeClr val="bg1"/>
                </a:solidFill>
                <a:latin typeface="Times New Roman" panose="02020603050405020304" pitchFamily="18" charset="0"/>
                <a:ea typeface="黑体" panose="02010609060101010101" pitchFamily="2" charset="-122"/>
              </a:rPr>
              <a:t>模糊推理的应用</a:t>
            </a:r>
            <a:endParaRPr lang="zh-CN" altLang="en-US" sz="3600" dirty="0">
              <a:solidFill>
                <a:schemeClr val="bg1"/>
              </a:solidFill>
              <a:latin typeface="Times New Roman" panose="02020603050405020304" pitchFamily="18" charset="0"/>
              <a:ea typeface="黑体" panose="02010609060101010101" pitchFamily="2" charset="-122"/>
            </a:endParaRPr>
          </a:p>
        </p:txBody>
      </p:sp>
      <p:sp>
        <p:nvSpPr>
          <p:cNvPr id="83971" name="Rectangle 5"/>
          <p:cNvSpPr/>
          <p:nvPr/>
        </p:nvSpPr>
        <p:spPr>
          <a:xfrm>
            <a:off x="250825" y="908050"/>
            <a:ext cx="8642350" cy="5400675"/>
          </a:xfrm>
          <a:prstGeom prst="rect">
            <a:avLst/>
          </a:prstGeom>
          <a:noFill/>
          <a:ln w="9525">
            <a:noFill/>
          </a:ln>
        </p:spPr>
        <p:txBody>
          <a:bodyPr anchor="t" anchorCtr="0"/>
          <a:p>
            <a:pPr marL="469900" indent="-469900" algn="just">
              <a:lnSpc>
                <a:spcPct val="120000"/>
              </a:lnSpc>
              <a:spcBef>
                <a:spcPct val="30000"/>
              </a:spcBef>
              <a:buClr>
                <a:schemeClr val="accent2"/>
              </a:buClr>
              <a:buFont typeface="Wingdings" panose="05000000000000000000" pitchFamily="2" charset="2"/>
              <a:buChar char="o"/>
            </a:pPr>
            <a:r>
              <a:rPr lang="zh-CN" altLang="en-US" sz="2800" b="1" dirty="0">
                <a:latin typeface="Times New Roman" panose="02020603050405020304" pitchFamily="18" charset="0"/>
                <a:ea typeface="宋体" panose="02010600030101010101" pitchFamily="2" charset="-122"/>
              </a:rPr>
              <a:t>解：</a:t>
            </a:r>
            <a:endParaRPr lang="zh-CN" altLang="en-US" sz="2800" b="1" dirty="0">
              <a:latin typeface="Times New Roman" panose="02020603050405020304" pitchFamily="18" charset="0"/>
              <a:ea typeface="宋体" panose="02010600030101010101" pitchFamily="2" charset="-122"/>
            </a:endParaRPr>
          </a:p>
          <a:p>
            <a:pPr marL="469900" indent="-469900" algn="just">
              <a:lnSpc>
                <a:spcPct val="120000"/>
              </a:lnSpc>
              <a:spcBef>
                <a:spcPct val="30000"/>
              </a:spcBef>
              <a:buClr>
                <a:schemeClr val="accent2"/>
              </a:buClr>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）模糊推理</a:t>
            </a:r>
            <a:r>
              <a:rPr lang="zh-CN" altLang="en-US" sz="2400"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sp>
        <p:nvSpPr>
          <p:cNvPr id="83972" name="Rectangle 6"/>
          <p:cNvSpPr/>
          <p:nvPr/>
        </p:nvSpPr>
        <p:spPr>
          <a:xfrm>
            <a:off x="0" y="3233738"/>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83973" name="Oval 7"/>
          <p:cNvSpPr/>
          <p:nvPr/>
        </p:nvSpPr>
        <p:spPr>
          <a:xfrm>
            <a:off x="1020763" y="2320925"/>
            <a:ext cx="1066800" cy="533400"/>
          </a:xfrm>
          <a:prstGeom prst="ellipse">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83974" name="Rectangle 8"/>
          <p:cNvSpPr/>
          <p:nvPr/>
        </p:nvSpPr>
        <p:spPr>
          <a:xfrm>
            <a:off x="0" y="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83975" name="Rectangle 12"/>
          <p:cNvSpPr/>
          <p:nvPr/>
        </p:nvSpPr>
        <p:spPr>
          <a:xfrm>
            <a:off x="0" y="2838450"/>
            <a:ext cx="9144000" cy="0"/>
          </a:xfrm>
          <a:prstGeom prst="rect">
            <a:avLst/>
          </a:prstGeom>
          <a:noFill/>
          <a:ln w="9525">
            <a:noFill/>
          </a:ln>
        </p:spPr>
        <p:txBody>
          <a:bodyPr wrap="none" anchor="ctr" anchorCtr="0">
            <a:spAutoFit/>
          </a:bodyPr>
          <a:p>
            <a:pPr>
              <a:buClrTx/>
              <a:buFontTx/>
            </a:pPr>
            <a:endParaRPr lang="zh-CN" altLang="en-US" dirty="0">
              <a:latin typeface="Arial" panose="020B0604020202020204" pitchFamily="34" charset="0"/>
              <a:ea typeface="宋体" panose="02010600030101010101" pitchFamily="2" charset="-122"/>
            </a:endParaRPr>
          </a:p>
        </p:txBody>
      </p:sp>
      <p:sp>
        <p:nvSpPr>
          <p:cNvPr id="83976" name="Text Box 13"/>
          <p:cNvSpPr txBox="1"/>
          <p:nvPr/>
        </p:nvSpPr>
        <p:spPr>
          <a:xfrm>
            <a:off x="323850" y="4765675"/>
            <a:ext cx="8569325" cy="1870075"/>
          </a:xfrm>
          <a:prstGeom prst="rect">
            <a:avLst/>
          </a:prstGeom>
          <a:noFill/>
          <a:ln w="9525">
            <a:noFill/>
          </a:ln>
        </p:spPr>
        <p:txBody>
          <a:bodyPr anchor="t" anchorCtr="0">
            <a:spAutoFit/>
          </a:bodyPr>
          <a:p>
            <a:pPr>
              <a:buClrTx/>
              <a:buFontTx/>
            </a:pPr>
            <a:r>
              <a:rPr lang="en-US" altLang="zh-CN" sz="2800" dirty="0">
                <a:latin typeface="Times New Roman" panose="02020603050405020304" pitchFamily="18" charset="0"/>
                <a:ea typeface="宋体" panose="02010600030101010101" pitchFamily="2" charset="-122"/>
              </a:rPr>
              <a:t>                       =(0.0</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0.0</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0.3</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0.6</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0.8)</a:t>
            </a:r>
            <a:endParaRPr lang="en-US" altLang="zh-CN" sz="2800" dirty="0">
              <a:latin typeface="Times New Roman" panose="02020603050405020304" pitchFamily="18" charset="0"/>
              <a:ea typeface="宋体" panose="02010600030101010101" pitchFamily="2" charset="-122"/>
            </a:endParaRPr>
          </a:p>
          <a:p>
            <a:pPr>
              <a:lnSpc>
                <a:spcPct val="120000"/>
              </a:lnSpc>
              <a:spcAft>
                <a:spcPct val="50000"/>
              </a:spcAft>
              <a:buClrTx/>
              <a:buFontTx/>
            </a:pPr>
            <a:r>
              <a:rPr lang="zh-CN" altLang="en-US" sz="2400"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）模糊决策  </a:t>
            </a:r>
            <a:endParaRPr lang="zh-CN" altLang="en-US" sz="2400" b="1" dirty="0">
              <a:latin typeface="Times New Roman" panose="02020603050405020304" pitchFamily="18" charset="0"/>
              <a:ea typeface="宋体" panose="02010600030101010101" pitchFamily="2" charset="-122"/>
            </a:endParaRPr>
          </a:p>
          <a:p>
            <a:pPr>
              <a:buClrTx/>
              <a:buFontTx/>
            </a:pPr>
            <a:r>
              <a:rPr lang="zh-CN" altLang="en-US" sz="2400" b="1" dirty="0">
                <a:latin typeface="Times New Roman" panose="02020603050405020304" pitchFamily="18" charset="0"/>
                <a:ea typeface="宋体" panose="02010600030101010101" pitchFamily="2" charset="-122"/>
              </a:rPr>
              <a:t>    用最大隶属度法进行决策得风门开度为</a:t>
            </a:r>
            <a:r>
              <a:rPr lang="en-US" altLang="zh-CN" sz="2400" b="1" dirty="0">
                <a:latin typeface="Times New Roman" panose="02020603050405020304" pitchFamily="18" charset="0"/>
                <a:ea typeface="宋体" panose="02010600030101010101" pitchFamily="2" charset="-122"/>
              </a:rPr>
              <a:t>5</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a:p>
            <a:pPr>
              <a:buClrTx/>
              <a:buFontTx/>
            </a:pPr>
            <a:r>
              <a:rPr lang="zh-CN" altLang="en-US" sz="2400" b="1" dirty="0">
                <a:latin typeface="Times New Roman" panose="02020603050405020304" pitchFamily="18" charset="0"/>
                <a:ea typeface="宋体" panose="02010600030101010101" pitchFamily="2" charset="-122"/>
              </a:rPr>
              <a:t>    用加权平均判决法和中位数法进行决策得风门开度为</a:t>
            </a:r>
            <a:r>
              <a:rPr lang="en-US" altLang="zh-CN" sz="2400" b="1" dirty="0">
                <a:latin typeface="Times New Roman" panose="02020603050405020304" pitchFamily="18" charset="0"/>
                <a:ea typeface="宋体" panose="02010600030101010101" pitchFamily="2" charset="-122"/>
              </a:rPr>
              <a:t>4</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p:txBody>
      </p:sp>
      <p:grpSp>
        <p:nvGrpSpPr>
          <p:cNvPr id="83977" name="Group 15"/>
          <p:cNvGrpSpPr>
            <a:grpSpLocks noChangeAspect="1"/>
          </p:cNvGrpSpPr>
          <p:nvPr/>
        </p:nvGrpSpPr>
        <p:grpSpPr>
          <a:xfrm>
            <a:off x="971550" y="2260600"/>
            <a:ext cx="6337300" cy="2463800"/>
            <a:chOff x="612" y="1066"/>
            <a:chExt cx="3992" cy="1552"/>
          </a:xfrm>
        </p:grpSpPr>
        <p:sp>
          <p:nvSpPr>
            <p:cNvPr id="83978" name="AutoShape 14"/>
            <p:cNvSpPr>
              <a:spLocks noChangeAspect="1" noTextEdit="1"/>
            </p:cNvSpPr>
            <p:nvPr/>
          </p:nvSpPr>
          <p:spPr>
            <a:xfrm>
              <a:off x="612" y="1066"/>
              <a:ext cx="3992" cy="1552"/>
            </a:xfrm>
            <a:prstGeom prst="rect">
              <a:avLst/>
            </a:prstGeom>
            <a:noFill/>
            <a:ln w="9525">
              <a:noFill/>
            </a:ln>
          </p:spPr>
          <p:txBody>
            <a:bodyPr anchor="t" anchorCtr="0"/>
            <a:p>
              <a:pPr eaLnBrk="0" hangingPunct="0"/>
              <a:endParaRPr lang="zh-CN" altLang="en-US">
                <a:latin typeface="Arial" panose="020B0604020202020204" pitchFamily="34" charset="0"/>
                <a:ea typeface="宋体" panose="02010600030101010101" pitchFamily="2" charset="-122"/>
              </a:endParaRPr>
            </a:p>
          </p:txBody>
        </p:sp>
        <p:sp>
          <p:nvSpPr>
            <p:cNvPr id="83979" name="Rectangle 16"/>
            <p:cNvSpPr/>
            <p:nvPr/>
          </p:nvSpPr>
          <p:spPr>
            <a:xfrm>
              <a:off x="4485" y="2285"/>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ú</a:t>
              </a:r>
              <a:endParaRPr lang="en-US" altLang="zh-CN" dirty="0">
                <a:latin typeface="Arial" panose="020B0604020202020204" pitchFamily="34" charset="0"/>
                <a:ea typeface="宋体" panose="02010600030101010101" pitchFamily="2" charset="-122"/>
              </a:endParaRPr>
            </a:p>
          </p:txBody>
        </p:sp>
        <p:sp>
          <p:nvSpPr>
            <p:cNvPr id="83980" name="Rectangle 17"/>
            <p:cNvSpPr/>
            <p:nvPr/>
          </p:nvSpPr>
          <p:spPr>
            <a:xfrm>
              <a:off x="4485" y="2093"/>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ú</a:t>
              </a:r>
              <a:endParaRPr lang="en-US" altLang="zh-CN" dirty="0">
                <a:latin typeface="Arial" panose="020B0604020202020204" pitchFamily="34" charset="0"/>
                <a:ea typeface="宋体" panose="02010600030101010101" pitchFamily="2" charset="-122"/>
              </a:endParaRPr>
            </a:p>
          </p:txBody>
        </p:sp>
        <p:sp>
          <p:nvSpPr>
            <p:cNvPr id="83981" name="Rectangle 18"/>
            <p:cNvSpPr/>
            <p:nvPr/>
          </p:nvSpPr>
          <p:spPr>
            <a:xfrm>
              <a:off x="4485" y="1901"/>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ú</a:t>
              </a:r>
              <a:endParaRPr lang="en-US" altLang="zh-CN" dirty="0">
                <a:latin typeface="Arial" panose="020B0604020202020204" pitchFamily="34" charset="0"/>
                <a:ea typeface="宋体" panose="02010600030101010101" pitchFamily="2" charset="-122"/>
              </a:endParaRPr>
            </a:p>
          </p:txBody>
        </p:sp>
        <p:sp>
          <p:nvSpPr>
            <p:cNvPr id="83982" name="Rectangle 19"/>
            <p:cNvSpPr/>
            <p:nvPr/>
          </p:nvSpPr>
          <p:spPr>
            <a:xfrm>
              <a:off x="4485" y="1709"/>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ú</a:t>
              </a:r>
              <a:endParaRPr lang="en-US" altLang="zh-CN" dirty="0">
                <a:latin typeface="Arial" panose="020B0604020202020204" pitchFamily="34" charset="0"/>
                <a:ea typeface="宋体" panose="02010600030101010101" pitchFamily="2" charset="-122"/>
              </a:endParaRPr>
            </a:p>
          </p:txBody>
        </p:sp>
        <p:sp>
          <p:nvSpPr>
            <p:cNvPr id="83983" name="Rectangle 20"/>
            <p:cNvSpPr/>
            <p:nvPr/>
          </p:nvSpPr>
          <p:spPr>
            <a:xfrm>
              <a:off x="4485" y="1517"/>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ú</a:t>
              </a:r>
              <a:endParaRPr lang="en-US" altLang="zh-CN" dirty="0">
                <a:latin typeface="Arial" panose="020B0604020202020204" pitchFamily="34" charset="0"/>
                <a:ea typeface="宋体" panose="02010600030101010101" pitchFamily="2" charset="-122"/>
              </a:endParaRPr>
            </a:p>
          </p:txBody>
        </p:sp>
        <p:sp>
          <p:nvSpPr>
            <p:cNvPr id="83984" name="Rectangle 21"/>
            <p:cNvSpPr/>
            <p:nvPr/>
          </p:nvSpPr>
          <p:spPr>
            <a:xfrm>
              <a:off x="4485" y="1325"/>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ú</a:t>
              </a:r>
              <a:endParaRPr lang="en-US" altLang="zh-CN" dirty="0">
                <a:latin typeface="Arial" panose="020B0604020202020204" pitchFamily="34" charset="0"/>
                <a:ea typeface="宋体" panose="02010600030101010101" pitchFamily="2" charset="-122"/>
              </a:endParaRPr>
            </a:p>
          </p:txBody>
        </p:sp>
        <p:sp>
          <p:nvSpPr>
            <p:cNvPr id="83985" name="Rectangle 22"/>
            <p:cNvSpPr/>
            <p:nvPr/>
          </p:nvSpPr>
          <p:spPr>
            <a:xfrm>
              <a:off x="4485" y="2368"/>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û</a:t>
              </a:r>
              <a:endParaRPr lang="en-US" altLang="zh-CN" dirty="0">
                <a:latin typeface="Arial" panose="020B0604020202020204" pitchFamily="34" charset="0"/>
                <a:ea typeface="宋体" panose="02010600030101010101" pitchFamily="2" charset="-122"/>
              </a:endParaRPr>
            </a:p>
          </p:txBody>
        </p:sp>
        <p:sp>
          <p:nvSpPr>
            <p:cNvPr id="83986" name="Rectangle 23"/>
            <p:cNvSpPr/>
            <p:nvPr/>
          </p:nvSpPr>
          <p:spPr>
            <a:xfrm>
              <a:off x="4485" y="1133"/>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ù</a:t>
              </a:r>
              <a:endParaRPr lang="en-US" altLang="zh-CN" dirty="0">
                <a:latin typeface="Arial" panose="020B0604020202020204" pitchFamily="34" charset="0"/>
                <a:ea typeface="宋体" panose="02010600030101010101" pitchFamily="2" charset="-122"/>
              </a:endParaRPr>
            </a:p>
          </p:txBody>
        </p:sp>
        <p:sp>
          <p:nvSpPr>
            <p:cNvPr id="83987" name="Rectangle 24"/>
            <p:cNvSpPr/>
            <p:nvPr/>
          </p:nvSpPr>
          <p:spPr>
            <a:xfrm>
              <a:off x="2412" y="2285"/>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ê</a:t>
              </a:r>
              <a:endParaRPr lang="en-US" altLang="zh-CN" dirty="0">
                <a:latin typeface="Arial" panose="020B0604020202020204" pitchFamily="34" charset="0"/>
                <a:ea typeface="宋体" panose="02010600030101010101" pitchFamily="2" charset="-122"/>
              </a:endParaRPr>
            </a:p>
          </p:txBody>
        </p:sp>
        <p:sp>
          <p:nvSpPr>
            <p:cNvPr id="83988" name="Rectangle 25"/>
            <p:cNvSpPr/>
            <p:nvPr/>
          </p:nvSpPr>
          <p:spPr>
            <a:xfrm>
              <a:off x="2412" y="2093"/>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ê</a:t>
              </a:r>
              <a:endParaRPr lang="en-US" altLang="zh-CN" dirty="0">
                <a:latin typeface="Arial" panose="020B0604020202020204" pitchFamily="34" charset="0"/>
                <a:ea typeface="宋体" panose="02010600030101010101" pitchFamily="2" charset="-122"/>
              </a:endParaRPr>
            </a:p>
          </p:txBody>
        </p:sp>
        <p:sp>
          <p:nvSpPr>
            <p:cNvPr id="83989" name="Rectangle 26"/>
            <p:cNvSpPr/>
            <p:nvPr/>
          </p:nvSpPr>
          <p:spPr>
            <a:xfrm>
              <a:off x="2412" y="1901"/>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ê</a:t>
              </a:r>
              <a:endParaRPr lang="en-US" altLang="zh-CN" dirty="0">
                <a:latin typeface="Arial" panose="020B0604020202020204" pitchFamily="34" charset="0"/>
                <a:ea typeface="宋体" panose="02010600030101010101" pitchFamily="2" charset="-122"/>
              </a:endParaRPr>
            </a:p>
          </p:txBody>
        </p:sp>
        <p:sp>
          <p:nvSpPr>
            <p:cNvPr id="83990" name="Rectangle 27"/>
            <p:cNvSpPr/>
            <p:nvPr/>
          </p:nvSpPr>
          <p:spPr>
            <a:xfrm>
              <a:off x="2412" y="1709"/>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ê</a:t>
              </a:r>
              <a:endParaRPr lang="en-US" altLang="zh-CN" dirty="0">
                <a:latin typeface="Arial" panose="020B0604020202020204" pitchFamily="34" charset="0"/>
                <a:ea typeface="宋体" panose="02010600030101010101" pitchFamily="2" charset="-122"/>
              </a:endParaRPr>
            </a:p>
          </p:txBody>
        </p:sp>
        <p:sp>
          <p:nvSpPr>
            <p:cNvPr id="83991" name="Rectangle 28"/>
            <p:cNvSpPr/>
            <p:nvPr/>
          </p:nvSpPr>
          <p:spPr>
            <a:xfrm>
              <a:off x="2412" y="1517"/>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ê</a:t>
              </a:r>
              <a:endParaRPr lang="en-US" altLang="zh-CN" dirty="0">
                <a:latin typeface="Arial" panose="020B0604020202020204" pitchFamily="34" charset="0"/>
                <a:ea typeface="宋体" panose="02010600030101010101" pitchFamily="2" charset="-122"/>
              </a:endParaRPr>
            </a:p>
          </p:txBody>
        </p:sp>
        <p:sp>
          <p:nvSpPr>
            <p:cNvPr id="83992" name="Rectangle 29"/>
            <p:cNvSpPr/>
            <p:nvPr/>
          </p:nvSpPr>
          <p:spPr>
            <a:xfrm>
              <a:off x="2412" y="1325"/>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ê</a:t>
              </a:r>
              <a:endParaRPr lang="en-US" altLang="zh-CN" dirty="0">
                <a:latin typeface="Arial" panose="020B0604020202020204" pitchFamily="34" charset="0"/>
                <a:ea typeface="宋体" panose="02010600030101010101" pitchFamily="2" charset="-122"/>
              </a:endParaRPr>
            </a:p>
          </p:txBody>
        </p:sp>
        <p:sp>
          <p:nvSpPr>
            <p:cNvPr id="83993" name="Rectangle 30"/>
            <p:cNvSpPr/>
            <p:nvPr/>
          </p:nvSpPr>
          <p:spPr>
            <a:xfrm>
              <a:off x="2412" y="2368"/>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ë</a:t>
              </a:r>
              <a:endParaRPr lang="en-US" altLang="zh-CN" dirty="0">
                <a:latin typeface="Arial" panose="020B0604020202020204" pitchFamily="34" charset="0"/>
                <a:ea typeface="宋体" panose="02010600030101010101" pitchFamily="2" charset="-122"/>
              </a:endParaRPr>
            </a:p>
          </p:txBody>
        </p:sp>
        <p:sp>
          <p:nvSpPr>
            <p:cNvPr id="83994" name="Rectangle 31"/>
            <p:cNvSpPr/>
            <p:nvPr/>
          </p:nvSpPr>
          <p:spPr>
            <a:xfrm>
              <a:off x="2412" y="1133"/>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é</a:t>
              </a:r>
              <a:endParaRPr lang="en-US" altLang="zh-CN" dirty="0">
                <a:latin typeface="Arial" panose="020B0604020202020204" pitchFamily="34" charset="0"/>
                <a:ea typeface="宋体" panose="02010600030101010101" pitchFamily="2" charset="-122"/>
              </a:endParaRPr>
            </a:p>
          </p:txBody>
        </p:sp>
        <p:sp>
          <p:nvSpPr>
            <p:cNvPr id="83995" name="Rectangle 32"/>
            <p:cNvSpPr/>
            <p:nvPr/>
          </p:nvSpPr>
          <p:spPr>
            <a:xfrm>
              <a:off x="2058" y="2285"/>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ú</a:t>
              </a:r>
              <a:endParaRPr lang="en-US" altLang="zh-CN" dirty="0">
                <a:latin typeface="Arial" panose="020B0604020202020204" pitchFamily="34" charset="0"/>
                <a:ea typeface="宋体" panose="02010600030101010101" pitchFamily="2" charset="-122"/>
              </a:endParaRPr>
            </a:p>
          </p:txBody>
        </p:sp>
        <p:sp>
          <p:nvSpPr>
            <p:cNvPr id="83996" name="Rectangle 33"/>
            <p:cNvSpPr/>
            <p:nvPr/>
          </p:nvSpPr>
          <p:spPr>
            <a:xfrm>
              <a:off x="2058" y="2093"/>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ú</a:t>
              </a:r>
              <a:endParaRPr lang="en-US" altLang="zh-CN" dirty="0">
                <a:latin typeface="Arial" panose="020B0604020202020204" pitchFamily="34" charset="0"/>
                <a:ea typeface="宋体" panose="02010600030101010101" pitchFamily="2" charset="-122"/>
              </a:endParaRPr>
            </a:p>
          </p:txBody>
        </p:sp>
        <p:sp>
          <p:nvSpPr>
            <p:cNvPr id="83997" name="Rectangle 34"/>
            <p:cNvSpPr/>
            <p:nvPr/>
          </p:nvSpPr>
          <p:spPr>
            <a:xfrm>
              <a:off x="2058" y="1901"/>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ú</a:t>
              </a:r>
              <a:endParaRPr lang="en-US" altLang="zh-CN" dirty="0">
                <a:latin typeface="Arial" panose="020B0604020202020204" pitchFamily="34" charset="0"/>
                <a:ea typeface="宋体" panose="02010600030101010101" pitchFamily="2" charset="-122"/>
              </a:endParaRPr>
            </a:p>
          </p:txBody>
        </p:sp>
        <p:sp>
          <p:nvSpPr>
            <p:cNvPr id="83998" name="Rectangle 35"/>
            <p:cNvSpPr/>
            <p:nvPr/>
          </p:nvSpPr>
          <p:spPr>
            <a:xfrm>
              <a:off x="2058" y="1709"/>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ú</a:t>
              </a:r>
              <a:endParaRPr lang="en-US" altLang="zh-CN" dirty="0">
                <a:latin typeface="Arial" panose="020B0604020202020204" pitchFamily="34" charset="0"/>
                <a:ea typeface="宋体" panose="02010600030101010101" pitchFamily="2" charset="-122"/>
              </a:endParaRPr>
            </a:p>
          </p:txBody>
        </p:sp>
        <p:sp>
          <p:nvSpPr>
            <p:cNvPr id="83999" name="Rectangle 36"/>
            <p:cNvSpPr/>
            <p:nvPr/>
          </p:nvSpPr>
          <p:spPr>
            <a:xfrm>
              <a:off x="2058" y="1517"/>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ú</a:t>
              </a:r>
              <a:endParaRPr lang="en-US" altLang="zh-CN" dirty="0">
                <a:latin typeface="Arial" panose="020B0604020202020204" pitchFamily="34" charset="0"/>
                <a:ea typeface="宋体" panose="02010600030101010101" pitchFamily="2" charset="-122"/>
              </a:endParaRPr>
            </a:p>
          </p:txBody>
        </p:sp>
        <p:sp>
          <p:nvSpPr>
            <p:cNvPr id="84000" name="Rectangle 37"/>
            <p:cNvSpPr/>
            <p:nvPr/>
          </p:nvSpPr>
          <p:spPr>
            <a:xfrm>
              <a:off x="2058" y="1325"/>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ú</a:t>
              </a:r>
              <a:endParaRPr lang="en-US" altLang="zh-CN" dirty="0">
                <a:latin typeface="Arial" panose="020B0604020202020204" pitchFamily="34" charset="0"/>
                <a:ea typeface="宋体" panose="02010600030101010101" pitchFamily="2" charset="-122"/>
              </a:endParaRPr>
            </a:p>
          </p:txBody>
        </p:sp>
        <p:sp>
          <p:nvSpPr>
            <p:cNvPr id="84001" name="Rectangle 38"/>
            <p:cNvSpPr/>
            <p:nvPr/>
          </p:nvSpPr>
          <p:spPr>
            <a:xfrm>
              <a:off x="2058" y="2368"/>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û</a:t>
              </a:r>
              <a:endParaRPr lang="en-US" altLang="zh-CN" dirty="0">
                <a:latin typeface="Arial" panose="020B0604020202020204" pitchFamily="34" charset="0"/>
                <a:ea typeface="宋体" panose="02010600030101010101" pitchFamily="2" charset="-122"/>
              </a:endParaRPr>
            </a:p>
          </p:txBody>
        </p:sp>
        <p:sp>
          <p:nvSpPr>
            <p:cNvPr id="84002" name="Rectangle 39"/>
            <p:cNvSpPr/>
            <p:nvPr/>
          </p:nvSpPr>
          <p:spPr>
            <a:xfrm>
              <a:off x="2058" y="1133"/>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ù</a:t>
              </a:r>
              <a:endParaRPr lang="en-US" altLang="zh-CN" dirty="0">
                <a:latin typeface="Arial" panose="020B0604020202020204" pitchFamily="34" charset="0"/>
                <a:ea typeface="宋体" panose="02010600030101010101" pitchFamily="2" charset="-122"/>
              </a:endParaRPr>
            </a:p>
          </p:txBody>
        </p:sp>
        <p:sp>
          <p:nvSpPr>
            <p:cNvPr id="84003" name="Rectangle 40"/>
            <p:cNvSpPr/>
            <p:nvPr/>
          </p:nvSpPr>
          <p:spPr>
            <a:xfrm>
              <a:off x="1726" y="2285"/>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ê</a:t>
              </a:r>
              <a:endParaRPr lang="en-US" altLang="zh-CN" dirty="0">
                <a:latin typeface="Arial" panose="020B0604020202020204" pitchFamily="34" charset="0"/>
                <a:ea typeface="宋体" panose="02010600030101010101" pitchFamily="2" charset="-122"/>
              </a:endParaRPr>
            </a:p>
          </p:txBody>
        </p:sp>
        <p:sp>
          <p:nvSpPr>
            <p:cNvPr id="84004" name="Rectangle 41"/>
            <p:cNvSpPr/>
            <p:nvPr/>
          </p:nvSpPr>
          <p:spPr>
            <a:xfrm>
              <a:off x="1726" y="2093"/>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ê</a:t>
              </a:r>
              <a:endParaRPr lang="en-US" altLang="zh-CN" dirty="0">
                <a:latin typeface="Arial" panose="020B0604020202020204" pitchFamily="34" charset="0"/>
                <a:ea typeface="宋体" panose="02010600030101010101" pitchFamily="2" charset="-122"/>
              </a:endParaRPr>
            </a:p>
          </p:txBody>
        </p:sp>
        <p:sp>
          <p:nvSpPr>
            <p:cNvPr id="84005" name="Rectangle 42"/>
            <p:cNvSpPr/>
            <p:nvPr/>
          </p:nvSpPr>
          <p:spPr>
            <a:xfrm>
              <a:off x="1726" y="1901"/>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ê</a:t>
              </a:r>
              <a:endParaRPr lang="en-US" altLang="zh-CN" dirty="0">
                <a:latin typeface="Arial" panose="020B0604020202020204" pitchFamily="34" charset="0"/>
                <a:ea typeface="宋体" panose="02010600030101010101" pitchFamily="2" charset="-122"/>
              </a:endParaRPr>
            </a:p>
          </p:txBody>
        </p:sp>
        <p:sp>
          <p:nvSpPr>
            <p:cNvPr id="84006" name="Rectangle 43"/>
            <p:cNvSpPr/>
            <p:nvPr/>
          </p:nvSpPr>
          <p:spPr>
            <a:xfrm>
              <a:off x="1726" y="1709"/>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ê</a:t>
              </a:r>
              <a:endParaRPr lang="en-US" altLang="zh-CN" dirty="0">
                <a:latin typeface="Arial" panose="020B0604020202020204" pitchFamily="34" charset="0"/>
                <a:ea typeface="宋体" panose="02010600030101010101" pitchFamily="2" charset="-122"/>
              </a:endParaRPr>
            </a:p>
          </p:txBody>
        </p:sp>
        <p:sp>
          <p:nvSpPr>
            <p:cNvPr id="84007" name="Rectangle 44"/>
            <p:cNvSpPr/>
            <p:nvPr/>
          </p:nvSpPr>
          <p:spPr>
            <a:xfrm>
              <a:off x="1726" y="1517"/>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ê</a:t>
              </a:r>
              <a:endParaRPr lang="en-US" altLang="zh-CN" dirty="0">
                <a:latin typeface="Arial" panose="020B0604020202020204" pitchFamily="34" charset="0"/>
                <a:ea typeface="宋体" panose="02010600030101010101" pitchFamily="2" charset="-122"/>
              </a:endParaRPr>
            </a:p>
          </p:txBody>
        </p:sp>
        <p:sp>
          <p:nvSpPr>
            <p:cNvPr id="84008" name="Rectangle 45"/>
            <p:cNvSpPr/>
            <p:nvPr/>
          </p:nvSpPr>
          <p:spPr>
            <a:xfrm>
              <a:off x="1726" y="1325"/>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ê</a:t>
              </a:r>
              <a:endParaRPr lang="en-US" altLang="zh-CN" dirty="0">
                <a:latin typeface="Arial" panose="020B0604020202020204" pitchFamily="34" charset="0"/>
                <a:ea typeface="宋体" panose="02010600030101010101" pitchFamily="2" charset="-122"/>
              </a:endParaRPr>
            </a:p>
          </p:txBody>
        </p:sp>
        <p:sp>
          <p:nvSpPr>
            <p:cNvPr id="84009" name="Rectangle 46"/>
            <p:cNvSpPr/>
            <p:nvPr/>
          </p:nvSpPr>
          <p:spPr>
            <a:xfrm>
              <a:off x="1726" y="2368"/>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ë</a:t>
              </a:r>
              <a:endParaRPr lang="en-US" altLang="zh-CN" dirty="0">
                <a:latin typeface="Arial" panose="020B0604020202020204" pitchFamily="34" charset="0"/>
                <a:ea typeface="宋体" panose="02010600030101010101" pitchFamily="2" charset="-122"/>
              </a:endParaRPr>
            </a:p>
          </p:txBody>
        </p:sp>
        <p:sp>
          <p:nvSpPr>
            <p:cNvPr id="84010" name="Rectangle 47"/>
            <p:cNvSpPr/>
            <p:nvPr/>
          </p:nvSpPr>
          <p:spPr>
            <a:xfrm>
              <a:off x="1726" y="1133"/>
              <a:ext cx="77"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é</a:t>
              </a:r>
              <a:endParaRPr lang="en-US" altLang="zh-CN" dirty="0">
                <a:latin typeface="Arial" panose="020B0604020202020204" pitchFamily="34" charset="0"/>
                <a:ea typeface="宋体" panose="02010600030101010101" pitchFamily="2" charset="-122"/>
              </a:endParaRPr>
            </a:p>
          </p:txBody>
        </p:sp>
        <p:sp>
          <p:nvSpPr>
            <p:cNvPr id="84011" name="Rectangle 48"/>
            <p:cNvSpPr/>
            <p:nvPr/>
          </p:nvSpPr>
          <p:spPr>
            <a:xfrm>
              <a:off x="1560" y="1716"/>
              <a:ext cx="11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12" name="Rectangle 49"/>
            <p:cNvSpPr/>
            <p:nvPr/>
          </p:nvSpPr>
          <p:spPr>
            <a:xfrm>
              <a:off x="1178" y="1705"/>
              <a:ext cx="49"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13" name="Rectangle 50"/>
            <p:cNvSpPr/>
            <p:nvPr/>
          </p:nvSpPr>
          <p:spPr>
            <a:xfrm>
              <a:off x="877" y="1716"/>
              <a:ext cx="11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14" name="Rectangle 51"/>
            <p:cNvSpPr/>
            <p:nvPr/>
          </p:nvSpPr>
          <p:spPr>
            <a:xfrm>
              <a:off x="780" y="1705"/>
              <a:ext cx="49"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Symbol" panose="05050102010706020507" pitchFamily="18" charset="2"/>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15" name="Rectangle 52"/>
            <p:cNvSpPr/>
            <p:nvPr/>
          </p:nvSpPr>
          <p:spPr>
            <a:xfrm>
              <a:off x="4382" y="23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16" name="Rectangle 53"/>
            <p:cNvSpPr/>
            <p:nvPr/>
          </p:nvSpPr>
          <p:spPr>
            <a:xfrm>
              <a:off x="4332" y="2343"/>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17" name="Rectangle 54"/>
            <p:cNvSpPr/>
            <p:nvPr/>
          </p:nvSpPr>
          <p:spPr>
            <a:xfrm>
              <a:off x="4231" y="23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18" name="Rectangle 55"/>
            <p:cNvSpPr/>
            <p:nvPr/>
          </p:nvSpPr>
          <p:spPr>
            <a:xfrm>
              <a:off x="3946" y="23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19" name="Rectangle 56"/>
            <p:cNvSpPr/>
            <p:nvPr/>
          </p:nvSpPr>
          <p:spPr>
            <a:xfrm>
              <a:off x="3896" y="2343"/>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20" name="Rectangle 57"/>
            <p:cNvSpPr/>
            <p:nvPr/>
          </p:nvSpPr>
          <p:spPr>
            <a:xfrm>
              <a:off x="3796" y="23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21" name="Rectangle 58"/>
            <p:cNvSpPr/>
            <p:nvPr/>
          </p:nvSpPr>
          <p:spPr>
            <a:xfrm>
              <a:off x="3511" y="23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22" name="Rectangle 59"/>
            <p:cNvSpPr/>
            <p:nvPr/>
          </p:nvSpPr>
          <p:spPr>
            <a:xfrm>
              <a:off x="3461" y="2343"/>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23" name="Rectangle 60"/>
            <p:cNvSpPr/>
            <p:nvPr/>
          </p:nvSpPr>
          <p:spPr>
            <a:xfrm>
              <a:off x="3361" y="23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24" name="Rectangle 61"/>
            <p:cNvSpPr/>
            <p:nvPr/>
          </p:nvSpPr>
          <p:spPr>
            <a:xfrm>
              <a:off x="3076" y="23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25" name="Rectangle 62"/>
            <p:cNvSpPr/>
            <p:nvPr/>
          </p:nvSpPr>
          <p:spPr>
            <a:xfrm>
              <a:off x="3026" y="2343"/>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26" name="Rectangle 63"/>
            <p:cNvSpPr/>
            <p:nvPr/>
          </p:nvSpPr>
          <p:spPr>
            <a:xfrm>
              <a:off x="2925" y="23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27" name="Rectangle 64"/>
            <p:cNvSpPr/>
            <p:nvPr/>
          </p:nvSpPr>
          <p:spPr>
            <a:xfrm>
              <a:off x="2640" y="23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28" name="Rectangle 65"/>
            <p:cNvSpPr/>
            <p:nvPr/>
          </p:nvSpPr>
          <p:spPr>
            <a:xfrm>
              <a:off x="2590" y="2343"/>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29" name="Rectangle 66"/>
            <p:cNvSpPr/>
            <p:nvPr/>
          </p:nvSpPr>
          <p:spPr>
            <a:xfrm>
              <a:off x="2490" y="23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30" name="Rectangle 67"/>
            <p:cNvSpPr/>
            <p:nvPr/>
          </p:nvSpPr>
          <p:spPr>
            <a:xfrm>
              <a:off x="4382" y="20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31" name="Rectangle 68"/>
            <p:cNvSpPr/>
            <p:nvPr/>
          </p:nvSpPr>
          <p:spPr>
            <a:xfrm>
              <a:off x="4332" y="2043"/>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32" name="Rectangle 69"/>
            <p:cNvSpPr/>
            <p:nvPr/>
          </p:nvSpPr>
          <p:spPr>
            <a:xfrm>
              <a:off x="4231" y="20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33" name="Rectangle 70"/>
            <p:cNvSpPr/>
            <p:nvPr/>
          </p:nvSpPr>
          <p:spPr>
            <a:xfrm>
              <a:off x="3946" y="20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34" name="Rectangle 71"/>
            <p:cNvSpPr/>
            <p:nvPr/>
          </p:nvSpPr>
          <p:spPr>
            <a:xfrm>
              <a:off x="3896" y="2043"/>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35" name="Rectangle 72"/>
            <p:cNvSpPr/>
            <p:nvPr/>
          </p:nvSpPr>
          <p:spPr>
            <a:xfrm>
              <a:off x="3796" y="20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36" name="Rectangle 73"/>
            <p:cNvSpPr/>
            <p:nvPr/>
          </p:nvSpPr>
          <p:spPr>
            <a:xfrm>
              <a:off x="3511" y="20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37" name="Rectangle 74"/>
            <p:cNvSpPr/>
            <p:nvPr/>
          </p:nvSpPr>
          <p:spPr>
            <a:xfrm>
              <a:off x="3461" y="2043"/>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38" name="Rectangle 75"/>
            <p:cNvSpPr/>
            <p:nvPr/>
          </p:nvSpPr>
          <p:spPr>
            <a:xfrm>
              <a:off x="3361" y="20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39" name="Rectangle 76"/>
            <p:cNvSpPr/>
            <p:nvPr/>
          </p:nvSpPr>
          <p:spPr>
            <a:xfrm>
              <a:off x="3076" y="20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40" name="Rectangle 77"/>
            <p:cNvSpPr/>
            <p:nvPr/>
          </p:nvSpPr>
          <p:spPr>
            <a:xfrm>
              <a:off x="3026" y="2043"/>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41" name="Rectangle 78"/>
            <p:cNvSpPr/>
            <p:nvPr/>
          </p:nvSpPr>
          <p:spPr>
            <a:xfrm>
              <a:off x="2925" y="20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42" name="Rectangle 79"/>
            <p:cNvSpPr/>
            <p:nvPr/>
          </p:nvSpPr>
          <p:spPr>
            <a:xfrm>
              <a:off x="2640" y="20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43" name="Rectangle 80"/>
            <p:cNvSpPr/>
            <p:nvPr/>
          </p:nvSpPr>
          <p:spPr>
            <a:xfrm>
              <a:off x="2590" y="2043"/>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44" name="Rectangle 81"/>
            <p:cNvSpPr/>
            <p:nvPr/>
          </p:nvSpPr>
          <p:spPr>
            <a:xfrm>
              <a:off x="2490" y="20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45" name="Rectangle 82"/>
            <p:cNvSpPr/>
            <p:nvPr/>
          </p:nvSpPr>
          <p:spPr>
            <a:xfrm>
              <a:off x="4385" y="17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3</a:t>
              </a:r>
              <a:endParaRPr lang="en-US" altLang="zh-CN" dirty="0">
                <a:latin typeface="Arial" panose="020B0604020202020204" pitchFamily="34" charset="0"/>
                <a:ea typeface="宋体" panose="02010600030101010101" pitchFamily="2" charset="-122"/>
              </a:endParaRPr>
            </a:p>
          </p:txBody>
        </p:sp>
        <p:sp>
          <p:nvSpPr>
            <p:cNvPr id="84046" name="Rectangle 83"/>
            <p:cNvSpPr/>
            <p:nvPr/>
          </p:nvSpPr>
          <p:spPr>
            <a:xfrm>
              <a:off x="4335" y="1742"/>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47" name="Rectangle 84"/>
            <p:cNvSpPr/>
            <p:nvPr/>
          </p:nvSpPr>
          <p:spPr>
            <a:xfrm>
              <a:off x="4234" y="17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48" name="Rectangle 85"/>
            <p:cNvSpPr/>
            <p:nvPr/>
          </p:nvSpPr>
          <p:spPr>
            <a:xfrm>
              <a:off x="3949" y="17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3</a:t>
              </a:r>
              <a:endParaRPr lang="en-US" altLang="zh-CN" dirty="0">
                <a:latin typeface="Arial" panose="020B0604020202020204" pitchFamily="34" charset="0"/>
                <a:ea typeface="宋体" panose="02010600030101010101" pitchFamily="2" charset="-122"/>
              </a:endParaRPr>
            </a:p>
          </p:txBody>
        </p:sp>
        <p:sp>
          <p:nvSpPr>
            <p:cNvPr id="84049" name="Rectangle 86"/>
            <p:cNvSpPr/>
            <p:nvPr/>
          </p:nvSpPr>
          <p:spPr>
            <a:xfrm>
              <a:off x="3899" y="1742"/>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50" name="Rectangle 87"/>
            <p:cNvSpPr/>
            <p:nvPr/>
          </p:nvSpPr>
          <p:spPr>
            <a:xfrm>
              <a:off x="3799" y="17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51" name="Rectangle 88"/>
            <p:cNvSpPr/>
            <p:nvPr/>
          </p:nvSpPr>
          <p:spPr>
            <a:xfrm>
              <a:off x="3514" y="17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3</a:t>
              </a:r>
              <a:endParaRPr lang="en-US" altLang="zh-CN" dirty="0">
                <a:latin typeface="Arial" panose="020B0604020202020204" pitchFamily="34" charset="0"/>
                <a:ea typeface="宋体" panose="02010600030101010101" pitchFamily="2" charset="-122"/>
              </a:endParaRPr>
            </a:p>
          </p:txBody>
        </p:sp>
        <p:sp>
          <p:nvSpPr>
            <p:cNvPr id="84052" name="Rectangle 89"/>
            <p:cNvSpPr/>
            <p:nvPr/>
          </p:nvSpPr>
          <p:spPr>
            <a:xfrm>
              <a:off x="3464" y="1742"/>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53" name="Rectangle 90"/>
            <p:cNvSpPr/>
            <p:nvPr/>
          </p:nvSpPr>
          <p:spPr>
            <a:xfrm>
              <a:off x="3364" y="17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54" name="Rectangle 91"/>
            <p:cNvSpPr/>
            <p:nvPr/>
          </p:nvSpPr>
          <p:spPr>
            <a:xfrm>
              <a:off x="3076" y="17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55" name="Rectangle 92"/>
            <p:cNvSpPr/>
            <p:nvPr/>
          </p:nvSpPr>
          <p:spPr>
            <a:xfrm>
              <a:off x="3026" y="1742"/>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56" name="Rectangle 93"/>
            <p:cNvSpPr/>
            <p:nvPr/>
          </p:nvSpPr>
          <p:spPr>
            <a:xfrm>
              <a:off x="2925" y="17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57" name="Rectangle 94"/>
            <p:cNvSpPr/>
            <p:nvPr/>
          </p:nvSpPr>
          <p:spPr>
            <a:xfrm>
              <a:off x="2640" y="17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58" name="Rectangle 95"/>
            <p:cNvSpPr/>
            <p:nvPr/>
          </p:nvSpPr>
          <p:spPr>
            <a:xfrm>
              <a:off x="2590" y="1742"/>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59" name="Rectangle 96"/>
            <p:cNvSpPr/>
            <p:nvPr/>
          </p:nvSpPr>
          <p:spPr>
            <a:xfrm>
              <a:off x="2490" y="17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60" name="Rectangle 97"/>
            <p:cNvSpPr/>
            <p:nvPr/>
          </p:nvSpPr>
          <p:spPr>
            <a:xfrm>
              <a:off x="4382" y="14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6</a:t>
              </a:r>
              <a:endParaRPr lang="en-US" altLang="zh-CN" dirty="0">
                <a:latin typeface="Arial" panose="020B0604020202020204" pitchFamily="34" charset="0"/>
                <a:ea typeface="宋体" panose="02010600030101010101" pitchFamily="2" charset="-122"/>
              </a:endParaRPr>
            </a:p>
          </p:txBody>
        </p:sp>
        <p:sp>
          <p:nvSpPr>
            <p:cNvPr id="84061" name="Rectangle 98"/>
            <p:cNvSpPr/>
            <p:nvPr/>
          </p:nvSpPr>
          <p:spPr>
            <a:xfrm>
              <a:off x="4332" y="1442"/>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62" name="Rectangle 99"/>
            <p:cNvSpPr/>
            <p:nvPr/>
          </p:nvSpPr>
          <p:spPr>
            <a:xfrm>
              <a:off x="4231" y="14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63" name="Rectangle 100"/>
            <p:cNvSpPr/>
            <p:nvPr/>
          </p:nvSpPr>
          <p:spPr>
            <a:xfrm>
              <a:off x="3946" y="14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6</a:t>
              </a:r>
              <a:endParaRPr lang="en-US" altLang="zh-CN" dirty="0">
                <a:latin typeface="Arial" panose="020B0604020202020204" pitchFamily="34" charset="0"/>
                <a:ea typeface="宋体" panose="02010600030101010101" pitchFamily="2" charset="-122"/>
              </a:endParaRPr>
            </a:p>
          </p:txBody>
        </p:sp>
        <p:sp>
          <p:nvSpPr>
            <p:cNvPr id="84064" name="Rectangle 101"/>
            <p:cNvSpPr/>
            <p:nvPr/>
          </p:nvSpPr>
          <p:spPr>
            <a:xfrm>
              <a:off x="3896" y="1442"/>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65" name="Rectangle 102"/>
            <p:cNvSpPr/>
            <p:nvPr/>
          </p:nvSpPr>
          <p:spPr>
            <a:xfrm>
              <a:off x="3796" y="14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66" name="Rectangle 103"/>
            <p:cNvSpPr/>
            <p:nvPr/>
          </p:nvSpPr>
          <p:spPr>
            <a:xfrm>
              <a:off x="3514" y="14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3</a:t>
              </a:r>
              <a:endParaRPr lang="en-US" altLang="zh-CN" dirty="0">
                <a:latin typeface="Arial" panose="020B0604020202020204" pitchFamily="34" charset="0"/>
                <a:ea typeface="宋体" panose="02010600030101010101" pitchFamily="2" charset="-122"/>
              </a:endParaRPr>
            </a:p>
          </p:txBody>
        </p:sp>
        <p:sp>
          <p:nvSpPr>
            <p:cNvPr id="84067" name="Rectangle 104"/>
            <p:cNvSpPr/>
            <p:nvPr/>
          </p:nvSpPr>
          <p:spPr>
            <a:xfrm>
              <a:off x="3464" y="1442"/>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68" name="Rectangle 105"/>
            <p:cNvSpPr/>
            <p:nvPr/>
          </p:nvSpPr>
          <p:spPr>
            <a:xfrm>
              <a:off x="3364" y="14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69" name="Rectangle 106"/>
            <p:cNvSpPr/>
            <p:nvPr/>
          </p:nvSpPr>
          <p:spPr>
            <a:xfrm>
              <a:off x="3076" y="14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70" name="Rectangle 107"/>
            <p:cNvSpPr/>
            <p:nvPr/>
          </p:nvSpPr>
          <p:spPr>
            <a:xfrm>
              <a:off x="3026" y="1442"/>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71" name="Rectangle 108"/>
            <p:cNvSpPr/>
            <p:nvPr/>
          </p:nvSpPr>
          <p:spPr>
            <a:xfrm>
              <a:off x="2925" y="14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72" name="Rectangle 109"/>
            <p:cNvSpPr/>
            <p:nvPr/>
          </p:nvSpPr>
          <p:spPr>
            <a:xfrm>
              <a:off x="2640" y="14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73" name="Rectangle 110"/>
            <p:cNvSpPr/>
            <p:nvPr/>
          </p:nvSpPr>
          <p:spPr>
            <a:xfrm>
              <a:off x="2590" y="1442"/>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74" name="Rectangle 111"/>
            <p:cNvSpPr/>
            <p:nvPr/>
          </p:nvSpPr>
          <p:spPr>
            <a:xfrm>
              <a:off x="2490" y="14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75" name="Rectangle 112"/>
            <p:cNvSpPr/>
            <p:nvPr/>
          </p:nvSpPr>
          <p:spPr>
            <a:xfrm>
              <a:off x="4372" y="1141"/>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76" name="Rectangle 113"/>
            <p:cNvSpPr/>
            <p:nvPr/>
          </p:nvSpPr>
          <p:spPr>
            <a:xfrm>
              <a:off x="4322" y="1141"/>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77" name="Rectangle 114"/>
            <p:cNvSpPr/>
            <p:nvPr/>
          </p:nvSpPr>
          <p:spPr>
            <a:xfrm>
              <a:off x="4222" y="1141"/>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1</a:t>
              </a:r>
              <a:endParaRPr lang="en-US" altLang="zh-CN" dirty="0">
                <a:latin typeface="Arial" panose="020B0604020202020204" pitchFamily="34" charset="0"/>
                <a:ea typeface="宋体" panose="02010600030101010101" pitchFamily="2" charset="-122"/>
              </a:endParaRPr>
            </a:p>
          </p:txBody>
        </p:sp>
        <p:sp>
          <p:nvSpPr>
            <p:cNvPr id="84078" name="Rectangle 115"/>
            <p:cNvSpPr/>
            <p:nvPr/>
          </p:nvSpPr>
          <p:spPr>
            <a:xfrm>
              <a:off x="3946" y="1141"/>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6</a:t>
              </a:r>
              <a:endParaRPr lang="en-US" altLang="zh-CN" dirty="0">
                <a:latin typeface="Arial" panose="020B0604020202020204" pitchFamily="34" charset="0"/>
                <a:ea typeface="宋体" panose="02010600030101010101" pitchFamily="2" charset="-122"/>
              </a:endParaRPr>
            </a:p>
          </p:txBody>
        </p:sp>
        <p:sp>
          <p:nvSpPr>
            <p:cNvPr id="84079" name="Rectangle 116"/>
            <p:cNvSpPr/>
            <p:nvPr/>
          </p:nvSpPr>
          <p:spPr>
            <a:xfrm>
              <a:off x="3896" y="1141"/>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80" name="Rectangle 117"/>
            <p:cNvSpPr/>
            <p:nvPr/>
          </p:nvSpPr>
          <p:spPr>
            <a:xfrm>
              <a:off x="3796" y="1141"/>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81" name="Rectangle 118"/>
            <p:cNvSpPr/>
            <p:nvPr/>
          </p:nvSpPr>
          <p:spPr>
            <a:xfrm>
              <a:off x="3514" y="1141"/>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3</a:t>
              </a:r>
              <a:endParaRPr lang="en-US" altLang="zh-CN" dirty="0">
                <a:latin typeface="Arial" panose="020B0604020202020204" pitchFamily="34" charset="0"/>
                <a:ea typeface="宋体" panose="02010600030101010101" pitchFamily="2" charset="-122"/>
              </a:endParaRPr>
            </a:p>
          </p:txBody>
        </p:sp>
        <p:sp>
          <p:nvSpPr>
            <p:cNvPr id="84082" name="Rectangle 119"/>
            <p:cNvSpPr/>
            <p:nvPr/>
          </p:nvSpPr>
          <p:spPr>
            <a:xfrm>
              <a:off x="3464" y="1141"/>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83" name="Rectangle 120"/>
            <p:cNvSpPr/>
            <p:nvPr/>
          </p:nvSpPr>
          <p:spPr>
            <a:xfrm>
              <a:off x="3364" y="1141"/>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84" name="Rectangle 121"/>
            <p:cNvSpPr/>
            <p:nvPr/>
          </p:nvSpPr>
          <p:spPr>
            <a:xfrm>
              <a:off x="3076" y="1141"/>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85" name="Rectangle 122"/>
            <p:cNvSpPr/>
            <p:nvPr/>
          </p:nvSpPr>
          <p:spPr>
            <a:xfrm>
              <a:off x="3026" y="1141"/>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86" name="Rectangle 123"/>
            <p:cNvSpPr/>
            <p:nvPr/>
          </p:nvSpPr>
          <p:spPr>
            <a:xfrm>
              <a:off x="2925" y="1141"/>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87" name="Rectangle 124"/>
            <p:cNvSpPr/>
            <p:nvPr/>
          </p:nvSpPr>
          <p:spPr>
            <a:xfrm>
              <a:off x="2640" y="1141"/>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88" name="Rectangle 125"/>
            <p:cNvSpPr/>
            <p:nvPr/>
          </p:nvSpPr>
          <p:spPr>
            <a:xfrm>
              <a:off x="2590" y="1141"/>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89" name="Rectangle 126"/>
            <p:cNvSpPr/>
            <p:nvPr/>
          </p:nvSpPr>
          <p:spPr>
            <a:xfrm>
              <a:off x="2490" y="1141"/>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90" name="Rectangle 127"/>
            <p:cNvSpPr/>
            <p:nvPr/>
          </p:nvSpPr>
          <p:spPr>
            <a:xfrm>
              <a:off x="1954" y="23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91" name="Rectangle 128"/>
            <p:cNvSpPr/>
            <p:nvPr/>
          </p:nvSpPr>
          <p:spPr>
            <a:xfrm>
              <a:off x="1904" y="2343"/>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92" name="Rectangle 129"/>
            <p:cNvSpPr/>
            <p:nvPr/>
          </p:nvSpPr>
          <p:spPr>
            <a:xfrm>
              <a:off x="1804" y="23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93" name="Rectangle 130"/>
            <p:cNvSpPr/>
            <p:nvPr/>
          </p:nvSpPr>
          <p:spPr>
            <a:xfrm>
              <a:off x="1958" y="20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3</a:t>
              </a:r>
              <a:endParaRPr lang="en-US" altLang="zh-CN" dirty="0">
                <a:latin typeface="Arial" panose="020B0604020202020204" pitchFamily="34" charset="0"/>
                <a:ea typeface="宋体" panose="02010600030101010101" pitchFamily="2" charset="-122"/>
              </a:endParaRPr>
            </a:p>
          </p:txBody>
        </p:sp>
        <p:sp>
          <p:nvSpPr>
            <p:cNvPr id="84094" name="Rectangle 131"/>
            <p:cNvSpPr/>
            <p:nvPr/>
          </p:nvSpPr>
          <p:spPr>
            <a:xfrm>
              <a:off x="1908" y="2043"/>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95" name="Rectangle 132"/>
            <p:cNvSpPr/>
            <p:nvPr/>
          </p:nvSpPr>
          <p:spPr>
            <a:xfrm>
              <a:off x="1807" y="2043"/>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96" name="Rectangle 133"/>
            <p:cNvSpPr/>
            <p:nvPr/>
          </p:nvSpPr>
          <p:spPr>
            <a:xfrm>
              <a:off x="1954" y="17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6</a:t>
              </a:r>
              <a:endParaRPr lang="en-US" altLang="zh-CN" dirty="0">
                <a:latin typeface="Arial" panose="020B0604020202020204" pitchFamily="34" charset="0"/>
                <a:ea typeface="宋体" panose="02010600030101010101" pitchFamily="2" charset="-122"/>
              </a:endParaRPr>
            </a:p>
          </p:txBody>
        </p:sp>
        <p:sp>
          <p:nvSpPr>
            <p:cNvPr id="84097" name="Rectangle 134"/>
            <p:cNvSpPr/>
            <p:nvPr/>
          </p:nvSpPr>
          <p:spPr>
            <a:xfrm>
              <a:off x="1904" y="1742"/>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098" name="Rectangle 135"/>
            <p:cNvSpPr/>
            <p:nvPr/>
          </p:nvSpPr>
          <p:spPr>
            <a:xfrm>
              <a:off x="1804" y="17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099" name="Rectangle 136"/>
            <p:cNvSpPr/>
            <p:nvPr/>
          </p:nvSpPr>
          <p:spPr>
            <a:xfrm>
              <a:off x="1945" y="14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100" name="Rectangle 137"/>
            <p:cNvSpPr/>
            <p:nvPr/>
          </p:nvSpPr>
          <p:spPr>
            <a:xfrm>
              <a:off x="1895" y="1442"/>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101" name="Rectangle 138"/>
            <p:cNvSpPr/>
            <p:nvPr/>
          </p:nvSpPr>
          <p:spPr>
            <a:xfrm>
              <a:off x="1795" y="1442"/>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1</a:t>
              </a:r>
              <a:endParaRPr lang="en-US" altLang="zh-CN" dirty="0">
                <a:latin typeface="Arial" panose="020B0604020202020204" pitchFamily="34" charset="0"/>
                <a:ea typeface="宋体" panose="02010600030101010101" pitchFamily="2" charset="-122"/>
              </a:endParaRPr>
            </a:p>
          </p:txBody>
        </p:sp>
        <p:sp>
          <p:nvSpPr>
            <p:cNvPr id="84102" name="Rectangle 139"/>
            <p:cNvSpPr/>
            <p:nvPr/>
          </p:nvSpPr>
          <p:spPr>
            <a:xfrm>
              <a:off x="1956" y="1141"/>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8</a:t>
              </a:r>
              <a:endParaRPr lang="en-US" altLang="zh-CN" dirty="0">
                <a:latin typeface="Arial" panose="020B0604020202020204" pitchFamily="34" charset="0"/>
                <a:ea typeface="宋体" panose="02010600030101010101" pitchFamily="2" charset="-122"/>
              </a:endParaRPr>
            </a:p>
          </p:txBody>
        </p:sp>
        <p:sp>
          <p:nvSpPr>
            <p:cNvPr id="84103" name="Rectangle 140"/>
            <p:cNvSpPr/>
            <p:nvPr/>
          </p:nvSpPr>
          <p:spPr>
            <a:xfrm>
              <a:off x="1906" y="1141"/>
              <a:ext cx="5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84104" name="Rectangle 141"/>
            <p:cNvSpPr/>
            <p:nvPr/>
          </p:nvSpPr>
          <p:spPr>
            <a:xfrm>
              <a:off x="1806" y="1141"/>
              <a:ext cx="10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Times New Roman" panose="02020603050405020304" pitchFamily="18" charset="0"/>
                  <a:ea typeface="宋体" panose="02010600030101010101" pitchFamily="2" charset="-122"/>
                </a:rPr>
                <a:t>0</a:t>
              </a:r>
              <a:endParaRPr lang="en-US" altLang="zh-CN" dirty="0">
                <a:latin typeface="Arial" panose="020B0604020202020204" pitchFamily="34" charset="0"/>
                <a:ea typeface="宋体" panose="02010600030101010101" pitchFamily="2" charset="-122"/>
              </a:endParaRPr>
            </a:p>
          </p:txBody>
        </p:sp>
        <p:sp>
          <p:nvSpPr>
            <p:cNvPr id="84105" name="Rectangle 142"/>
            <p:cNvSpPr/>
            <p:nvPr/>
          </p:nvSpPr>
          <p:spPr>
            <a:xfrm>
              <a:off x="2290" y="1757"/>
              <a:ext cx="8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MT Extra" panose="05050102010205020202" pitchFamily="18" charset="2"/>
                  <a:ea typeface="宋体" panose="02010600030101010101" pitchFamily="2" charset="-122"/>
                </a:rPr>
                <a:t>o</a:t>
              </a:r>
              <a:endParaRPr lang="en-US" altLang="zh-CN" dirty="0">
                <a:latin typeface="Arial" panose="020B0604020202020204" pitchFamily="34" charset="0"/>
                <a:ea typeface="宋体" panose="02010600030101010101" pitchFamily="2" charset="-122"/>
              </a:endParaRPr>
            </a:p>
          </p:txBody>
        </p:sp>
        <p:sp>
          <p:nvSpPr>
            <p:cNvPr id="84106" name="Rectangle 143"/>
            <p:cNvSpPr/>
            <p:nvPr/>
          </p:nvSpPr>
          <p:spPr>
            <a:xfrm>
              <a:off x="1256" y="1757"/>
              <a:ext cx="80" cy="240"/>
            </a:xfrm>
            <a:prstGeom prst="rect">
              <a:avLst/>
            </a:prstGeom>
            <a:noFill/>
            <a:ln w="9525">
              <a:noFill/>
            </a:ln>
          </p:spPr>
          <p:txBody>
            <a:bodyPr wrap="none" lIns="0" tIns="0" rIns="0" bIns="0" anchor="t" anchorCtr="0">
              <a:spAutoFit/>
            </a:bodyPr>
            <a:p>
              <a:pPr>
                <a:buClrTx/>
                <a:buFontTx/>
              </a:pPr>
              <a:r>
                <a:rPr lang="en-US" altLang="zh-CN" sz="2500" dirty="0">
                  <a:solidFill>
                    <a:srgbClr val="000000"/>
                  </a:solidFill>
                  <a:latin typeface="MT Extra" panose="05050102010205020202" pitchFamily="18" charset="2"/>
                  <a:ea typeface="宋体" panose="02010600030101010101" pitchFamily="2" charset="-122"/>
                </a:rPr>
                <a:t>o</a:t>
              </a:r>
              <a:endParaRPr lang="en-US" altLang="zh-CN" dirty="0">
                <a:latin typeface="Arial" panose="020B0604020202020204" pitchFamily="34" charset="0"/>
                <a:ea typeface="宋体" panose="02010600030101010101" pitchFamily="2" charset="-122"/>
              </a:endParaRPr>
            </a:p>
          </p:txBody>
        </p:sp>
        <p:sp>
          <p:nvSpPr>
            <p:cNvPr id="84107" name="Rectangle 144"/>
            <p:cNvSpPr/>
            <p:nvPr/>
          </p:nvSpPr>
          <p:spPr>
            <a:xfrm>
              <a:off x="2149" y="1094"/>
              <a:ext cx="73" cy="144"/>
            </a:xfrm>
            <a:prstGeom prst="rect">
              <a:avLst/>
            </a:prstGeom>
            <a:noFill/>
            <a:ln w="9525">
              <a:noFill/>
            </a:ln>
          </p:spPr>
          <p:txBody>
            <a:bodyPr wrap="none" lIns="0" tIns="0" rIns="0" bIns="0" anchor="t" anchorCtr="0">
              <a:spAutoFit/>
            </a:bodyPr>
            <a:p>
              <a:pPr>
                <a:buClrTx/>
                <a:buFontTx/>
              </a:pPr>
              <a:r>
                <a:rPr lang="en-US" altLang="zh-CN" sz="1500" dirty="0">
                  <a:solidFill>
                    <a:srgbClr val="000000"/>
                  </a:solidFill>
                  <a:latin typeface="Times New Roman" panose="02020603050405020304" pitchFamily="18" charset="0"/>
                  <a:ea typeface="宋体" panose="02010600030101010101" pitchFamily="2" charset="-122"/>
                </a:rPr>
                <a:t>T</a:t>
              </a:r>
              <a:endParaRPr lang="en-US" altLang="zh-CN" dirty="0">
                <a:latin typeface="Arial" panose="020B0604020202020204" pitchFamily="34" charset="0"/>
                <a:ea typeface="宋体" panose="02010600030101010101" pitchFamily="2" charset="-122"/>
              </a:endParaRPr>
            </a:p>
          </p:txBody>
        </p:sp>
        <p:sp>
          <p:nvSpPr>
            <p:cNvPr id="84108" name="Rectangle 145"/>
            <p:cNvSpPr/>
            <p:nvPr/>
          </p:nvSpPr>
          <p:spPr>
            <a:xfrm>
              <a:off x="1381" y="1739"/>
              <a:ext cx="122" cy="240"/>
            </a:xfrm>
            <a:prstGeom prst="rect">
              <a:avLst/>
            </a:prstGeom>
            <a:noFill/>
            <a:ln w="9525">
              <a:noFill/>
            </a:ln>
          </p:spPr>
          <p:txBody>
            <a:bodyPr wrap="none" lIns="0" tIns="0" rIns="0" bIns="0" anchor="t" anchorCtr="0">
              <a:spAutoFit/>
            </a:bodyPr>
            <a:p>
              <a:pPr>
                <a:buClrTx/>
                <a:buFontTx/>
              </a:pPr>
              <a:r>
                <a:rPr lang="en-US" altLang="zh-CN" sz="2500" i="1" dirty="0">
                  <a:solidFill>
                    <a:srgbClr val="000000"/>
                  </a:solidFill>
                  <a:latin typeface="Times New Roman" panose="02020603050405020304" pitchFamily="18" charset="0"/>
                  <a:ea typeface="宋体" panose="02010600030101010101" pitchFamily="2" charset="-122"/>
                </a:rPr>
                <a:t>R</a:t>
              </a:r>
              <a:endParaRPr lang="en-US" altLang="zh-CN" dirty="0">
                <a:latin typeface="Arial" panose="020B0604020202020204" pitchFamily="34" charset="0"/>
                <a:ea typeface="宋体" panose="02010600030101010101" pitchFamily="2" charset="-122"/>
              </a:endParaRPr>
            </a:p>
          </p:txBody>
        </p:sp>
        <p:sp>
          <p:nvSpPr>
            <p:cNvPr id="84109" name="Rectangle 146"/>
            <p:cNvSpPr/>
            <p:nvPr/>
          </p:nvSpPr>
          <p:spPr>
            <a:xfrm>
              <a:off x="1056" y="1739"/>
              <a:ext cx="122" cy="240"/>
            </a:xfrm>
            <a:prstGeom prst="rect">
              <a:avLst/>
            </a:prstGeom>
            <a:noFill/>
            <a:ln w="9525">
              <a:noFill/>
            </a:ln>
          </p:spPr>
          <p:txBody>
            <a:bodyPr wrap="none" lIns="0" tIns="0" rIns="0" bIns="0" anchor="t" anchorCtr="0">
              <a:spAutoFit/>
            </a:bodyPr>
            <a:p>
              <a:pPr>
                <a:buClrTx/>
                <a:buFontTx/>
              </a:pPr>
              <a:r>
                <a:rPr lang="en-US" altLang="zh-CN" sz="2500" i="1" dirty="0">
                  <a:solidFill>
                    <a:srgbClr val="000000"/>
                  </a:solidFill>
                  <a:latin typeface="Times New Roman" panose="02020603050405020304" pitchFamily="18"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84110" name="Rectangle 147"/>
            <p:cNvSpPr/>
            <p:nvPr/>
          </p:nvSpPr>
          <p:spPr>
            <a:xfrm>
              <a:off x="649" y="1739"/>
              <a:ext cx="122" cy="240"/>
            </a:xfrm>
            <a:prstGeom prst="rect">
              <a:avLst/>
            </a:prstGeom>
            <a:noFill/>
            <a:ln w="9525">
              <a:noFill/>
            </a:ln>
          </p:spPr>
          <p:txBody>
            <a:bodyPr wrap="none" lIns="0" tIns="0" rIns="0" bIns="0" anchor="t" anchorCtr="0">
              <a:spAutoFit/>
            </a:bodyPr>
            <a:p>
              <a:pPr>
                <a:buClrTx/>
                <a:buFontTx/>
              </a:pPr>
              <a:r>
                <a:rPr lang="en-US" altLang="zh-CN" sz="2500" i="1" dirty="0">
                  <a:solidFill>
                    <a:srgbClr val="000000"/>
                  </a:solidFill>
                  <a:latin typeface="Times New Roman" panose="02020603050405020304" pitchFamily="18" charset="0"/>
                  <a:ea typeface="宋体" panose="02010600030101010101" pitchFamily="2" charset="-122"/>
                </a:rPr>
                <a:t>B</a:t>
              </a:r>
              <a:endParaRPr lang="en-US" altLang="zh-CN" dirty="0">
                <a:latin typeface="Arial" panose="020B0604020202020204" pitchFamily="34" charset="0"/>
                <a:ea typeface="宋体" panose="02010600030101010101" pitchFamily="2" charset="-122"/>
              </a:endParaRPr>
            </a:p>
          </p:txBody>
        </p:sp>
      </p:grpSp>
    </p:spTree>
  </p:cSld>
  <p:clrMapOvr>
    <a:masterClrMapping/>
  </p:clrMapOvr>
  <p:transition>
    <p:rand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灯片编号占位符 3"/>
          <p:cNvSpPr>
            <a:spLocks noGrp="1"/>
          </p:cNvSpPr>
          <p:nvPr>
            <p:ph type="sldNum" sz="quarter" idx="10"/>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buClrTx/>
              <a:buFontTx/>
            </a:pPr>
            <a:fld id="{9A0DB2DC-4C9A-4742-B13C-FB6460FD3503}" type="slidenum">
              <a:rPr lang="ja-JP" altLang="en-US" sz="1800" dirty="0">
                <a:solidFill>
                  <a:srgbClr val="A50021"/>
                </a:solidFill>
                <a:ea typeface="MS PGothic" panose="020B0600070205080204" pitchFamily="34" charset="-128"/>
              </a:rPr>
            </a:fld>
            <a:endParaRPr lang="ja-JP" altLang="en-US" sz="1800" dirty="0">
              <a:solidFill>
                <a:srgbClr val="A50021"/>
              </a:solidFill>
              <a:ea typeface="MS PGothic" panose="020B0600070205080204" pitchFamily="34" charset="-128"/>
            </a:endParaRPr>
          </a:p>
        </p:txBody>
      </p:sp>
      <p:pic>
        <p:nvPicPr>
          <p:cNvPr id="84994" name="Picture 2" descr="waseda_mark"/>
          <p:cNvPicPr>
            <a:picLocks noChangeAspect="1"/>
          </p:cNvPicPr>
          <p:nvPr/>
        </p:nvPicPr>
        <p:blipFill>
          <a:blip r:embed="rId1">
            <a:grayscl/>
            <a:lum bright="79999" contrast="-89999"/>
          </a:blip>
          <a:stretch>
            <a:fillRect/>
          </a:stretch>
        </p:blipFill>
        <p:spPr>
          <a:xfrm>
            <a:off x="1116013" y="930275"/>
            <a:ext cx="6840537" cy="5307013"/>
          </a:xfrm>
          <a:prstGeom prst="rect">
            <a:avLst/>
          </a:prstGeom>
          <a:noFill/>
          <a:ln w="9525">
            <a:noFill/>
          </a:ln>
        </p:spPr>
      </p:pic>
      <p:sp>
        <p:nvSpPr>
          <p:cNvPr id="84995" name="Rectangle 3"/>
          <p:cNvSpPr>
            <a:spLocks noGrp="1"/>
          </p:cNvSpPr>
          <p:nvPr>
            <p:ph idx="1"/>
          </p:nvPr>
        </p:nvSpPr>
        <p:spPr>
          <a:xfrm>
            <a:off x="250825" y="549275"/>
            <a:ext cx="8642350" cy="5400675"/>
          </a:xfrm>
        </p:spPr>
        <p:txBody>
          <a:bodyPr vert="horz" wrap="square" lIns="91440" tIns="45720" rIns="91440" bIns="45720" anchor="t" anchorCtr="0"/>
          <a:p>
            <a:pPr eaLnBrk="1" hangingPunct="1"/>
            <a:endParaRPr lang="en-US" altLang="zh-CN" b="1" dirty="0">
              <a:latin typeface="Times New Roman" panose="02020603050405020304" pitchFamily="18" charset="0"/>
            </a:endParaRPr>
          </a:p>
          <a:p>
            <a:pPr eaLnBrk="1" hangingPunct="1">
              <a:buNone/>
            </a:pPr>
            <a:endParaRPr lang="en-US" altLang="zh-CN" b="1" dirty="0">
              <a:latin typeface="Times New Roman" panose="02020603050405020304" pitchFamily="18" charset="0"/>
            </a:endParaRPr>
          </a:p>
          <a:p>
            <a:pPr algn="ctr" eaLnBrk="1" hangingPunct="1">
              <a:buNone/>
            </a:pPr>
            <a:r>
              <a:rPr lang="en-US" altLang="zh-CN" sz="8000" b="1" dirty="0">
                <a:solidFill>
                  <a:schemeClr val="accent2"/>
                </a:solidFill>
                <a:latin typeface="Times New Roman" panose="02020603050405020304" pitchFamily="18" charset="0"/>
              </a:rPr>
              <a:t>THE END</a:t>
            </a:r>
            <a:endParaRPr lang="en-US" altLang="zh-CN" sz="8000" b="1" dirty="0">
              <a:solidFill>
                <a:schemeClr val="accent2"/>
              </a:solidFill>
              <a:latin typeface="Times New Roman" panose="02020603050405020304" pitchFamily="18" charset="0"/>
            </a:endParaRPr>
          </a:p>
        </p:txBody>
      </p:sp>
      <p:pic>
        <p:nvPicPr>
          <p:cNvPr id="84996" name="Picture 4" descr="wsd1"/>
          <p:cNvPicPr>
            <a:picLocks noChangeAspect="1"/>
          </p:cNvPicPr>
          <p:nvPr/>
        </p:nvPicPr>
        <p:blipFill>
          <a:blip r:embed="rId2"/>
          <a:stretch>
            <a:fillRect/>
          </a:stretch>
        </p:blipFill>
        <p:spPr>
          <a:xfrm>
            <a:off x="0" y="5661025"/>
            <a:ext cx="9144000" cy="1196975"/>
          </a:xfrm>
          <a:prstGeom prst="rect">
            <a:avLst/>
          </a:prstGeom>
          <a:noFill/>
          <a:ln w="9525">
            <a:noFill/>
          </a:ln>
        </p:spPr>
      </p:pic>
      <p:sp>
        <p:nvSpPr>
          <p:cNvPr id="84997" name="Line 5"/>
          <p:cNvSpPr/>
          <p:nvPr/>
        </p:nvSpPr>
        <p:spPr>
          <a:xfrm>
            <a:off x="228600" y="457200"/>
            <a:ext cx="8610600" cy="0"/>
          </a:xfrm>
          <a:prstGeom prst="line">
            <a:avLst/>
          </a:prstGeom>
          <a:ln w="57150" cap="flat" cmpd="thinThick">
            <a:solidFill>
              <a:schemeClr val="accent2"/>
            </a:solidFill>
            <a:prstDash val="solid"/>
            <a:round/>
            <a:headEnd type="none" w="med" len="med"/>
            <a:tailEnd type="none" w="med" len="med"/>
          </a:ln>
        </p:spPr>
      </p:sp>
      <p:sp>
        <p:nvSpPr>
          <p:cNvPr id="84998" name="Text Box 6"/>
          <p:cNvSpPr txBox="1"/>
          <p:nvPr/>
        </p:nvSpPr>
        <p:spPr>
          <a:xfrm>
            <a:off x="0" y="76200"/>
            <a:ext cx="9144000" cy="396875"/>
          </a:xfrm>
          <a:prstGeom prst="rect">
            <a:avLst/>
          </a:prstGeom>
          <a:noFill/>
          <a:ln w="38100">
            <a:noFill/>
          </a:ln>
        </p:spPr>
        <p:txBody>
          <a:bodyPr anchor="t" anchorCtr="0">
            <a:spAutoFit/>
          </a:bodyPr>
          <a:p>
            <a:pPr algn="ctr">
              <a:spcBef>
                <a:spcPct val="50000"/>
              </a:spcBef>
              <a:buClrTx/>
              <a:buFontTx/>
            </a:pPr>
            <a:r>
              <a:rPr lang="en-US" altLang="zh-CN" sz="2000" dirty="0">
                <a:solidFill>
                  <a:schemeClr val="accent2"/>
                </a:solidFill>
                <a:latin typeface="Arial" panose="020B0604020202020204" pitchFamily="34" charset="0"/>
                <a:ea typeface="宋体" panose="02010600030101010101" pitchFamily="2" charset="-122"/>
              </a:rPr>
              <a:t>Introduction of Artificial Intelligence</a:t>
            </a:r>
            <a:endParaRPr lang="en-US" altLang="zh-CN" sz="2000" dirty="0">
              <a:solidFill>
                <a:schemeClr val="accent2"/>
              </a:solidFill>
              <a:latin typeface="Arial" panose="020B0604020202020204" pitchFamily="34" charset="0"/>
              <a:ea typeface="宋体" panose="02010600030101010101" pitchFamily="2" charset="-122"/>
            </a:endParaRPr>
          </a:p>
        </p:txBody>
      </p:sp>
    </p:spTree>
  </p:cSld>
  <p:clrMapOvr>
    <a:masterClrMapping/>
  </p:clrMapOvr>
  <p:transition>
    <p:random/>
  </p:transition>
</p:sld>
</file>

<file path=ppt/theme/theme1.xml><?xml version="1.0" encoding="utf-8"?>
<a:theme xmlns:a="http://schemas.openxmlformats.org/drawingml/2006/main" name="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黑体"/>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8737</Words>
  <Application>WPS 演示</Application>
  <PresentationFormat>全屏显示(4:3)</PresentationFormat>
  <Paragraphs>1319</Paragraphs>
  <Slides>77</Slides>
  <Notes>3</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216</vt:i4>
      </vt:variant>
      <vt:variant>
        <vt:lpstr>幻灯片标题</vt:lpstr>
      </vt:variant>
      <vt:variant>
        <vt:i4>77</vt:i4>
      </vt:variant>
    </vt:vector>
  </HeadingPairs>
  <TitlesOfParts>
    <vt:vector size="308" baseType="lpstr">
      <vt:lpstr>Arial</vt:lpstr>
      <vt:lpstr>宋体</vt:lpstr>
      <vt:lpstr>Wingdings</vt:lpstr>
      <vt:lpstr>MS PGothic</vt:lpstr>
      <vt:lpstr>黑体</vt:lpstr>
      <vt:lpstr>Times New Roman</vt:lpstr>
      <vt:lpstr>华文琥珀</vt:lpstr>
      <vt:lpstr>楷体_GB2312</vt:lpstr>
      <vt:lpstr>新宋体</vt:lpstr>
      <vt:lpstr>微软雅黑</vt:lpstr>
      <vt:lpstr>Arial Unicode MS</vt:lpstr>
      <vt:lpstr>Cambria Math</vt:lpstr>
      <vt:lpstr>Symbol</vt:lpstr>
      <vt:lpstr>MT Extra</vt:lpstr>
      <vt:lpstr>wasedaSample5</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Equation.3</vt:lpstr>
      <vt:lpstr>Equation.3</vt:lpstr>
      <vt:lpstr>Equation.3</vt:lpstr>
      <vt:lpstr>Equation.3</vt:lpstr>
      <vt:lpstr>Equation.3</vt:lpstr>
      <vt:lpstr>Equation.DSMT4</vt:lpstr>
      <vt:lpstr>Equation.DSMT4</vt:lpstr>
      <vt:lpstr>Equation.3</vt:lpstr>
      <vt:lpstr>Equation.DSMT4</vt:lpstr>
      <vt:lpstr>Equation.DSMT4</vt:lpstr>
      <vt:lpstr>Equation.DSMT4</vt:lpstr>
      <vt:lpstr>Equation.3</vt:lpstr>
      <vt:lpstr>Equation.3</vt:lpstr>
      <vt:lpstr>Equation.DSMT4</vt:lpstr>
      <vt:lpstr>Equation.3</vt:lpstr>
      <vt:lpstr>Equation.3</vt:lpstr>
      <vt:lpstr>Equation.DSMT4</vt:lpstr>
      <vt:lpstr>Equation.3</vt:lpstr>
      <vt:lpstr>Equation.3</vt:lpstr>
      <vt:lpstr>Equation.DSMT4</vt:lpstr>
      <vt:lpstr>Equation.3</vt:lpstr>
      <vt:lpstr>Equation.3</vt:lpstr>
      <vt:lpstr>Equation.DSMT4</vt:lpstr>
      <vt:lpstr>Equation.3</vt:lpstr>
      <vt:lpstr>Equation.DSMT4</vt:lpstr>
      <vt:lpstr>Equation.DSMT4</vt:lpstr>
      <vt:lpstr>Equation.3</vt:lpstr>
      <vt:lpstr>Equation.3</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Paint.Picture</vt:lpstr>
      <vt:lpstr>Equation.DSMT4</vt:lpstr>
      <vt:lpstr>Equation.DSMT4</vt:lpstr>
      <vt:lpstr>Equation.DSMT4</vt:lpstr>
      <vt:lpstr>Equation.DSMT4</vt:lpstr>
      <vt:lpstr>Equation.3</vt:lpstr>
      <vt:lpstr>Equation.3</vt:lpstr>
      <vt:lpstr>Equation.DSMT4</vt:lpstr>
      <vt:lpstr>Equation.DSMT4</vt:lpstr>
      <vt:lpstr>Equation.DSMT4</vt:lpstr>
      <vt:lpstr>Equation.3</vt:lpstr>
      <vt:lpstr>Equation.DSMT4</vt:lpstr>
      <vt:lpstr>Equation.DSMT4</vt:lpstr>
      <vt:lpstr>Equation.3</vt:lpstr>
      <vt:lpstr>Equation.DSMT4</vt:lpstr>
      <vt:lpstr>Equation.3</vt:lpstr>
      <vt:lpstr>Equation.3</vt:lpstr>
      <vt:lpstr>Equation.3</vt:lpstr>
      <vt:lpstr>Equation.DSMT4</vt:lpstr>
      <vt:lpstr>Equation.3</vt:lpstr>
      <vt:lpstr>Equation.DSMT4</vt:lpstr>
      <vt:lpstr>Equation.DSMT4</vt:lpstr>
      <vt:lpstr>Equation.3</vt:lpstr>
      <vt:lpstr>Equation.3</vt:lpstr>
      <vt:lpstr>Equation.DSMT4</vt:lpstr>
      <vt:lpstr>Equation.DSMT4</vt:lpstr>
      <vt:lpstr>Equation.DSMT4</vt:lpstr>
      <vt:lpstr>Equation.3</vt:lpstr>
      <vt:lpstr>Equation.3</vt:lpstr>
      <vt:lpstr>Equation.3</vt:lpstr>
      <vt:lpstr>Equation.DSMT4</vt:lpstr>
      <vt:lpstr>Equation.DSMT4</vt:lpstr>
      <vt:lpstr>Equation.DSMT4</vt:lpstr>
      <vt:lpstr>Equation.DSMT4</vt:lpstr>
      <vt:lpstr>Equation.DSMT4</vt:lpstr>
      <vt:lpstr>Equation.DSMT4</vt:lpstr>
      <vt:lpstr>Equation.3</vt:lpstr>
      <vt:lpstr>Equation.3</vt:lpstr>
      <vt:lpstr>Equation.3</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Equation.DSMT4</vt:lpstr>
      <vt:lpstr>Equation.3</vt:lpstr>
      <vt:lpstr>Equation.3</vt:lpstr>
      <vt:lpstr>Equation.3</vt:lpstr>
      <vt:lpstr>Equation.3</vt:lpstr>
      <vt:lpstr>Equation.3</vt:lpstr>
      <vt:lpstr>Equation.3</vt:lpstr>
      <vt:lpstr>Equation.3</vt:lpstr>
      <vt:lpstr>Equation.DSMT4</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Equation.DSMT4</vt:lpstr>
      <vt:lpstr>Equation.3</vt:lpstr>
      <vt:lpstr>Equation.DSMT4</vt:lpstr>
      <vt:lpstr>Equation.3</vt:lpstr>
      <vt:lpstr>Equation.3</vt:lpstr>
      <vt:lpstr>Equation.3</vt:lpstr>
      <vt:lpstr>Equation.3</vt:lpstr>
      <vt:lpstr>第 4 章   不确定性推理方法</vt:lpstr>
      <vt:lpstr>PowerPoint 演示文稿</vt:lpstr>
      <vt:lpstr>第4章  不确定性推理方法</vt:lpstr>
      <vt:lpstr>第4章  不确定性推理方法</vt:lpstr>
      <vt:lpstr>4.1 不确定性推理中的基本问题</vt:lpstr>
      <vt:lpstr>PowerPoint 演示文稿</vt:lpstr>
      <vt:lpstr>4.1  不确定性推理中的基本问题</vt:lpstr>
      <vt:lpstr>4.1  不确定性推理中的基本问题</vt:lpstr>
      <vt:lpstr>4.1  不确定性推理中的基本问题</vt:lpstr>
      <vt:lpstr>第4章  不确定性推理方法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第4章  不确定性推理方法</vt:lpstr>
      <vt:lpstr>4.3 证据理论</vt:lpstr>
      <vt:lpstr>4.3 证据理论 </vt:lpstr>
      <vt:lpstr>4.3.1 概率分配函数</vt:lpstr>
      <vt:lpstr>4.3.1 概率分配函数</vt:lpstr>
      <vt:lpstr>4.3.1 概率分配函数</vt:lpstr>
      <vt:lpstr>4.3.2  信任函数</vt:lpstr>
      <vt:lpstr>4.3.3 似然函数</vt:lpstr>
      <vt:lpstr>4.3.4  概率分配函数的正交和（证据的组合）</vt:lpstr>
      <vt:lpstr>4.3.4  概率分配函数的正交和</vt:lpstr>
      <vt:lpstr>4.3.4  概率分配函数的正交和</vt:lpstr>
      <vt:lpstr>PowerPoint 演示文稿</vt:lpstr>
      <vt:lpstr>PowerPoint 演示文稿</vt:lpstr>
      <vt:lpstr>PowerPoint 演示文稿</vt:lpstr>
      <vt:lpstr>PowerPoint 演示文稿</vt:lpstr>
      <vt:lpstr>PowerPoint 演示文稿</vt:lpstr>
      <vt:lpstr>第4章  不确定性推理方法</vt:lpstr>
      <vt:lpstr>4.4  模糊推理方法</vt:lpstr>
      <vt:lpstr>4.4.1 模糊逻辑的提出与发展</vt:lpstr>
      <vt:lpstr>PowerPoint 演示文稿</vt:lpstr>
      <vt:lpstr>PowerPoint 演示文稿</vt:lpstr>
      <vt:lpstr>4.4.1 模糊逻辑的提出与发展</vt:lpstr>
      <vt:lpstr>4.4.2  模糊集合</vt:lpstr>
      <vt:lpstr>4.4.2  模糊集合</vt:lpstr>
      <vt:lpstr>4.4.2 模糊集合</vt:lpstr>
      <vt:lpstr>4.4.2 模糊集合</vt:lpstr>
      <vt:lpstr>4.4.2 模糊集合</vt:lpstr>
      <vt:lpstr>4.4.2 模糊集合</vt:lpstr>
      <vt:lpstr>4.4.2 模糊集合</vt:lpstr>
      <vt:lpstr>4.4.3  模糊集合的运算</vt:lpstr>
      <vt:lpstr>4.4.3  模糊集合的运算</vt:lpstr>
      <vt:lpstr>4.4.3  模糊集合的运算</vt:lpstr>
      <vt:lpstr>4.4.3  模糊集合的运算</vt:lpstr>
      <vt:lpstr>4.4.3  模糊集合的运算</vt:lpstr>
      <vt:lpstr>4.4.4  模糊关系与模糊关系的合成</vt:lpstr>
      <vt:lpstr>4.4.4  模糊关系与模糊关系的合成</vt:lpstr>
      <vt:lpstr>PowerPoint 演示文稿</vt:lpstr>
      <vt:lpstr>PowerPoint 演示文稿</vt:lpstr>
      <vt:lpstr>4.4.4  模糊关系与模糊关系的合成</vt:lpstr>
      <vt:lpstr>4.4.4  模糊关系与模糊关系的合成</vt:lpstr>
      <vt:lpstr>4.4.5 模糊推理</vt:lpstr>
      <vt:lpstr>4.4.5 模糊推理</vt:lpstr>
      <vt:lpstr>4.4.5 模糊推理</vt:lpstr>
      <vt:lpstr>4.4.5 模糊推理</vt:lpstr>
      <vt:lpstr>4.4.6  模糊决策</vt:lpstr>
      <vt:lpstr>4.4.6  模糊决策</vt:lpstr>
      <vt:lpstr>4.4.6  模糊决策</vt:lpstr>
      <vt:lpstr>4.4.6  模糊决策</vt:lpstr>
      <vt:lpstr>PowerPoint 演示文稿</vt:lpstr>
      <vt:lpstr>PowerPoint 演示文稿</vt:lpstr>
      <vt:lpstr>PowerPoint 演示文稿</vt:lpstr>
      <vt:lpstr>PowerPoint 演示文稿</vt:lpstr>
    </vt:vector>
  </TitlesOfParts>
  <Company>zjut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不确定性推理的方法</dc:title>
  <dc:creator>jacky</dc:creator>
  <cp:lastModifiedBy>季哲</cp:lastModifiedBy>
  <cp:revision>936</cp:revision>
  <dcterms:created xsi:type="dcterms:W3CDTF">2005-06-29T01:21:00Z</dcterms:created>
  <dcterms:modified xsi:type="dcterms:W3CDTF">2025-11-18T03:31:59Z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E16787BCBF5041768C8D77A48DF088DB_12</vt:lpwstr>
  </property>
  <property fmtid="{D5CDD505-2E9C-101B-9397-08002B2CF9AE}" pid="3" name="KSOProductBuildVer">
    <vt:lpwstr>2052-12.1.0.21541</vt:lpwstr>
  </property>
</Properties>
</file>